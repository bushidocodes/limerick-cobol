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82" r:id="rId2"/>
    <p:sldId id="303" r:id="rId3"/>
    <p:sldId id="304" r:id="rId4"/>
    <p:sldId id="305" r:id="rId5"/>
    <p:sldId id="306" r:id="rId6"/>
    <p:sldId id="308" r:id="rId7"/>
  </p:sldIdLst>
  <p:sldSz cx="4762500" cy="3810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00">
          <p15:clr>
            <a:srgbClr val="A4A3A4"/>
          </p15:clr>
        </p15:guide>
        <p15:guide id="2" pos="150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200">
          <p15:clr>
            <a:srgbClr val="A4A3A4"/>
          </p15:clr>
        </p15:guide>
        <p15:guide id="2" pos="150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FFFF99"/>
    <a:srgbClr val="009900"/>
    <a:srgbClr val="336600"/>
    <a:srgbClr val="006600"/>
    <a:srgbClr val="777777"/>
    <a:srgbClr val="5F5F5F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222" d="100"/>
          <a:sy n="222" d="100"/>
        </p:scale>
        <p:origin x="570" y="174"/>
      </p:cViewPr>
      <p:guideLst>
        <p:guide orient="horz" pos="1200"/>
        <p:guide pos="150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0" d="100"/>
          <a:sy n="70" d="100"/>
        </p:scale>
        <p:origin x="-1704" y="-78"/>
      </p:cViewPr>
      <p:guideLst>
        <p:guide orient="horz" pos="1200"/>
        <p:guide pos="150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34DC1355-8A54-A779-DA5A-994D79B6884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777932E6-570E-2F1E-1C78-DC2423172BA3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89AD0EC5-7BB0-A8FE-7212-836812DBF4CA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292225" y="692150"/>
            <a:ext cx="4273550" cy="3416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E02B4E44-5D76-971A-3649-B9A51A263F64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85B397B5-5F3F-041C-47BB-96D44D78D032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6ADBDAA9-BDE4-97DA-B518-A37F779562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>
              <a:defRPr sz="1000" i="1">
                <a:solidFill>
                  <a:schemeClr val="tx1"/>
                </a:solidFill>
              </a:defRPr>
            </a:lvl1pPr>
          </a:lstStyle>
          <a:p>
            <a:fld id="{5C8AF5CE-8D0D-4064-BD58-938AADFB04D8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C5238-9099-3D7D-17FA-C901A5D7B8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5313" y="623888"/>
            <a:ext cx="3571875" cy="1325562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BBF1BA-5A25-D4F5-18AE-7A28B0AA51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5313" y="2001838"/>
            <a:ext cx="3571875" cy="9191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3224843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9BDA0-56A8-9F6C-F6D8-CB8BD82CF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6AC03-4515-360B-F8C8-29C30B773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25" y="1014413"/>
            <a:ext cx="4108450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313462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EDB38-8B3E-9291-F60F-2F3BF284A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949325"/>
            <a:ext cx="4106862" cy="158591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15567C-588B-8A31-5A75-50B1F5EA67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5438" y="2549525"/>
            <a:ext cx="4106862" cy="8334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98149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AF7BB-E0BB-5AA3-1541-C5A195B1E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101885-2E2B-1DFE-1D70-5141685DE4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7025" y="1014413"/>
            <a:ext cx="1978025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297FD8-076B-602A-9D03-59B7F73B3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457450" y="1014413"/>
            <a:ext cx="1978025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13652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B8811-5E04-F19F-18DF-5A2AB3242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03200"/>
            <a:ext cx="4106862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13BA7C-F85C-8D7D-3E2A-BD26877CD3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8613" y="933450"/>
            <a:ext cx="2014537" cy="458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7781DA-BBA1-BAB6-6787-FDC974BEC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392238"/>
            <a:ext cx="2014537" cy="20462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3840C6-3DB4-65B2-ECDD-D7106ABEF2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411413" y="933450"/>
            <a:ext cx="2024062" cy="458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4136F8-6288-9227-F3AF-6B02D85B91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411413" y="1392238"/>
            <a:ext cx="2024062" cy="20462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0494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29E44-F003-D144-1CDC-2B021758E5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65722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00897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0147C-1360-3D50-0E08-5C9093BA4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54000"/>
            <a:ext cx="1535112" cy="8890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04C5A8-BE68-8CFC-6928-4DD695D7C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4063" y="549275"/>
            <a:ext cx="2411412" cy="270668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9B6C87-E890-F959-CDDB-74E14E6319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143000"/>
            <a:ext cx="1535112" cy="2117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95681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28C8C-75DD-25AF-3303-9E80BB854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54000"/>
            <a:ext cx="1535112" cy="8890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F5C026-ABA6-912D-D41A-8993EE89A7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024063" y="549275"/>
            <a:ext cx="2411412" cy="2706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A082F2-DC4B-80B6-38FD-CFC9E58BC5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143000"/>
            <a:ext cx="1535112" cy="2117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50047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4B190-4035-4858-5F1F-0C2F907A8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B8B09D-AD08-1036-3F8A-E768A047DE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1014413"/>
            <a:ext cx="4108450" cy="241776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95832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7FE526-E661-DB4F-4B60-F048E1F8FD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408363" y="203200"/>
            <a:ext cx="1027112" cy="322897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E948D1-2AD7-E91C-109E-8F4A832BEE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203200"/>
            <a:ext cx="2928938" cy="32289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02843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602D33AF-55B9-6B85-1845-2D5C5BA8D9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25400"/>
            <a:ext cx="4730750" cy="3773488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1E6D1440-D0F0-44EA-B89A-347B630A60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4875" y="517525"/>
            <a:ext cx="2933700" cy="21637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/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Declaring multiple record-type files</a:t>
            </a:r>
          </a:p>
          <a:p>
            <a:pPr algn="ctr"/>
            <a:endParaRPr lang="en-US" altLang="en-US" sz="1800" b="1">
              <a:solidFill>
                <a:srgbClr val="CC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  <a:p>
            <a:pPr algn="ctr"/>
            <a:r>
              <a:rPr lang="en-US" altLang="en-US" sz="1400" b="1">
                <a:solidFill>
                  <a:schemeClr val="tx1"/>
                </a:solidFill>
              </a:rPr>
              <a:t>Click to view.</a:t>
            </a:r>
          </a:p>
          <a:p>
            <a:pPr algn="ctr"/>
            <a:endParaRPr lang="en-US" altLang="en-US" sz="1400" b="1">
              <a:solidFill>
                <a:schemeClr val="tx1"/>
              </a:solidFill>
            </a:endParaRPr>
          </a:p>
          <a:p>
            <a:pPr algn="ctr"/>
            <a:r>
              <a:rPr lang="en-US" altLang="en-US" sz="1000">
                <a:solidFill>
                  <a:schemeClr val="tx1"/>
                </a:solidFill>
              </a:rPr>
              <a:t>When viewing , left click (or press the Page Up key) to see the next frame and right click (or press Page Down)  to see the previous frame.</a:t>
            </a:r>
            <a:endParaRPr lang="en-US" altLang="en-US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endParaRPr lang="en-US" altLang="en-US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4B6638B9-4F7B-FC7A-EBAC-67DFA59FA6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675" y="323850"/>
            <a:ext cx="4114800" cy="203200"/>
          </a:xfrm>
          <a:prstGeom prst="rect">
            <a:avLst/>
          </a:prstGeom>
          <a:noFill/>
          <a:ln w="1270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38100" rIns="0" bIns="38100" anchor="ctr">
            <a:spAutoFit/>
          </a:bodyPr>
          <a:lstStyle/>
          <a:p>
            <a:pPr>
              <a:lnSpc>
                <a:spcPct val="75000"/>
              </a:lnSpc>
              <a:spcBef>
                <a:spcPct val="35000"/>
              </a:spcBef>
            </a:pPr>
            <a:r>
              <a:rPr lang="en-US" altLang="en-US" sz="1000">
                <a:solidFill>
                  <a:schemeClr val="tx1"/>
                </a:solidFill>
              </a:rPr>
              <a:t>  StudentId           StudentName                     DateOfBirth   CourseCode  Gender</a:t>
            </a:r>
          </a:p>
        </p:txBody>
      </p:sp>
      <p:grpSp>
        <p:nvGrpSpPr>
          <p:cNvPr id="4129" name="Group 33">
            <a:extLst>
              <a:ext uri="{FF2B5EF4-FFF2-40B4-BE49-F238E27FC236}">
                <a16:creationId xmlns:a16="http://schemas.microsoft.com/office/drawing/2014/main" id="{A9EC0318-5343-6D32-305D-CB8CB1929311}"/>
              </a:ext>
            </a:extLst>
          </p:cNvPr>
          <p:cNvGrpSpPr>
            <a:grpSpLocks/>
          </p:cNvGrpSpPr>
          <p:nvPr/>
        </p:nvGrpSpPr>
        <p:grpSpPr bwMode="auto">
          <a:xfrm>
            <a:off x="130175" y="927100"/>
            <a:ext cx="4302125" cy="276225"/>
            <a:chOff x="82" y="584"/>
            <a:chExt cx="2710" cy="174"/>
          </a:xfrm>
        </p:grpSpPr>
        <p:sp>
          <p:nvSpPr>
            <p:cNvPr id="4099" name="Rectangle 3">
              <a:extLst>
                <a:ext uri="{FF2B5EF4-FFF2-40B4-BE49-F238E27FC236}">
                  <a16:creationId xmlns:a16="http://schemas.microsoft.com/office/drawing/2014/main" id="{76E18208-723D-1D19-07E5-FAFB731450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9</a:t>
              </a:r>
            </a:p>
          </p:txBody>
        </p:sp>
        <p:sp>
          <p:nvSpPr>
            <p:cNvPr id="4100" name="Rectangle 4">
              <a:extLst>
                <a:ext uri="{FF2B5EF4-FFF2-40B4-BE49-F238E27FC236}">
                  <a16:creationId xmlns:a16="http://schemas.microsoft.com/office/drawing/2014/main" id="{E6A51686-D339-92A0-DA26-A27723CC6A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8</a:t>
              </a:r>
            </a:p>
          </p:txBody>
        </p:sp>
        <p:sp>
          <p:nvSpPr>
            <p:cNvPr id="4101" name="Rectangle 5">
              <a:extLst>
                <a:ext uri="{FF2B5EF4-FFF2-40B4-BE49-F238E27FC236}">
                  <a16:creationId xmlns:a16="http://schemas.microsoft.com/office/drawing/2014/main" id="{C971CD01-ECCB-B3F5-997D-AD639D095D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2</a:t>
              </a:r>
            </a:p>
          </p:txBody>
        </p:sp>
        <p:sp>
          <p:nvSpPr>
            <p:cNvPr id="4102" name="Rectangle 6">
              <a:extLst>
                <a:ext uri="{FF2B5EF4-FFF2-40B4-BE49-F238E27FC236}">
                  <a16:creationId xmlns:a16="http://schemas.microsoft.com/office/drawing/2014/main" id="{A8AAA555-1D4B-1D1F-CB87-E5E2BF7696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2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5</a:t>
              </a:r>
            </a:p>
          </p:txBody>
        </p:sp>
        <p:sp>
          <p:nvSpPr>
            <p:cNvPr id="4103" name="Rectangle 7">
              <a:extLst>
                <a:ext uri="{FF2B5EF4-FFF2-40B4-BE49-F238E27FC236}">
                  <a16:creationId xmlns:a16="http://schemas.microsoft.com/office/drawing/2014/main" id="{BD33E6C6-E401-219C-97DB-A780814A01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2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3</a:t>
              </a:r>
            </a:p>
          </p:txBody>
        </p:sp>
        <p:sp>
          <p:nvSpPr>
            <p:cNvPr id="4104" name="Rectangle 8">
              <a:extLst>
                <a:ext uri="{FF2B5EF4-FFF2-40B4-BE49-F238E27FC236}">
                  <a16:creationId xmlns:a16="http://schemas.microsoft.com/office/drawing/2014/main" id="{E1AEE314-DCE8-3B64-3579-42CA7B92C0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2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2</a:t>
              </a:r>
            </a:p>
          </p:txBody>
        </p:sp>
        <p:sp>
          <p:nvSpPr>
            <p:cNvPr id="4105" name="Rectangle 9">
              <a:extLst>
                <a:ext uri="{FF2B5EF4-FFF2-40B4-BE49-F238E27FC236}">
                  <a16:creationId xmlns:a16="http://schemas.microsoft.com/office/drawing/2014/main" id="{2660AA3F-0B3D-77C7-9916-9B67A8447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7</a:t>
              </a:r>
            </a:p>
          </p:txBody>
        </p:sp>
        <p:sp>
          <p:nvSpPr>
            <p:cNvPr id="4106" name="Rectangle 10">
              <a:extLst>
                <a:ext uri="{FF2B5EF4-FFF2-40B4-BE49-F238E27FC236}">
                  <a16:creationId xmlns:a16="http://schemas.microsoft.com/office/drawing/2014/main" id="{55B6B5D4-6EC6-B4E4-E0F8-B30C8E3209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C</a:t>
              </a:r>
            </a:p>
          </p:txBody>
        </p:sp>
        <p:sp>
          <p:nvSpPr>
            <p:cNvPr id="4107" name="Rectangle 11">
              <a:extLst>
                <a:ext uri="{FF2B5EF4-FFF2-40B4-BE49-F238E27FC236}">
                  <a16:creationId xmlns:a16="http://schemas.microsoft.com/office/drawing/2014/main" id="{2200FD0C-A3DC-BDB5-976E-2619194D36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0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O</a:t>
              </a:r>
            </a:p>
          </p:txBody>
        </p:sp>
        <p:sp>
          <p:nvSpPr>
            <p:cNvPr id="4108" name="Rectangle 12">
              <a:extLst>
                <a:ext uri="{FF2B5EF4-FFF2-40B4-BE49-F238E27FC236}">
                  <a16:creationId xmlns:a16="http://schemas.microsoft.com/office/drawing/2014/main" id="{A2EB9B33-8198-9C33-C1E3-FE295C20EE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2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U</a:t>
              </a:r>
            </a:p>
          </p:txBody>
        </p:sp>
        <p:sp>
          <p:nvSpPr>
            <p:cNvPr id="4109" name="Rectangle 13">
              <a:extLst>
                <a:ext uri="{FF2B5EF4-FFF2-40B4-BE49-F238E27FC236}">
                  <a16:creationId xmlns:a16="http://schemas.microsoft.com/office/drawing/2014/main" id="{3AEF7968-7C00-22B4-784F-5723D131C7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2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G</a:t>
              </a:r>
            </a:p>
          </p:txBody>
        </p:sp>
        <p:sp>
          <p:nvSpPr>
            <p:cNvPr id="4110" name="Rectangle 14">
              <a:extLst>
                <a:ext uri="{FF2B5EF4-FFF2-40B4-BE49-F238E27FC236}">
                  <a16:creationId xmlns:a16="http://schemas.microsoft.com/office/drawing/2014/main" id="{95C6F72D-248C-B580-9CA4-2597E087CD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4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H</a:t>
              </a:r>
            </a:p>
          </p:txBody>
        </p:sp>
        <p:sp>
          <p:nvSpPr>
            <p:cNvPr id="4111" name="Rectangle 15">
              <a:extLst>
                <a:ext uri="{FF2B5EF4-FFF2-40B4-BE49-F238E27FC236}">
                  <a16:creationId xmlns:a16="http://schemas.microsoft.com/office/drawing/2014/main" id="{7CC2666A-16BC-AE2F-556A-E742707814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4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L</a:t>
              </a:r>
            </a:p>
          </p:txBody>
        </p:sp>
        <p:sp>
          <p:nvSpPr>
            <p:cNvPr id="4112" name="Rectangle 16">
              <a:extLst>
                <a:ext uri="{FF2B5EF4-FFF2-40B4-BE49-F238E27FC236}">
                  <a16:creationId xmlns:a16="http://schemas.microsoft.com/office/drawing/2014/main" id="{D6BA6BE8-ADBB-7798-1DFD-5B36DCE313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4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A</a:t>
              </a:r>
            </a:p>
          </p:txBody>
        </p:sp>
        <p:sp>
          <p:nvSpPr>
            <p:cNvPr id="4113" name="Rectangle 17">
              <a:extLst>
                <a:ext uri="{FF2B5EF4-FFF2-40B4-BE49-F238E27FC236}">
                  <a16:creationId xmlns:a16="http://schemas.microsoft.com/office/drawing/2014/main" id="{4B6CC78E-FED1-3217-3AC4-D015BD6CB2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44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N</a:t>
              </a:r>
            </a:p>
          </p:txBody>
        </p:sp>
        <p:sp>
          <p:nvSpPr>
            <p:cNvPr id="4114" name="Rectangle 18">
              <a:extLst>
                <a:ext uri="{FF2B5EF4-FFF2-40B4-BE49-F238E27FC236}">
                  <a16:creationId xmlns:a16="http://schemas.microsoft.com/office/drawing/2014/main" id="{09C3E91E-88E9-66D2-9E1F-DEC277694D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34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M</a:t>
              </a:r>
            </a:p>
          </p:txBody>
        </p:sp>
        <p:sp>
          <p:nvSpPr>
            <p:cNvPr id="4115" name="Rectangle 19">
              <a:extLst>
                <a:ext uri="{FF2B5EF4-FFF2-40B4-BE49-F238E27FC236}">
                  <a16:creationId xmlns:a16="http://schemas.microsoft.com/office/drawing/2014/main" id="{E5AA9817-BEC2-C76E-7C49-B63569C6F0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6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S</a:t>
              </a:r>
            </a:p>
          </p:txBody>
        </p:sp>
        <p:sp>
          <p:nvSpPr>
            <p:cNvPr id="4116" name="Rectangle 20">
              <a:extLst>
                <a:ext uri="{FF2B5EF4-FFF2-40B4-BE49-F238E27FC236}">
                  <a16:creationId xmlns:a16="http://schemas.microsoft.com/office/drawing/2014/main" id="{4F00B6A8-D46D-AE8A-249E-D6E31E4B32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14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1</a:t>
              </a:r>
            </a:p>
          </p:txBody>
        </p:sp>
        <p:sp>
          <p:nvSpPr>
            <p:cNvPr id="4117" name="Rectangle 21">
              <a:extLst>
                <a:ext uri="{FF2B5EF4-FFF2-40B4-BE49-F238E27FC236}">
                  <a16:creationId xmlns:a16="http://schemas.microsoft.com/office/drawing/2014/main" id="{42F882CA-464E-90ED-4949-CE803D8425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4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9</a:t>
              </a:r>
            </a:p>
          </p:txBody>
        </p:sp>
        <p:sp>
          <p:nvSpPr>
            <p:cNvPr id="4118" name="Rectangle 22">
              <a:extLst>
                <a:ext uri="{FF2B5EF4-FFF2-40B4-BE49-F238E27FC236}">
                  <a16:creationId xmlns:a16="http://schemas.microsoft.com/office/drawing/2014/main" id="{51FD9D27-F682-A0A3-A007-54D05602FA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96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5</a:t>
              </a:r>
            </a:p>
          </p:txBody>
        </p:sp>
        <p:sp>
          <p:nvSpPr>
            <p:cNvPr id="4119" name="Rectangle 23">
              <a:extLst>
                <a:ext uri="{FF2B5EF4-FFF2-40B4-BE49-F238E27FC236}">
                  <a16:creationId xmlns:a16="http://schemas.microsoft.com/office/drawing/2014/main" id="{D4C2BC2B-5430-DEC6-F423-04AD661C01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86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2</a:t>
              </a:r>
            </a:p>
          </p:txBody>
        </p:sp>
        <p:sp>
          <p:nvSpPr>
            <p:cNvPr id="4120" name="Rectangle 24">
              <a:extLst>
                <a:ext uri="{FF2B5EF4-FFF2-40B4-BE49-F238E27FC236}">
                  <a16:creationId xmlns:a16="http://schemas.microsoft.com/office/drawing/2014/main" id="{955492F6-0344-DCD1-7BB9-4C3B5D2CE5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76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0</a:t>
              </a:r>
            </a:p>
          </p:txBody>
        </p:sp>
        <p:sp>
          <p:nvSpPr>
            <p:cNvPr id="4121" name="Rectangle 25">
              <a:extLst>
                <a:ext uri="{FF2B5EF4-FFF2-40B4-BE49-F238E27FC236}">
                  <a16:creationId xmlns:a16="http://schemas.microsoft.com/office/drawing/2014/main" id="{0BC51554-DE05-AC49-81DB-928D7EC5C1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6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9</a:t>
              </a:r>
            </a:p>
          </p:txBody>
        </p:sp>
        <p:sp>
          <p:nvSpPr>
            <p:cNvPr id="4122" name="Rectangle 26">
              <a:extLst>
                <a:ext uri="{FF2B5EF4-FFF2-40B4-BE49-F238E27FC236}">
                  <a16:creationId xmlns:a16="http://schemas.microsoft.com/office/drawing/2014/main" id="{9AF1CFFF-3823-CA25-AA09-5A51F43BFE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56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1</a:t>
              </a:r>
            </a:p>
          </p:txBody>
        </p:sp>
        <p:sp>
          <p:nvSpPr>
            <p:cNvPr id="4123" name="Rectangle 27">
              <a:extLst>
                <a:ext uri="{FF2B5EF4-FFF2-40B4-BE49-F238E27FC236}">
                  <a16:creationId xmlns:a16="http://schemas.microsoft.com/office/drawing/2014/main" id="{F70AEB68-4800-60D9-20B9-7683C2A0D3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6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0</a:t>
              </a:r>
            </a:p>
          </p:txBody>
        </p:sp>
        <p:sp>
          <p:nvSpPr>
            <p:cNvPr id="4124" name="Rectangle 28">
              <a:extLst>
                <a:ext uri="{FF2B5EF4-FFF2-40B4-BE49-F238E27FC236}">
                  <a16:creationId xmlns:a16="http://schemas.microsoft.com/office/drawing/2014/main" id="{AE76389E-F161-F4CA-7333-6A56BEB075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38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L</a:t>
              </a:r>
            </a:p>
          </p:txBody>
        </p:sp>
        <p:sp>
          <p:nvSpPr>
            <p:cNvPr id="4125" name="Rectangle 29">
              <a:extLst>
                <a:ext uri="{FF2B5EF4-FFF2-40B4-BE49-F238E27FC236}">
                  <a16:creationId xmlns:a16="http://schemas.microsoft.com/office/drawing/2014/main" id="{605500DB-D96C-7055-9B45-740F4F2A8D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28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M</a:t>
              </a:r>
            </a:p>
          </p:txBody>
        </p:sp>
        <p:sp>
          <p:nvSpPr>
            <p:cNvPr id="4126" name="Rectangle 30">
              <a:extLst>
                <a:ext uri="{FF2B5EF4-FFF2-40B4-BE49-F238E27FC236}">
                  <a16:creationId xmlns:a16="http://schemas.microsoft.com/office/drawing/2014/main" id="{B60E3A94-0D41-14E7-30CD-5CB1CBED6C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20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5</a:t>
              </a:r>
            </a:p>
          </p:txBody>
        </p:sp>
        <p:sp>
          <p:nvSpPr>
            <p:cNvPr id="4127" name="Rectangle 31">
              <a:extLst>
                <a:ext uri="{FF2B5EF4-FFF2-40B4-BE49-F238E27FC236}">
                  <a16:creationId xmlns:a16="http://schemas.microsoft.com/office/drawing/2014/main" id="{E2A8AEEB-8872-103F-CCFC-617C2A5B40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0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1</a:t>
              </a:r>
            </a:p>
          </p:txBody>
        </p:sp>
        <p:sp>
          <p:nvSpPr>
            <p:cNvPr id="4128" name="Rectangle 32">
              <a:extLst>
                <a:ext uri="{FF2B5EF4-FFF2-40B4-BE49-F238E27FC236}">
                  <a16:creationId xmlns:a16="http://schemas.microsoft.com/office/drawing/2014/main" id="{647EB626-D377-BB72-D746-54AE1DF060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2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M</a:t>
              </a:r>
            </a:p>
          </p:txBody>
        </p:sp>
      </p:grpSp>
      <p:sp>
        <p:nvSpPr>
          <p:cNvPr id="4130" name="Rectangle 34">
            <a:extLst>
              <a:ext uri="{FF2B5EF4-FFF2-40B4-BE49-F238E27FC236}">
                <a16:creationId xmlns:a16="http://schemas.microsoft.com/office/drawing/2014/main" id="{433C7F4D-8E5C-7C6D-4BC1-FA37B1FBC9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825" y="917575"/>
            <a:ext cx="4318000" cy="2921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31" name="Rectangle 35">
            <a:extLst>
              <a:ext uri="{FF2B5EF4-FFF2-40B4-BE49-F238E27FC236}">
                <a16:creationId xmlns:a16="http://schemas.microsoft.com/office/drawing/2014/main" id="{E1A42461-539E-A661-984B-0ABC9CB5CB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1475" y="171450"/>
            <a:ext cx="771525" cy="136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38100" tIns="0" rIns="38100" bIns="0" anchor="ctr">
            <a:spAutoFit/>
          </a:bodyPr>
          <a:lstStyle/>
          <a:p>
            <a:pPr>
              <a:lnSpc>
                <a:spcPct val="75000"/>
              </a:lnSpc>
              <a:spcBef>
                <a:spcPct val="35000"/>
              </a:spcBef>
            </a:pP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InsertRec</a:t>
            </a:r>
          </a:p>
        </p:txBody>
      </p:sp>
      <p:sp>
        <p:nvSpPr>
          <p:cNvPr id="4132" name="Line 36">
            <a:extLst>
              <a:ext uri="{FF2B5EF4-FFF2-40B4-BE49-F238E27FC236}">
                <a16:creationId xmlns:a16="http://schemas.microsoft.com/office/drawing/2014/main" id="{250965A7-C07C-0B48-E2D9-F9855632D0C0}"/>
              </a:ext>
            </a:extLst>
          </p:cNvPr>
          <p:cNvSpPr>
            <a:spLocks noChangeShapeType="1"/>
          </p:cNvSpPr>
          <p:nvPr/>
        </p:nvSpPr>
        <p:spPr bwMode="auto">
          <a:xfrm>
            <a:off x="1114425" y="523875"/>
            <a:ext cx="0" cy="3937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33" name="Line 37">
            <a:extLst>
              <a:ext uri="{FF2B5EF4-FFF2-40B4-BE49-F238E27FC236}">
                <a16:creationId xmlns:a16="http://schemas.microsoft.com/office/drawing/2014/main" id="{71B5880A-980C-AD81-12D0-2BB0E22759B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23825" y="523875"/>
            <a:ext cx="190500" cy="3810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34" name="Line 38">
            <a:extLst>
              <a:ext uri="{FF2B5EF4-FFF2-40B4-BE49-F238E27FC236}">
                <a16:creationId xmlns:a16="http://schemas.microsoft.com/office/drawing/2014/main" id="{952FED1C-520C-2F2E-C8D3-5D2F938E32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562225" y="523875"/>
            <a:ext cx="0" cy="3810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35" name="Line 39">
            <a:extLst>
              <a:ext uri="{FF2B5EF4-FFF2-40B4-BE49-F238E27FC236}">
                <a16:creationId xmlns:a16="http://schemas.microsoft.com/office/drawing/2014/main" id="{ADEC1888-6A6A-0DE0-1E70-C2978A0FE24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86125" y="523875"/>
            <a:ext cx="419100" cy="3810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36" name="Line 40">
            <a:extLst>
              <a:ext uri="{FF2B5EF4-FFF2-40B4-BE49-F238E27FC236}">
                <a16:creationId xmlns:a16="http://schemas.microsoft.com/office/drawing/2014/main" id="{3EEE79D3-8559-61E7-06F5-1E5025DACC6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971925" y="523875"/>
            <a:ext cx="317500" cy="3810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37" name="Line 41">
            <a:extLst>
              <a:ext uri="{FF2B5EF4-FFF2-40B4-BE49-F238E27FC236}">
                <a16:creationId xmlns:a16="http://schemas.microsoft.com/office/drawing/2014/main" id="{47F4D791-D12B-5ECD-2F95-7A2CDE987E3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86125" y="320675"/>
            <a:ext cx="0" cy="2032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38" name="Line 42">
            <a:extLst>
              <a:ext uri="{FF2B5EF4-FFF2-40B4-BE49-F238E27FC236}">
                <a16:creationId xmlns:a16="http://schemas.microsoft.com/office/drawing/2014/main" id="{6D6573F1-99C1-CA37-7103-BBC207393D9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71925" y="320675"/>
            <a:ext cx="0" cy="2032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39" name="Line 43">
            <a:extLst>
              <a:ext uri="{FF2B5EF4-FFF2-40B4-BE49-F238E27FC236}">
                <a16:creationId xmlns:a16="http://schemas.microsoft.com/office/drawing/2014/main" id="{9B71B157-8F94-85D9-F73D-CBDEE465A1E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441825" y="384175"/>
            <a:ext cx="0" cy="5207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40" name="Line 44">
            <a:extLst>
              <a:ext uri="{FF2B5EF4-FFF2-40B4-BE49-F238E27FC236}">
                <a16:creationId xmlns:a16="http://schemas.microsoft.com/office/drawing/2014/main" id="{87E0037D-C59C-1B25-121D-43F1771A636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562225" y="320675"/>
            <a:ext cx="0" cy="2032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41" name="Line 45">
            <a:extLst>
              <a:ext uri="{FF2B5EF4-FFF2-40B4-BE49-F238E27FC236}">
                <a16:creationId xmlns:a16="http://schemas.microsoft.com/office/drawing/2014/main" id="{FDC66FA9-EBE2-E364-81B1-E8F28A7F65D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14425" y="320675"/>
            <a:ext cx="0" cy="2032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42" name="Rectangle 46">
            <a:extLst>
              <a:ext uri="{FF2B5EF4-FFF2-40B4-BE49-F238E27FC236}">
                <a16:creationId xmlns:a16="http://schemas.microsoft.com/office/drawing/2014/main" id="{F2AC2DF6-9959-5EEE-3D12-D398F8F69D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19350" y="1639888"/>
            <a:ext cx="2116138" cy="128587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46038" tIns="46038" rIns="46038" bIns="46038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tx1"/>
                </a:solidFill>
                <a:latin typeface="Courier New" panose="02070309020205020404" pitchFamily="49" charset="0"/>
              </a:rPr>
              <a:t>FD TransFile.</a:t>
            </a:r>
            <a:endParaRPr lang="en-US" altLang="en-US" sz="800">
              <a:solidFill>
                <a:schemeClr val="accent2"/>
              </a:solidFill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01 InsertRec.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StudentId         PIC 9(7).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StudentName.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Surname        PIC X(8).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Initials       PIC XX.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DateOfBirth.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YOBirth        PIC 9(4).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MOBirth        PIC 99.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DOBirth        PIC 99.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CourseCode        PIC X(4).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Gender            PIC X.</a:t>
            </a:r>
          </a:p>
        </p:txBody>
      </p:sp>
      <p:sp>
        <p:nvSpPr>
          <p:cNvPr id="4143" name="AutoShape 47">
            <a:extLst>
              <a:ext uri="{FF2B5EF4-FFF2-40B4-BE49-F238E27FC236}">
                <a16:creationId xmlns:a16="http://schemas.microsoft.com/office/drawing/2014/main" id="{73057C2F-D6EB-1B80-75F6-EC61C77A30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81275"/>
            <a:ext cx="2101850" cy="877094"/>
          </a:xfrm>
          <a:prstGeom prst="wedgeRoundRectCallout">
            <a:avLst>
              <a:gd name="adj1" fmla="val -4167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 anchor="ctr"/>
          <a:lstStyle/>
          <a:p>
            <a:r>
              <a:rPr lang="en-US" altLang="en-US" sz="1000">
                <a:solidFill>
                  <a:schemeClr val="tx1"/>
                </a:solidFill>
              </a:rPr>
              <a:t>When a file contains multiple record types, a record declaration (starting with a 01 level number) must be created for each type of record.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2085D957-7537-E734-1926-D4132686D2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675" y="323850"/>
            <a:ext cx="4114800" cy="203200"/>
          </a:xfrm>
          <a:prstGeom prst="rect">
            <a:avLst/>
          </a:prstGeom>
          <a:noFill/>
          <a:ln w="1270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38100" rIns="0" bIns="38100" anchor="ctr">
            <a:spAutoFit/>
          </a:bodyPr>
          <a:lstStyle/>
          <a:p>
            <a:pPr>
              <a:lnSpc>
                <a:spcPct val="75000"/>
              </a:lnSpc>
              <a:spcBef>
                <a:spcPct val="35000"/>
              </a:spcBef>
            </a:pPr>
            <a:r>
              <a:rPr lang="en-US" altLang="en-US" sz="1000">
                <a:solidFill>
                  <a:schemeClr val="tx1"/>
                </a:solidFill>
              </a:rPr>
              <a:t>  StudentId           StudentName                     DateOfBirth   CourseCode  Gender</a:t>
            </a:r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81B05D04-0AD6-AB20-84C5-C06A2909B4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4950" y="1452563"/>
            <a:ext cx="746125" cy="200025"/>
          </a:xfrm>
          <a:prstGeom prst="rect">
            <a:avLst/>
          </a:prstGeom>
          <a:noFill/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36513" rIns="0" bIns="36513" anchor="ctr"/>
          <a:lstStyle/>
          <a:p>
            <a:pPr algn="ctr">
              <a:lnSpc>
                <a:spcPct val="75000"/>
              </a:lnSpc>
              <a:spcBef>
                <a:spcPct val="35000"/>
              </a:spcBef>
            </a:pPr>
            <a:r>
              <a:rPr lang="en-US" altLang="en-US" sz="1000">
                <a:solidFill>
                  <a:schemeClr val="tx1"/>
                </a:solidFill>
              </a:rPr>
              <a:t>StudentId</a:t>
            </a:r>
          </a:p>
        </p:txBody>
      </p:sp>
      <p:grpSp>
        <p:nvGrpSpPr>
          <p:cNvPr id="5154" name="Group 34">
            <a:extLst>
              <a:ext uri="{FF2B5EF4-FFF2-40B4-BE49-F238E27FC236}">
                <a16:creationId xmlns:a16="http://schemas.microsoft.com/office/drawing/2014/main" id="{9CE1871B-D1F2-79BA-9EF5-B002A402120D}"/>
              </a:ext>
            </a:extLst>
          </p:cNvPr>
          <p:cNvGrpSpPr>
            <a:grpSpLocks/>
          </p:cNvGrpSpPr>
          <p:nvPr/>
        </p:nvGrpSpPr>
        <p:grpSpPr bwMode="auto">
          <a:xfrm>
            <a:off x="130175" y="927100"/>
            <a:ext cx="4302125" cy="276225"/>
            <a:chOff x="82" y="584"/>
            <a:chExt cx="2710" cy="174"/>
          </a:xfrm>
        </p:grpSpPr>
        <p:sp>
          <p:nvSpPr>
            <p:cNvPr id="5124" name="Rectangle 4">
              <a:extLst>
                <a:ext uri="{FF2B5EF4-FFF2-40B4-BE49-F238E27FC236}">
                  <a16:creationId xmlns:a16="http://schemas.microsoft.com/office/drawing/2014/main" id="{D97DABA6-D679-E6AD-5B11-2791C49E8A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9</a:t>
              </a:r>
            </a:p>
          </p:txBody>
        </p:sp>
        <p:sp>
          <p:nvSpPr>
            <p:cNvPr id="5125" name="Rectangle 5">
              <a:extLst>
                <a:ext uri="{FF2B5EF4-FFF2-40B4-BE49-F238E27FC236}">
                  <a16:creationId xmlns:a16="http://schemas.microsoft.com/office/drawing/2014/main" id="{156FC883-E4D1-5C17-B9A0-DE879D9C09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8</a:t>
              </a:r>
            </a:p>
          </p:txBody>
        </p:sp>
        <p:sp>
          <p:nvSpPr>
            <p:cNvPr id="5126" name="Rectangle 6">
              <a:extLst>
                <a:ext uri="{FF2B5EF4-FFF2-40B4-BE49-F238E27FC236}">
                  <a16:creationId xmlns:a16="http://schemas.microsoft.com/office/drawing/2014/main" id="{702FF4A6-8547-BBEB-3D64-F718130121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2</a:t>
              </a:r>
            </a:p>
          </p:txBody>
        </p:sp>
        <p:sp>
          <p:nvSpPr>
            <p:cNvPr id="5127" name="Rectangle 7">
              <a:extLst>
                <a:ext uri="{FF2B5EF4-FFF2-40B4-BE49-F238E27FC236}">
                  <a16:creationId xmlns:a16="http://schemas.microsoft.com/office/drawing/2014/main" id="{849623FB-28DD-5269-1B15-B1ECC465EF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2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5</a:t>
              </a:r>
            </a:p>
          </p:txBody>
        </p:sp>
        <p:sp>
          <p:nvSpPr>
            <p:cNvPr id="5128" name="Rectangle 8">
              <a:extLst>
                <a:ext uri="{FF2B5EF4-FFF2-40B4-BE49-F238E27FC236}">
                  <a16:creationId xmlns:a16="http://schemas.microsoft.com/office/drawing/2014/main" id="{BFA21370-66B6-8CDF-2810-5BBE8F52B8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2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3</a:t>
              </a:r>
            </a:p>
          </p:txBody>
        </p:sp>
        <p:sp>
          <p:nvSpPr>
            <p:cNvPr id="5129" name="Rectangle 9">
              <a:extLst>
                <a:ext uri="{FF2B5EF4-FFF2-40B4-BE49-F238E27FC236}">
                  <a16:creationId xmlns:a16="http://schemas.microsoft.com/office/drawing/2014/main" id="{049587F8-79D7-28C0-E735-FF0B493C2B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2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2</a:t>
              </a:r>
            </a:p>
          </p:txBody>
        </p:sp>
        <p:sp>
          <p:nvSpPr>
            <p:cNvPr id="5130" name="Rectangle 10">
              <a:extLst>
                <a:ext uri="{FF2B5EF4-FFF2-40B4-BE49-F238E27FC236}">
                  <a16:creationId xmlns:a16="http://schemas.microsoft.com/office/drawing/2014/main" id="{D88760B8-A637-6880-20BA-567D3E7934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7</a:t>
              </a:r>
            </a:p>
          </p:txBody>
        </p:sp>
        <p:sp>
          <p:nvSpPr>
            <p:cNvPr id="5131" name="Rectangle 11">
              <a:extLst>
                <a:ext uri="{FF2B5EF4-FFF2-40B4-BE49-F238E27FC236}">
                  <a16:creationId xmlns:a16="http://schemas.microsoft.com/office/drawing/2014/main" id="{8E1D9844-B4CC-5452-2B3C-E70CBB4F82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C</a:t>
              </a:r>
            </a:p>
          </p:txBody>
        </p:sp>
        <p:sp>
          <p:nvSpPr>
            <p:cNvPr id="5132" name="Rectangle 12">
              <a:extLst>
                <a:ext uri="{FF2B5EF4-FFF2-40B4-BE49-F238E27FC236}">
                  <a16:creationId xmlns:a16="http://schemas.microsoft.com/office/drawing/2014/main" id="{E2A3DD65-E10E-7078-E7FA-334B46CBF2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0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O</a:t>
              </a:r>
            </a:p>
          </p:txBody>
        </p:sp>
        <p:sp>
          <p:nvSpPr>
            <p:cNvPr id="5133" name="Rectangle 13">
              <a:extLst>
                <a:ext uri="{FF2B5EF4-FFF2-40B4-BE49-F238E27FC236}">
                  <a16:creationId xmlns:a16="http://schemas.microsoft.com/office/drawing/2014/main" id="{2DED211F-D99B-112E-44F1-5A38EB460C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2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U</a:t>
              </a:r>
            </a:p>
          </p:txBody>
        </p:sp>
        <p:sp>
          <p:nvSpPr>
            <p:cNvPr id="5134" name="Rectangle 14">
              <a:extLst>
                <a:ext uri="{FF2B5EF4-FFF2-40B4-BE49-F238E27FC236}">
                  <a16:creationId xmlns:a16="http://schemas.microsoft.com/office/drawing/2014/main" id="{0676A315-B887-9B2E-8B0D-68866F344D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2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G</a:t>
              </a:r>
            </a:p>
          </p:txBody>
        </p:sp>
        <p:sp>
          <p:nvSpPr>
            <p:cNvPr id="5135" name="Rectangle 15">
              <a:extLst>
                <a:ext uri="{FF2B5EF4-FFF2-40B4-BE49-F238E27FC236}">
                  <a16:creationId xmlns:a16="http://schemas.microsoft.com/office/drawing/2014/main" id="{A65CC9D9-48B1-015C-9E79-30FFE86575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4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H</a:t>
              </a:r>
            </a:p>
          </p:txBody>
        </p:sp>
        <p:sp>
          <p:nvSpPr>
            <p:cNvPr id="5136" name="Rectangle 16">
              <a:extLst>
                <a:ext uri="{FF2B5EF4-FFF2-40B4-BE49-F238E27FC236}">
                  <a16:creationId xmlns:a16="http://schemas.microsoft.com/office/drawing/2014/main" id="{B2785DD8-103F-0F03-C1BB-7600F1C3C9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4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L</a:t>
              </a:r>
            </a:p>
          </p:txBody>
        </p:sp>
        <p:sp>
          <p:nvSpPr>
            <p:cNvPr id="5137" name="Rectangle 17">
              <a:extLst>
                <a:ext uri="{FF2B5EF4-FFF2-40B4-BE49-F238E27FC236}">
                  <a16:creationId xmlns:a16="http://schemas.microsoft.com/office/drawing/2014/main" id="{6F54E0C5-C6E6-A9AF-D80E-6975E01052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4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A</a:t>
              </a:r>
            </a:p>
          </p:txBody>
        </p:sp>
        <p:sp>
          <p:nvSpPr>
            <p:cNvPr id="5138" name="Rectangle 18">
              <a:extLst>
                <a:ext uri="{FF2B5EF4-FFF2-40B4-BE49-F238E27FC236}">
                  <a16:creationId xmlns:a16="http://schemas.microsoft.com/office/drawing/2014/main" id="{21564E62-FB5E-784C-4B13-6E485D24BE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44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N</a:t>
              </a:r>
            </a:p>
          </p:txBody>
        </p:sp>
        <p:sp>
          <p:nvSpPr>
            <p:cNvPr id="5139" name="Rectangle 19">
              <a:extLst>
                <a:ext uri="{FF2B5EF4-FFF2-40B4-BE49-F238E27FC236}">
                  <a16:creationId xmlns:a16="http://schemas.microsoft.com/office/drawing/2014/main" id="{2FE22D33-24D1-29F7-638A-EF7EBCF9E8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34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M</a:t>
              </a:r>
            </a:p>
          </p:txBody>
        </p:sp>
        <p:sp>
          <p:nvSpPr>
            <p:cNvPr id="5140" name="Rectangle 20">
              <a:extLst>
                <a:ext uri="{FF2B5EF4-FFF2-40B4-BE49-F238E27FC236}">
                  <a16:creationId xmlns:a16="http://schemas.microsoft.com/office/drawing/2014/main" id="{5310CD06-74F2-8AF1-8535-009390BF05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6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S</a:t>
              </a:r>
            </a:p>
          </p:txBody>
        </p:sp>
        <p:sp>
          <p:nvSpPr>
            <p:cNvPr id="5141" name="Rectangle 21">
              <a:extLst>
                <a:ext uri="{FF2B5EF4-FFF2-40B4-BE49-F238E27FC236}">
                  <a16:creationId xmlns:a16="http://schemas.microsoft.com/office/drawing/2014/main" id="{311697AD-4151-3C23-7A17-032CC5C949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14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1</a:t>
              </a:r>
            </a:p>
          </p:txBody>
        </p:sp>
        <p:sp>
          <p:nvSpPr>
            <p:cNvPr id="5142" name="Rectangle 22">
              <a:extLst>
                <a:ext uri="{FF2B5EF4-FFF2-40B4-BE49-F238E27FC236}">
                  <a16:creationId xmlns:a16="http://schemas.microsoft.com/office/drawing/2014/main" id="{68727EB3-502E-EBAB-FAAB-160AE51757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4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9</a:t>
              </a:r>
            </a:p>
          </p:txBody>
        </p:sp>
        <p:sp>
          <p:nvSpPr>
            <p:cNvPr id="5143" name="Rectangle 23">
              <a:extLst>
                <a:ext uri="{FF2B5EF4-FFF2-40B4-BE49-F238E27FC236}">
                  <a16:creationId xmlns:a16="http://schemas.microsoft.com/office/drawing/2014/main" id="{D3FBD58D-BFB1-BDD6-8536-CC5831E6CF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96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5</a:t>
              </a:r>
            </a:p>
          </p:txBody>
        </p:sp>
        <p:sp>
          <p:nvSpPr>
            <p:cNvPr id="5144" name="Rectangle 24">
              <a:extLst>
                <a:ext uri="{FF2B5EF4-FFF2-40B4-BE49-F238E27FC236}">
                  <a16:creationId xmlns:a16="http://schemas.microsoft.com/office/drawing/2014/main" id="{6C8808DA-5EC8-FCD9-9E8D-D4AEA56D2F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86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2</a:t>
              </a:r>
            </a:p>
          </p:txBody>
        </p:sp>
        <p:sp>
          <p:nvSpPr>
            <p:cNvPr id="5145" name="Rectangle 25">
              <a:extLst>
                <a:ext uri="{FF2B5EF4-FFF2-40B4-BE49-F238E27FC236}">
                  <a16:creationId xmlns:a16="http://schemas.microsoft.com/office/drawing/2014/main" id="{CFF16723-CD24-0668-4562-96124343D4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76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0</a:t>
              </a:r>
            </a:p>
          </p:txBody>
        </p:sp>
        <p:sp>
          <p:nvSpPr>
            <p:cNvPr id="5146" name="Rectangle 26">
              <a:extLst>
                <a:ext uri="{FF2B5EF4-FFF2-40B4-BE49-F238E27FC236}">
                  <a16:creationId xmlns:a16="http://schemas.microsoft.com/office/drawing/2014/main" id="{75F33A9F-8A38-4A9C-56FB-9AAF215099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6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9</a:t>
              </a:r>
            </a:p>
          </p:txBody>
        </p:sp>
        <p:sp>
          <p:nvSpPr>
            <p:cNvPr id="5147" name="Rectangle 27">
              <a:extLst>
                <a:ext uri="{FF2B5EF4-FFF2-40B4-BE49-F238E27FC236}">
                  <a16:creationId xmlns:a16="http://schemas.microsoft.com/office/drawing/2014/main" id="{3B412E5D-D302-10F7-700E-6ACC576B5B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56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1</a:t>
              </a:r>
            </a:p>
          </p:txBody>
        </p:sp>
        <p:sp>
          <p:nvSpPr>
            <p:cNvPr id="5148" name="Rectangle 28">
              <a:extLst>
                <a:ext uri="{FF2B5EF4-FFF2-40B4-BE49-F238E27FC236}">
                  <a16:creationId xmlns:a16="http://schemas.microsoft.com/office/drawing/2014/main" id="{852A8922-4706-1E77-22F9-23A049033B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6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0</a:t>
              </a:r>
            </a:p>
          </p:txBody>
        </p:sp>
        <p:sp>
          <p:nvSpPr>
            <p:cNvPr id="5149" name="Rectangle 29">
              <a:extLst>
                <a:ext uri="{FF2B5EF4-FFF2-40B4-BE49-F238E27FC236}">
                  <a16:creationId xmlns:a16="http://schemas.microsoft.com/office/drawing/2014/main" id="{AEA78373-B47F-E819-AC81-2ED435F09C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38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L</a:t>
              </a:r>
            </a:p>
          </p:txBody>
        </p:sp>
        <p:sp>
          <p:nvSpPr>
            <p:cNvPr id="5150" name="Rectangle 30">
              <a:extLst>
                <a:ext uri="{FF2B5EF4-FFF2-40B4-BE49-F238E27FC236}">
                  <a16:creationId xmlns:a16="http://schemas.microsoft.com/office/drawing/2014/main" id="{733BDD2F-4609-19FB-FB25-29B5B959FB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28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M</a:t>
              </a:r>
            </a:p>
          </p:txBody>
        </p:sp>
        <p:sp>
          <p:nvSpPr>
            <p:cNvPr id="5151" name="Rectangle 31">
              <a:extLst>
                <a:ext uri="{FF2B5EF4-FFF2-40B4-BE49-F238E27FC236}">
                  <a16:creationId xmlns:a16="http://schemas.microsoft.com/office/drawing/2014/main" id="{F6A629A2-E70A-EF46-3F37-712ED371D0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20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5</a:t>
              </a:r>
            </a:p>
          </p:txBody>
        </p:sp>
        <p:sp>
          <p:nvSpPr>
            <p:cNvPr id="5152" name="Rectangle 32">
              <a:extLst>
                <a:ext uri="{FF2B5EF4-FFF2-40B4-BE49-F238E27FC236}">
                  <a16:creationId xmlns:a16="http://schemas.microsoft.com/office/drawing/2014/main" id="{F51F4E06-3BB1-230B-C73F-A486BED9F3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0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1</a:t>
              </a:r>
            </a:p>
          </p:txBody>
        </p:sp>
        <p:sp>
          <p:nvSpPr>
            <p:cNvPr id="5153" name="Rectangle 33">
              <a:extLst>
                <a:ext uri="{FF2B5EF4-FFF2-40B4-BE49-F238E27FC236}">
                  <a16:creationId xmlns:a16="http://schemas.microsoft.com/office/drawing/2014/main" id="{92533808-20BD-ECBF-689E-E50AAA3109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2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latin typeface="Courier New" panose="02070309020205020404" pitchFamily="49" charset="0"/>
                </a:rPr>
                <a:t>M</a:t>
              </a:r>
            </a:p>
          </p:txBody>
        </p:sp>
      </p:grpSp>
      <p:sp>
        <p:nvSpPr>
          <p:cNvPr id="5155" name="Rectangle 35">
            <a:extLst>
              <a:ext uri="{FF2B5EF4-FFF2-40B4-BE49-F238E27FC236}">
                <a16:creationId xmlns:a16="http://schemas.microsoft.com/office/drawing/2014/main" id="{FF995DF2-8566-F52A-32BF-0F9398E8F8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825" y="917575"/>
            <a:ext cx="4318000" cy="2921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56" name="Rectangle 36">
            <a:extLst>
              <a:ext uri="{FF2B5EF4-FFF2-40B4-BE49-F238E27FC236}">
                <a16:creationId xmlns:a16="http://schemas.microsoft.com/office/drawing/2014/main" id="{CD57A90F-6E21-B40F-FB54-36E9FE7B39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1475" y="171450"/>
            <a:ext cx="771525" cy="136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38100" tIns="0" rIns="38100" bIns="0" anchor="ctr">
            <a:spAutoFit/>
          </a:bodyPr>
          <a:lstStyle/>
          <a:p>
            <a:pPr>
              <a:lnSpc>
                <a:spcPct val="75000"/>
              </a:lnSpc>
              <a:spcBef>
                <a:spcPct val="35000"/>
              </a:spcBef>
            </a:pP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InsertRec</a:t>
            </a:r>
          </a:p>
        </p:txBody>
      </p:sp>
      <p:sp>
        <p:nvSpPr>
          <p:cNvPr id="5157" name="Line 37">
            <a:extLst>
              <a:ext uri="{FF2B5EF4-FFF2-40B4-BE49-F238E27FC236}">
                <a16:creationId xmlns:a16="http://schemas.microsoft.com/office/drawing/2014/main" id="{02A69FA7-ABB6-EC28-B36F-A324C9CD9EC6}"/>
              </a:ext>
            </a:extLst>
          </p:cNvPr>
          <p:cNvSpPr>
            <a:spLocks noChangeShapeType="1"/>
          </p:cNvSpPr>
          <p:nvPr/>
        </p:nvSpPr>
        <p:spPr bwMode="auto">
          <a:xfrm>
            <a:off x="1114425" y="523875"/>
            <a:ext cx="0" cy="3937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8" name="Line 38">
            <a:extLst>
              <a:ext uri="{FF2B5EF4-FFF2-40B4-BE49-F238E27FC236}">
                <a16:creationId xmlns:a16="http://schemas.microsoft.com/office/drawing/2014/main" id="{A641FBD9-4A9C-99CC-3DE5-FC813DBA1C5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23825" y="523875"/>
            <a:ext cx="190500" cy="3810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9" name="Line 39">
            <a:extLst>
              <a:ext uri="{FF2B5EF4-FFF2-40B4-BE49-F238E27FC236}">
                <a16:creationId xmlns:a16="http://schemas.microsoft.com/office/drawing/2014/main" id="{A91AA9AA-2B38-3836-1064-D096D5F8C239}"/>
              </a:ext>
            </a:extLst>
          </p:cNvPr>
          <p:cNvSpPr>
            <a:spLocks noChangeShapeType="1"/>
          </p:cNvSpPr>
          <p:nvPr/>
        </p:nvSpPr>
        <p:spPr bwMode="auto">
          <a:xfrm>
            <a:off x="2562225" y="523875"/>
            <a:ext cx="0" cy="3810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0" name="Line 40">
            <a:extLst>
              <a:ext uri="{FF2B5EF4-FFF2-40B4-BE49-F238E27FC236}">
                <a16:creationId xmlns:a16="http://schemas.microsoft.com/office/drawing/2014/main" id="{BEB38D99-7F61-DF63-A939-C26DA3EF23A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86125" y="523875"/>
            <a:ext cx="419100" cy="3810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1" name="Line 41">
            <a:extLst>
              <a:ext uri="{FF2B5EF4-FFF2-40B4-BE49-F238E27FC236}">
                <a16:creationId xmlns:a16="http://schemas.microsoft.com/office/drawing/2014/main" id="{1F3B6B07-3E63-5656-92A3-006CD54996F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971925" y="523875"/>
            <a:ext cx="317500" cy="3810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2" name="Line 42">
            <a:extLst>
              <a:ext uri="{FF2B5EF4-FFF2-40B4-BE49-F238E27FC236}">
                <a16:creationId xmlns:a16="http://schemas.microsoft.com/office/drawing/2014/main" id="{AF743E6B-3AB0-B09D-395E-B640BC12F55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86125" y="320675"/>
            <a:ext cx="0" cy="2032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3" name="Line 43">
            <a:extLst>
              <a:ext uri="{FF2B5EF4-FFF2-40B4-BE49-F238E27FC236}">
                <a16:creationId xmlns:a16="http://schemas.microsoft.com/office/drawing/2014/main" id="{99D599FF-89E8-0C1C-62C4-06749C2BAFF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71925" y="320675"/>
            <a:ext cx="0" cy="2032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4" name="Line 44">
            <a:extLst>
              <a:ext uri="{FF2B5EF4-FFF2-40B4-BE49-F238E27FC236}">
                <a16:creationId xmlns:a16="http://schemas.microsoft.com/office/drawing/2014/main" id="{98A879D8-89BE-03C0-3999-C0F4C1F1E42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441825" y="384175"/>
            <a:ext cx="0" cy="5207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5" name="Line 45">
            <a:extLst>
              <a:ext uri="{FF2B5EF4-FFF2-40B4-BE49-F238E27FC236}">
                <a16:creationId xmlns:a16="http://schemas.microsoft.com/office/drawing/2014/main" id="{3F53A1DB-4C11-B175-B5F6-9AC20D9D5A8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562225" y="320675"/>
            <a:ext cx="0" cy="2032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6" name="Line 46">
            <a:extLst>
              <a:ext uri="{FF2B5EF4-FFF2-40B4-BE49-F238E27FC236}">
                <a16:creationId xmlns:a16="http://schemas.microsoft.com/office/drawing/2014/main" id="{B4EC4F8D-79EF-2900-17C7-E20EC918488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14425" y="320675"/>
            <a:ext cx="0" cy="2032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7" name="Rectangle 47">
            <a:extLst>
              <a:ext uri="{FF2B5EF4-FFF2-40B4-BE49-F238E27FC236}">
                <a16:creationId xmlns:a16="http://schemas.microsoft.com/office/drawing/2014/main" id="{97CFBE81-C3FB-0F25-9585-B543A98384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1300" y="1703388"/>
            <a:ext cx="736600" cy="136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75000"/>
              </a:lnSpc>
              <a:spcBef>
                <a:spcPct val="35000"/>
              </a:spcBef>
            </a:pPr>
            <a:r>
              <a:rPr lang="en-US" altLang="en-US" sz="12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DeleteRec</a:t>
            </a:r>
          </a:p>
        </p:txBody>
      </p:sp>
      <p:sp>
        <p:nvSpPr>
          <p:cNvPr id="5168" name="Line 48">
            <a:extLst>
              <a:ext uri="{FF2B5EF4-FFF2-40B4-BE49-F238E27FC236}">
                <a16:creationId xmlns:a16="http://schemas.microsoft.com/office/drawing/2014/main" id="{86789D00-1F7E-5A55-F12E-C13F855BC55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84250" y="1228725"/>
            <a:ext cx="130175" cy="225425"/>
          </a:xfrm>
          <a:prstGeom prst="line">
            <a:avLst/>
          </a:prstGeom>
          <a:noFill/>
          <a:ln w="12700">
            <a:solidFill>
              <a:srgbClr val="CC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9" name="Line 49">
            <a:extLst>
              <a:ext uri="{FF2B5EF4-FFF2-40B4-BE49-F238E27FC236}">
                <a16:creationId xmlns:a16="http://schemas.microsoft.com/office/drawing/2014/main" id="{B9BA06EE-E34E-81FB-7503-6AC53858C97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17475" y="1222375"/>
            <a:ext cx="111125" cy="225425"/>
          </a:xfrm>
          <a:prstGeom prst="line">
            <a:avLst/>
          </a:prstGeom>
          <a:noFill/>
          <a:ln w="12700">
            <a:solidFill>
              <a:srgbClr val="CC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70" name="Rectangle 50">
            <a:extLst>
              <a:ext uri="{FF2B5EF4-FFF2-40B4-BE49-F238E27FC236}">
                <a16:creationId xmlns:a16="http://schemas.microsoft.com/office/drawing/2014/main" id="{BA4049DA-43A8-6AAD-C7D0-B5C8AA3EC7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19350" y="1639888"/>
            <a:ext cx="2116138" cy="1581150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46038" tIns="46038" rIns="46038" bIns="46038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tx1"/>
                </a:solidFill>
                <a:latin typeface="Courier New" panose="02070309020205020404" pitchFamily="49" charset="0"/>
              </a:rPr>
              <a:t>FD TransFile.</a:t>
            </a:r>
            <a:endParaRPr lang="en-US" altLang="en-US" sz="800">
              <a:solidFill>
                <a:schemeClr val="accent2"/>
              </a:solidFill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01 InsertRec.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StudentId         PIC 9(7).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StudentName.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Surname        PIC X(8).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Initials       PIC XX.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DateOfBirth.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YOBirth        PIC 9(4).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MOBirth        PIC 99.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DOBirth        PIC 99.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CourseCode        PIC X(4).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Gender            PIC X.</a:t>
            </a:r>
          </a:p>
          <a:p>
            <a:pPr>
              <a:lnSpc>
                <a:spcPct val="80000"/>
              </a:lnSpc>
            </a:pPr>
            <a:endParaRPr lang="en-US" altLang="en-US" sz="80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rgbClr val="CC0000"/>
                </a:solidFill>
                <a:latin typeface="Courier New" panose="02070309020205020404" pitchFamily="49" charset="0"/>
              </a:rPr>
              <a:t>01 DeleteRec.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rgbClr val="CC0000"/>
                </a:solidFill>
                <a:latin typeface="Courier New" panose="02070309020205020404" pitchFamily="49" charset="0"/>
              </a:rPr>
              <a:t>   02 StudentId         PIC 9(7).</a:t>
            </a:r>
          </a:p>
        </p:txBody>
      </p:sp>
      <p:sp>
        <p:nvSpPr>
          <p:cNvPr id="5171" name="AutoShape 51">
            <a:extLst>
              <a:ext uri="{FF2B5EF4-FFF2-40B4-BE49-F238E27FC236}">
                <a16:creationId xmlns:a16="http://schemas.microsoft.com/office/drawing/2014/main" id="{A4E14326-C11A-5CFE-FE49-E6CCDF2257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" y="2570163"/>
            <a:ext cx="2208213" cy="873125"/>
          </a:xfrm>
          <a:prstGeom prst="wedgeRoundRectCallout">
            <a:avLst>
              <a:gd name="adj1" fmla="val -4167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</a:rPr>
              <a:t>Even though there are different types of record in the file, and separate record declarations have been created for each record type, </a:t>
            </a:r>
            <a:r>
              <a:rPr lang="en-US" altLang="en-US" sz="1000">
                <a:solidFill>
                  <a:schemeClr val="tx1"/>
                </a:solidFill>
                <a:latin typeface="TIMES" panose="02020603050405020304" pitchFamily="18" charset="0"/>
              </a:rPr>
              <a:t>only a single ‘record buffer’ is created for the file.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067EDB7F-2046-2AEA-27FB-CCCB08A5C9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675" y="323850"/>
            <a:ext cx="4114800" cy="203200"/>
          </a:xfrm>
          <a:prstGeom prst="rect">
            <a:avLst/>
          </a:prstGeom>
          <a:noFill/>
          <a:ln w="1270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38100" rIns="0" bIns="38100" anchor="ctr">
            <a:spAutoFit/>
          </a:bodyPr>
          <a:lstStyle/>
          <a:p>
            <a:pPr>
              <a:lnSpc>
                <a:spcPct val="75000"/>
              </a:lnSpc>
              <a:spcBef>
                <a:spcPct val="35000"/>
              </a:spcBef>
            </a:pPr>
            <a:r>
              <a:rPr lang="en-US" altLang="en-US" sz="1000">
                <a:solidFill>
                  <a:schemeClr val="tx1"/>
                </a:solidFill>
              </a:rPr>
              <a:t>  StudentId           StudentName                     DateOfBirth   CourseCode  Gender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75CF84F-A9D8-B7F2-4E9D-E5CE8F7496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4950" y="1452563"/>
            <a:ext cx="746125" cy="200025"/>
          </a:xfrm>
          <a:prstGeom prst="rect">
            <a:avLst/>
          </a:prstGeom>
          <a:noFill/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36513" rIns="0" bIns="36513" anchor="ctr"/>
          <a:lstStyle/>
          <a:p>
            <a:pPr algn="ctr">
              <a:lnSpc>
                <a:spcPct val="75000"/>
              </a:lnSpc>
              <a:spcBef>
                <a:spcPct val="35000"/>
              </a:spcBef>
            </a:pPr>
            <a:r>
              <a:rPr lang="en-US" altLang="en-US" sz="1000">
                <a:solidFill>
                  <a:schemeClr val="tx1"/>
                </a:solidFill>
              </a:rPr>
              <a:t>StudentId</a:t>
            </a:r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8C83DDE6-0521-47B7-177C-E65A7385E6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0" y="2346325"/>
            <a:ext cx="795338" cy="136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75000"/>
              </a:lnSpc>
              <a:spcBef>
                <a:spcPct val="35000"/>
              </a:spcBef>
            </a:pPr>
            <a:r>
              <a:rPr lang="en-US" altLang="en-US" sz="1200" b="1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UpdateRec</a:t>
            </a:r>
          </a:p>
        </p:txBody>
      </p:sp>
      <p:grpSp>
        <p:nvGrpSpPr>
          <p:cNvPr id="6179" name="Group 35">
            <a:extLst>
              <a:ext uri="{FF2B5EF4-FFF2-40B4-BE49-F238E27FC236}">
                <a16:creationId xmlns:a16="http://schemas.microsoft.com/office/drawing/2014/main" id="{5DA9A48B-435F-1D12-5F4A-AC1CE569B32D}"/>
              </a:ext>
            </a:extLst>
          </p:cNvPr>
          <p:cNvGrpSpPr>
            <a:grpSpLocks/>
          </p:cNvGrpSpPr>
          <p:nvPr/>
        </p:nvGrpSpPr>
        <p:grpSpPr bwMode="auto">
          <a:xfrm>
            <a:off x="130175" y="927100"/>
            <a:ext cx="4302125" cy="276225"/>
            <a:chOff x="82" y="584"/>
            <a:chExt cx="2710" cy="174"/>
          </a:xfrm>
        </p:grpSpPr>
        <p:sp>
          <p:nvSpPr>
            <p:cNvPr id="6149" name="Rectangle 5">
              <a:extLst>
                <a:ext uri="{FF2B5EF4-FFF2-40B4-BE49-F238E27FC236}">
                  <a16:creationId xmlns:a16="http://schemas.microsoft.com/office/drawing/2014/main" id="{DCCD6232-1624-6C4F-0E09-B922072AFC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9</a:t>
              </a:r>
            </a:p>
          </p:txBody>
        </p:sp>
        <p:sp>
          <p:nvSpPr>
            <p:cNvPr id="6150" name="Rectangle 6">
              <a:extLst>
                <a:ext uri="{FF2B5EF4-FFF2-40B4-BE49-F238E27FC236}">
                  <a16:creationId xmlns:a16="http://schemas.microsoft.com/office/drawing/2014/main" id="{DA59182F-7CE5-27EF-38E9-E8C10BA7A3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8</a:t>
              </a:r>
            </a:p>
          </p:txBody>
        </p:sp>
        <p:sp>
          <p:nvSpPr>
            <p:cNvPr id="6151" name="Rectangle 7">
              <a:extLst>
                <a:ext uri="{FF2B5EF4-FFF2-40B4-BE49-F238E27FC236}">
                  <a16:creationId xmlns:a16="http://schemas.microsoft.com/office/drawing/2014/main" id="{3D7EBB23-81DD-2925-5E9D-1DA9F146CF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2</a:t>
              </a:r>
            </a:p>
          </p:txBody>
        </p:sp>
        <p:sp>
          <p:nvSpPr>
            <p:cNvPr id="6152" name="Rectangle 8">
              <a:extLst>
                <a:ext uri="{FF2B5EF4-FFF2-40B4-BE49-F238E27FC236}">
                  <a16:creationId xmlns:a16="http://schemas.microsoft.com/office/drawing/2014/main" id="{949C377B-82D8-BBB4-B63F-981403D898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2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5</a:t>
              </a:r>
            </a:p>
          </p:txBody>
        </p:sp>
        <p:sp>
          <p:nvSpPr>
            <p:cNvPr id="6153" name="Rectangle 9">
              <a:extLst>
                <a:ext uri="{FF2B5EF4-FFF2-40B4-BE49-F238E27FC236}">
                  <a16:creationId xmlns:a16="http://schemas.microsoft.com/office/drawing/2014/main" id="{6C0EFEE5-0681-D87C-5E30-2A8C233EDC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2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3</a:t>
              </a:r>
            </a:p>
          </p:txBody>
        </p:sp>
        <p:sp>
          <p:nvSpPr>
            <p:cNvPr id="6154" name="Rectangle 10">
              <a:extLst>
                <a:ext uri="{FF2B5EF4-FFF2-40B4-BE49-F238E27FC236}">
                  <a16:creationId xmlns:a16="http://schemas.microsoft.com/office/drawing/2014/main" id="{8FA6D11E-8E60-F57B-DBE0-68F80AD0B6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2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2</a:t>
              </a:r>
            </a:p>
          </p:txBody>
        </p:sp>
        <p:sp>
          <p:nvSpPr>
            <p:cNvPr id="6155" name="Rectangle 11">
              <a:extLst>
                <a:ext uri="{FF2B5EF4-FFF2-40B4-BE49-F238E27FC236}">
                  <a16:creationId xmlns:a16="http://schemas.microsoft.com/office/drawing/2014/main" id="{BAFA5CB3-C66D-D978-7658-FE6A3995FC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7</a:t>
              </a:r>
            </a:p>
          </p:txBody>
        </p:sp>
        <p:sp>
          <p:nvSpPr>
            <p:cNvPr id="6156" name="Rectangle 12">
              <a:extLst>
                <a:ext uri="{FF2B5EF4-FFF2-40B4-BE49-F238E27FC236}">
                  <a16:creationId xmlns:a16="http://schemas.microsoft.com/office/drawing/2014/main" id="{CACB158C-0133-E658-E1E6-AE67C4F4B1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C</a:t>
              </a:r>
            </a:p>
          </p:txBody>
        </p:sp>
        <p:sp>
          <p:nvSpPr>
            <p:cNvPr id="6157" name="Rectangle 13">
              <a:extLst>
                <a:ext uri="{FF2B5EF4-FFF2-40B4-BE49-F238E27FC236}">
                  <a16:creationId xmlns:a16="http://schemas.microsoft.com/office/drawing/2014/main" id="{0CC7F1EB-EBEE-B55A-735C-F913F5B627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0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O</a:t>
              </a:r>
            </a:p>
          </p:txBody>
        </p:sp>
        <p:sp>
          <p:nvSpPr>
            <p:cNvPr id="6158" name="Rectangle 14">
              <a:extLst>
                <a:ext uri="{FF2B5EF4-FFF2-40B4-BE49-F238E27FC236}">
                  <a16:creationId xmlns:a16="http://schemas.microsoft.com/office/drawing/2014/main" id="{436DD7C5-DCB7-F95B-8642-45D49CABDB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2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U</a:t>
              </a:r>
            </a:p>
          </p:txBody>
        </p:sp>
        <p:sp>
          <p:nvSpPr>
            <p:cNvPr id="6159" name="Rectangle 15">
              <a:extLst>
                <a:ext uri="{FF2B5EF4-FFF2-40B4-BE49-F238E27FC236}">
                  <a16:creationId xmlns:a16="http://schemas.microsoft.com/office/drawing/2014/main" id="{CCE0FB6F-DA02-412B-6F8B-975B6D6A69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2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G</a:t>
              </a:r>
            </a:p>
          </p:txBody>
        </p:sp>
        <p:sp>
          <p:nvSpPr>
            <p:cNvPr id="6160" name="Rectangle 16">
              <a:extLst>
                <a:ext uri="{FF2B5EF4-FFF2-40B4-BE49-F238E27FC236}">
                  <a16:creationId xmlns:a16="http://schemas.microsoft.com/office/drawing/2014/main" id="{7FD5A8C8-E8C6-DE83-BB3D-E2A0A225F4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4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H</a:t>
              </a:r>
            </a:p>
          </p:txBody>
        </p:sp>
        <p:sp>
          <p:nvSpPr>
            <p:cNvPr id="6161" name="Rectangle 17">
              <a:extLst>
                <a:ext uri="{FF2B5EF4-FFF2-40B4-BE49-F238E27FC236}">
                  <a16:creationId xmlns:a16="http://schemas.microsoft.com/office/drawing/2014/main" id="{4654A7AD-F7BC-762E-62E3-F5D6B759F4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4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L</a:t>
              </a:r>
            </a:p>
          </p:txBody>
        </p:sp>
        <p:sp>
          <p:nvSpPr>
            <p:cNvPr id="6162" name="Rectangle 18">
              <a:extLst>
                <a:ext uri="{FF2B5EF4-FFF2-40B4-BE49-F238E27FC236}">
                  <a16:creationId xmlns:a16="http://schemas.microsoft.com/office/drawing/2014/main" id="{0474369C-0E64-F8C0-A108-CD7E5F588A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4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A</a:t>
              </a:r>
            </a:p>
          </p:txBody>
        </p:sp>
        <p:sp>
          <p:nvSpPr>
            <p:cNvPr id="6163" name="Rectangle 19">
              <a:extLst>
                <a:ext uri="{FF2B5EF4-FFF2-40B4-BE49-F238E27FC236}">
                  <a16:creationId xmlns:a16="http://schemas.microsoft.com/office/drawing/2014/main" id="{3F6C6A64-5977-4C6A-A6CE-0F1E0168A4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44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N</a:t>
              </a:r>
            </a:p>
          </p:txBody>
        </p:sp>
        <p:sp>
          <p:nvSpPr>
            <p:cNvPr id="6164" name="Rectangle 20">
              <a:extLst>
                <a:ext uri="{FF2B5EF4-FFF2-40B4-BE49-F238E27FC236}">
                  <a16:creationId xmlns:a16="http://schemas.microsoft.com/office/drawing/2014/main" id="{CFBCA017-F56C-CE01-5192-ACC6A025F1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34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M</a:t>
              </a:r>
            </a:p>
          </p:txBody>
        </p:sp>
        <p:sp>
          <p:nvSpPr>
            <p:cNvPr id="6165" name="Rectangle 21">
              <a:extLst>
                <a:ext uri="{FF2B5EF4-FFF2-40B4-BE49-F238E27FC236}">
                  <a16:creationId xmlns:a16="http://schemas.microsoft.com/office/drawing/2014/main" id="{6C45A51D-A5F9-C7A3-70EC-997EF802BE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6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S</a:t>
              </a:r>
            </a:p>
          </p:txBody>
        </p:sp>
        <p:sp>
          <p:nvSpPr>
            <p:cNvPr id="6166" name="Rectangle 22">
              <a:extLst>
                <a:ext uri="{FF2B5EF4-FFF2-40B4-BE49-F238E27FC236}">
                  <a16:creationId xmlns:a16="http://schemas.microsoft.com/office/drawing/2014/main" id="{5B97B69D-87FD-0B81-1C2F-866E5E7026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14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1</a:t>
              </a:r>
            </a:p>
          </p:txBody>
        </p:sp>
        <p:sp>
          <p:nvSpPr>
            <p:cNvPr id="6167" name="Rectangle 23">
              <a:extLst>
                <a:ext uri="{FF2B5EF4-FFF2-40B4-BE49-F238E27FC236}">
                  <a16:creationId xmlns:a16="http://schemas.microsoft.com/office/drawing/2014/main" id="{32780847-87E8-01EA-5226-CBE96D46DE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4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9</a:t>
              </a:r>
            </a:p>
          </p:txBody>
        </p:sp>
        <p:sp>
          <p:nvSpPr>
            <p:cNvPr id="6168" name="Rectangle 24">
              <a:extLst>
                <a:ext uri="{FF2B5EF4-FFF2-40B4-BE49-F238E27FC236}">
                  <a16:creationId xmlns:a16="http://schemas.microsoft.com/office/drawing/2014/main" id="{B6F00442-235C-18DD-32ED-68DE69D0B1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96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5</a:t>
              </a:r>
            </a:p>
          </p:txBody>
        </p:sp>
        <p:sp>
          <p:nvSpPr>
            <p:cNvPr id="6169" name="Rectangle 25">
              <a:extLst>
                <a:ext uri="{FF2B5EF4-FFF2-40B4-BE49-F238E27FC236}">
                  <a16:creationId xmlns:a16="http://schemas.microsoft.com/office/drawing/2014/main" id="{C9B9B903-A7CC-1F55-E771-CCE3AA8A5C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86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2</a:t>
              </a:r>
            </a:p>
          </p:txBody>
        </p:sp>
        <p:sp>
          <p:nvSpPr>
            <p:cNvPr id="6170" name="Rectangle 26">
              <a:extLst>
                <a:ext uri="{FF2B5EF4-FFF2-40B4-BE49-F238E27FC236}">
                  <a16:creationId xmlns:a16="http://schemas.microsoft.com/office/drawing/2014/main" id="{B200CBFB-C054-31AA-6C4C-69E553F9E7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76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0</a:t>
              </a:r>
            </a:p>
          </p:txBody>
        </p:sp>
        <p:sp>
          <p:nvSpPr>
            <p:cNvPr id="6171" name="Rectangle 27">
              <a:extLst>
                <a:ext uri="{FF2B5EF4-FFF2-40B4-BE49-F238E27FC236}">
                  <a16:creationId xmlns:a16="http://schemas.microsoft.com/office/drawing/2014/main" id="{7CD67177-693E-7ABC-C8D4-543C1387DD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6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9</a:t>
              </a:r>
            </a:p>
          </p:txBody>
        </p:sp>
        <p:sp>
          <p:nvSpPr>
            <p:cNvPr id="6172" name="Rectangle 28">
              <a:extLst>
                <a:ext uri="{FF2B5EF4-FFF2-40B4-BE49-F238E27FC236}">
                  <a16:creationId xmlns:a16="http://schemas.microsoft.com/office/drawing/2014/main" id="{6EEF0FEC-A358-0B0B-54B4-EC26CCF30A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56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1</a:t>
              </a:r>
            </a:p>
          </p:txBody>
        </p:sp>
        <p:sp>
          <p:nvSpPr>
            <p:cNvPr id="6173" name="Rectangle 29">
              <a:extLst>
                <a:ext uri="{FF2B5EF4-FFF2-40B4-BE49-F238E27FC236}">
                  <a16:creationId xmlns:a16="http://schemas.microsoft.com/office/drawing/2014/main" id="{8F10AB63-75EA-9E83-E9FA-F4519FA4B1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6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0</a:t>
              </a:r>
            </a:p>
          </p:txBody>
        </p:sp>
        <p:sp>
          <p:nvSpPr>
            <p:cNvPr id="6174" name="Rectangle 30">
              <a:extLst>
                <a:ext uri="{FF2B5EF4-FFF2-40B4-BE49-F238E27FC236}">
                  <a16:creationId xmlns:a16="http://schemas.microsoft.com/office/drawing/2014/main" id="{F1A408C0-AEF1-1EFB-3C42-56472C9A7E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38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L</a:t>
              </a:r>
            </a:p>
          </p:txBody>
        </p:sp>
        <p:sp>
          <p:nvSpPr>
            <p:cNvPr id="6175" name="Rectangle 31">
              <a:extLst>
                <a:ext uri="{FF2B5EF4-FFF2-40B4-BE49-F238E27FC236}">
                  <a16:creationId xmlns:a16="http://schemas.microsoft.com/office/drawing/2014/main" id="{3A10D1EF-7949-0D45-0EAC-F341E7DC18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28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M</a:t>
              </a:r>
            </a:p>
          </p:txBody>
        </p:sp>
        <p:sp>
          <p:nvSpPr>
            <p:cNvPr id="6176" name="Rectangle 32">
              <a:extLst>
                <a:ext uri="{FF2B5EF4-FFF2-40B4-BE49-F238E27FC236}">
                  <a16:creationId xmlns:a16="http://schemas.microsoft.com/office/drawing/2014/main" id="{459D739C-8938-7469-A1CA-3F7F3A3476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20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5</a:t>
              </a:r>
            </a:p>
          </p:txBody>
        </p:sp>
        <p:sp>
          <p:nvSpPr>
            <p:cNvPr id="6177" name="Rectangle 33">
              <a:extLst>
                <a:ext uri="{FF2B5EF4-FFF2-40B4-BE49-F238E27FC236}">
                  <a16:creationId xmlns:a16="http://schemas.microsoft.com/office/drawing/2014/main" id="{2DD03043-6F8C-0190-23C3-E88C90117D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0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1</a:t>
              </a:r>
            </a:p>
          </p:txBody>
        </p:sp>
        <p:sp>
          <p:nvSpPr>
            <p:cNvPr id="6178" name="Rectangle 34">
              <a:extLst>
                <a:ext uri="{FF2B5EF4-FFF2-40B4-BE49-F238E27FC236}">
                  <a16:creationId xmlns:a16="http://schemas.microsoft.com/office/drawing/2014/main" id="{6CA6B779-3094-A968-7F89-C2D0C1F2B8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2" y="584"/>
              <a:ext cx="90" cy="17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38100" rIns="19050" bIns="38100" anchor="ctr"/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lnSpc>
                  <a:spcPct val="103000"/>
                </a:lnSpc>
                <a:spcAft>
                  <a:spcPct val="52000"/>
                </a:spcAft>
              </a:pPr>
              <a:r>
                <a:rPr lang="en-US" altLang="en-US" sz="1200" b="1">
                  <a:solidFill>
                    <a:schemeClr val="accent2"/>
                  </a:solidFill>
                  <a:latin typeface="Courier New" panose="02070309020205020404" pitchFamily="49" charset="0"/>
                </a:rPr>
                <a:t>M</a:t>
              </a:r>
            </a:p>
          </p:txBody>
        </p:sp>
      </p:grpSp>
      <p:sp>
        <p:nvSpPr>
          <p:cNvPr id="6180" name="Rectangle 36">
            <a:extLst>
              <a:ext uri="{FF2B5EF4-FFF2-40B4-BE49-F238E27FC236}">
                <a16:creationId xmlns:a16="http://schemas.microsoft.com/office/drawing/2014/main" id="{4CAEC01E-BDD7-7430-44AD-E9D0AD2FA9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825" y="917575"/>
            <a:ext cx="4318000" cy="2921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81" name="Rectangle 37">
            <a:extLst>
              <a:ext uri="{FF2B5EF4-FFF2-40B4-BE49-F238E27FC236}">
                <a16:creationId xmlns:a16="http://schemas.microsoft.com/office/drawing/2014/main" id="{27D46A43-DCB4-8CDF-468D-2FC75ACD38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1475" y="171450"/>
            <a:ext cx="771525" cy="136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38100" tIns="0" rIns="38100" bIns="0" anchor="ctr">
            <a:spAutoFit/>
          </a:bodyPr>
          <a:lstStyle/>
          <a:p>
            <a:pPr>
              <a:lnSpc>
                <a:spcPct val="75000"/>
              </a:lnSpc>
              <a:spcBef>
                <a:spcPct val="35000"/>
              </a:spcBef>
            </a:pP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InsertRec</a:t>
            </a:r>
          </a:p>
        </p:txBody>
      </p:sp>
      <p:sp>
        <p:nvSpPr>
          <p:cNvPr id="6182" name="Line 38">
            <a:extLst>
              <a:ext uri="{FF2B5EF4-FFF2-40B4-BE49-F238E27FC236}">
                <a16:creationId xmlns:a16="http://schemas.microsoft.com/office/drawing/2014/main" id="{3676ABC2-64E1-4C44-5B8B-FB0CB0AF7D48}"/>
              </a:ext>
            </a:extLst>
          </p:cNvPr>
          <p:cNvSpPr>
            <a:spLocks noChangeShapeType="1"/>
          </p:cNvSpPr>
          <p:nvPr/>
        </p:nvSpPr>
        <p:spPr bwMode="auto">
          <a:xfrm>
            <a:off x="1114425" y="523875"/>
            <a:ext cx="0" cy="3937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83" name="Line 39">
            <a:extLst>
              <a:ext uri="{FF2B5EF4-FFF2-40B4-BE49-F238E27FC236}">
                <a16:creationId xmlns:a16="http://schemas.microsoft.com/office/drawing/2014/main" id="{18260CA2-A48F-4EC6-64B7-810BBD417A0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23825" y="523875"/>
            <a:ext cx="190500" cy="3810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84" name="Line 40">
            <a:extLst>
              <a:ext uri="{FF2B5EF4-FFF2-40B4-BE49-F238E27FC236}">
                <a16:creationId xmlns:a16="http://schemas.microsoft.com/office/drawing/2014/main" id="{4A8E0F07-2217-96B6-AAB9-A4EC1CF69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2562225" y="523875"/>
            <a:ext cx="0" cy="3810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85" name="Line 41">
            <a:extLst>
              <a:ext uri="{FF2B5EF4-FFF2-40B4-BE49-F238E27FC236}">
                <a16:creationId xmlns:a16="http://schemas.microsoft.com/office/drawing/2014/main" id="{B9B6F90E-B639-9968-AADC-C0C428B4D46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86125" y="523875"/>
            <a:ext cx="419100" cy="3810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86" name="Line 42">
            <a:extLst>
              <a:ext uri="{FF2B5EF4-FFF2-40B4-BE49-F238E27FC236}">
                <a16:creationId xmlns:a16="http://schemas.microsoft.com/office/drawing/2014/main" id="{6D60C97C-93A5-E38A-4780-4CE6801F28C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971925" y="523875"/>
            <a:ext cx="317500" cy="3810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87" name="Line 43">
            <a:extLst>
              <a:ext uri="{FF2B5EF4-FFF2-40B4-BE49-F238E27FC236}">
                <a16:creationId xmlns:a16="http://schemas.microsoft.com/office/drawing/2014/main" id="{7B8B54D5-69D0-4DE0-D357-FC0DF11558C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86125" y="320675"/>
            <a:ext cx="0" cy="2032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88" name="Line 44">
            <a:extLst>
              <a:ext uri="{FF2B5EF4-FFF2-40B4-BE49-F238E27FC236}">
                <a16:creationId xmlns:a16="http://schemas.microsoft.com/office/drawing/2014/main" id="{AACE7389-A0B6-50CB-2D98-0323CC47D1D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71925" y="320675"/>
            <a:ext cx="0" cy="2032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89" name="Line 45">
            <a:extLst>
              <a:ext uri="{FF2B5EF4-FFF2-40B4-BE49-F238E27FC236}">
                <a16:creationId xmlns:a16="http://schemas.microsoft.com/office/drawing/2014/main" id="{BD141340-CBA2-DB60-378B-2E8A1E2FA79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441825" y="384175"/>
            <a:ext cx="0" cy="5207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90" name="Line 46">
            <a:extLst>
              <a:ext uri="{FF2B5EF4-FFF2-40B4-BE49-F238E27FC236}">
                <a16:creationId xmlns:a16="http://schemas.microsoft.com/office/drawing/2014/main" id="{9DCEFE94-A024-3DA8-1B50-A329213BE01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562225" y="320675"/>
            <a:ext cx="0" cy="2032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91" name="Line 47">
            <a:extLst>
              <a:ext uri="{FF2B5EF4-FFF2-40B4-BE49-F238E27FC236}">
                <a16:creationId xmlns:a16="http://schemas.microsoft.com/office/drawing/2014/main" id="{4DCA990A-2128-907C-90E0-126E95237BE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14425" y="320675"/>
            <a:ext cx="0" cy="2032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92" name="Rectangle 48">
            <a:extLst>
              <a:ext uri="{FF2B5EF4-FFF2-40B4-BE49-F238E27FC236}">
                <a16:creationId xmlns:a16="http://schemas.microsoft.com/office/drawing/2014/main" id="{D62B50F3-48E0-B36B-95B3-68DAC2434B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1300" y="1703388"/>
            <a:ext cx="736600" cy="136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75000"/>
              </a:lnSpc>
              <a:spcBef>
                <a:spcPct val="35000"/>
              </a:spcBef>
            </a:pPr>
            <a:r>
              <a:rPr lang="en-US" altLang="en-US" sz="12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DeleteRec</a:t>
            </a:r>
          </a:p>
        </p:txBody>
      </p:sp>
      <p:sp>
        <p:nvSpPr>
          <p:cNvPr id="6193" name="Rectangle 49">
            <a:extLst>
              <a:ext uri="{FF2B5EF4-FFF2-40B4-BE49-F238E27FC236}">
                <a16:creationId xmlns:a16="http://schemas.microsoft.com/office/drawing/2014/main" id="{D701D84D-F386-CAE4-DC81-0D3FFE4420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825" y="2105025"/>
            <a:ext cx="2105025" cy="200025"/>
          </a:xfrm>
          <a:prstGeom prst="rect">
            <a:avLst/>
          </a:prstGeom>
          <a:noFill/>
          <a:ln w="12700">
            <a:solidFill>
              <a:srgbClr val="00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36513" rIns="0" bIns="36513" anchor="ctr">
            <a:spAutoFit/>
          </a:bodyPr>
          <a:lstStyle/>
          <a:p>
            <a:pPr>
              <a:lnSpc>
                <a:spcPct val="75000"/>
              </a:lnSpc>
              <a:spcBef>
                <a:spcPct val="35000"/>
              </a:spcBef>
            </a:pPr>
            <a:r>
              <a:rPr lang="en-US" altLang="en-US" sz="1000">
                <a:solidFill>
                  <a:schemeClr val="tx1"/>
                </a:solidFill>
              </a:rPr>
              <a:t>         StudentId           NewCourseCode   </a:t>
            </a:r>
          </a:p>
        </p:txBody>
      </p:sp>
      <p:sp>
        <p:nvSpPr>
          <p:cNvPr id="6194" name="Line 50">
            <a:extLst>
              <a:ext uri="{FF2B5EF4-FFF2-40B4-BE49-F238E27FC236}">
                <a16:creationId xmlns:a16="http://schemas.microsoft.com/office/drawing/2014/main" id="{88931820-6CBE-BDF4-529A-3B35147745B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84250" y="1228725"/>
            <a:ext cx="130175" cy="225425"/>
          </a:xfrm>
          <a:prstGeom prst="line">
            <a:avLst/>
          </a:prstGeom>
          <a:noFill/>
          <a:ln w="12700">
            <a:solidFill>
              <a:srgbClr val="CC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95" name="Line 51">
            <a:extLst>
              <a:ext uri="{FF2B5EF4-FFF2-40B4-BE49-F238E27FC236}">
                <a16:creationId xmlns:a16="http://schemas.microsoft.com/office/drawing/2014/main" id="{8197C32D-87F4-A328-A416-4E26960F532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17475" y="1222375"/>
            <a:ext cx="111125" cy="225425"/>
          </a:xfrm>
          <a:prstGeom prst="line">
            <a:avLst/>
          </a:prstGeom>
          <a:noFill/>
          <a:ln w="12700">
            <a:solidFill>
              <a:srgbClr val="CC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96" name="Line 52">
            <a:extLst>
              <a:ext uri="{FF2B5EF4-FFF2-40B4-BE49-F238E27FC236}">
                <a16:creationId xmlns:a16="http://schemas.microsoft.com/office/drawing/2014/main" id="{CE2C5EFA-A2D7-C9FF-E0D1-FB2EDC66C56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14300" y="1212850"/>
            <a:ext cx="3175" cy="895350"/>
          </a:xfrm>
          <a:prstGeom prst="line">
            <a:avLst/>
          </a:prstGeom>
          <a:noFill/>
          <a:ln w="12700">
            <a:solidFill>
              <a:srgbClr val="0099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97" name="Line 53">
            <a:extLst>
              <a:ext uri="{FF2B5EF4-FFF2-40B4-BE49-F238E27FC236}">
                <a16:creationId xmlns:a16="http://schemas.microsoft.com/office/drawing/2014/main" id="{3DB68E27-5110-7C0C-0DF6-0C11EED8C4C7}"/>
              </a:ext>
            </a:extLst>
          </p:cNvPr>
          <p:cNvSpPr>
            <a:spLocks noChangeShapeType="1"/>
          </p:cNvSpPr>
          <p:nvPr/>
        </p:nvSpPr>
        <p:spPr bwMode="auto">
          <a:xfrm>
            <a:off x="1114425" y="1203325"/>
            <a:ext cx="3175" cy="904875"/>
          </a:xfrm>
          <a:prstGeom prst="line">
            <a:avLst/>
          </a:prstGeom>
          <a:noFill/>
          <a:ln w="12700">
            <a:solidFill>
              <a:srgbClr val="0099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98" name="Line 54">
            <a:extLst>
              <a:ext uri="{FF2B5EF4-FFF2-40B4-BE49-F238E27FC236}">
                <a16:creationId xmlns:a16="http://schemas.microsoft.com/office/drawing/2014/main" id="{97F9A8F4-8848-CF95-AB8A-AFD44B8BC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1123950" y="2098675"/>
            <a:ext cx="0" cy="200025"/>
          </a:xfrm>
          <a:prstGeom prst="line">
            <a:avLst/>
          </a:prstGeom>
          <a:noFill/>
          <a:ln w="12700">
            <a:solidFill>
              <a:srgbClr val="009900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99" name="Line 55">
            <a:extLst>
              <a:ext uri="{FF2B5EF4-FFF2-40B4-BE49-F238E27FC236}">
                <a16:creationId xmlns:a16="http://schemas.microsoft.com/office/drawing/2014/main" id="{81102D9D-FA2C-FF6B-EE11-4782531FC582}"/>
              </a:ext>
            </a:extLst>
          </p:cNvPr>
          <p:cNvSpPr>
            <a:spLocks noChangeShapeType="1"/>
          </p:cNvSpPr>
          <p:nvPr/>
        </p:nvSpPr>
        <p:spPr bwMode="auto">
          <a:xfrm>
            <a:off x="1695450" y="1222375"/>
            <a:ext cx="539750" cy="885825"/>
          </a:xfrm>
          <a:prstGeom prst="line">
            <a:avLst/>
          </a:prstGeom>
          <a:noFill/>
          <a:ln w="12700">
            <a:solidFill>
              <a:srgbClr val="0099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200" name="Rectangle 56">
            <a:extLst>
              <a:ext uri="{FF2B5EF4-FFF2-40B4-BE49-F238E27FC236}">
                <a16:creationId xmlns:a16="http://schemas.microsoft.com/office/drawing/2014/main" id="{A8297EC7-E9F3-A130-F292-D44119A905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19350" y="1639888"/>
            <a:ext cx="2116138" cy="1974850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46038" tIns="46038" rIns="46038" bIns="46038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tx1"/>
                </a:solidFill>
                <a:latin typeface="Courier New" panose="02070309020205020404" pitchFamily="49" charset="0"/>
              </a:rPr>
              <a:t>FD TransFile.</a:t>
            </a:r>
            <a:endParaRPr lang="en-US" altLang="en-US" sz="800">
              <a:solidFill>
                <a:schemeClr val="accent2"/>
              </a:solidFill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01 InsertRec.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StudentId         PIC 9(7).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StudentName.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Surname        PIC X(8).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Initials       PIC XX.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DateOfBirth.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YOBirth        PIC 9(4).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MOBirth        PIC 99.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DOBirth        PIC 99.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CourseCode        PIC X(4).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Gender            PIC X.</a:t>
            </a:r>
          </a:p>
          <a:p>
            <a:pPr>
              <a:lnSpc>
                <a:spcPct val="80000"/>
              </a:lnSpc>
            </a:pPr>
            <a:endParaRPr lang="en-US" altLang="en-US" sz="80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rgbClr val="CC0000"/>
                </a:solidFill>
                <a:latin typeface="Courier New" panose="02070309020205020404" pitchFamily="49" charset="0"/>
              </a:rPr>
              <a:t>01 DeleteRec.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rgbClr val="CC0000"/>
                </a:solidFill>
                <a:latin typeface="Courier New" panose="02070309020205020404" pitchFamily="49" charset="0"/>
              </a:rPr>
              <a:t>   02 StudentId         PIC 9(7).</a:t>
            </a:r>
          </a:p>
          <a:p>
            <a:pPr>
              <a:lnSpc>
                <a:spcPct val="80000"/>
              </a:lnSpc>
            </a:pPr>
            <a:endParaRPr lang="en-US" altLang="en-US" sz="80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rgbClr val="006600"/>
                </a:solidFill>
                <a:latin typeface="Courier New" panose="02070309020205020404" pitchFamily="49" charset="0"/>
              </a:rPr>
              <a:t>01 UpdateRec.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rgbClr val="006600"/>
                </a:solidFill>
                <a:latin typeface="Courier New" panose="02070309020205020404" pitchFamily="49" charset="0"/>
              </a:rPr>
              <a:t>   02 StudentId         PIC 9(7).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rgbClr val="006600"/>
                </a:solidFill>
                <a:latin typeface="Courier New" panose="02070309020205020404" pitchFamily="49" charset="0"/>
              </a:rPr>
              <a:t>   02 NewCourseCode     PIC X(4).</a:t>
            </a:r>
          </a:p>
        </p:txBody>
      </p:sp>
      <p:sp>
        <p:nvSpPr>
          <p:cNvPr id="6201" name="AutoShape 57">
            <a:extLst>
              <a:ext uri="{FF2B5EF4-FFF2-40B4-BE49-F238E27FC236}">
                <a16:creationId xmlns:a16="http://schemas.microsoft.com/office/drawing/2014/main" id="{BCB4201E-DA68-FED0-2B6C-1F52301017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" y="2655888"/>
            <a:ext cx="2208213" cy="699823"/>
          </a:xfrm>
          <a:prstGeom prst="wedgeRoundRectCallout">
            <a:avLst>
              <a:gd name="adj1" fmla="val -4167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  <a:latin typeface="TIMES" panose="02020603050405020304" pitchFamily="18" charset="0"/>
              </a:rPr>
              <a:t>All the record declarations map to this area of storage, which is the size of the largest record, and all the identifiers are current/active at the same time.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2C144A60-4F37-8375-24BD-8B768D5EE3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675" y="323850"/>
            <a:ext cx="4114800" cy="203200"/>
          </a:xfrm>
          <a:prstGeom prst="rect">
            <a:avLst/>
          </a:prstGeom>
          <a:noFill/>
          <a:ln w="1270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38100" rIns="0" bIns="38100" anchor="ctr">
            <a:spAutoFit/>
          </a:bodyPr>
          <a:lstStyle/>
          <a:p>
            <a:pPr>
              <a:lnSpc>
                <a:spcPct val="75000"/>
              </a:lnSpc>
              <a:spcBef>
                <a:spcPct val="35000"/>
              </a:spcBef>
            </a:pPr>
            <a:r>
              <a:rPr lang="en-US" altLang="en-US" sz="1000">
                <a:solidFill>
                  <a:schemeClr val="tx1"/>
                </a:solidFill>
              </a:rPr>
              <a:t>  StudentId           StudentName                     DateOfBirth   CourseCode  Gender</a:t>
            </a:r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5AC91318-2FFB-339B-BF6B-48C63DA541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4950" y="1452563"/>
            <a:ext cx="746125" cy="200025"/>
          </a:xfrm>
          <a:prstGeom prst="rect">
            <a:avLst/>
          </a:prstGeom>
          <a:noFill/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36513" rIns="0" bIns="36513" anchor="ctr"/>
          <a:lstStyle/>
          <a:p>
            <a:pPr algn="ctr">
              <a:lnSpc>
                <a:spcPct val="75000"/>
              </a:lnSpc>
              <a:spcBef>
                <a:spcPct val="35000"/>
              </a:spcBef>
            </a:pPr>
            <a:r>
              <a:rPr lang="en-US" altLang="en-US" sz="1000">
                <a:solidFill>
                  <a:schemeClr val="tx1"/>
                </a:solidFill>
              </a:rPr>
              <a:t>StudentId</a:t>
            </a:r>
          </a:p>
        </p:txBody>
      </p:sp>
      <p:sp>
        <p:nvSpPr>
          <p:cNvPr id="7172" name="Rectangle 4">
            <a:extLst>
              <a:ext uri="{FF2B5EF4-FFF2-40B4-BE49-F238E27FC236}">
                <a16:creationId xmlns:a16="http://schemas.microsoft.com/office/drawing/2014/main" id="{3CF03BF8-3913-C923-F794-447DBAE052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0" y="2346325"/>
            <a:ext cx="795338" cy="136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75000"/>
              </a:lnSpc>
              <a:spcBef>
                <a:spcPct val="35000"/>
              </a:spcBef>
            </a:pPr>
            <a:r>
              <a:rPr lang="en-US" altLang="en-US" sz="1200" b="1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UpdateRec</a:t>
            </a:r>
          </a:p>
        </p:txBody>
      </p:sp>
      <p:sp>
        <p:nvSpPr>
          <p:cNvPr id="7173" name="Rectangle 5">
            <a:extLst>
              <a:ext uri="{FF2B5EF4-FFF2-40B4-BE49-F238E27FC236}">
                <a16:creationId xmlns:a16="http://schemas.microsoft.com/office/drawing/2014/main" id="{27B3610E-DD92-A334-6613-917CD40F5C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17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rgbClr val="006600"/>
                </a:solidFill>
                <a:latin typeface="Courier New" panose="02070309020205020404" pitchFamily="49" charset="0"/>
              </a:rPr>
              <a:t>9</a:t>
            </a:r>
          </a:p>
        </p:txBody>
      </p:sp>
      <p:sp>
        <p:nvSpPr>
          <p:cNvPr id="7174" name="Rectangle 6">
            <a:extLst>
              <a:ext uri="{FF2B5EF4-FFF2-40B4-BE49-F238E27FC236}">
                <a16:creationId xmlns:a16="http://schemas.microsoft.com/office/drawing/2014/main" id="{6CC01A20-7A8C-5BED-329F-64D8C8DD74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87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rgbClr val="006600"/>
                </a:solidFill>
                <a:latin typeface="Courier New" panose="02070309020205020404" pitchFamily="49" charset="0"/>
              </a:rPr>
              <a:t>8</a:t>
            </a:r>
          </a:p>
        </p:txBody>
      </p:sp>
      <p:sp>
        <p:nvSpPr>
          <p:cNvPr id="7175" name="Rectangle 7">
            <a:extLst>
              <a:ext uri="{FF2B5EF4-FFF2-40B4-BE49-F238E27FC236}">
                <a16:creationId xmlns:a16="http://schemas.microsoft.com/office/drawing/2014/main" id="{0AE865F9-0872-7398-8263-6C883E7ACE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75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rgbClr val="006600"/>
                </a:solidFill>
                <a:latin typeface="Courier New" panose="02070309020205020404" pitchFamily="49" charset="0"/>
              </a:rPr>
              <a:t>4</a:t>
            </a:r>
          </a:p>
        </p:txBody>
      </p:sp>
      <p:sp>
        <p:nvSpPr>
          <p:cNvPr id="7176" name="Rectangle 8">
            <a:extLst>
              <a:ext uri="{FF2B5EF4-FFF2-40B4-BE49-F238E27FC236}">
                <a16:creationId xmlns:a16="http://schemas.microsoft.com/office/drawing/2014/main" id="{FCFAC0CD-EBE2-F347-4E85-F67919168D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80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rgbClr val="006600"/>
                </a:solidFill>
                <a:latin typeface="Courier New" panose="02070309020205020404" pitchFamily="49" charset="0"/>
              </a:rPr>
              <a:t>1</a:t>
            </a:r>
          </a:p>
        </p:txBody>
      </p:sp>
      <p:sp>
        <p:nvSpPr>
          <p:cNvPr id="7177" name="Rectangle 9">
            <a:extLst>
              <a:ext uri="{FF2B5EF4-FFF2-40B4-BE49-F238E27FC236}">
                <a16:creationId xmlns:a16="http://schemas.microsoft.com/office/drawing/2014/main" id="{A3E18A06-6E80-3823-AC80-E6CB80CD04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7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rgbClr val="006600"/>
                </a:solidFill>
                <a:latin typeface="Courier New" panose="02070309020205020404" pitchFamily="49" charset="0"/>
              </a:rPr>
              <a:t>3</a:t>
            </a:r>
          </a:p>
        </p:txBody>
      </p:sp>
      <p:sp>
        <p:nvSpPr>
          <p:cNvPr id="7178" name="Rectangle 10">
            <a:extLst>
              <a:ext uri="{FF2B5EF4-FFF2-40B4-BE49-F238E27FC236}">
                <a16:creationId xmlns:a16="http://schemas.microsoft.com/office/drawing/2014/main" id="{311A4E5F-2C26-F79C-A54F-52273AF283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455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rgbClr val="006600"/>
                </a:solidFill>
                <a:latin typeface="Courier New" panose="02070309020205020404" pitchFamily="49" charset="0"/>
              </a:rPr>
              <a:t>2</a:t>
            </a:r>
          </a:p>
        </p:txBody>
      </p:sp>
      <p:sp>
        <p:nvSpPr>
          <p:cNvPr id="7179" name="Rectangle 11">
            <a:extLst>
              <a:ext uri="{FF2B5EF4-FFF2-40B4-BE49-F238E27FC236}">
                <a16:creationId xmlns:a16="http://schemas.microsoft.com/office/drawing/2014/main" id="{D7256B09-908F-58A2-F76E-3E2426D574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107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rgbClr val="006600"/>
                </a:solidFill>
                <a:latin typeface="Courier New" panose="02070309020205020404" pitchFamily="49" charset="0"/>
              </a:rPr>
              <a:t>5</a:t>
            </a:r>
          </a:p>
        </p:txBody>
      </p:sp>
      <p:sp>
        <p:nvSpPr>
          <p:cNvPr id="7180" name="Rectangle 12">
            <a:extLst>
              <a:ext uri="{FF2B5EF4-FFF2-40B4-BE49-F238E27FC236}">
                <a16:creationId xmlns:a16="http://schemas.microsoft.com/office/drawing/2014/main" id="{A1A4CCBD-C20A-3106-8968-04C2FC3B1B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395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rgbClr val="006600"/>
                </a:solidFill>
                <a:latin typeface="Courier New" panose="02070309020205020404" pitchFamily="49" charset="0"/>
              </a:rPr>
              <a:t>L</a:t>
            </a:r>
          </a:p>
        </p:txBody>
      </p:sp>
      <p:sp>
        <p:nvSpPr>
          <p:cNvPr id="7181" name="Rectangle 13">
            <a:extLst>
              <a:ext uri="{FF2B5EF4-FFF2-40B4-BE49-F238E27FC236}">
                <a16:creationId xmlns:a16="http://schemas.microsoft.com/office/drawing/2014/main" id="{92389DA1-110A-F0C9-C8B8-A7FE325B3C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0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rgbClr val="006600"/>
                </a:solidFill>
                <a:latin typeface="Courier New" panose="02070309020205020404" pitchFamily="49" charset="0"/>
              </a:rPr>
              <a:t>M</a:t>
            </a:r>
          </a:p>
        </p:txBody>
      </p:sp>
      <p:sp>
        <p:nvSpPr>
          <p:cNvPr id="7182" name="Rectangle 14">
            <a:extLst>
              <a:ext uri="{FF2B5EF4-FFF2-40B4-BE49-F238E27FC236}">
                <a16:creationId xmlns:a16="http://schemas.microsoft.com/office/drawing/2014/main" id="{4AB38D70-74C3-0B20-5189-9D76817AFD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605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rgbClr val="006600"/>
                </a:solidFill>
                <a:latin typeface="Courier New" panose="02070309020205020404" pitchFamily="49" charset="0"/>
              </a:rPr>
              <a:t>6</a:t>
            </a:r>
          </a:p>
        </p:txBody>
      </p:sp>
      <p:sp>
        <p:nvSpPr>
          <p:cNvPr id="7183" name="Rectangle 15">
            <a:extLst>
              <a:ext uri="{FF2B5EF4-FFF2-40B4-BE49-F238E27FC236}">
                <a16:creationId xmlns:a16="http://schemas.microsoft.com/office/drawing/2014/main" id="{3F933015-4F20-A390-F688-8C816926C0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5892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rgbClr val="006600"/>
                </a:solidFill>
                <a:latin typeface="Courier New" panose="02070309020205020404" pitchFamily="49" charset="0"/>
              </a:rPr>
              <a:t>2</a:t>
            </a:r>
          </a:p>
        </p:txBody>
      </p:sp>
      <p:sp>
        <p:nvSpPr>
          <p:cNvPr id="7184" name="Rectangle 16">
            <a:extLst>
              <a:ext uri="{FF2B5EF4-FFF2-40B4-BE49-F238E27FC236}">
                <a16:creationId xmlns:a16="http://schemas.microsoft.com/office/drawing/2014/main" id="{4DD0417F-5303-DB64-2980-E0A801C297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497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7185" name="Rectangle 17">
            <a:extLst>
              <a:ext uri="{FF2B5EF4-FFF2-40B4-BE49-F238E27FC236}">
                <a16:creationId xmlns:a16="http://schemas.microsoft.com/office/drawing/2014/main" id="{C01DB8AB-3FDA-AE1A-4D43-48BB81D4FE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785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L</a:t>
            </a:r>
          </a:p>
        </p:txBody>
      </p:sp>
      <p:sp>
        <p:nvSpPr>
          <p:cNvPr id="7186" name="Rectangle 18">
            <a:extLst>
              <a:ext uri="{FF2B5EF4-FFF2-40B4-BE49-F238E27FC236}">
                <a16:creationId xmlns:a16="http://schemas.microsoft.com/office/drawing/2014/main" id="{A6DE131A-287B-C205-56CC-3285BFB96C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9072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A</a:t>
            </a:r>
          </a:p>
        </p:txBody>
      </p:sp>
      <p:sp>
        <p:nvSpPr>
          <p:cNvPr id="7187" name="Rectangle 19">
            <a:extLst>
              <a:ext uri="{FF2B5EF4-FFF2-40B4-BE49-F238E27FC236}">
                <a16:creationId xmlns:a16="http://schemas.microsoft.com/office/drawing/2014/main" id="{7030EA08-0AF8-5C2B-CB52-BD08FC5FA3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N</a:t>
            </a:r>
          </a:p>
        </p:txBody>
      </p:sp>
      <p:sp>
        <p:nvSpPr>
          <p:cNvPr id="7188" name="Rectangle 20">
            <a:extLst>
              <a:ext uri="{FF2B5EF4-FFF2-40B4-BE49-F238E27FC236}">
                <a16:creationId xmlns:a16="http://schemas.microsoft.com/office/drawing/2014/main" id="{6FA95FB1-FF4A-44C8-9D44-8BB3B3617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647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M</a:t>
            </a:r>
          </a:p>
        </p:txBody>
      </p:sp>
      <p:sp>
        <p:nvSpPr>
          <p:cNvPr id="7189" name="Rectangle 21">
            <a:extLst>
              <a:ext uri="{FF2B5EF4-FFF2-40B4-BE49-F238E27FC236}">
                <a16:creationId xmlns:a16="http://schemas.microsoft.com/office/drawing/2014/main" id="{A0FEAEA8-E742-5B39-E145-EBCC0A53ED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52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S</a:t>
            </a:r>
          </a:p>
        </p:txBody>
      </p:sp>
      <p:sp>
        <p:nvSpPr>
          <p:cNvPr id="7190" name="Rectangle 22">
            <a:extLst>
              <a:ext uri="{FF2B5EF4-FFF2-40B4-BE49-F238E27FC236}">
                <a16:creationId xmlns:a16="http://schemas.microsoft.com/office/drawing/2014/main" id="{335D1C7E-0DB8-D384-E9C9-E6A44635C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222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1</a:t>
            </a:r>
          </a:p>
        </p:txBody>
      </p:sp>
      <p:sp>
        <p:nvSpPr>
          <p:cNvPr id="7191" name="Rectangle 23">
            <a:extLst>
              <a:ext uri="{FF2B5EF4-FFF2-40B4-BE49-F238E27FC236}">
                <a16:creationId xmlns:a16="http://schemas.microsoft.com/office/drawing/2014/main" id="{D2457FA3-97D8-7E9D-76FB-0FD9EBD578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510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9</a:t>
            </a:r>
          </a:p>
        </p:txBody>
      </p:sp>
      <p:sp>
        <p:nvSpPr>
          <p:cNvPr id="7192" name="Rectangle 24">
            <a:extLst>
              <a:ext uri="{FF2B5EF4-FFF2-40B4-BE49-F238E27FC236}">
                <a16:creationId xmlns:a16="http://schemas.microsoft.com/office/drawing/2014/main" id="{F3FFA7CB-9A24-3E11-EB35-20C62924B4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115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5</a:t>
            </a:r>
          </a:p>
        </p:txBody>
      </p:sp>
      <p:sp>
        <p:nvSpPr>
          <p:cNvPr id="7193" name="Rectangle 25">
            <a:extLst>
              <a:ext uri="{FF2B5EF4-FFF2-40B4-BE49-F238E27FC236}">
                <a16:creationId xmlns:a16="http://schemas.microsoft.com/office/drawing/2014/main" id="{D6CFDDC0-C918-6084-4BF9-31E7F9EC5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9402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2</a:t>
            </a:r>
          </a:p>
        </p:txBody>
      </p:sp>
      <p:sp>
        <p:nvSpPr>
          <p:cNvPr id="7194" name="Rectangle 26">
            <a:extLst>
              <a:ext uri="{FF2B5EF4-FFF2-40B4-BE49-F238E27FC236}">
                <a16:creationId xmlns:a16="http://schemas.microsoft.com/office/drawing/2014/main" id="{37C3E581-4B92-C971-C32B-E1173046FA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690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0</a:t>
            </a:r>
          </a:p>
        </p:txBody>
      </p:sp>
      <p:sp>
        <p:nvSpPr>
          <p:cNvPr id="7195" name="Rectangle 27">
            <a:extLst>
              <a:ext uri="{FF2B5EF4-FFF2-40B4-BE49-F238E27FC236}">
                <a16:creationId xmlns:a16="http://schemas.microsoft.com/office/drawing/2014/main" id="{61AD99FB-881F-88FD-508A-BD92B96606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977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9</a:t>
            </a:r>
          </a:p>
        </p:txBody>
      </p:sp>
      <p:sp>
        <p:nvSpPr>
          <p:cNvPr id="7196" name="Rectangle 28">
            <a:extLst>
              <a:ext uri="{FF2B5EF4-FFF2-40B4-BE49-F238E27FC236}">
                <a16:creationId xmlns:a16="http://schemas.microsoft.com/office/drawing/2014/main" id="{7685BA47-139B-8E86-81D3-DB279E6B1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265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1</a:t>
            </a:r>
          </a:p>
        </p:txBody>
      </p:sp>
      <p:sp>
        <p:nvSpPr>
          <p:cNvPr id="7197" name="Rectangle 29">
            <a:extLst>
              <a:ext uri="{FF2B5EF4-FFF2-40B4-BE49-F238E27FC236}">
                <a16:creationId xmlns:a16="http://schemas.microsoft.com/office/drawing/2014/main" id="{51AB7CEC-13D9-AD04-A719-746C6BCAF9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6552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0</a:t>
            </a:r>
          </a:p>
        </p:txBody>
      </p:sp>
      <p:sp>
        <p:nvSpPr>
          <p:cNvPr id="7198" name="Rectangle 30">
            <a:extLst>
              <a:ext uri="{FF2B5EF4-FFF2-40B4-BE49-F238E27FC236}">
                <a16:creationId xmlns:a16="http://schemas.microsoft.com/office/drawing/2014/main" id="{B5006D43-9221-BAA5-BE3C-10527B7773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157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L</a:t>
            </a:r>
          </a:p>
        </p:txBody>
      </p:sp>
      <p:sp>
        <p:nvSpPr>
          <p:cNvPr id="7199" name="Rectangle 31">
            <a:extLst>
              <a:ext uri="{FF2B5EF4-FFF2-40B4-BE49-F238E27FC236}">
                <a16:creationId xmlns:a16="http://schemas.microsoft.com/office/drawing/2014/main" id="{78E4855F-BEF6-A95B-E030-56EC38FE94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445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M</a:t>
            </a:r>
          </a:p>
        </p:txBody>
      </p:sp>
      <p:sp>
        <p:nvSpPr>
          <p:cNvPr id="7200" name="Rectangle 32">
            <a:extLst>
              <a:ext uri="{FF2B5EF4-FFF2-40B4-BE49-F238E27FC236}">
                <a16:creationId xmlns:a16="http://schemas.microsoft.com/office/drawing/2014/main" id="{063DBB83-9832-772E-4C04-CA47CFBE44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050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5</a:t>
            </a:r>
          </a:p>
        </p:txBody>
      </p:sp>
      <p:sp>
        <p:nvSpPr>
          <p:cNvPr id="7201" name="Rectangle 33">
            <a:extLst>
              <a:ext uri="{FF2B5EF4-FFF2-40B4-BE49-F238E27FC236}">
                <a16:creationId xmlns:a16="http://schemas.microsoft.com/office/drawing/2014/main" id="{8E9BD868-6409-2838-F8F7-A14E56B515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337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1</a:t>
            </a:r>
          </a:p>
        </p:txBody>
      </p:sp>
      <p:sp>
        <p:nvSpPr>
          <p:cNvPr id="7202" name="Rectangle 34">
            <a:extLst>
              <a:ext uri="{FF2B5EF4-FFF2-40B4-BE49-F238E27FC236}">
                <a16:creationId xmlns:a16="http://schemas.microsoft.com/office/drawing/2014/main" id="{146B7A0B-3B86-5981-1D8F-47AEC28654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42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M</a:t>
            </a:r>
          </a:p>
        </p:txBody>
      </p:sp>
      <p:sp>
        <p:nvSpPr>
          <p:cNvPr id="7203" name="Rectangle 35">
            <a:extLst>
              <a:ext uri="{FF2B5EF4-FFF2-40B4-BE49-F238E27FC236}">
                <a16:creationId xmlns:a16="http://schemas.microsoft.com/office/drawing/2014/main" id="{EE8ED5EF-6415-425C-0B47-5D3D4114D4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825" y="917575"/>
            <a:ext cx="4318000" cy="2921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204" name="Rectangle 36">
            <a:extLst>
              <a:ext uri="{FF2B5EF4-FFF2-40B4-BE49-F238E27FC236}">
                <a16:creationId xmlns:a16="http://schemas.microsoft.com/office/drawing/2014/main" id="{B874B464-AD01-F530-A2F0-4F8CEA1A0B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1475" y="171450"/>
            <a:ext cx="771525" cy="136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38100" tIns="0" rIns="38100" bIns="0" anchor="ctr">
            <a:spAutoFit/>
          </a:bodyPr>
          <a:lstStyle/>
          <a:p>
            <a:pPr>
              <a:lnSpc>
                <a:spcPct val="75000"/>
              </a:lnSpc>
              <a:spcBef>
                <a:spcPct val="35000"/>
              </a:spcBef>
            </a:pP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InsertRec</a:t>
            </a:r>
          </a:p>
        </p:txBody>
      </p:sp>
      <p:sp>
        <p:nvSpPr>
          <p:cNvPr id="7205" name="Line 37">
            <a:extLst>
              <a:ext uri="{FF2B5EF4-FFF2-40B4-BE49-F238E27FC236}">
                <a16:creationId xmlns:a16="http://schemas.microsoft.com/office/drawing/2014/main" id="{EC40AC86-1609-EC75-7B77-4023976B6ECC}"/>
              </a:ext>
            </a:extLst>
          </p:cNvPr>
          <p:cNvSpPr>
            <a:spLocks noChangeShapeType="1"/>
          </p:cNvSpPr>
          <p:nvPr/>
        </p:nvSpPr>
        <p:spPr bwMode="auto">
          <a:xfrm>
            <a:off x="1114425" y="523875"/>
            <a:ext cx="0" cy="3937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6" name="Line 38">
            <a:extLst>
              <a:ext uri="{FF2B5EF4-FFF2-40B4-BE49-F238E27FC236}">
                <a16:creationId xmlns:a16="http://schemas.microsoft.com/office/drawing/2014/main" id="{FFF153AA-8531-0CAE-19B7-091B9130D36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23825" y="523875"/>
            <a:ext cx="190500" cy="3810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7" name="Line 39">
            <a:extLst>
              <a:ext uri="{FF2B5EF4-FFF2-40B4-BE49-F238E27FC236}">
                <a16:creationId xmlns:a16="http://schemas.microsoft.com/office/drawing/2014/main" id="{B79D4539-ED02-C0D6-69D8-401802C36ACF}"/>
              </a:ext>
            </a:extLst>
          </p:cNvPr>
          <p:cNvSpPr>
            <a:spLocks noChangeShapeType="1"/>
          </p:cNvSpPr>
          <p:nvPr/>
        </p:nvSpPr>
        <p:spPr bwMode="auto">
          <a:xfrm>
            <a:off x="2562225" y="523875"/>
            <a:ext cx="0" cy="3810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8" name="Line 40">
            <a:extLst>
              <a:ext uri="{FF2B5EF4-FFF2-40B4-BE49-F238E27FC236}">
                <a16:creationId xmlns:a16="http://schemas.microsoft.com/office/drawing/2014/main" id="{A0641231-AB70-0B5A-BAC4-6D906EE009F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86125" y="523875"/>
            <a:ext cx="419100" cy="3810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9" name="Line 41">
            <a:extLst>
              <a:ext uri="{FF2B5EF4-FFF2-40B4-BE49-F238E27FC236}">
                <a16:creationId xmlns:a16="http://schemas.microsoft.com/office/drawing/2014/main" id="{5CAC84D5-A277-C343-2C38-57E6AB97C5A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971925" y="523875"/>
            <a:ext cx="317500" cy="3810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0" name="Line 42">
            <a:extLst>
              <a:ext uri="{FF2B5EF4-FFF2-40B4-BE49-F238E27FC236}">
                <a16:creationId xmlns:a16="http://schemas.microsoft.com/office/drawing/2014/main" id="{BBAE9119-3117-7F1B-FDC0-34D5CF1E849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86125" y="320675"/>
            <a:ext cx="0" cy="2032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1" name="Line 43">
            <a:extLst>
              <a:ext uri="{FF2B5EF4-FFF2-40B4-BE49-F238E27FC236}">
                <a16:creationId xmlns:a16="http://schemas.microsoft.com/office/drawing/2014/main" id="{36E76676-6812-EE46-6BC6-013A74FFC27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71925" y="320675"/>
            <a:ext cx="0" cy="2032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2" name="Line 44">
            <a:extLst>
              <a:ext uri="{FF2B5EF4-FFF2-40B4-BE49-F238E27FC236}">
                <a16:creationId xmlns:a16="http://schemas.microsoft.com/office/drawing/2014/main" id="{C4E856D4-89AA-1728-6258-D4C0FBFFC7A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441825" y="384175"/>
            <a:ext cx="0" cy="5207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3" name="Line 45">
            <a:extLst>
              <a:ext uri="{FF2B5EF4-FFF2-40B4-BE49-F238E27FC236}">
                <a16:creationId xmlns:a16="http://schemas.microsoft.com/office/drawing/2014/main" id="{4A9558CC-187A-EA43-D96E-EFD55C535FB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562225" y="320675"/>
            <a:ext cx="0" cy="2032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4" name="Line 46">
            <a:extLst>
              <a:ext uri="{FF2B5EF4-FFF2-40B4-BE49-F238E27FC236}">
                <a16:creationId xmlns:a16="http://schemas.microsoft.com/office/drawing/2014/main" id="{754D05C3-B8ED-569A-35F5-8CEA738BDFC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14425" y="320675"/>
            <a:ext cx="0" cy="2032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5" name="Rectangle 47">
            <a:extLst>
              <a:ext uri="{FF2B5EF4-FFF2-40B4-BE49-F238E27FC236}">
                <a16:creationId xmlns:a16="http://schemas.microsoft.com/office/drawing/2014/main" id="{057AC60E-053D-D733-2FB7-D50D4F2069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1300" y="1703388"/>
            <a:ext cx="736600" cy="136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75000"/>
              </a:lnSpc>
              <a:spcBef>
                <a:spcPct val="35000"/>
              </a:spcBef>
            </a:pPr>
            <a:r>
              <a:rPr lang="en-US" altLang="en-US" sz="12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DeleteRec</a:t>
            </a:r>
          </a:p>
        </p:txBody>
      </p:sp>
      <p:sp>
        <p:nvSpPr>
          <p:cNvPr id="7216" name="Rectangle 48">
            <a:extLst>
              <a:ext uri="{FF2B5EF4-FFF2-40B4-BE49-F238E27FC236}">
                <a16:creationId xmlns:a16="http://schemas.microsoft.com/office/drawing/2014/main" id="{3034B5CA-753B-E11D-F61A-52FFEA303B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825" y="2105025"/>
            <a:ext cx="2105025" cy="200025"/>
          </a:xfrm>
          <a:prstGeom prst="rect">
            <a:avLst/>
          </a:prstGeom>
          <a:noFill/>
          <a:ln w="12700">
            <a:solidFill>
              <a:srgbClr val="00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36513" rIns="0" bIns="36513" anchor="ctr">
            <a:spAutoFit/>
          </a:bodyPr>
          <a:lstStyle/>
          <a:p>
            <a:pPr>
              <a:lnSpc>
                <a:spcPct val="75000"/>
              </a:lnSpc>
              <a:spcBef>
                <a:spcPct val="35000"/>
              </a:spcBef>
            </a:pPr>
            <a:r>
              <a:rPr lang="en-US" altLang="en-US" sz="1000">
                <a:solidFill>
                  <a:schemeClr val="tx1"/>
                </a:solidFill>
              </a:rPr>
              <a:t>         StudentId           NewCourseCode   </a:t>
            </a:r>
          </a:p>
        </p:txBody>
      </p:sp>
      <p:sp>
        <p:nvSpPr>
          <p:cNvPr id="7217" name="Line 49">
            <a:extLst>
              <a:ext uri="{FF2B5EF4-FFF2-40B4-BE49-F238E27FC236}">
                <a16:creationId xmlns:a16="http://schemas.microsoft.com/office/drawing/2014/main" id="{A784732A-96B1-0D6D-2548-95EE941AFB0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84250" y="1228725"/>
            <a:ext cx="130175" cy="225425"/>
          </a:xfrm>
          <a:prstGeom prst="line">
            <a:avLst/>
          </a:prstGeom>
          <a:noFill/>
          <a:ln w="12700">
            <a:solidFill>
              <a:srgbClr val="CC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8" name="Line 50">
            <a:extLst>
              <a:ext uri="{FF2B5EF4-FFF2-40B4-BE49-F238E27FC236}">
                <a16:creationId xmlns:a16="http://schemas.microsoft.com/office/drawing/2014/main" id="{B7477A59-BD55-BCA3-838F-DEB866B9CFF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17475" y="1222375"/>
            <a:ext cx="111125" cy="225425"/>
          </a:xfrm>
          <a:prstGeom prst="line">
            <a:avLst/>
          </a:prstGeom>
          <a:noFill/>
          <a:ln w="12700">
            <a:solidFill>
              <a:srgbClr val="CC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9" name="Line 51">
            <a:extLst>
              <a:ext uri="{FF2B5EF4-FFF2-40B4-BE49-F238E27FC236}">
                <a16:creationId xmlns:a16="http://schemas.microsoft.com/office/drawing/2014/main" id="{093AB6F9-F6BE-BA48-463B-E1C9FDB5782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14300" y="1212850"/>
            <a:ext cx="3175" cy="895350"/>
          </a:xfrm>
          <a:prstGeom prst="line">
            <a:avLst/>
          </a:prstGeom>
          <a:noFill/>
          <a:ln w="12700">
            <a:solidFill>
              <a:srgbClr val="0099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0" name="Line 52">
            <a:extLst>
              <a:ext uri="{FF2B5EF4-FFF2-40B4-BE49-F238E27FC236}">
                <a16:creationId xmlns:a16="http://schemas.microsoft.com/office/drawing/2014/main" id="{0558E475-D9FA-FFA3-1C0E-E4061E2C37F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14425" y="1203325"/>
            <a:ext cx="3175" cy="904875"/>
          </a:xfrm>
          <a:prstGeom prst="line">
            <a:avLst/>
          </a:prstGeom>
          <a:noFill/>
          <a:ln w="12700">
            <a:solidFill>
              <a:srgbClr val="0099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1" name="Line 53">
            <a:extLst>
              <a:ext uri="{FF2B5EF4-FFF2-40B4-BE49-F238E27FC236}">
                <a16:creationId xmlns:a16="http://schemas.microsoft.com/office/drawing/2014/main" id="{6E53E85C-996C-6D37-0C61-0C3B1A2C3D64}"/>
              </a:ext>
            </a:extLst>
          </p:cNvPr>
          <p:cNvSpPr>
            <a:spLocks noChangeShapeType="1"/>
          </p:cNvSpPr>
          <p:nvPr/>
        </p:nvSpPr>
        <p:spPr bwMode="auto">
          <a:xfrm>
            <a:off x="1123950" y="2098675"/>
            <a:ext cx="0" cy="200025"/>
          </a:xfrm>
          <a:prstGeom prst="line">
            <a:avLst/>
          </a:prstGeom>
          <a:noFill/>
          <a:ln w="12700">
            <a:solidFill>
              <a:srgbClr val="009900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2" name="Line 54">
            <a:extLst>
              <a:ext uri="{FF2B5EF4-FFF2-40B4-BE49-F238E27FC236}">
                <a16:creationId xmlns:a16="http://schemas.microsoft.com/office/drawing/2014/main" id="{F7622EF9-278E-1FA1-CFB6-5E8F21D27C9E}"/>
              </a:ext>
            </a:extLst>
          </p:cNvPr>
          <p:cNvSpPr>
            <a:spLocks noChangeShapeType="1"/>
          </p:cNvSpPr>
          <p:nvPr/>
        </p:nvSpPr>
        <p:spPr bwMode="auto">
          <a:xfrm>
            <a:off x="1695450" y="1222375"/>
            <a:ext cx="539750" cy="885825"/>
          </a:xfrm>
          <a:prstGeom prst="line">
            <a:avLst/>
          </a:prstGeom>
          <a:noFill/>
          <a:ln w="12700">
            <a:solidFill>
              <a:srgbClr val="0099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3" name="Rectangle 55">
            <a:extLst>
              <a:ext uri="{FF2B5EF4-FFF2-40B4-BE49-F238E27FC236}">
                <a16:creationId xmlns:a16="http://schemas.microsoft.com/office/drawing/2014/main" id="{48E8DE87-057A-863D-EA9C-A18D0402CC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19350" y="1639888"/>
            <a:ext cx="2116138" cy="1974850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46038" tIns="46038" rIns="46038" bIns="46038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tx1"/>
                </a:solidFill>
                <a:latin typeface="Courier New" panose="02070309020205020404" pitchFamily="49" charset="0"/>
              </a:rPr>
              <a:t>FD TransFile.</a:t>
            </a:r>
            <a:endParaRPr lang="en-US" altLang="en-US" sz="800">
              <a:solidFill>
                <a:schemeClr val="accent2"/>
              </a:solidFill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01 InsertRec.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StudentId         PIC 9(7).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StudentName.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Surname        PIC X(8).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Initials       PIC XX.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DateOfBirth.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YOBirth        PIC 9(4).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MOBirth        PIC 99.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DOBirth        PIC 99.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CourseCode        PIC X(4).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Gender            PIC X.</a:t>
            </a:r>
          </a:p>
          <a:p>
            <a:pPr>
              <a:lnSpc>
                <a:spcPct val="80000"/>
              </a:lnSpc>
            </a:pPr>
            <a:endParaRPr lang="en-US" altLang="en-US" sz="80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rgbClr val="CC0000"/>
                </a:solidFill>
                <a:latin typeface="Courier New" panose="02070309020205020404" pitchFamily="49" charset="0"/>
              </a:rPr>
              <a:t>01 DeleteRec.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rgbClr val="CC0000"/>
                </a:solidFill>
                <a:latin typeface="Courier New" panose="02070309020205020404" pitchFamily="49" charset="0"/>
              </a:rPr>
              <a:t>   02 StudentId         PIC 9(7).</a:t>
            </a:r>
          </a:p>
          <a:p>
            <a:pPr>
              <a:lnSpc>
                <a:spcPct val="80000"/>
              </a:lnSpc>
            </a:pPr>
            <a:endParaRPr lang="en-US" altLang="en-US" sz="80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rgbClr val="006600"/>
                </a:solidFill>
                <a:latin typeface="Courier New" panose="02070309020205020404" pitchFamily="49" charset="0"/>
              </a:rPr>
              <a:t>01 UpdateRec.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rgbClr val="006600"/>
                </a:solidFill>
                <a:latin typeface="Courier New" panose="02070309020205020404" pitchFamily="49" charset="0"/>
              </a:rPr>
              <a:t>   02 StudentId         PIC 9(7).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rgbClr val="006600"/>
                </a:solidFill>
                <a:latin typeface="Courier New" panose="02070309020205020404" pitchFamily="49" charset="0"/>
              </a:rPr>
              <a:t>   02 NewCourseCode     PIC X(4).</a:t>
            </a:r>
          </a:p>
        </p:txBody>
      </p:sp>
      <p:sp>
        <p:nvSpPr>
          <p:cNvPr id="7224" name="AutoShape 56">
            <a:extLst>
              <a:ext uri="{FF2B5EF4-FFF2-40B4-BE49-F238E27FC236}">
                <a16:creationId xmlns:a16="http://schemas.microsoft.com/office/drawing/2014/main" id="{48C77F2B-5796-784B-4E4B-65399327AD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75" y="2568575"/>
            <a:ext cx="2208213" cy="699823"/>
          </a:xfrm>
          <a:prstGeom prst="wedgeRoundRectCallout">
            <a:avLst>
              <a:gd name="adj1" fmla="val -4167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</a:rPr>
              <a:t>When a record smaller than the size of the largest record is read into the buffer, any data that is not explicitly overwritten is left intact.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9C826E19-FD22-A5F6-F0E0-9ACE4143FA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675" y="323850"/>
            <a:ext cx="4114800" cy="203200"/>
          </a:xfrm>
          <a:prstGeom prst="rect">
            <a:avLst/>
          </a:prstGeom>
          <a:noFill/>
          <a:ln w="1270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38100" rIns="0" bIns="38100" anchor="ctr">
            <a:spAutoFit/>
          </a:bodyPr>
          <a:lstStyle/>
          <a:p>
            <a:pPr>
              <a:lnSpc>
                <a:spcPct val="75000"/>
              </a:lnSpc>
              <a:spcBef>
                <a:spcPct val="35000"/>
              </a:spcBef>
            </a:pPr>
            <a:r>
              <a:rPr lang="en-US" altLang="en-US" sz="1000">
                <a:solidFill>
                  <a:schemeClr val="tx1"/>
                </a:solidFill>
              </a:rPr>
              <a:t>  StudentId           StudentName                     DateOfBirth   CourseCode  Gender</a:t>
            </a: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5A68D571-8B4F-E1BB-8FE7-5B9F60DBB0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4950" y="1452563"/>
            <a:ext cx="746125" cy="200025"/>
          </a:xfrm>
          <a:prstGeom prst="rect">
            <a:avLst/>
          </a:prstGeom>
          <a:noFill/>
          <a:ln w="12700">
            <a:solidFill>
              <a:srgbClr val="CC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36513" rIns="0" bIns="36513" anchor="ctr"/>
          <a:lstStyle/>
          <a:p>
            <a:pPr algn="ctr">
              <a:lnSpc>
                <a:spcPct val="75000"/>
              </a:lnSpc>
              <a:spcBef>
                <a:spcPct val="35000"/>
              </a:spcBef>
            </a:pPr>
            <a:r>
              <a:rPr lang="en-US" altLang="en-US" sz="1000">
                <a:solidFill>
                  <a:schemeClr val="tx1"/>
                </a:solidFill>
              </a:rPr>
              <a:t>StudentId</a:t>
            </a:r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5DFC9F0E-3216-AA58-5FFF-F984900CDD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0" y="2346325"/>
            <a:ext cx="795338" cy="136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75000"/>
              </a:lnSpc>
              <a:spcBef>
                <a:spcPct val="35000"/>
              </a:spcBef>
            </a:pPr>
            <a:r>
              <a:rPr lang="en-US" altLang="en-US" sz="1200" b="1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UpdateRec</a:t>
            </a:r>
          </a:p>
        </p:txBody>
      </p:sp>
      <p:sp>
        <p:nvSpPr>
          <p:cNvPr id="8197" name="Rectangle 5">
            <a:extLst>
              <a:ext uri="{FF2B5EF4-FFF2-40B4-BE49-F238E27FC236}">
                <a16:creationId xmlns:a16="http://schemas.microsoft.com/office/drawing/2014/main" id="{72AD4002-1DC2-436B-F078-417C1E51D1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17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9</a:t>
            </a: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59306DCF-6FBA-D5D8-9285-D8E95E8203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87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6</a:t>
            </a:r>
          </a:p>
        </p:txBody>
      </p:sp>
      <p:sp>
        <p:nvSpPr>
          <p:cNvPr id="8199" name="Rectangle 7">
            <a:extLst>
              <a:ext uri="{FF2B5EF4-FFF2-40B4-BE49-F238E27FC236}">
                <a16:creationId xmlns:a16="http://schemas.microsoft.com/office/drawing/2014/main" id="{643AFD0C-0ECF-C5BE-0B5E-E9A92B4D77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75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2</a:t>
            </a:r>
          </a:p>
        </p:txBody>
      </p:sp>
      <p:sp>
        <p:nvSpPr>
          <p:cNvPr id="8200" name="Rectangle 8">
            <a:extLst>
              <a:ext uri="{FF2B5EF4-FFF2-40B4-BE49-F238E27FC236}">
                <a16:creationId xmlns:a16="http://schemas.microsoft.com/office/drawing/2014/main" id="{6C2349AD-F1E6-A38E-4F04-9436CC563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80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7</a:t>
            </a:r>
          </a:p>
        </p:txBody>
      </p:sp>
      <p:sp>
        <p:nvSpPr>
          <p:cNvPr id="8201" name="Rectangle 9">
            <a:extLst>
              <a:ext uri="{FF2B5EF4-FFF2-40B4-BE49-F238E27FC236}">
                <a16:creationId xmlns:a16="http://schemas.microsoft.com/office/drawing/2014/main" id="{9C51467B-3C8F-45B6-429A-AD77AC21CF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7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3</a:t>
            </a:r>
          </a:p>
        </p:txBody>
      </p:sp>
      <p:sp>
        <p:nvSpPr>
          <p:cNvPr id="8202" name="Rectangle 10">
            <a:extLst>
              <a:ext uri="{FF2B5EF4-FFF2-40B4-BE49-F238E27FC236}">
                <a16:creationId xmlns:a16="http://schemas.microsoft.com/office/drawing/2014/main" id="{879997D9-ADA6-B7A6-DD22-3A77713487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455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9</a:t>
            </a:r>
          </a:p>
        </p:txBody>
      </p:sp>
      <p:sp>
        <p:nvSpPr>
          <p:cNvPr id="8203" name="Rectangle 11">
            <a:extLst>
              <a:ext uri="{FF2B5EF4-FFF2-40B4-BE49-F238E27FC236}">
                <a16:creationId xmlns:a16="http://schemas.microsoft.com/office/drawing/2014/main" id="{C289800C-2A5C-FDB0-903A-4304B80FF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107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2</a:t>
            </a:r>
          </a:p>
        </p:txBody>
      </p:sp>
      <p:sp>
        <p:nvSpPr>
          <p:cNvPr id="8204" name="Rectangle 12">
            <a:extLst>
              <a:ext uri="{FF2B5EF4-FFF2-40B4-BE49-F238E27FC236}">
                <a16:creationId xmlns:a16="http://schemas.microsoft.com/office/drawing/2014/main" id="{B1DBBFAB-B12C-5D98-4D8D-1B494EAB68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395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L</a:t>
            </a:r>
          </a:p>
        </p:txBody>
      </p:sp>
      <p:sp>
        <p:nvSpPr>
          <p:cNvPr id="8205" name="Rectangle 13">
            <a:extLst>
              <a:ext uri="{FF2B5EF4-FFF2-40B4-BE49-F238E27FC236}">
                <a16:creationId xmlns:a16="http://schemas.microsoft.com/office/drawing/2014/main" id="{3B71E3CA-3AA9-C6DD-BEB7-B1F3E70C13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0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M</a:t>
            </a:r>
          </a:p>
        </p:txBody>
      </p:sp>
      <p:sp>
        <p:nvSpPr>
          <p:cNvPr id="8206" name="Rectangle 14">
            <a:extLst>
              <a:ext uri="{FF2B5EF4-FFF2-40B4-BE49-F238E27FC236}">
                <a16:creationId xmlns:a16="http://schemas.microsoft.com/office/drawing/2014/main" id="{16B2DA30-3EBF-0E01-2D30-839120B09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605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6</a:t>
            </a:r>
          </a:p>
        </p:txBody>
      </p:sp>
      <p:sp>
        <p:nvSpPr>
          <p:cNvPr id="8207" name="Rectangle 15">
            <a:extLst>
              <a:ext uri="{FF2B5EF4-FFF2-40B4-BE49-F238E27FC236}">
                <a16:creationId xmlns:a16="http://schemas.microsoft.com/office/drawing/2014/main" id="{3A3DE80C-2D61-715E-E207-B0F421B7DD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5892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2</a:t>
            </a:r>
          </a:p>
        </p:txBody>
      </p:sp>
      <p:sp>
        <p:nvSpPr>
          <p:cNvPr id="8208" name="Rectangle 16">
            <a:extLst>
              <a:ext uri="{FF2B5EF4-FFF2-40B4-BE49-F238E27FC236}">
                <a16:creationId xmlns:a16="http://schemas.microsoft.com/office/drawing/2014/main" id="{A2301AF7-02E8-EDC8-CBEA-A40E0FDE1A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497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H</a:t>
            </a:r>
          </a:p>
        </p:txBody>
      </p:sp>
      <p:sp>
        <p:nvSpPr>
          <p:cNvPr id="8209" name="Rectangle 17">
            <a:extLst>
              <a:ext uri="{FF2B5EF4-FFF2-40B4-BE49-F238E27FC236}">
                <a16:creationId xmlns:a16="http://schemas.microsoft.com/office/drawing/2014/main" id="{2DF2E1B5-41FC-69C4-CBCF-AE381A1D44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785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L</a:t>
            </a:r>
          </a:p>
        </p:txBody>
      </p:sp>
      <p:sp>
        <p:nvSpPr>
          <p:cNvPr id="8210" name="Rectangle 18">
            <a:extLst>
              <a:ext uri="{FF2B5EF4-FFF2-40B4-BE49-F238E27FC236}">
                <a16:creationId xmlns:a16="http://schemas.microsoft.com/office/drawing/2014/main" id="{36EFCF6E-E984-267D-1F95-11EFAEAFD1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9072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A</a:t>
            </a:r>
          </a:p>
        </p:txBody>
      </p:sp>
      <p:sp>
        <p:nvSpPr>
          <p:cNvPr id="8211" name="Rectangle 19">
            <a:extLst>
              <a:ext uri="{FF2B5EF4-FFF2-40B4-BE49-F238E27FC236}">
                <a16:creationId xmlns:a16="http://schemas.microsoft.com/office/drawing/2014/main" id="{E3DC3971-4F2D-DA7B-8137-42E99ABCAF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N</a:t>
            </a:r>
          </a:p>
        </p:txBody>
      </p:sp>
      <p:sp>
        <p:nvSpPr>
          <p:cNvPr id="8212" name="Rectangle 20">
            <a:extLst>
              <a:ext uri="{FF2B5EF4-FFF2-40B4-BE49-F238E27FC236}">
                <a16:creationId xmlns:a16="http://schemas.microsoft.com/office/drawing/2014/main" id="{AFC3F4B9-2AB5-D79C-D496-CECE2E2085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647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M</a:t>
            </a:r>
          </a:p>
        </p:txBody>
      </p:sp>
      <p:sp>
        <p:nvSpPr>
          <p:cNvPr id="8213" name="Rectangle 21">
            <a:extLst>
              <a:ext uri="{FF2B5EF4-FFF2-40B4-BE49-F238E27FC236}">
                <a16:creationId xmlns:a16="http://schemas.microsoft.com/office/drawing/2014/main" id="{5204E6CD-3A1C-8441-8233-54A19EAEA2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52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S</a:t>
            </a:r>
          </a:p>
        </p:txBody>
      </p:sp>
      <p:sp>
        <p:nvSpPr>
          <p:cNvPr id="8214" name="Rectangle 22">
            <a:extLst>
              <a:ext uri="{FF2B5EF4-FFF2-40B4-BE49-F238E27FC236}">
                <a16:creationId xmlns:a16="http://schemas.microsoft.com/office/drawing/2014/main" id="{75851EFF-2C83-580D-436E-4B24CCC99A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222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1</a:t>
            </a:r>
          </a:p>
        </p:txBody>
      </p:sp>
      <p:sp>
        <p:nvSpPr>
          <p:cNvPr id="8215" name="Rectangle 23">
            <a:extLst>
              <a:ext uri="{FF2B5EF4-FFF2-40B4-BE49-F238E27FC236}">
                <a16:creationId xmlns:a16="http://schemas.microsoft.com/office/drawing/2014/main" id="{1DCF3B4B-E7B2-A503-EE5E-5E74C6EE23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510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9</a:t>
            </a:r>
          </a:p>
        </p:txBody>
      </p:sp>
      <p:sp>
        <p:nvSpPr>
          <p:cNvPr id="8216" name="Rectangle 24">
            <a:extLst>
              <a:ext uri="{FF2B5EF4-FFF2-40B4-BE49-F238E27FC236}">
                <a16:creationId xmlns:a16="http://schemas.microsoft.com/office/drawing/2014/main" id="{784831B2-BA7D-80B3-8628-155CCEB58F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115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5</a:t>
            </a:r>
          </a:p>
        </p:txBody>
      </p:sp>
      <p:sp>
        <p:nvSpPr>
          <p:cNvPr id="8217" name="Rectangle 25">
            <a:extLst>
              <a:ext uri="{FF2B5EF4-FFF2-40B4-BE49-F238E27FC236}">
                <a16:creationId xmlns:a16="http://schemas.microsoft.com/office/drawing/2014/main" id="{3B5DF05A-A655-F7E2-F46C-6215182D25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9402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2</a:t>
            </a:r>
          </a:p>
        </p:txBody>
      </p:sp>
      <p:sp>
        <p:nvSpPr>
          <p:cNvPr id="8218" name="Rectangle 26">
            <a:extLst>
              <a:ext uri="{FF2B5EF4-FFF2-40B4-BE49-F238E27FC236}">
                <a16:creationId xmlns:a16="http://schemas.microsoft.com/office/drawing/2014/main" id="{099F4390-D69E-D0BF-699C-DF813F25AE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690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0</a:t>
            </a:r>
          </a:p>
        </p:txBody>
      </p:sp>
      <p:sp>
        <p:nvSpPr>
          <p:cNvPr id="8219" name="Rectangle 27">
            <a:extLst>
              <a:ext uri="{FF2B5EF4-FFF2-40B4-BE49-F238E27FC236}">
                <a16:creationId xmlns:a16="http://schemas.microsoft.com/office/drawing/2014/main" id="{0C75F892-1F2C-A553-0A07-0F9178B876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977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9</a:t>
            </a:r>
          </a:p>
        </p:txBody>
      </p:sp>
      <p:sp>
        <p:nvSpPr>
          <p:cNvPr id="8220" name="Rectangle 28">
            <a:extLst>
              <a:ext uri="{FF2B5EF4-FFF2-40B4-BE49-F238E27FC236}">
                <a16:creationId xmlns:a16="http://schemas.microsoft.com/office/drawing/2014/main" id="{55676406-4650-0331-C561-AFB206E147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265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1</a:t>
            </a:r>
          </a:p>
        </p:txBody>
      </p:sp>
      <p:sp>
        <p:nvSpPr>
          <p:cNvPr id="8221" name="Rectangle 29">
            <a:extLst>
              <a:ext uri="{FF2B5EF4-FFF2-40B4-BE49-F238E27FC236}">
                <a16:creationId xmlns:a16="http://schemas.microsoft.com/office/drawing/2014/main" id="{A16CF83A-EBA3-73E1-C7F1-90FABB22AB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6552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0</a:t>
            </a:r>
          </a:p>
        </p:txBody>
      </p:sp>
      <p:sp>
        <p:nvSpPr>
          <p:cNvPr id="8222" name="Rectangle 30">
            <a:extLst>
              <a:ext uri="{FF2B5EF4-FFF2-40B4-BE49-F238E27FC236}">
                <a16:creationId xmlns:a16="http://schemas.microsoft.com/office/drawing/2014/main" id="{BD9D7DAA-701E-FB6B-4546-4ECE3BF1A4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157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L</a:t>
            </a:r>
          </a:p>
        </p:txBody>
      </p:sp>
      <p:sp>
        <p:nvSpPr>
          <p:cNvPr id="8223" name="Rectangle 31">
            <a:extLst>
              <a:ext uri="{FF2B5EF4-FFF2-40B4-BE49-F238E27FC236}">
                <a16:creationId xmlns:a16="http://schemas.microsoft.com/office/drawing/2014/main" id="{C177DA20-56D0-3669-83D8-F9C5019473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445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M</a:t>
            </a:r>
          </a:p>
        </p:txBody>
      </p:sp>
      <p:sp>
        <p:nvSpPr>
          <p:cNvPr id="8224" name="Rectangle 32">
            <a:extLst>
              <a:ext uri="{FF2B5EF4-FFF2-40B4-BE49-F238E27FC236}">
                <a16:creationId xmlns:a16="http://schemas.microsoft.com/office/drawing/2014/main" id="{BC36FD19-8313-A4BD-A95D-377164D02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0500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5</a:t>
            </a:r>
          </a:p>
        </p:txBody>
      </p:sp>
      <p:sp>
        <p:nvSpPr>
          <p:cNvPr id="8225" name="Rectangle 33">
            <a:extLst>
              <a:ext uri="{FF2B5EF4-FFF2-40B4-BE49-F238E27FC236}">
                <a16:creationId xmlns:a16="http://schemas.microsoft.com/office/drawing/2014/main" id="{067C341D-50D3-00EC-31C3-DA1CFD880A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337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1</a:t>
            </a:r>
          </a:p>
        </p:txBody>
      </p:sp>
      <p:sp>
        <p:nvSpPr>
          <p:cNvPr id="8226" name="Rectangle 34">
            <a:extLst>
              <a:ext uri="{FF2B5EF4-FFF2-40B4-BE49-F238E27FC236}">
                <a16:creationId xmlns:a16="http://schemas.microsoft.com/office/drawing/2014/main" id="{EC57EAA5-CBC1-83DD-E45B-98A88C6DE0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425" y="927100"/>
            <a:ext cx="142875" cy="27622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9050" tIns="38100" rIns="19050" bIns="38100" anchor="ctr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103000"/>
              </a:lnSpc>
              <a:spcAft>
                <a:spcPct val="52000"/>
              </a:spcAft>
            </a:pPr>
            <a:r>
              <a:rPr lang="en-US" altLang="en-US" sz="1200" b="1">
                <a:solidFill>
                  <a:schemeClr val="bg2"/>
                </a:solidFill>
                <a:latin typeface="Courier New" panose="02070309020205020404" pitchFamily="49" charset="0"/>
              </a:rPr>
              <a:t>M</a:t>
            </a:r>
          </a:p>
        </p:txBody>
      </p:sp>
      <p:sp>
        <p:nvSpPr>
          <p:cNvPr id="8227" name="Rectangle 35">
            <a:extLst>
              <a:ext uri="{FF2B5EF4-FFF2-40B4-BE49-F238E27FC236}">
                <a16:creationId xmlns:a16="http://schemas.microsoft.com/office/drawing/2014/main" id="{A0D52342-FAAB-D928-0F35-E7D149E851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825" y="917575"/>
            <a:ext cx="4318000" cy="2921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28" name="Rectangle 36">
            <a:extLst>
              <a:ext uri="{FF2B5EF4-FFF2-40B4-BE49-F238E27FC236}">
                <a16:creationId xmlns:a16="http://schemas.microsoft.com/office/drawing/2014/main" id="{4E1DF682-0CC0-97D7-2B0B-79550751D2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1475" y="171450"/>
            <a:ext cx="771525" cy="136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38100" tIns="0" rIns="38100" bIns="0" anchor="ctr">
            <a:spAutoFit/>
          </a:bodyPr>
          <a:lstStyle/>
          <a:p>
            <a:pPr>
              <a:lnSpc>
                <a:spcPct val="75000"/>
              </a:lnSpc>
              <a:spcBef>
                <a:spcPct val="35000"/>
              </a:spcBef>
            </a:pP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InsertRec</a:t>
            </a:r>
          </a:p>
        </p:txBody>
      </p:sp>
      <p:sp>
        <p:nvSpPr>
          <p:cNvPr id="8229" name="Line 37">
            <a:extLst>
              <a:ext uri="{FF2B5EF4-FFF2-40B4-BE49-F238E27FC236}">
                <a16:creationId xmlns:a16="http://schemas.microsoft.com/office/drawing/2014/main" id="{89632C2C-B796-8025-E06D-947714A7D857}"/>
              </a:ext>
            </a:extLst>
          </p:cNvPr>
          <p:cNvSpPr>
            <a:spLocks noChangeShapeType="1"/>
          </p:cNvSpPr>
          <p:nvPr/>
        </p:nvSpPr>
        <p:spPr bwMode="auto">
          <a:xfrm>
            <a:off x="1114425" y="523875"/>
            <a:ext cx="0" cy="3937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30" name="Line 38">
            <a:extLst>
              <a:ext uri="{FF2B5EF4-FFF2-40B4-BE49-F238E27FC236}">
                <a16:creationId xmlns:a16="http://schemas.microsoft.com/office/drawing/2014/main" id="{D7D699DB-06EA-1DFF-EC77-BD1CC834C4E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23825" y="523875"/>
            <a:ext cx="190500" cy="3810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31" name="Line 39">
            <a:extLst>
              <a:ext uri="{FF2B5EF4-FFF2-40B4-BE49-F238E27FC236}">
                <a16:creationId xmlns:a16="http://schemas.microsoft.com/office/drawing/2014/main" id="{AF5D9770-B00C-84E8-6A01-50316B067BEF}"/>
              </a:ext>
            </a:extLst>
          </p:cNvPr>
          <p:cNvSpPr>
            <a:spLocks noChangeShapeType="1"/>
          </p:cNvSpPr>
          <p:nvPr/>
        </p:nvSpPr>
        <p:spPr bwMode="auto">
          <a:xfrm>
            <a:off x="2562225" y="523875"/>
            <a:ext cx="0" cy="3810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32" name="Line 40">
            <a:extLst>
              <a:ext uri="{FF2B5EF4-FFF2-40B4-BE49-F238E27FC236}">
                <a16:creationId xmlns:a16="http://schemas.microsoft.com/office/drawing/2014/main" id="{F47FAAE8-CCAC-0330-D29C-31F529AC2F1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86125" y="523875"/>
            <a:ext cx="419100" cy="3810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33" name="Line 41">
            <a:extLst>
              <a:ext uri="{FF2B5EF4-FFF2-40B4-BE49-F238E27FC236}">
                <a16:creationId xmlns:a16="http://schemas.microsoft.com/office/drawing/2014/main" id="{54159FC5-42EE-0B3F-2343-44ACB16BD4A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971925" y="523875"/>
            <a:ext cx="317500" cy="3810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34" name="Line 42">
            <a:extLst>
              <a:ext uri="{FF2B5EF4-FFF2-40B4-BE49-F238E27FC236}">
                <a16:creationId xmlns:a16="http://schemas.microsoft.com/office/drawing/2014/main" id="{79F51E05-1249-CEC6-C459-A4D2C39E93B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86125" y="320675"/>
            <a:ext cx="0" cy="2032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35" name="Line 43">
            <a:extLst>
              <a:ext uri="{FF2B5EF4-FFF2-40B4-BE49-F238E27FC236}">
                <a16:creationId xmlns:a16="http://schemas.microsoft.com/office/drawing/2014/main" id="{092258DA-9C98-1164-742A-424A1D02AFF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71925" y="320675"/>
            <a:ext cx="0" cy="2032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36" name="Line 44">
            <a:extLst>
              <a:ext uri="{FF2B5EF4-FFF2-40B4-BE49-F238E27FC236}">
                <a16:creationId xmlns:a16="http://schemas.microsoft.com/office/drawing/2014/main" id="{80B1B0DC-EFCC-B0A1-A257-36107A241EC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441825" y="384175"/>
            <a:ext cx="0" cy="52070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37" name="Line 45">
            <a:extLst>
              <a:ext uri="{FF2B5EF4-FFF2-40B4-BE49-F238E27FC236}">
                <a16:creationId xmlns:a16="http://schemas.microsoft.com/office/drawing/2014/main" id="{5F23D796-C2FB-E265-27F0-2FBBA9D81B2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562225" y="320675"/>
            <a:ext cx="0" cy="2032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38" name="Line 46">
            <a:extLst>
              <a:ext uri="{FF2B5EF4-FFF2-40B4-BE49-F238E27FC236}">
                <a16:creationId xmlns:a16="http://schemas.microsoft.com/office/drawing/2014/main" id="{FFD0F3FE-25D0-FAD9-0235-6CA563BEEBE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14425" y="320675"/>
            <a:ext cx="0" cy="2032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39" name="Rectangle 47">
            <a:extLst>
              <a:ext uri="{FF2B5EF4-FFF2-40B4-BE49-F238E27FC236}">
                <a16:creationId xmlns:a16="http://schemas.microsoft.com/office/drawing/2014/main" id="{BC78985E-D8BA-9700-71FE-4E05288340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1300" y="1703388"/>
            <a:ext cx="736600" cy="136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75000"/>
              </a:lnSpc>
              <a:spcBef>
                <a:spcPct val="35000"/>
              </a:spcBef>
            </a:pPr>
            <a:r>
              <a:rPr lang="en-US" altLang="en-US" sz="12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DeleteRec</a:t>
            </a:r>
          </a:p>
        </p:txBody>
      </p:sp>
      <p:sp>
        <p:nvSpPr>
          <p:cNvPr id="8240" name="Rectangle 48">
            <a:extLst>
              <a:ext uri="{FF2B5EF4-FFF2-40B4-BE49-F238E27FC236}">
                <a16:creationId xmlns:a16="http://schemas.microsoft.com/office/drawing/2014/main" id="{0E94E9FF-A36D-C877-7DF2-6209400B05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825" y="2105025"/>
            <a:ext cx="2105025" cy="200025"/>
          </a:xfrm>
          <a:prstGeom prst="rect">
            <a:avLst/>
          </a:prstGeom>
          <a:noFill/>
          <a:ln w="12700">
            <a:solidFill>
              <a:srgbClr val="00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36513" rIns="0" bIns="36513" anchor="ctr">
            <a:spAutoFit/>
          </a:bodyPr>
          <a:lstStyle/>
          <a:p>
            <a:pPr>
              <a:lnSpc>
                <a:spcPct val="75000"/>
              </a:lnSpc>
              <a:spcBef>
                <a:spcPct val="35000"/>
              </a:spcBef>
            </a:pPr>
            <a:r>
              <a:rPr lang="en-US" altLang="en-US" sz="1000">
                <a:solidFill>
                  <a:schemeClr val="tx1"/>
                </a:solidFill>
              </a:rPr>
              <a:t>         StudentId           NewCourseCode   </a:t>
            </a:r>
          </a:p>
        </p:txBody>
      </p:sp>
      <p:sp>
        <p:nvSpPr>
          <p:cNvPr id="8241" name="Line 49">
            <a:extLst>
              <a:ext uri="{FF2B5EF4-FFF2-40B4-BE49-F238E27FC236}">
                <a16:creationId xmlns:a16="http://schemas.microsoft.com/office/drawing/2014/main" id="{874A0F59-6F1E-EAA8-68FF-623A982983E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84250" y="1228725"/>
            <a:ext cx="130175" cy="225425"/>
          </a:xfrm>
          <a:prstGeom prst="line">
            <a:avLst/>
          </a:prstGeom>
          <a:noFill/>
          <a:ln w="12700">
            <a:solidFill>
              <a:srgbClr val="CC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42" name="Line 50">
            <a:extLst>
              <a:ext uri="{FF2B5EF4-FFF2-40B4-BE49-F238E27FC236}">
                <a16:creationId xmlns:a16="http://schemas.microsoft.com/office/drawing/2014/main" id="{90795AFB-50DD-C249-18CA-F1F56408BD9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17475" y="1222375"/>
            <a:ext cx="111125" cy="225425"/>
          </a:xfrm>
          <a:prstGeom prst="line">
            <a:avLst/>
          </a:prstGeom>
          <a:noFill/>
          <a:ln w="12700">
            <a:solidFill>
              <a:srgbClr val="CC00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43" name="Line 51">
            <a:extLst>
              <a:ext uri="{FF2B5EF4-FFF2-40B4-BE49-F238E27FC236}">
                <a16:creationId xmlns:a16="http://schemas.microsoft.com/office/drawing/2014/main" id="{621EB818-7857-59EB-DAAB-B6C4E4DBB7B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14300" y="1212850"/>
            <a:ext cx="3175" cy="895350"/>
          </a:xfrm>
          <a:prstGeom prst="line">
            <a:avLst/>
          </a:prstGeom>
          <a:noFill/>
          <a:ln w="12700">
            <a:solidFill>
              <a:srgbClr val="0099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44" name="Line 52">
            <a:extLst>
              <a:ext uri="{FF2B5EF4-FFF2-40B4-BE49-F238E27FC236}">
                <a16:creationId xmlns:a16="http://schemas.microsoft.com/office/drawing/2014/main" id="{B939D5BE-531E-9A0D-1AD3-1B4098308F19}"/>
              </a:ext>
            </a:extLst>
          </p:cNvPr>
          <p:cNvSpPr>
            <a:spLocks noChangeShapeType="1"/>
          </p:cNvSpPr>
          <p:nvPr/>
        </p:nvSpPr>
        <p:spPr bwMode="auto">
          <a:xfrm>
            <a:off x="1114425" y="1203325"/>
            <a:ext cx="3175" cy="904875"/>
          </a:xfrm>
          <a:prstGeom prst="line">
            <a:avLst/>
          </a:prstGeom>
          <a:noFill/>
          <a:ln w="12700">
            <a:solidFill>
              <a:srgbClr val="0099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45" name="Line 53">
            <a:extLst>
              <a:ext uri="{FF2B5EF4-FFF2-40B4-BE49-F238E27FC236}">
                <a16:creationId xmlns:a16="http://schemas.microsoft.com/office/drawing/2014/main" id="{DAF66028-C0C4-221C-B11C-87E3CD5C8027}"/>
              </a:ext>
            </a:extLst>
          </p:cNvPr>
          <p:cNvSpPr>
            <a:spLocks noChangeShapeType="1"/>
          </p:cNvSpPr>
          <p:nvPr/>
        </p:nvSpPr>
        <p:spPr bwMode="auto">
          <a:xfrm>
            <a:off x="1123950" y="2098675"/>
            <a:ext cx="0" cy="200025"/>
          </a:xfrm>
          <a:prstGeom prst="line">
            <a:avLst/>
          </a:prstGeom>
          <a:noFill/>
          <a:ln w="12700">
            <a:solidFill>
              <a:srgbClr val="009900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46" name="Line 54">
            <a:extLst>
              <a:ext uri="{FF2B5EF4-FFF2-40B4-BE49-F238E27FC236}">
                <a16:creationId xmlns:a16="http://schemas.microsoft.com/office/drawing/2014/main" id="{E23F2CDA-D1CF-2E3A-25AA-CA465C5DB981}"/>
              </a:ext>
            </a:extLst>
          </p:cNvPr>
          <p:cNvSpPr>
            <a:spLocks noChangeShapeType="1"/>
          </p:cNvSpPr>
          <p:nvPr/>
        </p:nvSpPr>
        <p:spPr bwMode="auto">
          <a:xfrm>
            <a:off x="1695450" y="1222375"/>
            <a:ext cx="539750" cy="885825"/>
          </a:xfrm>
          <a:prstGeom prst="line">
            <a:avLst/>
          </a:prstGeom>
          <a:noFill/>
          <a:ln w="12700">
            <a:solidFill>
              <a:srgbClr val="009900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47" name="Rectangle 55">
            <a:extLst>
              <a:ext uri="{FF2B5EF4-FFF2-40B4-BE49-F238E27FC236}">
                <a16:creationId xmlns:a16="http://schemas.microsoft.com/office/drawing/2014/main" id="{6815B26B-DD1B-A0F5-3183-56BDE62FDB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19350" y="1639888"/>
            <a:ext cx="2116138" cy="1974850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46038" tIns="46038" rIns="46038" bIns="46038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tx1"/>
                </a:solidFill>
                <a:latin typeface="Courier New" panose="02070309020205020404" pitchFamily="49" charset="0"/>
              </a:rPr>
              <a:t>FD TransFile.</a:t>
            </a:r>
            <a:endParaRPr lang="en-US" altLang="en-US" sz="800">
              <a:solidFill>
                <a:schemeClr val="accent2"/>
              </a:solidFill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01 InsertRec.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StudentId         PIC 9(7).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StudentName.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Surname        PIC X(8).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Initials       PIC XX.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DateOfBirth.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YOBirth        PIC 9(4).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MOBirth        PIC 99.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   03 DOBirth        PIC 99.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CourseCode        PIC X(4).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chemeClr val="accent2"/>
                </a:solidFill>
                <a:latin typeface="Courier New" panose="02070309020205020404" pitchFamily="49" charset="0"/>
              </a:rPr>
              <a:t>   02 Gender            PIC X.</a:t>
            </a:r>
          </a:p>
          <a:p>
            <a:pPr>
              <a:lnSpc>
                <a:spcPct val="80000"/>
              </a:lnSpc>
            </a:pPr>
            <a:endParaRPr lang="en-US" altLang="en-US" sz="80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rgbClr val="CC0000"/>
                </a:solidFill>
                <a:latin typeface="Courier New" panose="02070309020205020404" pitchFamily="49" charset="0"/>
              </a:rPr>
              <a:t>01 DeleteRec.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rgbClr val="CC0000"/>
                </a:solidFill>
                <a:latin typeface="Courier New" panose="02070309020205020404" pitchFamily="49" charset="0"/>
              </a:rPr>
              <a:t>   02 StudentId         PIC 9(7).</a:t>
            </a:r>
          </a:p>
          <a:p>
            <a:pPr>
              <a:lnSpc>
                <a:spcPct val="80000"/>
              </a:lnSpc>
            </a:pPr>
            <a:endParaRPr lang="en-US" altLang="en-US" sz="800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rgbClr val="006600"/>
                </a:solidFill>
                <a:latin typeface="Courier New" panose="02070309020205020404" pitchFamily="49" charset="0"/>
              </a:rPr>
              <a:t>01 UpdateRec.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rgbClr val="006600"/>
                </a:solidFill>
                <a:latin typeface="Courier New" panose="02070309020205020404" pitchFamily="49" charset="0"/>
              </a:rPr>
              <a:t>   02 StudentId         PIC 9(7).</a:t>
            </a:r>
          </a:p>
          <a:p>
            <a:pPr>
              <a:lnSpc>
                <a:spcPct val="80000"/>
              </a:lnSpc>
            </a:pPr>
            <a:r>
              <a:rPr lang="en-US" altLang="en-US" sz="800">
                <a:solidFill>
                  <a:srgbClr val="006600"/>
                </a:solidFill>
                <a:latin typeface="Courier New" panose="02070309020205020404" pitchFamily="49" charset="0"/>
              </a:rPr>
              <a:t>   02 NewCourseCode     PIC X(4).</a:t>
            </a:r>
          </a:p>
        </p:txBody>
      </p:sp>
      <p:sp>
        <p:nvSpPr>
          <p:cNvPr id="8248" name="AutoShape 56">
            <a:extLst>
              <a:ext uri="{FF2B5EF4-FFF2-40B4-BE49-F238E27FC236}">
                <a16:creationId xmlns:a16="http://schemas.microsoft.com/office/drawing/2014/main" id="{BE9F86E0-D0D5-1BD9-10B2-2C1621FA0B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75" y="2568575"/>
            <a:ext cx="2208213" cy="699823"/>
          </a:xfrm>
          <a:prstGeom prst="wedgeRoundRectCallout">
            <a:avLst>
              <a:gd name="adj1" fmla="val -4167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</a:rPr>
              <a:t>When a record smaller than the size of the largest record is read into the buffer, any data that is not explicitly overwritten is left intact.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rgbClr val="009900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rgbClr val="009900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3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4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5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6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E:\MSOffice\Templates\Blank Presentation.pot</Template>
  <TotalTime>3914</TotalTime>
  <Words>817</Words>
  <Application>Microsoft Office PowerPoint</Application>
  <PresentationFormat>Custom</PresentationFormat>
  <Paragraphs>268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Times New Roman</vt:lpstr>
      <vt:lpstr>Courier New</vt:lpstr>
      <vt:lpstr>TIMES</vt:lpstr>
      <vt:lpstr>Blank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Coughlan</dc:creator>
  <cp:lastModifiedBy>Sean McBride</cp:lastModifiedBy>
  <cp:revision>50</cp:revision>
  <dcterms:created xsi:type="dcterms:W3CDTF">1995-06-17T23:31:02Z</dcterms:created>
  <dcterms:modified xsi:type="dcterms:W3CDTF">2026-05-13T01:07:02Z</dcterms:modified>
</cp:coreProperties>
</file>