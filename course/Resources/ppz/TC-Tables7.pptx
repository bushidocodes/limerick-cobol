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handoutMasterIdLst>
    <p:handoutMasterId r:id="rId11"/>
  </p:handoutMasterIdLst>
  <p:sldIdLst>
    <p:sldId id="256" r:id="rId2"/>
    <p:sldId id="268" r:id="rId3"/>
    <p:sldId id="264" r:id="rId4"/>
    <p:sldId id="265" r:id="rId5"/>
    <p:sldId id="266" r:id="rId6"/>
    <p:sldId id="267" r:id="rId7"/>
    <p:sldId id="262" r:id="rId8"/>
    <p:sldId id="263" r:id="rId9"/>
  </p:sldIdLst>
  <p:sldSz cx="4762500" cy="3048000"/>
  <p:notesSz cx="6858000" cy="9144000"/>
  <p:defaultTex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mn-ea"/>
        <a:cs typeface="+mn-cs"/>
      </a:defRPr>
    </a:lvl5pPr>
    <a:lvl6pPr marL="2286000" algn="l" defTabSz="914400" rtl="0" eaLnBrk="1" latinLnBrk="0" hangingPunct="1">
      <a:defRPr sz="1000" kern="1200">
        <a:solidFill>
          <a:schemeClr val="tx1"/>
        </a:solidFill>
        <a:latin typeface="Times New Roman" panose="02020603050405020304" pitchFamily="18" charset="0"/>
        <a:ea typeface="+mn-ea"/>
        <a:cs typeface="+mn-cs"/>
      </a:defRPr>
    </a:lvl6pPr>
    <a:lvl7pPr marL="2743200" algn="l" defTabSz="914400" rtl="0" eaLnBrk="1" latinLnBrk="0" hangingPunct="1">
      <a:defRPr sz="1000" kern="1200">
        <a:solidFill>
          <a:schemeClr val="tx1"/>
        </a:solidFill>
        <a:latin typeface="Times New Roman" panose="02020603050405020304" pitchFamily="18" charset="0"/>
        <a:ea typeface="+mn-ea"/>
        <a:cs typeface="+mn-cs"/>
      </a:defRPr>
    </a:lvl7pPr>
    <a:lvl8pPr marL="3200400" algn="l" defTabSz="914400" rtl="0" eaLnBrk="1" latinLnBrk="0" hangingPunct="1">
      <a:defRPr sz="1000" kern="1200">
        <a:solidFill>
          <a:schemeClr val="tx1"/>
        </a:solidFill>
        <a:latin typeface="Times New Roman" panose="02020603050405020304" pitchFamily="18" charset="0"/>
        <a:ea typeface="+mn-ea"/>
        <a:cs typeface="+mn-cs"/>
      </a:defRPr>
    </a:lvl8pPr>
    <a:lvl9pPr marL="3657600" algn="l" defTabSz="914400" rtl="0" eaLnBrk="1" latinLnBrk="0" hangingPunct="1">
      <a:defRPr sz="10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960">
          <p15:clr>
            <a:srgbClr val="A4A3A4"/>
          </p15:clr>
        </p15:guide>
        <p15:guide id="2" pos="1500">
          <p15:clr>
            <a:srgbClr val="A4A3A4"/>
          </p15:clr>
        </p15:guide>
      </p15:sldGuideLst>
    </p:ext>
    <p:ext uri="{2D200454-40CA-4A62-9FC3-DE9A4176ACB9}">
      <p15:notesGuideLst xmlns:p15="http://schemas.microsoft.com/office/powerpoint/2012/main">
        <p15:guide id="1" orient="horz" pos="960">
          <p15:clr>
            <a:srgbClr val="A4A3A4"/>
          </p15:clr>
        </p15:guide>
        <p15:guide id="2" pos="150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00CC"/>
    <a:srgbClr val="009900"/>
    <a:srgbClr val="006633"/>
    <a:srgbClr val="00CC00"/>
    <a:srgbClr val="CC0000"/>
    <a:srgbClr val="5F5F5F"/>
    <a:srgbClr val="FFFFCC"/>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247" d="100"/>
          <a:sy n="247" d="100"/>
        </p:scale>
        <p:origin x="198" y="468"/>
      </p:cViewPr>
      <p:guideLst>
        <p:guide orient="horz" pos="960"/>
        <p:guide pos="1500"/>
      </p:guideLst>
    </p:cSldViewPr>
  </p:slideViewPr>
  <p:notesTextViewPr>
    <p:cViewPr>
      <p:scale>
        <a:sx n="100" d="100"/>
        <a:sy n="100" d="100"/>
      </p:scale>
      <p:origin x="0" y="0"/>
    </p:cViewPr>
  </p:notesTextViewPr>
  <p:notesViewPr>
    <p:cSldViewPr>
      <p:cViewPr varScale="1">
        <p:scale>
          <a:sx n="70" d="100"/>
          <a:sy n="70" d="100"/>
        </p:scale>
        <p:origin x="-1704" y="-78"/>
      </p:cViewPr>
      <p:guideLst>
        <p:guide orient="horz" pos="960"/>
        <p:guide pos="150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6102160B-8409-72AA-E00E-3E631B596942}"/>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defRPr i="1"/>
            </a:lvl1pPr>
          </a:lstStyle>
          <a:p>
            <a:endParaRPr lang="en-US" altLang="en-US"/>
          </a:p>
        </p:txBody>
      </p:sp>
      <p:sp>
        <p:nvSpPr>
          <p:cNvPr id="2051" name="Rectangle 3">
            <a:extLst>
              <a:ext uri="{FF2B5EF4-FFF2-40B4-BE49-F238E27FC236}">
                <a16:creationId xmlns:a16="http://schemas.microsoft.com/office/drawing/2014/main" id="{CDD45451-C3C9-35B2-CAEC-982DFF9390D3}"/>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lgn="r">
              <a:defRPr i="1"/>
            </a:lvl1pPr>
          </a:lstStyle>
          <a:p>
            <a:endParaRPr lang="en-US" altLang="en-US"/>
          </a:p>
        </p:txBody>
      </p:sp>
      <p:sp>
        <p:nvSpPr>
          <p:cNvPr id="2052" name="Rectangle 4">
            <a:extLst>
              <a:ext uri="{FF2B5EF4-FFF2-40B4-BE49-F238E27FC236}">
                <a16:creationId xmlns:a16="http://schemas.microsoft.com/office/drawing/2014/main" id="{1BB46263-BDE4-CEA1-136E-1ADA725BD180}"/>
              </a:ext>
            </a:extLst>
          </p:cNvPr>
          <p:cNvSpPr>
            <a:spLocks noRot="1" noChangeArrowheads="1" noTextEdit="1"/>
          </p:cNvSpPr>
          <p:nvPr>
            <p:ph type="sldImg" idx="2"/>
          </p:nvPr>
        </p:nvSpPr>
        <p:spPr bwMode="auto">
          <a:xfrm>
            <a:off x="757238" y="692150"/>
            <a:ext cx="5343525" cy="3416300"/>
          </a:xfrm>
          <a:prstGeom prst="rect">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053" name="Rectangle 5">
            <a:extLst>
              <a:ext uri="{FF2B5EF4-FFF2-40B4-BE49-F238E27FC236}">
                <a16:creationId xmlns:a16="http://schemas.microsoft.com/office/drawing/2014/main" id="{A3AB3086-FBAC-DCF9-12FA-986BF404B679}"/>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2054" name="Rectangle 6">
            <a:extLst>
              <a:ext uri="{FF2B5EF4-FFF2-40B4-BE49-F238E27FC236}">
                <a16:creationId xmlns:a16="http://schemas.microsoft.com/office/drawing/2014/main" id="{9AB11E04-2035-37B0-76B0-5E3F48650B44}"/>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defRPr i="1"/>
            </a:lvl1pPr>
          </a:lstStyle>
          <a:p>
            <a:endParaRPr lang="en-US" altLang="en-US"/>
          </a:p>
        </p:txBody>
      </p:sp>
      <p:sp>
        <p:nvSpPr>
          <p:cNvPr id="2055" name="Rectangle 7">
            <a:extLst>
              <a:ext uri="{FF2B5EF4-FFF2-40B4-BE49-F238E27FC236}">
                <a16:creationId xmlns:a16="http://schemas.microsoft.com/office/drawing/2014/main" id="{8D5F905E-2049-8AA4-6FCA-5727D3DC30D9}"/>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lgn="r">
              <a:defRPr i="1"/>
            </a:lvl1pPr>
          </a:lstStyle>
          <a:p>
            <a:fld id="{953F9D7A-A936-4A20-9FD6-A1C30596B0C7}"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4AF1C-0190-E0A6-52C1-94A3A9F4727A}"/>
              </a:ext>
            </a:extLst>
          </p:cNvPr>
          <p:cNvSpPr>
            <a:spLocks noGrp="1"/>
          </p:cNvSpPr>
          <p:nvPr>
            <p:ph type="ctrTitle"/>
          </p:nvPr>
        </p:nvSpPr>
        <p:spPr>
          <a:xfrm>
            <a:off x="595313" y="498475"/>
            <a:ext cx="3571875" cy="1062038"/>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FF6D5C1-2A28-1BA6-0F00-F07FC60BF79B}"/>
              </a:ext>
            </a:extLst>
          </p:cNvPr>
          <p:cNvSpPr>
            <a:spLocks noGrp="1"/>
          </p:cNvSpPr>
          <p:nvPr>
            <p:ph type="subTitle" idx="1"/>
          </p:nvPr>
        </p:nvSpPr>
        <p:spPr>
          <a:xfrm>
            <a:off x="595313" y="1600200"/>
            <a:ext cx="3571875" cy="736600"/>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023134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40510-4A77-0D76-0127-D2BC22559B4A}"/>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980994C-ED27-AE28-07F4-05AC29613E86}"/>
              </a:ext>
            </a:extLst>
          </p:cNvPr>
          <p:cNvSpPr>
            <a:spLocks noGrp="1"/>
          </p:cNvSpPr>
          <p:nvPr>
            <p:ph idx="1"/>
          </p:nvPr>
        </p:nvSpPr>
        <p:spPr>
          <a:xfrm>
            <a:off x="327025" y="811213"/>
            <a:ext cx="4108450"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5185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EE8AF-A17C-B99E-661A-A4788FA0D847}"/>
              </a:ext>
            </a:extLst>
          </p:cNvPr>
          <p:cNvSpPr>
            <a:spLocks noGrp="1"/>
          </p:cNvSpPr>
          <p:nvPr>
            <p:ph type="title"/>
          </p:nvPr>
        </p:nvSpPr>
        <p:spPr>
          <a:xfrm>
            <a:off x="325438" y="760413"/>
            <a:ext cx="4106862" cy="1266825"/>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902F07-6B52-5D0A-460C-D8549AC7A53A}"/>
              </a:ext>
            </a:extLst>
          </p:cNvPr>
          <p:cNvSpPr>
            <a:spLocks noGrp="1"/>
          </p:cNvSpPr>
          <p:nvPr>
            <p:ph type="body" idx="1"/>
          </p:nvPr>
        </p:nvSpPr>
        <p:spPr>
          <a:xfrm>
            <a:off x="325438" y="2039938"/>
            <a:ext cx="4106862" cy="666750"/>
          </a:xfrm>
          <a:prstGeom prst="rect">
            <a:avLst/>
          </a:prstGeo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Tree>
    <p:extLst>
      <p:ext uri="{BB962C8B-B14F-4D97-AF65-F5344CB8AC3E}">
        <p14:creationId xmlns:p14="http://schemas.microsoft.com/office/powerpoint/2010/main" val="41681068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8C9FC-D5E1-9F20-2BED-D05D034D5CC3}"/>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6E0F0C2-DD4B-9B77-C6F5-00577D3CCFEB}"/>
              </a:ext>
            </a:extLst>
          </p:cNvPr>
          <p:cNvSpPr>
            <a:spLocks noGrp="1"/>
          </p:cNvSpPr>
          <p:nvPr>
            <p:ph sz="half" idx="1"/>
          </p:nvPr>
        </p:nvSpPr>
        <p:spPr>
          <a:xfrm>
            <a:off x="327025" y="811213"/>
            <a:ext cx="1978025"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598CA9-328B-F352-EF96-3E23AA3A0022}"/>
              </a:ext>
            </a:extLst>
          </p:cNvPr>
          <p:cNvSpPr>
            <a:spLocks noGrp="1"/>
          </p:cNvSpPr>
          <p:nvPr>
            <p:ph sz="half" idx="2"/>
          </p:nvPr>
        </p:nvSpPr>
        <p:spPr>
          <a:xfrm>
            <a:off x="2457450" y="811213"/>
            <a:ext cx="1978025"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55837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CF551-81CB-A9F6-0FEC-83BD20AD3B8B}"/>
              </a:ext>
            </a:extLst>
          </p:cNvPr>
          <p:cNvSpPr>
            <a:spLocks noGrp="1"/>
          </p:cNvSpPr>
          <p:nvPr>
            <p:ph type="title"/>
          </p:nvPr>
        </p:nvSpPr>
        <p:spPr>
          <a:xfrm>
            <a:off x="328613" y="161925"/>
            <a:ext cx="4106862" cy="5889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C71CDE10-27BD-17E2-6DD0-C2922525C77C}"/>
              </a:ext>
            </a:extLst>
          </p:cNvPr>
          <p:cNvSpPr>
            <a:spLocks noGrp="1"/>
          </p:cNvSpPr>
          <p:nvPr>
            <p:ph type="body" idx="1"/>
          </p:nvPr>
        </p:nvSpPr>
        <p:spPr>
          <a:xfrm>
            <a:off x="328613" y="747713"/>
            <a:ext cx="2014537" cy="365125"/>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878B42-1F4A-708D-DF3F-D9A72C34A1FD}"/>
              </a:ext>
            </a:extLst>
          </p:cNvPr>
          <p:cNvSpPr>
            <a:spLocks noGrp="1"/>
          </p:cNvSpPr>
          <p:nvPr>
            <p:ph sz="half" idx="2"/>
          </p:nvPr>
        </p:nvSpPr>
        <p:spPr>
          <a:xfrm>
            <a:off x="328613" y="1112838"/>
            <a:ext cx="2014537" cy="16383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F2F400-E892-04B2-C38B-A86B599E0BE4}"/>
              </a:ext>
            </a:extLst>
          </p:cNvPr>
          <p:cNvSpPr>
            <a:spLocks noGrp="1"/>
          </p:cNvSpPr>
          <p:nvPr>
            <p:ph type="body" sz="quarter" idx="3"/>
          </p:nvPr>
        </p:nvSpPr>
        <p:spPr>
          <a:xfrm>
            <a:off x="2411413" y="747713"/>
            <a:ext cx="2024062" cy="365125"/>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DD0135B-7423-80AA-246E-CF0D77B1DC57}"/>
              </a:ext>
            </a:extLst>
          </p:cNvPr>
          <p:cNvSpPr>
            <a:spLocks noGrp="1"/>
          </p:cNvSpPr>
          <p:nvPr>
            <p:ph sz="quarter" idx="4"/>
          </p:nvPr>
        </p:nvSpPr>
        <p:spPr>
          <a:xfrm>
            <a:off x="2411413" y="1112838"/>
            <a:ext cx="2024062" cy="16383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3349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3A677D-E07A-E4BF-BCBC-F10726544C7D}"/>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34324681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4234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ABEF5-FD66-5D9F-4CCB-B6C0DE3CEF99}"/>
              </a:ext>
            </a:extLst>
          </p:cNvPr>
          <p:cNvSpPr>
            <a:spLocks noGrp="1"/>
          </p:cNvSpPr>
          <p:nvPr>
            <p:ph type="title"/>
          </p:nvPr>
        </p:nvSpPr>
        <p:spPr>
          <a:xfrm>
            <a:off x="328613" y="203200"/>
            <a:ext cx="1535112" cy="711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820CEE-2C91-93B1-3628-BFF6DD3BBB7A}"/>
              </a:ext>
            </a:extLst>
          </p:cNvPr>
          <p:cNvSpPr>
            <a:spLocks noGrp="1"/>
          </p:cNvSpPr>
          <p:nvPr>
            <p:ph idx="1"/>
          </p:nvPr>
        </p:nvSpPr>
        <p:spPr>
          <a:xfrm>
            <a:off x="2024063" y="438150"/>
            <a:ext cx="2411412" cy="2166938"/>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2625262-45B1-51FD-5769-8631A1D81619}"/>
              </a:ext>
            </a:extLst>
          </p:cNvPr>
          <p:cNvSpPr>
            <a:spLocks noGrp="1"/>
          </p:cNvSpPr>
          <p:nvPr>
            <p:ph type="body" sz="half" idx="2"/>
          </p:nvPr>
        </p:nvSpPr>
        <p:spPr>
          <a:xfrm>
            <a:off x="328613" y="914400"/>
            <a:ext cx="1535112" cy="1693863"/>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54736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12498-AAAC-1582-1268-3C72766CD182}"/>
              </a:ext>
            </a:extLst>
          </p:cNvPr>
          <p:cNvSpPr>
            <a:spLocks noGrp="1"/>
          </p:cNvSpPr>
          <p:nvPr>
            <p:ph type="title"/>
          </p:nvPr>
        </p:nvSpPr>
        <p:spPr>
          <a:xfrm>
            <a:off x="328613" y="203200"/>
            <a:ext cx="1535112" cy="711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3904AEF-F9B6-B1EF-A442-79D96B044072}"/>
              </a:ext>
            </a:extLst>
          </p:cNvPr>
          <p:cNvSpPr>
            <a:spLocks noGrp="1"/>
          </p:cNvSpPr>
          <p:nvPr>
            <p:ph type="pic" idx="1"/>
          </p:nvPr>
        </p:nvSpPr>
        <p:spPr>
          <a:xfrm>
            <a:off x="2024063" y="438150"/>
            <a:ext cx="2411412" cy="2166938"/>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F88BAD-E411-74A0-EC43-B51CD19EE87C}"/>
              </a:ext>
            </a:extLst>
          </p:cNvPr>
          <p:cNvSpPr>
            <a:spLocks noGrp="1"/>
          </p:cNvSpPr>
          <p:nvPr>
            <p:ph type="body" sz="half" idx="2"/>
          </p:nvPr>
        </p:nvSpPr>
        <p:spPr>
          <a:xfrm>
            <a:off x="328613" y="914400"/>
            <a:ext cx="1535112" cy="1693863"/>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72453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960FE-E003-2845-31F9-27056DC897E4}"/>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8412AB1-FBE3-29BF-57C9-011B926016FD}"/>
              </a:ext>
            </a:extLst>
          </p:cNvPr>
          <p:cNvSpPr>
            <a:spLocks noGrp="1"/>
          </p:cNvSpPr>
          <p:nvPr>
            <p:ph type="body" orient="vert" idx="1"/>
          </p:nvPr>
        </p:nvSpPr>
        <p:spPr>
          <a:xfrm>
            <a:off x="327025" y="811213"/>
            <a:ext cx="4108450" cy="193357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51669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9E0117-E20B-E49D-872B-A804C5F4276E}"/>
              </a:ext>
            </a:extLst>
          </p:cNvPr>
          <p:cNvSpPr>
            <a:spLocks noGrp="1"/>
          </p:cNvSpPr>
          <p:nvPr>
            <p:ph type="title" orient="vert"/>
          </p:nvPr>
        </p:nvSpPr>
        <p:spPr>
          <a:xfrm>
            <a:off x="3408363" y="161925"/>
            <a:ext cx="1027112" cy="2582863"/>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6779A1E-05C2-34EF-37C7-F3072559D4BD}"/>
              </a:ext>
            </a:extLst>
          </p:cNvPr>
          <p:cNvSpPr>
            <a:spLocks noGrp="1"/>
          </p:cNvSpPr>
          <p:nvPr>
            <p:ph type="body" orient="vert" idx="1"/>
          </p:nvPr>
        </p:nvSpPr>
        <p:spPr>
          <a:xfrm>
            <a:off x="327025" y="161925"/>
            <a:ext cx="2928938" cy="2582863"/>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26592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4CCC383B-0AEA-4926-830B-3229966B4981}"/>
              </a:ext>
            </a:extLst>
          </p:cNvPr>
          <p:cNvSpPr>
            <a:spLocks noChangeArrowheads="1"/>
          </p:cNvSpPr>
          <p:nvPr/>
        </p:nvSpPr>
        <p:spPr bwMode="auto">
          <a:xfrm>
            <a:off x="15875" y="15875"/>
            <a:ext cx="4733925" cy="3019425"/>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CDE04802-B580-3050-3D07-5A3C18675756}"/>
              </a:ext>
            </a:extLst>
          </p:cNvPr>
          <p:cNvSpPr>
            <a:spLocks noChangeArrowheads="1"/>
          </p:cNvSpPr>
          <p:nvPr/>
        </p:nvSpPr>
        <p:spPr bwMode="auto">
          <a:xfrm>
            <a:off x="171450" y="579438"/>
            <a:ext cx="4389438" cy="422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90000"/>
              </a:lnSpc>
              <a:spcBef>
                <a:spcPct val="85000"/>
              </a:spcBef>
            </a:pPr>
            <a:r>
              <a:rPr lang="en-US" altLang="en-US" sz="1200" b="1">
                <a:solidFill>
                  <a:srgbClr val="CC0000"/>
                </a:solidFill>
                <a:latin typeface="Courier New" panose="02070309020205020404" pitchFamily="49" charset="0"/>
              </a:rPr>
              <a:t>01 TextValue    PIC X(7).</a:t>
            </a:r>
            <a:br>
              <a:rPr lang="en-US" altLang="en-US" sz="1200" b="1">
                <a:latin typeface="Courier New" panose="02070309020205020404" pitchFamily="49" charset="0"/>
              </a:rPr>
            </a:br>
            <a:r>
              <a:rPr lang="en-US" altLang="en-US" sz="1200" b="1">
                <a:latin typeface="Courier New" panose="02070309020205020404" pitchFamily="49" charset="0"/>
              </a:rPr>
              <a:t>01 NumericValue REDEFINES TextValue PIC 9(5)V99.</a:t>
            </a:r>
          </a:p>
        </p:txBody>
      </p:sp>
      <p:sp>
        <p:nvSpPr>
          <p:cNvPr id="3075" name="Rectangle 3">
            <a:extLst>
              <a:ext uri="{FF2B5EF4-FFF2-40B4-BE49-F238E27FC236}">
                <a16:creationId xmlns:a16="http://schemas.microsoft.com/office/drawing/2014/main" id="{3FB3DE73-541D-55C6-B660-C54301D1376E}"/>
              </a:ext>
            </a:extLst>
          </p:cNvPr>
          <p:cNvSpPr>
            <a:spLocks noChangeArrowheads="1"/>
          </p:cNvSpPr>
          <p:nvPr/>
        </p:nvSpPr>
        <p:spPr bwMode="auto">
          <a:xfrm>
            <a:off x="184150" y="165100"/>
            <a:ext cx="1960563" cy="392113"/>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6200" tIns="46038" rIns="76200" bIns="46038" anchor="ctr">
            <a:spAutoFit/>
          </a:bodyPr>
          <a:lstStyle/>
          <a:p>
            <a:pPr algn="ctr"/>
            <a:r>
              <a:rPr lang="en-US" altLang="en-US" sz="1800" b="1">
                <a:solidFill>
                  <a:srgbClr val="FF3300"/>
                </a:solidFill>
                <a:effectLst>
                  <a:outerShdw blurRad="38100" dist="38100" dir="2700000" algn="tl">
                    <a:srgbClr val="000000"/>
                  </a:outerShdw>
                </a:effectLst>
                <a:latin typeface="Courier New" panose="02070309020205020404" pitchFamily="49" charset="0"/>
              </a:rPr>
              <a:t>1 2 3 4 5 6 7</a:t>
            </a:r>
          </a:p>
        </p:txBody>
      </p:sp>
      <p:sp>
        <p:nvSpPr>
          <p:cNvPr id="3076" name="AutoShape 4">
            <a:extLst>
              <a:ext uri="{FF2B5EF4-FFF2-40B4-BE49-F238E27FC236}">
                <a16:creationId xmlns:a16="http://schemas.microsoft.com/office/drawing/2014/main" id="{1D2760BF-B078-31FE-3F27-DA9EB1722DA4}"/>
              </a:ext>
            </a:extLst>
          </p:cNvPr>
          <p:cNvSpPr>
            <a:spLocks noChangeArrowheads="1"/>
          </p:cNvSpPr>
          <p:nvPr/>
        </p:nvSpPr>
        <p:spPr bwMode="auto">
          <a:xfrm flipH="1">
            <a:off x="2620963" y="1839913"/>
            <a:ext cx="2070100" cy="873125"/>
          </a:xfrm>
          <a:prstGeom prst="wedgeRoundRectCallout">
            <a:avLst>
              <a:gd name="adj1" fmla="val -41671"/>
              <a:gd name="adj2" fmla="val 66667"/>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spAutoFit/>
          </a:bodyPr>
          <a:lstStyle/>
          <a:p>
            <a:pPr algn="ctr"/>
            <a:r>
              <a:rPr lang="en-US" altLang="en-US"/>
              <a:t>When we refer to TextValue, the value is treated as if it were an alphanumeric value. For instance, the compiler will reject a statement like IF </a:t>
            </a:r>
            <a:r>
              <a:rPr lang="en-US" altLang="en-US" i="1"/>
              <a:t>TextValue = 1234567.</a:t>
            </a:r>
            <a:r>
              <a:rPr lang="en-US" altLang="en-US"/>
              <a:t> </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2B0CCB7E-9A07-EB1A-0D87-7587AC6C694D}"/>
              </a:ext>
            </a:extLst>
          </p:cNvPr>
          <p:cNvSpPr>
            <a:spLocks noChangeArrowheads="1"/>
          </p:cNvSpPr>
          <p:nvPr/>
        </p:nvSpPr>
        <p:spPr bwMode="auto">
          <a:xfrm>
            <a:off x="184150" y="165100"/>
            <a:ext cx="1960563" cy="392113"/>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6200" tIns="46038" rIns="76200" bIns="46038" anchor="ctr">
            <a:spAutoFit/>
          </a:bodyPr>
          <a:lstStyle/>
          <a:p>
            <a:pPr algn="ctr"/>
            <a:r>
              <a:rPr lang="en-US" altLang="en-US" sz="1800" b="1">
                <a:solidFill>
                  <a:srgbClr val="FF3300"/>
                </a:solidFill>
                <a:effectLst>
                  <a:outerShdw blurRad="38100" dist="38100" dir="2700000" algn="tl">
                    <a:srgbClr val="000000"/>
                  </a:outerShdw>
                </a:effectLst>
                <a:latin typeface="Courier New" panose="02070309020205020404" pitchFamily="49" charset="0"/>
              </a:rPr>
              <a:t>1 2 3 4 5 6 7</a:t>
            </a:r>
          </a:p>
        </p:txBody>
      </p:sp>
      <p:sp>
        <p:nvSpPr>
          <p:cNvPr id="4099" name="Oval 3">
            <a:extLst>
              <a:ext uri="{FF2B5EF4-FFF2-40B4-BE49-F238E27FC236}">
                <a16:creationId xmlns:a16="http://schemas.microsoft.com/office/drawing/2014/main" id="{C6BC2208-0F1A-2E43-A1EB-89D99A88BD4E}"/>
              </a:ext>
            </a:extLst>
          </p:cNvPr>
          <p:cNvSpPr>
            <a:spLocks noChangeArrowheads="1"/>
          </p:cNvSpPr>
          <p:nvPr/>
        </p:nvSpPr>
        <p:spPr bwMode="auto">
          <a:xfrm>
            <a:off x="1558925" y="406400"/>
            <a:ext cx="49213" cy="49213"/>
          </a:xfrm>
          <a:prstGeom prst="ellipse">
            <a:avLst/>
          </a:prstGeom>
          <a:solidFill>
            <a:schemeClr val="accent2"/>
          </a:solidFill>
          <a:ln w="12700">
            <a:solidFill>
              <a:schemeClr val="accent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00" name="AutoShape 4">
            <a:extLst>
              <a:ext uri="{FF2B5EF4-FFF2-40B4-BE49-F238E27FC236}">
                <a16:creationId xmlns:a16="http://schemas.microsoft.com/office/drawing/2014/main" id="{04E43885-B403-74D6-3266-5BBD023C6201}"/>
              </a:ext>
            </a:extLst>
          </p:cNvPr>
          <p:cNvSpPr>
            <a:spLocks noChangeArrowheads="1"/>
          </p:cNvSpPr>
          <p:nvPr/>
        </p:nvSpPr>
        <p:spPr bwMode="auto">
          <a:xfrm>
            <a:off x="1501775" y="492125"/>
            <a:ext cx="158750" cy="158750"/>
          </a:xfrm>
          <a:prstGeom prst="upArrow">
            <a:avLst>
              <a:gd name="adj1" fmla="val 50000"/>
              <a:gd name="adj2" fmla="val 49995"/>
            </a:avLst>
          </a:prstGeom>
          <a:solidFill>
            <a:srgbClr val="00CC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01" name="AutoShape 5">
            <a:extLst>
              <a:ext uri="{FF2B5EF4-FFF2-40B4-BE49-F238E27FC236}">
                <a16:creationId xmlns:a16="http://schemas.microsoft.com/office/drawing/2014/main" id="{5DDD8A21-4436-FE15-7737-3F0E408DA44E}"/>
              </a:ext>
            </a:extLst>
          </p:cNvPr>
          <p:cNvSpPr>
            <a:spLocks noChangeArrowheads="1"/>
          </p:cNvSpPr>
          <p:nvPr/>
        </p:nvSpPr>
        <p:spPr bwMode="auto">
          <a:xfrm flipH="1">
            <a:off x="2481263" y="1114425"/>
            <a:ext cx="2220912" cy="1563688"/>
          </a:xfrm>
          <a:prstGeom prst="wedgeRoundRectCallout">
            <a:avLst>
              <a:gd name="adj1" fmla="val -50000"/>
              <a:gd name="adj2" fmla="val 66667"/>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spAutoFit/>
          </a:bodyPr>
          <a:lstStyle/>
          <a:p>
            <a:pPr algn="ctr"/>
            <a:r>
              <a:rPr lang="en-US" altLang="en-US"/>
              <a:t>When we refer to NumericValue, the value is treated as if it were an numeric value with 2 decimal places.  In this case a statement like - </a:t>
            </a:r>
            <a:br>
              <a:rPr lang="en-US" altLang="en-US"/>
            </a:br>
            <a:r>
              <a:rPr lang="en-US" altLang="en-US" i="1"/>
              <a:t>IF NumericValue = 1234567</a:t>
            </a:r>
            <a:r>
              <a:rPr lang="en-US" altLang="en-US"/>
              <a:t> </a:t>
            </a:r>
            <a:br>
              <a:rPr lang="en-US" altLang="en-US"/>
            </a:br>
            <a:r>
              <a:rPr lang="en-US" altLang="en-US"/>
              <a:t>does not cause the compiler any problems but the statement evaluates to FALSE. </a:t>
            </a:r>
          </a:p>
          <a:p>
            <a:pPr algn="ctr"/>
            <a:r>
              <a:rPr lang="en-US" altLang="en-US" i="1"/>
              <a:t>IF NumericValue = 12345.67</a:t>
            </a:r>
            <a:r>
              <a:rPr lang="en-US" altLang="en-US"/>
              <a:t> is TRUE</a:t>
            </a:r>
          </a:p>
        </p:txBody>
      </p:sp>
      <p:sp>
        <p:nvSpPr>
          <p:cNvPr id="4102" name="Rectangle 6">
            <a:extLst>
              <a:ext uri="{FF2B5EF4-FFF2-40B4-BE49-F238E27FC236}">
                <a16:creationId xmlns:a16="http://schemas.microsoft.com/office/drawing/2014/main" id="{1EEEAD2B-3EF5-8877-EC4A-31ABAA9F1988}"/>
              </a:ext>
            </a:extLst>
          </p:cNvPr>
          <p:cNvSpPr>
            <a:spLocks noChangeArrowheads="1"/>
          </p:cNvSpPr>
          <p:nvPr/>
        </p:nvSpPr>
        <p:spPr bwMode="auto">
          <a:xfrm>
            <a:off x="171450" y="579438"/>
            <a:ext cx="4389438" cy="422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90000"/>
              </a:lnSpc>
              <a:spcBef>
                <a:spcPct val="85000"/>
              </a:spcBef>
            </a:pPr>
            <a:r>
              <a:rPr lang="en-US" altLang="en-US" sz="1200" b="1">
                <a:latin typeface="Courier New" panose="02070309020205020404" pitchFamily="49" charset="0"/>
              </a:rPr>
              <a:t>01 TextValue    PIC X(7).</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01 NumericValue REDEFINES TextValue PIC 9(5)V99.</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0E2821BE-1E2A-D709-2D52-1DF6515CDBDE}"/>
              </a:ext>
            </a:extLst>
          </p:cNvPr>
          <p:cNvSpPr>
            <a:spLocks noChangeArrowheads="1"/>
          </p:cNvSpPr>
          <p:nvPr/>
        </p:nvSpPr>
        <p:spPr bwMode="auto">
          <a:xfrm>
            <a:off x="31750" y="49213"/>
            <a:ext cx="3109913" cy="273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85000"/>
              </a:lnSpc>
              <a:spcBef>
                <a:spcPct val="85000"/>
              </a:spcBef>
            </a:pPr>
            <a:r>
              <a:rPr lang="en-US" altLang="en-US" sz="1200" b="1">
                <a:latin typeface="Courier New" panose="02070309020205020404" pitchFamily="49" charset="0"/>
              </a:rPr>
              <a:t>01 InputDate.</a:t>
            </a:r>
            <a:br>
              <a:rPr lang="en-US" altLang="en-US" sz="1200" b="1">
                <a:latin typeface="Courier New" panose="02070309020205020404" pitchFamily="49" charset="0"/>
              </a:rPr>
            </a:br>
            <a:r>
              <a:rPr lang="en-US" altLang="en-US" sz="1200" b="1">
                <a:latin typeface="Courier New" panose="02070309020205020404" pitchFamily="49" charset="0"/>
              </a:rPr>
              <a:t>   02 DateType       PIC 9.</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88 DateIsSort  VALUE 1.</a:t>
            </a:r>
            <a:br>
              <a:rPr lang="en-US" altLang="en-US" sz="1200" b="1">
                <a:latin typeface="Courier New" panose="02070309020205020404" pitchFamily="49" charset="0"/>
              </a:rPr>
            </a:br>
            <a:r>
              <a:rPr lang="en-US" altLang="en-US" sz="1200" b="1">
                <a:latin typeface="Courier New" panose="02070309020205020404" pitchFamily="49" charset="0"/>
              </a:rPr>
              <a:t>      88 DateIsEuro  VALUE 2.</a:t>
            </a:r>
            <a:br>
              <a:rPr lang="en-US" altLang="en-US" sz="1200" b="1">
                <a:latin typeface="Courier New" panose="02070309020205020404" pitchFamily="49" charset="0"/>
              </a:rPr>
            </a:br>
            <a:r>
              <a:rPr lang="en-US" altLang="en-US" sz="1200" b="1">
                <a:latin typeface="Courier New" panose="02070309020205020404" pitchFamily="49" charset="0"/>
              </a:rPr>
              <a:t>      88 DateIsUS    VALUE 3.</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02 SortDate.</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SortYear    PIC 9(4).</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SortMonth   PIC 99.</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SortDay     PIC 99.</a:t>
            </a:r>
            <a:br>
              <a:rPr lang="en-US" altLang="en-US" sz="1200" b="1">
                <a:latin typeface="Courier New" panose="02070309020205020404" pitchFamily="49" charset="0"/>
              </a:rPr>
            </a:br>
            <a:r>
              <a:rPr lang="en-US" altLang="en-US" sz="1200" b="1">
                <a:latin typeface="Courier New" panose="02070309020205020404" pitchFamily="49" charset="0"/>
              </a:rPr>
              <a:t>   02 EuroDate REDEFINES SortDate.</a:t>
            </a:r>
            <a:br>
              <a:rPr lang="en-US" altLang="en-US" sz="1200" b="1">
                <a:latin typeface="Courier New" panose="02070309020205020404" pitchFamily="49" charset="0"/>
              </a:rPr>
            </a:br>
            <a:r>
              <a:rPr lang="en-US" altLang="en-US" sz="1200" b="1">
                <a:latin typeface="Courier New" panose="02070309020205020404" pitchFamily="49" charset="0"/>
              </a:rPr>
              <a:t>      03 EuroDay     PIC 99.</a:t>
            </a:r>
            <a:br>
              <a:rPr lang="en-US" altLang="en-US" sz="1200" b="1">
                <a:latin typeface="Courier New" panose="02070309020205020404" pitchFamily="49" charset="0"/>
              </a:rPr>
            </a:br>
            <a:r>
              <a:rPr lang="en-US" altLang="en-US" sz="1200" b="1">
                <a:latin typeface="Courier New" panose="02070309020205020404" pitchFamily="49" charset="0"/>
              </a:rPr>
              <a:t>      03 EuroMonth   PIC 99.</a:t>
            </a:r>
            <a:br>
              <a:rPr lang="en-US" altLang="en-US" sz="1200" b="1">
                <a:latin typeface="Courier New" panose="02070309020205020404" pitchFamily="49" charset="0"/>
              </a:rPr>
            </a:br>
            <a:r>
              <a:rPr lang="en-US" altLang="en-US" sz="1200" b="1">
                <a:latin typeface="Courier New" panose="02070309020205020404" pitchFamily="49" charset="0"/>
              </a:rPr>
              <a:t>      03 EuroYear    PIC 9(4).</a:t>
            </a:r>
            <a:br>
              <a:rPr lang="en-US" altLang="en-US" sz="1200" b="1">
                <a:latin typeface="Courier New" panose="02070309020205020404" pitchFamily="49" charset="0"/>
              </a:rPr>
            </a:br>
            <a:r>
              <a:rPr lang="en-US" altLang="en-US" sz="1200" b="1">
                <a:latin typeface="Courier New" panose="02070309020205020404" pitchFamily="49" charset="0"/>
              </a:rPr>
              <a:t>   02 USDate   REDEFINES SortDate.</a:t>
            </a:r>
            <a:br>
              <a:rPr lang="en-US" altLang="en-US" sz="1200" b="1">
                <a:latin typeface="Courier New" panose="02070309020205020404" pitchFamily="49" charset="0"/>
              </a:rPr>
            </a:br>
            <a:r>
              <a:rPr lang="en-US" altLang="en-US" sz="1200" b="1">
                <a:latin typeface="Courier New" panose="02070309020205020404" pitchFamily="49" charset="0"/>
              </a:rPr>
              <a:t>      03 USMonth     PIC 99.</a:t>
            </a:r>
            <a:br>
              <a:rPr lang="en-US" altLang="en-US" sz="1200" b="1">
                <a:latin typeface="Courier New" panose="02070309020205020404" pitchFamily="49" charset="0"/>
              </a:rPr>
            </a:br>
            <a:r>
              <a:rPr lang="en-US" altLang="en-US" sz="1200" b="1">
                <a:latin typeface="Courier New" panose="02070309020205020404" pitchFamily="49" charset="0"/>
              </a:rPr>
              <a:t>      03 USDay       PIC 99.</a:t>
            </a:r>
            <a:br>
              <a:rPr lang="en-US" altLang="en-US" sz="1200" b="1">
                <a:latin typeface="Courier New" panose="02070309020205020404" pitchFamily="49" charset="0"/>
              </a:rPr>
            </a:br>
            <a:r>
              <a:rPr lang="en-US" altLang="en-US" sz="1200" b="1">
                <a:latin typeface="Courier New" panose="02070309020205020404" pitchFamily="49" charset="0"/>
              </a:rPr>
              <a:t>      03 USYear      PIC 9(4).</a:t>
            </a:r>
          </a:p>
        </p:txBody>
      </p:sp>
      <p:sp>
        <p:nvSpPr>
          <p:cNvPr id="5123" name="Rectangle 3">
            <a:extLst>
              <a:ext uri="{FF2B5EF4-FFF2-40B4-BE49-F238E27FC236}">
                <a16:creationId xmlns:a16="http://schemas.microsoft.com/office/drawing/2014/main" id="{16033E56-5B15-D1BC-2EE8-666EB330F232}"/>
              </a:ext>
            </a:extLst>
          </p:cNvPr>
          <p:cNvSpPr>
            <a:spLocks noChangeArrowheads="1"/>
          </p:cNvSpPr>
          <p:nvPr/>
        </p:nvSpPr>
        <p:spPr bwMode="auto">
          <a:xfrm>
            <a:off x="2957513" y="450850"/>
            <a:ext cx="1747837" cy="390525"/>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38100" tIns="0" rIns="38100" bIns="0" anchor="ctr">
            <a:spAutoFit/>
          </a:bodyPr>
          <a:lstStyle/>
          <a:p>
            <a:pPr algn="ctr"/>
            <a:r>
              <a:rPr lang="en-US" altLang="en-US" sz="2400" b="1">
                <a:solidFill>
                  <a:srgbClr val="FF3300"/>
                </a:solidFill>
                <a:effectLst>
                  <a:outerShdw blurRad="38100" dist="38100" dir="2700000" algn="tl">
                    <a:srgbClr val="000000"/>
                  </a:outerShdw>
                </a:effectLst>
                <a:latin typeface="Courier New" panose="02070309020205020404" pitchFamily="49" charset="0"/>
              </a:rPr>
              <a:t>119951029</a:t>
            </a:r>
          </a:p>
        </p:txBody>
      </p:sp>
      <p:sp>
        <p:nvSpPr>
          <p:cNvPr id="5124" name="Line 4">
            <a:extLst>
              <a:ext uri="{FF2B5EF4-FFF2-40B4-BE49-F238E27FC236}">
                <a16:creationId xmlns:a16="http://schemas.microsoft.com/office/drawing/2014/main" id="{3A4ACE10-74E8-F764-48AD-E45B0BABCF0C}"/>
              </a:ext>
            </a:extLst>
          </p:cNvPr>
          <p:cNvSpPr>
            <a:spLocks noChangeShapeType="1"/>
          </p:cNvSpPr>
          <p:nvPr/>
        </p:nvSpPr>
        <p:spPr bwMode="auto">
          <a:xfrm>
            <a:off x="319087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25" name="Line 5">
            <a:extLst>
              <a:ext uri="{FF2B5EF4-FFF2-40B4-BE49-F238E27FC236}">
                <a16:creationId xmlns:a16="http://schemas.microsoft.com/office/drawing/2014/main" id="{089F0416-C2E3-37C0-365E-FF02E35F5B6F}"/>
              </a:ext>
            </a:extLst>
          </p:cNvPr>
          <p:cNvSpPr>
            <a:spLocks noChangeShapeType="1"/>
          </p:cNvSpPr>
          <p:nvPr/>
        </p:nvSpPr>
        <p:spPr bwMode="auto">
          <a:xfrm>
            <a:off x="393382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26" name="Line 6">
            <a:extLst>
              <a:ext uri="{FF2B5EF4-FFF2-40B4-BE49-F238E27FC236}">
                <a16:creationId xmlns:a16="http://schemas.microsoft.com/office/drawing/2014/main" id="{877F0BC0-803F-CCA6-A9C3-A1CAC9F1AA31}"/>
              </a:ext>
            </a:extLst>
          </p:cNvPr>
          <p:cNvSpPr>
            <a:spLocks noChangeShapeType="1"/>
          </p:cNvSpPr>
          <p:nvPr/>
        </p:nvSpPr>
        <p:spPr bwMode="auto">
          <a:xfrm>
            <a:off x="429577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27" name="Rectangle 7">
            <a:extLst>
              <a:ext uri="{FF2B5EF4-FFF2-40B4-BE49-F238E27FC236}">
                <a16:creationId xmlns:a16="http://schemas.microsoft.com/office/drawing/2014/main" id="{0BC2232F-41F7-FFE7-7328-C3771092D097}"/>
              </a:ext>
            </a:extLst>
          </p:cNvPr>
          <p:cNvSpPr>
            <a:spLocks noChangeArrowheads="1"/>
          </p:cNvSpPr>
          <p:nvPr/>
        </p:nvSpPr>
        <p:spPr bwMode="auto">
          <a:xfrm>
            <a:off x="3362325" y="315913"/>
            <a:ext cx="400050"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SortYear</a:t>
            </a:r>
          </a:p>
        </p:txBody>
      </p:sp>
      <p:sp>
        <p:nvSpPr>
          <p:cNvPr id="5128" name="Rectangle 8">
            <a:extLst>
              <a:ext uri="{FF2B5EF4-FFF2-40B4-BE49-F238E27FC236}">
                <a16:creationId xmlns:a16="http://schemas.microsoft.com/office/drawing/2014/main" id="{804E22E5-70B7-74FE-C628-27D0A5D118D9}"/>
              </a:ext>
            </a:extLst>
          </p:cNvPr>
          <p:cNvSpPr>
            <a:spLocks noChangeArrowheads="1"/>
          </p:cNvSpPr>
          <p:nvPr/>
        </p:nvSpPr>
        <p:spPr bwMode="auto">
          <a:xfrm>
            <a:off x="3952875" y="315913"/>
            <a:ext cx="35083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SMonth</a:t>
            </a:r>
          </a:p>
        </p:txBody>
      </p:sp>
      <p:sp>
        <p:nvSpPr>
          <p:cNvPr id="5129" name="Rectangle 9">
            <a:extLst>
              <a:ext uri="{FF2B5EF4-FFF2-40B4-BE49-F238E27FC236}">
                <a16:creationId xmlns:a16="http://schemas.microsoft.com/office/drawing/2014/main" id="{4728DDFF-D371-1B8A-9DE8-45B610898C7C}"/>
              </a:ext>
            </a:extLst>
          </p:cNvPr>
          <p:cNvSpPr>
            <a:spLocks noChangeArrowheads="1"/>
          </p:cNvSpPr>
          <p:nvPr/>
        </p:nvSpPr>
        <p:spPr bwMode="auto">
          <a:xfrm>
            <a:off x="4371975" y="315913"/>
            <a:ext cx="2317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SDay</a:t>
            </a:r>
          </a:p>
        </p:txBody>
      </p:sp>
      <p:sp>
        <p:nvSpPr>
          <p:cNvPr id="5130" name="Rectangle 10">
            <a:extLst>
              <a:ext uri="{FF2B5EF4-FFF2-40B4-BE49-F238E27FC236}">
                <a16:creationId xmlns:a16="http://schemas.microsoft.com/office/drawing/2014/main" id="{7BEA734E-51E1-A491-FADC-922A00EFF012}"/>
              </a:ext>
            </a:extLst>
          </p:cNvPr>
          <p:cNvSpPr>
            <a:spLocks noChangeArrowheads="1"/>
          </p:cNvSpPr>
          <p:nvPr/>
        </p:nvSpPr>
        <p:spPr bwMode="auto">
          <a:xfrm>
            <a:off x="4143375" y="868363"/>
            <a:ext cx="39528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EuroYear</a:t>
            </a:r>
          </a:p>
        </p:txBody>
      </p:sp>
      <p:sp>
        <p:nvSpPr>
          <p:cNvPr id="5131" name="Rectangle 11">
            <a:extLst>
              <a:ext uri="{FF2B5EF4-FFF2-40B4-BE49-F238E27FC236}">
                <a16:creationId xmlns:a16="http://schemas.microsoft.com/office/drawing/2014/main" id="{325D5971-3044-1669-8448-C3A7FC0190CE}"/>
              </a:ext>
            </a:extLst>
          </p:cNvPr>
          <p:cNvSpPr>
            <a:spLocks noChangeArrowheads="1"/>
          </p:cNvSpPr>
          <p:nvPr/>
        </p:nvSpPr>
        <p:spPr bwMode="auto">
          <a:xfrm>
            <a:off x="3571875" y="868363"/>
            <a:ext cx="3333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EMonth</a:t>
            </a:r>
          </a:p>
        </p:txBody>
      </p:sp>
      <p:sp>
        <p:nvSpPr>
          <p:cNvPr id="5132" name="Rectangle 12">
            <a:extLst>
              <a:ext uri="{FF2B5EF4-FFF2-40B4-BE49-F238E27FC236}">
                <a16:creationId xmlns:a16="http://schemas.microsoft.com/office/drawing/2014/main" id="{05092A24-36A9-451A-8F30-81198C93EBC7}"/>
              </a:ext>
            </a:extLst>
          </p:cNvPr>
          <p:cNvSpPr>
            <a:spLocks noChangeArrowheads="1"/>
          </p:cNvSpPr>
          <p:nvPr/>
        </p:nvSpPr>
        <p:spPr bwMode="auto">
          <a:xfrm>
            <a:off x="3248025" y="868363"/>
            <a:ext cx="2317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EDay</a:t>
            </a:r>
          </a:p>
        </p:txBody>
      </p:sp>
      <p:sp>
        <p:nvSpPr>
          <p:cNvPr id="5133" name="Rectangle 13">
            <a:extLst>
              <a:ext uri="{FF2B5EF4-FFF2-40B4-BE49-F238E27FC236}">
                <a16:creationId xmlns:a16="http://schemas.microsoft.com/office/drawing/2014/main" id="{BB1CB34E-AC7D-000A-C7BF-6A7C8398BBCE}"/>
              </a:ext>
            </a:extLst>
          </p:cNvPr>
          <p:cNvSpPr>
            <a:spLocks noChangeArrowheads="1"/>
          </p:cNvSpPr>
          <p:nvPr/>
        </p:nvSpPr>
        <p:spPr bwMode="auto">
          <a:xfrm>
            <a:off x="4143375" y="1020763"/>
            <a:ext cx="3270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USYear</a:t>
            </a:r>
          </a:p>
        </p:txBody>
      </p:sp>
      <p:sp>
        <p:nvSpPr>
          <p:cNvPr id="5134" name="Rectangle 14">
            <a:extLst>
              <a:ext uri="{FF2B5EF4-FFF2-40B4-BE49-F238E27FC236}">
                <a16:creationId xmlns:a16="http://schemas.microsoft.com/office/drawing/2014/main" id="{D6628C7D-5E7C-07E5-731C-302DBAB8A2C0}"/>
              </a:ext>
            </a:extLst>
          </p:cNvPr>
          <p:cNvSpPr>
            <a:spLocks noChangeArrowheads="1"/>
          </p:cNvSpPr>
          <p:nvPr/>
        </p:nvSpPr>
        <p:spPr bwMode="auto">
          <a:xfrm>
            <a:off x="3571875" y="1020763"/>
            <a:ext cx="40163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USMonth</a:t>
            </a:r>
          </a:p>
        </p:txBody>
      </p:sp>
      <p:sp>
        <p:nvSpPr>
          <p:cNvPr id="5135" name="Rectangle 15">
            <a:extLst>
              <a:ext uri="{FF2B5EF4-FFF2-40B4-BE49-F238E27FC236}">
                <a16:creationId xmlns:a16="http://schemas.microsoft.com/office/drawing/2014/main" id="{CFDED6E0-8AA4-70C0-A21D-A3F679E5D2E7}"/>
              </a:ext>
            </a:extLst>
          </p:cNvPr>
          <p:cNvSpPr>
            <a:spLocks noChangeArrowheads="1"/>
          </p:cNvSpPr>
          <p:nvPr/>
        </p:nvSpPr>
        <p:spPr bwMode="auto">
          <a:xfrm>
            <a:off x="3228975" y="1020763"/>
            <a:ext cx="298450"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USDay</a:t>
            </a:r>
          </a:p>
        </p:txBody>
      </p:sp>
      <p:sp>
        <p:nvSpPr>
          <p:cNvPr id="5136" name="AutoShape 16">
            <a:extLst>
              <a:ext uri="{FF2B5EF4-FFF2-40B4-BE49-F238E27FC236}">
                <a16:creationId xmlns:a16="http://schemas.microsoft.com/office/drawing/2014/main" id="{078D66BC-7F82-E1E6-7DC4-3A48B99D2772}"/>
              </a:ext>
            </a:extLst>
          </p:cNvPr>
          <p:cNvSpPr>
            <a:spLocks noChangeArrowheads="1"/>
          </p:cNvSpPr>
          <p:nvPr/>
        </p:nvSpPr>
        <p:spPr bwMode="auto">
          <a:xfrm flipH="1">
            <a:off x="3336925" y="1276350"/>
            <a:ext cx="1384300" cy="1438011"/>
          </a:xfrm>
          <a:prstGeom prst="wedgeRoundRectCallout">
            <a:avLst>
              <a:gd name="adj1" fmla="val -50000"/>
              <a:gd name="adj2" fmla="val 66667"/>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p>
            <a:pPr algn="ctr"/>
            <a:r>
              <a:rPr lang="en-US" altLang="en-US"/>
              <a:t>We can accept dates with different formats  into the same area of storage and as long as we know what type of date has been entered we can access the day, month and year correctly.</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841D9AA0-C05A-D939-5CFB-104C964D5A92}"/>
              </a:ext>
            </a:extLst>
          </p:cNvPr>
          <p:cNvSpPr>
            <a:spLocks noChangeArrowheads="1"/>
          </p:cNvSpPr>
          <p:nvPr/>
        </p:nvSpPr>
        <p:spPr bwMode="auto">
          <a:xfrm>
            <a:off x="31750" y="49213"/>
            <a:ext cx="3109913" cy="273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85000"/>
              </a:lnSpc>
              <a:spcBef>
                <a:spcPct val="85000"/>
              </a:spcBef>
            </a:pPr>
            <a:r>
              <a:rPr lang="en-US" altLang="en-US" sz="1200" b="1">
                <a:latin typeface="Courier New" panose="02070309020205020404" pitchFamily="49" charset="0"/>
              </a:rPr>
              <a:t>01 InputDate.</a:t>
            </a:r>
            <a:br>
              <a:rPr lang="en-US" altLang="en-US" sz="1200" b="1">
                <a:latin typeface="Courier New" panose="02070309020205020404" pitchFamily="49" charset="0"/>
              </a:rPr>
            </a:br>
            <a:r>
              <a:rPr lang="en-US" altLang="en-US" sz="1200" b="1">
                <a:latin typeface="Courier New" panose="02070309020205020404" pitchFamily="49" charset="0"/>
              </a:rPr>
              <a:t>   02 DateType       PIC 9.</a:t>
            </a:r>
            <a:br>
              <a:rPr lang="en-US" altLang="en-US" sz="1200" b="1">
                <a:latin typeface="Courier New" panose="02070309020205020404" pitchFamily="49" charset="0"/>
              </a:rPr>
            </a:br>
            <a:r>
              <a:rPr lang="en-US" altLang="en-US" sz="1200" b="1">
                <a:latin typeface="Courier New" panose="02070309020205020404" pitchFamily="49" charset="0"/>
              </a:rPr>
              <a:t>      88 DateIsSort  VALUE 1.</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88 DateIsEuro  VALUE 2.</a:t>
            </a:r>
            <a:br>
              <a:rPr lang="en-US" altLang="en-US" sz="1200" b="1">
                <a:latin typeface="Courier New" panose="02070309020205020404" pitchFamily="49" charset="0"/>
              </a:rPr>
            </a:br>
            <a:r>
              <a:rPr lang="en-US" altLang="en-US" sz="1200" b="1">
                <a:latin typeface="Courier New" panose="02070309020205020404" pitchFamily="49" charset="0"/>
              </a:rPr>
              <a:t>      88 DateIsUS    VALUE 3.</a:t>
            </a:r>
            <a:br>
              <a:rPr lang="en-US" altLang="en-US" sz="1200" b="1">
                <a:latin typeface="Courier New" panose="02070309020205020404" pitchFamily="49" charset="0"/>
              </a:rPr>
            </a:br>
            <a:r>
              <a:rPr lang="en-US" altLang="en-US" sz="1200" b="1">
                <a:latin typeface="Courier New" panose="02070309020205020404" pitchFamily="49" charset="0"/>
              </a:rPr>
              <a:t>   02 SortDate.</a:t>
            </a:r>
            <a:br>
              <a:rPr lang="en-US" altLang="en-US" sz="1200" b="1">
                <a:latin typeface="Courier New" panose="02070309020205020404" pitchFamily="49" charset="0"/>
              </a:rPr>
            </a:br>
            <a:r>
              <a:rPr lang="en-US" altLang="en-US" sz="1200" b="1">
                <a:latin typeface="Courier New" panose="02070309020205020404" pitchFamily="49" charset="0"/>
              </a:rPr>
              <a:t>      03 SortYear    PIC 9(4).</a:t>
            </a:r>
            <a:br>
              <a:rPr lang="en-US" altLang="en-US" sz="1200" b="1">
                <a:latin typeface="Courier New" panose="02070309020205020404" pitchFamily="49" charset="0"/>
              </a:rPr>
            </a:br>
            <a:r>
              <a:rPr lang="en-US" altLang="en-US" sz="1200" b="1">
                <a:latin typeface="Courier New" panose="02070309020205020404" pitchFamily="49" charset="0"/>
              </a:rPr>
              <a:t>      03 SortMonth   PIC 99.</a:t>
            </a:r>
            <a:br>
              <a:rPr lang="en-US" altLang="en-US" sz="1200" b="1">
                <a:latin typeface="Courier New" panose="02070309020205020404" pitchFamily="49" charset="0"/>
              </a:rPr>
            </a:br>
            <a:r>
              <a:rPr lang="en-US" altLang="en-US" sz="1200" b="1">
                <a:latin typeface="Courier New" panose="02070309020205020404" pitchFamily="49" charset="0"/>
              </a:rPr>
              <a:t>      03 SortDay     PIC 99.</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02 EuroDate REDEFINES SortDate.</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EuroDay     PIC 99.</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EuroMonth   PIC 99.</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EuroYear    PIC 9(4).</a:t>
            </a:r>
            <a:br>
              <a:rPr lang="en-US" altLang="en-US" sz="1200" b="1">
                <a:latin typeface="Courier New" panose="02070309020205020404" pitchFamily="49" charset="0"/>
              </a:rPr>
            </a:br>
            <a:r>
              <a:rPr lang="en-US" altLang="en-US" sz="1200" b="1">
                <a:latin typeface="Courier New" panose="02070309020205020404" pitchFamily="49" charset="0"/>
              </a:rPr>
              <a:t>   02 USDate   REDEFINES SortDate.</a:t>
            </a:r>
            <a:br>
              <a:rPr lang="en-US" altLang="en-US" sz="1200" b="1">
                <a:latin typeface="Courier New" panose="02070309020205020404" pitchFamily="49" charset="0"/>
              </a:rPr>
            </a:br>
            <a:r>
              <a:rPr lang="en-US" altLang="en-US" sz="1200" b="1">
                <a:latin typeface="Courier New" panose="02070309020205020404" pitchFamily="49" charset="0"/>
              </a:rPr>
              <a:t>      03 USMonth     PIC 99.</a:t>
            </a:r>
            <a:br>
              <a:rPr lang="en-US" altLang="en-US" sz="1200" b="1">
                <a:latin typeface="Courier New" panose="02070309020205020404" pitchFamily="49" charset="0"/>
              </a:rPr>
            </a:br>
            <a:r>
              <a:rPr lang="en-US" altLang="en-US" sz="1200" b="1">
                <a:latin typeface="Courier New" panose="02070309020205020404" pitchFamily="49" charset="0"/>
              </a:rPr>
              <a:t>      03 USDay       PIC 99.</a:t>
            </a:r>
            <a:br>
              <a:rPr lang="en-US" altLang="en-US" sz="1200" b="1">
                <a:latin typeface="Courier New" panose="02070309020205020404" pitchFamily="49" charset="0"/>
              </a:rPr>
            </a:br>
            <a:r>
              <a:rPr lang="en-US" altLang="en-US" sz="1200" b="1">
                <a:latin typeface="Courier New" panose="02070309020205020404" pitchFamily="49" charset="0"/>
              </a:rPr>
              <a:t>      03 USYear      PIC 9(4).</a:t>
            </a:r>
          </a:p>
        </p:txBody>
      </p:sp>
      <p:sp>
        <p:nvSpPr>
          <p:cNvPr id="6147" name="Rectangle 3">
            <a:extLst>
              <a:ext uri="{FF2B5EF4-FFF2-40B4-BE49-F238E27FC236}">
                <a16:creationId xmlns:a16="http://schemas.microsoft.com/office/drawing/2014/main" id="{48CE17F6-8955-A11F-334D-A7CB627007E8}"/>
              </a:ext>
            </a:extLst>
          </p:cNvPr>
          <p:cNvSpPr>
            <a:spLocks noChangeArrowheads="1"/>
          </p:cNvSpPr>
          <p:nvPr/>
        </p:nvSpPr>
        <p:spPr bwMode="auto">
          <a:xfrm>
            <a:off x="2959100" y="450850"/>
            <a:ext cx="1747838" cy="390525"/>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38100" tIns="0" rIns="38100" bIns="0" anchor="ctr"/>
          <a:lstStyle/>
          <a:p>
            <a:pPr algn="ctr"/>
            <a:r>
              <a:rPr lang="en-US" altLang="en-US" sz="2400" b="1">
                <a:solidFill>
                  <a:srgbClr val="FF3300"/>
                </a:solidFill>
                <a:effectLst>
                  <a:outerShdw blurRad="38100" dist="38100" dir="2700000" algn="tl">
                    <a:srgbClr val="000000"/>
                  </a:outerShdw>
                </a:effectLst>
                <a:latin typeface="Courier New" panose="02070309020205020404" pitchFamily="49" charset="0"/>
              </a:rPr>
              <a:t>215071999</a:t>
            </a:r>
          </a:p>
        </p:txBody>
      </p:sp>
      <p:sp>
        <p:nvSpPr>
          <p:cNvPr id="6148" name="Line 4">
            <a:extLst>
              <a:ext uri="{FF2B5EF4-FFF2-40B4-BE49-F238E27FC236}">
                <a16:creationId xmlns:a16="http://schemas.microsoft.com/office/drawing/2014/main" id="{21EE9785-905E-F6FE-5070-72A855E4956F}"/>
              </a:ext>
            </a:extLst>
          </p:cNvPr>
          <p:cNvSpPr>
            <a:spLocks noChangeShapeType="1"/>
          </p:cNvSpPr>
          <p:nvPr/>
        </p:nvSpPr>
        <p:spPr bwMode="auto">
          <a:xfrm>
            <a:off x="319087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49" name="Line 5">
            <a:extLst>
              <a:ext uri="{FF2B5EF4-FFF2-40B4-BE49-F238E27FC236}">
                <a16:creationId xmlns:a16="http://schemas.microsoft.com/office/drawing/2014/main" id="{5AC86FBA-9C8D-C263-4B02-B1799137CE88}"/>
              </a:ext>
            </a:extLst>
          </p:cNvPr>
          <p:cNvSpPr>
            <a:spLocks noChangeShapeType="1"/>
          </p:cNvSpPr>
          <p:nvPr/>
        </p:nvSpPr>
        <p:spPr bwMode="auto">
          <a:xfrm>
            <a:off x="393382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0" name="Line 6">
            <a:extLst>
              <a:ext uri="{FF2B5EF4-FFF2-40B4-BE49-F238E27FC236}">
                <a16:creationId xmlns:a16="http://schemas.microsoft.com/office/drawing/2014/main" id="{8F6337F2-EFE3-6C92-1594-5A683AD4EF3A}"/>
              </a:ext>
            </a:extLst>
          </p:cNvPr>
          <p:cNvSpPr>
            <a:spLocks noChangeShapeType="1"/>
          </p:cNvSpPr>
          <p:nvPr/>
        </p:nvSpPr>
        <p:spPr bwMode="auto">
          <a:xfrm>
            <a:off x="355282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1" name="Rectangle 7">
            <a:extLst>
              <a:ext uri="{FF2B5EF4-FFF2-40B4-BE49-F238E27FC236}">
                <a16:creationId xmlns:a16="http://schemas.microsoft.com/office/drawing/2014/main" id="{31585B1C-B87C-4AFD-D63B-C5886A423ABC}"/>
              </a:ext>
            </a:extLst>
          </p:cNvPr>
          <p:cNvSpPr>
            <a:spLocks noChangeArrowheads="1"/>
          </p:cNvSpPr>
          <p:nvPr/>
        </p:nvSpPr>
        <p:spPr bwMode="auto">
          <a:xfrm>
            <a:off x="3362325" y="315913"/>
            <a:ext cx="366713"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SortYear</a:t>
            </a:r>
          </a:p>
        </p:txBody>
      </p:sp>
      <p:sp>
        <p:nvSpPr>
          <p:cNvPr id="6152" name="Rectangle 8">
            <a:extLst>
              <a:ext uri="{FF2B5EF4-FFF2-40B4-BE49-F238E27FC236}">
                <a16:creationId xmlns:a16="http://schemas.microsoft.com/office/drawing/2014/main" id="{6378030C-FCDF-01AA-D198-3AA429967CE8}"/>
              </a:ext>
            </a:extLst>
          </p:cNvPr>
          <p:cNvSpPr>
            <a:spLocks noChangeArrowheads="1"/>
          </p:cNvSpPr>
          <p:nvPr/>
        </p:nvSpPr>
        <p:spPr bwMode="auto">
          <a:xfrm>
            <a:off x="3952875" y="315913"/>
            <a:ext cx="3270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SMonth</a:t>
            </a:r>
          </a:p>
        </p:txBody>
      </p:sp>
      <p:sp>
        <p:nvSpPr>
          <p:cNvPr id="6153" name="Rectangle 9">
            <a:extLst>
              <a:ext uri="{FF2B5EF4-FFF2-40B4-BE49-F238E27FC236}">
                <a16:creationId xmlns:a16="http://schemas.microsoft.com/office/drawing/2014/main" id="{D12A4865-3707-8CCB-7FB3-4DB47A8B8C2A}"/>
              </a:ext>
            </a:extLst>
          </p:cNvPr>
          <p:cNvSpPr>
            <a:spLocks noChangeArrowheads="1"/>
          </p:cNvSpPr>
          <p:nvPr/>
        </p:nvSpPr>
        <p:spPr bwMode="auto">
          <a:xfrm>
            <a:off x="4371975" y="315913"/>
            <a:ext cx="2254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SDay</a:t>
            </a:r>
          </a:p>
        </p:txBody>
      </p:sp>
      <p:sp>
        <p:nvSpPr>
          <p:cNvPr id="6154" name="Rectangle 10">
            <a:extLst>
              <a:ext uri="{FF2B5EF4-FFF2-40B4-BE49-F238E27FC236}">
                <a16:creationId xmlns:a16="http://schemas.microsoft.com/office/drawing/2014/main" id="{05436D35-8F8B-CBC7-DB71-89F188A8F961}"/>
              </a:ext>
            </a:extLst>
          </p:cNvPr>
          <p:cNvSpPr>
            <a:spLocks noChangeArrowheads="1"/>
          </p:cNvSpPr>
          <p:nvPr/>
        </p:nvSpPr>
        <p:spPr bwMode="auto">
          <a:xfrm>
            <a:off x="4143375" y="868363"/>
            <a:ext cx="4349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EuroYear</a:t>
            </a:r>
          </a:p>
        </p:txBody>
      </p:sp>
      <p:sp>
        <p:nvSpPr>
          <p:cNvPr id="6155" name="Rectangle 11">
            <a:extLst>
              <a:ext uri="{FF2B5EF4-FFF2-40B4-BE49-F238E27FC236}">
                <a16:creationId xmlns:a16="http://schemas.microsoft.com/office/drawing/2014/main" id="{91B3E19A-9F23-58B6-C5F4-2091B308915C}"/>
              </a:ext>
            </a:extLst>
          </p:cNvPr>
          <p:cNvSpPr>
            <a:spLocks noChangeArrowheads="1"/>
          </p:cNvSpPr>
          <p:nvPr/>
        </p:nvSpPr>
        <p:spPr bwMode="auto">
          <a:xfrm>
            <a:off x="3571875" y="868363"/>
            <a:ext cx="361950"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EMonth</a:t>
            </a:r>
          </a:p>
        </p:txBody>
      </p:sp>
      <p:sp>
        <p:nvSpPr>
          <p:cNvPr id="6156" name="Rectangle 12">
            <a:extLst>
              <a:ext uri="{FF2B5EF4-FFF2-40B4-BE49-F238E27FC236}">
                <a16:creationId xmlns:a16="http://schemas.microsoft.com/office/drawing/2014/main" id="{4CAFEC33-D330-8E54-5D26-5CE667F8C9C9}"/>
              </a:ext>
            </a:extLst>
          </p:cNvPr>
          <p:cNvSpPr>
            <a:spLocks noChangeArrowheads="1"/>
          </p:cNvSpPr>
          <p:nvPr/>
        </p:nvSpPr>
        <p:spPr bwMode="auto">
          <a:xfrm>
            <a:off x="3248025" y="868363"/>
            <a:ext cx="24288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EDay</a:t>
            </a:r>
          </a:p>
        </p:txBody>
      </p:sp>
      <p:sp>
        <p:nvSpPr>
          <p:cNvPr id="6157" name="Rectangle 13">
            <a:extLst>
              <a:ext uri="{FF2B5EF4-FFF2-40B4-BE49-F238E27FC236}">
                <a16:creationId xmlns:a16="http://schemas.microsoft.com/office/drawing/2014/main" id="{9C04F605-9828-4CE8-9908-7553566774CC}"/>
              </a:ext>
            </a:extLst>
          </p:cNvPr>
          <p:cNvSpPr>
            <a:spLocks noChangeArrowheads="1"/>
          </p:cNvSpPr>
          <p:nvPr/>
        </p:nvSpPr>
        <p:spPr bwMode="auto">
          <a:xfrm>
            <a:off x="4143375" y="1020763"/>
            <a:ext cx="3270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USYear</a:t>
            </a:r>
          </a:p>
        </p:txBody>
      </p:sp>
      <p:sp>
        <p:nvSpPr>
          <p:cNvPr id="6158" name="Rectangle 14">
            <a:extLst>
              <a:ext uri="{FF2B5EF4-FFF2-40B4-BE49-F238E27FC236}">
                <a16:creationId xmlns:a16="http://schemas.microsoft.com/office/drawing/2014/main" id="{7C45EB7C-9945-E2C1-1EB8-541587E4EFC7}"/>
              </a:ext>
            </a:extLst>
          </p:cNvPr>
          <p:cNvSpPr>
            <a:spLocks noChangeArrowheads="1"/>
          </p:cNvSpPr>
          <p:nvPr/>
        </p:nvSpPr>
        <p:spPr bwMode="auto">
          <a:xfrm>
            <a:off x="3571875" y="1020763"/>
            <a:ext cx="40163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USMonth</a:t>
            </a:r>
          </a:p>
        </p:txBody>
      </p:sp>
      <p:sp>
        <p:nvSpPr>
          <p:cNvPr id="6159" name="Rectangle 15">
            <a:extLst>
              <a:ext uri="{FF2B5EF4-FFF2-40B4-BE49-F238E27FC236}">
                <a16:creationId xmlns:a16="http://schemas.microsoft.com/office/drawing/2014/main" id="{DE2B71A3-9D5C-ECCC-8DB2-D7D9C7052367}"/>
              </a:ext>
            </a:extLst>
          </p:cNvPr>
          <p:cNvSpPr>
            <a:spLocks noChangeArrowheads="1"/>
          </p:cNvSpPr>
          <p:nvPr/>
        </p:nvSpPr>
        <p:spPr bwMode="auto">
          <a:xfrm>
            <a:off x="3228975" y="1020763"/>
            <a:ext cx="298450"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USDay</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64C75997-8799-CD6D-362F-C6E18463ACEF}"/>
              </a:ext>
            </a:extLst>
          </p:cNvPr>
          <p:cNvSpPr>
            <a:spLocks noChangeArrowheads="1"/>
          </p:cNvSpPr>
          <p:nvPr/>
        </p:nvSpPr>
        <p:spPr bwMode="auto">
          <a:xfrm>
            <a:off x="31750" y="49213"/>
            <a:ext cx="3109913" cy="273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85000"/>
              </a:lnSpc>
              <a:spcBef>
                <a:spcPct val="85000"/>
              </a:spcBef>
            </a:pPr>
            <a:r>
              <a:rPr lang="en-US" altLang="en-US" sz="1200" b="1">
                <a:latin typeface="Courier New" panose="02070309020205020404" pitchFamily="49" charset="0"/>
              </a:rPr>
              <a:t>01 InputDate.</a:t>
            </a:r>
            <a:br>
              <a:rPr lang="en-US" altLang="en-US" sz="1200" b="1">
                <a:latin typeface="Courier New" panose="02070309020205020404" pitchFamily="49" charset="0"/>
              </a:rPr>
            </a:br>
            <a:r>
              <a:rPr lang="en-US" altLang="en-US" sz="1200" b="1">
                <a:latin typeface="Courier New" panose="02070309020205020404" pitchFamily="49" charset="0"/>
              </a:rPr>
              <a:t>   02 DateType       PIC 9.</a:t>
            </a:r>
            <a:br>
              <a:rPr lang="en-US" altLang="en-US" sz="1200" b="1">
                <a:latin typeface="Courier New" panose="02070309020205020404" pitchFamily="49" charset="0"/>
              </a:rPr>
            </a:br>
            <a:r>
              <a:rPr lang="en-US" altLang="en-US" sz="1200" b="1">
                <a:latin typeface="Courier New" panose="02070309020205020404" pitchFamily="49" charset="0"/>
              </a:rPr>
              <a:t>      88 DateIsSort  VALUE 1.</a:t>
            </a:r>
            <a:br>
              <a:rPr lang="en-US" altLang="en-US" sz="1200" b="1">
                <a:latin typeface="Courier New" panose="02070309020205020404" pitchFamily="49" charset="0"/>
              </a:rPr>
            </a:br>
            <a:r>
              <a:rPr lang="en-US" altLang="en-US" sz="1200" b="1">
                <a:latin typeface="Courier New" panose="02070309020205020404" pitchFamily="49" charset="0"/>
              </a:rPr>
              <a:t>      88 DateIsEuro  VALUE 2.</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88 DateIsUS    VALUE 3.</a:t>
            </a:r>
            <a:br>
              <a:rPr lang="en-US" altLang="en-US" sz="1200" b="1">
                <a:latin typeface="Courier New" panose="02070309020205020404" pitchFamily="49" charset="0"/>
              </a:rPr>
            </a:br>
            <a:r>
              <a:rPr lang="en-US" altLang="en-US" sz="1200" b="1">
                <a:latin typeface="Courier New" panose="02070309020205020404" pitchFamily="49" charset="0"/>
              </a:rPr>
              <a:t>   02 SortDate.</a:t>
            </a:r>
            <a:br>
              <a:rPr lang="en-US" altLang="en-US" sz="1200" b="1">
                <a:latin typeface="Courier New" panose="02070309020205020404" pitchFamily="49" charset="0"/>
              </a:rPr>
            </a:br>
            <a:r>
              <a:rPr lang="en-US" altLang="en-US" sz="1200" b="1">
                <a:latin typeface="Courier New" panose="02070309020205020404" pitchFamily="49" charset="0"/>
              </a:rPr>
              <a:t>      03 SortYear    PIC 9(4).</a:t>
            </a:r>
            <a:br>
              <a:rPr lang="en-US" altLang="en-US" sz="1200" b="1">
                <a:latin typeface="Courier New" panose="02070309020205020404" pitchFamily="49" charset="0"/>
              </a:rPr>
            </a:br>
            <a:r>
              <a:rPr lang="en-US" altLang="en-US" sz="1200" b="1">
                <a:latin typeface="Courier New" panose="02070309020205020404" pitchFamily="49" charset="0"/>
              </a:rPr>
              <a:t>      03 SortMonth   PIC 99.</a:t>
            </a:r>
            <a:br>
              <a:rPr lang="en-US" altLang="en-US" sz="1200" b="1">
                <a:latin typeface="Courier New" panose="02070309020205020404" pitchFamily="49" charset="0"/>
              </a:rPr>
            </a:br>
            <a:r>
              <a:rPr lang="en-US" altLang="en-US" sz="1200" b="1">
                <a:latin typeface="Courier New" panose="02070309020205020404" pitchFamily="49" charset="0"/>
              </a:rPr>
              <a:t>      03 SortDay     PIC 99.</a:t>
            </a:r>
            <a:br>
              <a:rPr lang="en-US" altLang="en-US" sz="1200" b="1">
                <a:latin typeface="Courier New" panose="02070309020205020404" pitchFamily="49" charset="0"/>
              </a:rPr>
            </a:br>
            <a:r>
              <a:rPr lang="en-US" altLang="en-US" sz="1200" b="1">
                <a:latin typeface="Courier New" panose="02070309020205020404" pitchFamily="49" charset="0"/>
              </a:rPr>
              <a:t>   02 EuroDate REDEFINES SortDate.</a:t>
            </a:r>
            <a:br>
              <a:rPr lang="en-US" altLang="en-US" sz="1200" b="1">
                <a:latin typeface="Courier New" panose="02070309020205020404" pitchFamily="49" charset="0"/>
              </a:rPr>
            </a:br>
            <a:r>
              <a:rPr lang="en-US" altLang="en-US" sz="1200" b="1">
                <a:latin typeface="Courier New" panose="02070309020205020404" pitchFamily="49" charset="0"/>
              </a:rPr>
              <a:t>      03 EuroDay     PIC 99.</a:t>
            </a:r>
            <a:br>
              <a:rPr lang="en-US" altLang="en-US" sz="1200" b="1">
                <a:latin typeface="Courier New" panose="02070309020205020404" pitchFamily="49" charset="0"/>
              </a:rPr>
            </a:br>
            <a:r>
              <a:rPr lang="en-US" altLang="en-US" sz="1200" b="1">
                <a:latin typeface="Courier New" panose="02070309020205020404" pitchFamily="49" charset="0"/>
              </a:rPr>
              <a:t>      03 EuroMonth   PIC 99.</a:t>
            </a:r>
            <a:br>
              <a:rPr lang="en-US" altLang="en-US" sz="1200" b="1">
                <a:latin typeface="Courier New" panose="02070309020205020404" pitchFamily="49" charset="0"/>
              </a:rPr>
            </a:br>
            <a:r>
              <a:rPr lang="en-US" altLang="en-US" sz="1200" b="1">
                <a:latin typeface="Courier New" panose="02070309020205020404" pitchFamily="49" charset="0"/>
              </a:rPr>
              <a:t>      03 EuroYear    PIC 9(4).</a:t>
            </a:r>
            <a:br>
              <a:rPr lang="en-US" altLang="en-US" sz="1200" b="1">
                <a:latin typeface="Courier New" panose="02070309020205020404" pitchFamily="49" charset="0"/>
              </a:rPr>
            </a:br>
            <a:r>
              <a:rPr lang="en-US" altLang="en-US" sz="1200" b="1">
                <a:solidFill>
                  <a:srgbClr val="CC0000"/>
                </a:solidFill>
                <a:latin typeface="Courier New" panose="02070309020205020404" pitchFamily="49" charset="0"/>
              </a:rPr>
              <a:t>   02 USDate   REDEFINES SortDate.</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USMonth     PIC 99.</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USDay       PIC 99.</a:t>
            </a:r>
            <a:br>
              <a:rPr lang="en-US" altLang="en-US" sz="1200" b="1">
                <a:solidFill>
                  <a:srgbClr val="CC0000"/>
                </a:solidFill>
                <a:latin typeface="Courier New" panose="02070309020205020404" pitchFamily="49" charset="0"/>
              </a:rPr>
            </a:br>
            <a:r>
              <a:rPr lang="en-US" altLang="en-US" sz="1200" b="1">
                <a:solidFill>
                  <a:srgbClr val="CC0000"/>
                </a:solidFill>
                <a:latin typeface="Courier New" panose="02070309020205020404" pitchFamily="49" charset="0"/>
              </a:rPr>
              <a:t>      03 USYear      PIC 9(4).</a:t>
            </a:r>
          </a:p>
        </p:txBody>
      </p:sp>
      <p:sp>
        <p:nvSpPr>
          <p:cNvPr id="7171" name="Rectangle 3">
            <a:extLst>
              <a:ext uri="{FF2B5EF4-FFF2-40B4-BE49-F238E27FC236}">
                <a16:creationId xmlns:a16="http://schemas.microsoft.com/office/drawing/2014/main" id="{02FA3ED7-6462-E05C-1B09-E63D87C7E993}"/>
              </a:ext>
            </a:extLst>
          </p:cNvPr>
          <p:cNvSpPr>
            <a:spLocks noChangeArrowheads="1"/>
          </p:cNvSpPr>
          <p:nvPr/>
        </p:nvSpPr>
        <p:spPr bwMode="auto">
          <a:xfrm>
            <a:off x="2959100" y="450850"/>
            <a:ext cx="1747838" cy="390525"/>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38100" tIns="0" rIns="38100" bIns="0" anchor="ctr"/>
          <a:lstStyle/>
          <a:p>
            <a:pPr algn="ctr"/>
            <a:r>
              <a:rPr lang="en-US" altLang="en-US" sz="2400" b="1">
                <a:solidFill>
                  <a:srgbClr val="FF3300"/>
                </a:solidFill>
                <a:effectLst>
                  <a:outerShdw blurRad="38100" dist="38100" dir="2700000" algn="tl">
                    <a:srgbClr val="000000"/>
                  </a:outerShdw>
                </a:effectLst>
                <a:latin typeface="Courier New" panose="02070309020205020404" pitchFamily="49" charset="0"/>
              </a:rPr>
              <a:t>304131999</a:t>
            </a:r>
          </a:p>
        </p:txBody>
      </p:sp>
      <p:sp>
        <p:nvSpPr>
          <p:cNvPr id="7172" name="Line 4">
            <a:extLst>
              <a:ext uri="{FF2B5EF4-FFF2-40B4-BE49-F238E27FC236}">
                <a16:creationId xmlns:a16="http://schemas.microsoft.com/office/drawing/2014/main" id="{0C3827B4-8D5D-09AD-6146-2C7C494900BB}"/>
              </a:ext>
            </a:extLst>
          </p:cNvPr>
          <p:cNvSpPr>
            <a:spLocks noChangeShapeType="1"/>
          </p:cNvSpPr>
          <p:nvPr/>
        </p:nvSpPr>
        <p:spPr bwMode="auto">
          <a:xfrm>
            <a:off x="319087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73" name="Line 5">
            <a:extLst>
              <a:ext uri="{FF2B5EF4-FFF2-40B4-BE49-F238E27FC236}">
                <a16:creationId xmlns:a16="http://schemas.microsoft.com/office/drawing/2014/main" id="{F7A1029E-C791-3499-FA2B-B7DB8657981E}"/>
              </a:ext>
            </a:extLst>
          </p:cNvPr>
          <p:cNvSpPr>
            <a:spLocks noChangeShapeType="1"/>
          </p:cNvSpPr>
          <p:nvPr/>
        </p:nvSpPr>
        <p:spPr bwMode="auto">
          <a:xfrm>
            <a:off x="393382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74" name="Line 6">
            <a:extLst>
              <a:ext uri="{FF2B5EF4-FFF2-40B4-BE49-F238E27FC236}">
                <a16:creationId xmlns:a16="http://schemas.microsoft.com/office/drawing/2014/main" id="{5B8594B1-3C01-6833-AA9B-AF13634B9822}"/>
              </a:ext>
            </a:extLst>
          </p:cNvPr>
          <p:cNvSpPr>
            <a:spLocks noChangeShapeType="1"/>
          </p:cNvSpPr>
          <p:nvPr/>
        </p:nvSpPr>
        <p:spPr bwMode="auto">
          <a:xfrm>
            <a:off x="3552825" y="438150"/>
            <a:ext cx="0" cy="4095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75" name="Rectangle 7">
            <a:extLst>
              <a:ext uri="{FF2B5EF4-FFF2-40B4-BE49-F238E27FC236}">
                <a16:creationId xmlns:a16="http://schemas.microsoft.com/office/drawing/2014/main" id="{FEF1E2C2-8567-24C6-D0BE-8DFC8FBE1C60}"/>
              </a:ext>
            </a:extLst>
          </p:cNvPr>
          <p:cNvSpPr>
            <a:spLocks noChangeArrowheads="1"/>
          </p:cNvSpPr>
          <p:nvPr/>
        </p:nvSpPr>
        <p:spPr bwMode="auto">
          <a:xfrm>
            <a:off x="3362325" y="315913"/>
            <a:ext cx="366713"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SortYear</a:t>
            </a:r>
          </a:p>
        </p:txBody>
      </p:sp>
      <p:sp>
        <p:nvSpPr>
          <p:cNvPr id="7176" name="Rectangle 8">
            <a:extLst>
              <a:ext uri="{FF2B5EF4-FFF2-40B4-BE49-F238E27FC236}">
                <a16:creationId xmlns:a16="http://schemas.microsoft.com/office/drawing/2014/main" id="{4D24FDD4-7C5E-2391-039A-8D048780C251}"/>
              </a:ext>
            </a:extLst>
          </p:cNvPr>
          <p:cNvSpPr>
            <a:spLocks noChangeArrowheads="1"/>
          </p:cNvSpPr>
          <p:nvPr/>
        </p:nvSpPr>
        <p:spPr bwMode="auto">
          <a:xfrm>
            <a:off x="3952875" y="315913"/>
            <a:ext cx="3270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SMonth</a:t>
            </a:r>
          </a:p>
        </p:txBody>
      </p:sp>
      <p:sp>
        <p:nvSpPr>
          <p:cNvPr id="7177" name="Rectangle 9">
            <a:extLst>
              <a:ext uri="{FF2B5EF4-FFF2-40B4-BE49-F238E27FC236}">
                <a16:creationId xmlns:a16="http://schemas.microsoft.com/office/drawing/2014/main" id="{B8649794-3F7F-9FE6-FEC2-6A5DB76DC891}"/>
              </a:ext>
            </a:extLst>
          </p:cNvPr>
          <p:cNvSpPr>
            <a:spLocks noChangeArrowheads="1"/>
          </p:cNvSpPr>
          <p:nvPr/>
        </p:nvSpPr>
        <p:spPr bwMode="auto">
          <a:xfrm>
            <a:off x="4371975" y="315913"/>
            <a:ext cx="22542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SDay</a:t>
            </a:r>
          </a:p>
        </p:txBody>
      </p:sp>
      <p:sp>
        <p:nvSpPr>
          <p:cNvPr id="7178" name="Rectangle 10">
            <a:extLst>
              <a:ext uri="{FF2B5EF4-FFF2-40B4-BE49-F238E27FC236}">
                <a16:creationId xmlns:a16="http://schemas.microsoft.com/office/drawing/2014/main" id="{ED72EC6E-54B9-1789-0CC6-B0E8F0ACB58B}"/>
              </a:ext>
            </a:extLst>
          </p:cNvPr>
          <p:cNvSpPr>
            <a:spLocks noChangeArrowheads="1"/>
          </p:cNvSpPr>
          <p:nvPr/>
        </p:nvSpPr>
        <p:spPr bwMode="auto">
          <a:xfrm>
            <a:off x="4143375" y="868363"/>
            <a:ext cx="39528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EuroYear</a:t>
            </a:r>
          </a:p>
        </p:txBody>
      </p:sp>
      <p:sp>
        <p:nvSpPr>
          <p:cNvPr id="7179" name="Rectangle 11">
            <a:extLst>
              <a:ext uri="{FF2B5EF4-FFF2-40B4-BE49-F238E27FC236}">
                <a16:creationId xmlns:a16="http://schemas.microsoft.com/office/drawing/2014/main" id="{9C37C663-7D2C-6E42-F4CE-01FA497BB415}"/>
              </a:ext>
            </a:extLst>
          </p:cNvPr>
          <p:cNvSpPr>
            <a:spLocks noChangeArrowheads="1"/>
          </p:cNvSpPr>
          <p:nvPr/>
        </p:nvSpPr>
        <p:spPr bwMode="auto">
          <a:xfrm>
            <a:off x="3571875" y="868363"/>
            <a:ext cx="3333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EMonth</a:t>
            </a:r>
          </a:p>
        </p:txBody>
      </p:sp>
      <p:sp>
        <p:nvSpPr>
          <p:cNvPr id="7180" name="Rectangle 12">
            <a:extLst>
              <a:ext uri="{FF2B5EF4-FFF2-40B4-BE49-F238E27FC236}">
                <a16:creationId xmlns:a16="http://schemas.microsoft.com/office/drawing/2014/main" id="{EC3CB19C-550B-DE3C-88E4-32DFBC079BCC}"/>
              </a:ext>
            </a:extLst>
          </p:cNvPr>
          <p:cNvSpPr>
            <a:spLocks noChangeArrowheads="1"/>
          </p:cNvSpPr>
          <p:nvPr/>
        </p:nvSpPr>
        <p:spPr bwMode="auto">
          <a:xfrm>
            <a:off x="3248025" y="868363"/>
            <a:ext cx="231775"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a:t>EDay</a:t>
            </a:r>
          </a:p>
        </p:txBody>
      </p:sp>
      <p:sp>
        <p:nvSpPr>
          <p:cNvPr id="7181" name="Rectangle 13">
            <a:extLst>
              <a:ext uri="{FF2B5EF4-FFF2-40B4-BE49-F238E27FC236}">
                <a16:creationId xmlns:a16="http://schemas.microsoft.com/office/drawing/2014/main" id="{40CE72D2-F3D7-D7E2-616D-239C3D2F9D66}"/>
              </a:ext>
            </a:extLst>
          </p:cNvPr>
          <p:cNvSpPr>
            <a:spLocks noChangeArrowheads="1"/>
          </p:cNvSpPr>
          <p:nvPr/>
        </p:nvSpPr>
        <p:spPr bwMode="auto">
          <a:xfrm>
            <a:off x="4143375" y="1020763"/>
            <a:ext cx="344488"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USYear</a:t>
            </a:r>
          </a:p>
        </p:txBody>
      </p:sp>
      <p:sp>
        <p:nvSpPr>
          <p:cNvPr id="7182" name="Rectangle 14">
            <a:extLst>
              <a:ext uri="{FF2B5EF4-FFF2-40B4-BE49-F238E27FC236}">
                <a16:creationId xmlns:a16="http://schemas.microsoft.com/office/drawing/2014/main" id="{1CB976CA-8E1F-C540-86DA-A7943DF77F89}"/>
              </a:ext>
            </a:extLst>
          </p:cNvPr>
          <p:cNvSpPr>
            <a:spLocks noChangeArrowheads="1"/>
          </p:cNvSpPr>
          <p:nvPr/>
        </p:nvSpPr>
        <p:spPr bwMode="auto">
          <a:xfrm>
            <a:off x="3571875" y="1020763"/>
            <a:ext cx="423863"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USMonth</a:t>
            </a:r>
          </a:p>
        </p:txBody>
      </p:sp>
      <p:sp>
        <p:nvSpPr>
          <p:cNvPr id="7183" name="Rectangle 15">
            <a:extLst>
              <a:ext uri="{FF2B5EF4-FFF2-40B4-BE49-F238E27FC236}">
                <a16:creationId xmlns:a16="http://schemas.microsoft.com/office/drawing/2014/main" id="{1745BABA-7B33-1F07-703D-CA620491D70D}"/>
              </a:ext>
            </a:extLst>
          </p:cNvPr>
          <p:cNvSpPr>
            <a:spLocks noChangeArrowheads="1"/>
          </p:cNvSpPr>
          <p:nvPr/>
        </p:nvSpPr>
        <p:spPr bwMode="auto">
          <a:xfrm>
            <a:off x="3228975" y="1020763"/>
            <a:ext cx="304800" cy="122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r>
              <a:rPr lang="en-US" altLang="en-US" sz="800" b="1">
                <a:solidFill>
                  <a:srgbClr val="CC0000"/>
                </a:solidFill>
              </a:rPr>
              <a:t>USDay</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8EE754AC-FF8D-46B3-7680-3BEF56F004E5}"/>
              </a:ext>
            </a:extLst>
          </p:cNvPr>
          <p:cNvSpPr>
            <a:spLocks noChangeArrowheads="1"/>
          </p:cNvSpPr>
          <p:nvPr/>
        </p:nvSpPr>
        <p:spPr bwMode="auto">
          <a:xfrm>
            <a:off x="77788" y="1017588"/>
            <a:ext cx="4587875" cy="1025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90000"/>
              </a:lnSpc>
              <a:spcBef>
                <a:spcPct val="85000"/>
              </a:spcBef>
            </a:pPr>
            <a:r>
              <a:rPr lang="en-US" altLang="en-US" sz="1400" b="1">
                <a:solidFill>
                  <a:srgbClr val="5F5F5F"/>
                </a:solidFill>
                <a:latin typeface="Courier New" panose="02070309020205020404" pitchFamily="49" charset="0"/>
              </a:rPr>
              <a:t>01 Rates.</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a:t>
            </a:r>
            <a:r>
              <a:rPr lang="en-US" altLang="en-US" sz="1400" b="1">
                <a:solidFill>
                  <a:srgbClr val="CC0000"/>
                </a:solidFill>
                <a:latin typeface="Courier New" panose="02070309020205020404" pitchFamily="49" charset="0"/>
              </a:rPr>
              <a:t>02 10Rate   PIC 99V999.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02 100Rate  REDEFINES 10Rate PIC 999V99.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1000Rate REDEFINES 10Rate PIC 9999V9.</a:t>
            </a:r>
            <a:br>
              <a:rPr lang="en-US" altLang="en-US" sz="1200" b="1">
                <a:effectLst>
                  <a:outerShdw blurRad="38100" dist="38100" dir="2700000" algn="tl">
                    <a:srgbClr val="C0C0C0"/>
                  </a:outerShdw>
                </a:effectLst>
                <a:latin typeface="Courier New" panose="02070309020205020404" pitchFamily="49" charset="0"/>
              </a:rPr>
            </a:br>
            <a:endParaRPr lang="en-US" altLang="en-US" sz="1200" b="1">
              <a:effectLst>
                <a:outerShdw blurRad="38100" dist="38100" dir="2700000" algn="tl">
                  <a:srgbClr val="C0C0C0"/>
                </a:outerShdw>
              </a:effectLst>
              <a:latin typeface="Courier New" panose="02070309020205020404" pitchFamily="49" charset="0"/>
            </a:endParaRPr>
          </a:p>
        </p:txBody>
      </p:sp>
      <p:sp>
        <p:nvSpPr>
          <p:cNvPr id="8195" name="Rectangle 3">
            <a:extLst>
              <a:ext uri="{FF2B5EF4-FFF2-40B4-BE49-F238E27FC236}">
                <a16:creationId xmlns:a16="http://schemas.microsoft.com/office/drawing/2014/main" id="{4C4E8584-205B-508D-C576-1AB7349F6E5E}"/>
              </a:ext>
            </a:extLst>
          </p:cNvPr>
          <p:cNvSpPr>
            <a:spLocks noChangeArrowheads="1"/>
          </p:cNvSpPr>
          <p:nvPr/>
        </p:nvSpPr>
        <p:spPr bwMode="auto">
          <a:xfrm>
            <a:off x="1411288" y="460375"/>
            <a:ext cx="1462087" cy="330200"/>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6200" tIns="46038" rIns="76200" bIns="46038" anchor="ctr">
            <a:spAutoFit/>
          </a:bodyPr>
          <a:lstStyle/>
          <a:p>
            <a:pPr algn="ctr"/>
            <a:r>
              <a:rPr lang="en-US" altLang="en-US" sz="1400" b="1">
                <a:solidFill>
                  <a:srgbClr val="FF3300"/>
                </a:solidFill>
                <a:effectLst>
                  <a:outerShdw blurRad="38100" dist="38100" dir="2700000" algn="tl">
                    <a:srgbClr val="000000"/>
                  </a:outerShdw>
                </a:effectLst>
                <a:latin typeface="Arial" panose="020B0604020202020204" pitchFamily="34" charset="0"/>
              </a:rPr>
              <a:t>1    2    3    4    5</a:t>
            </a:r>
          </a:p>
        </p:txBody>
      </p:sp>
      <p:sp>
        <p:nvSpPr>
          <p:cNvPr id="8196" name="Rectangle 4">
            <a:extLst>
              <a:ext uri="{FF2B5EF4-FFF2-40B4-BE49-F238E27FC236}">
                <a16:creationId xmlns:a16="http://schemas.microsoft.com/office/drawing/2014/main" id="{9A52385E-ADB0-123D-C94B-303C2AEBF5CE}"/>
              </a:ext>
            </a:extLst>
          </p:cNvPr>
          <p:cNvSpPr>
            <a:spLocks noChangeArrowheads="1"/>
          </p:cNvSpPr>
          <p:nvPr/>
        </p:nvSpPr>
        <p:spPr bwMode="auto">
          <a:xfrm>
            <a:off x="1304925" y="187325"/>
            <a:ext cx="1014413"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r>
              <a:rPr lang="en-US" altLang="en-US" sz="1200" b="1">
                <a:effectLst>
                  <a:outerShdw blurRad="38100" dist="38100" dir="2700000" algn="tl">
                    <a:srgbClr val="C0C0C0"/>
                  </a:outerShdw>
                </a:effectLst>
                <a:latin typeface="Arial" panose="020B0604020202020204" pitchFamily="34" charset="0"/>
              </a:rPr>
              <a:t>Rates</a:t>
            </a:r>
          </a:p>
        </p:txBody>
      </p:sp>
      <p:sp>
        <p:nvSpPr>
          <p:cNvPr id="8197" name="Oval 5">
            <a:extLst>
              <a:ext uri="{FF2B5EF4-FFF2-40B4-BE49-F238E27FC236}">
                <a16:creationId xmlns:a16="http://schemas.microsoft.com/office/drawing/2014/main" id="{E6C86C31-F006-F563-457B-DE858B40CE4F}"/>
              </a:ext>
            </a:extLst>
          </p:cNvPr>
          <p:cNvSpPr>
            <a:spLocks noChangeArrowheads="1"/>
          </p:cNvSpPr>
          <p:nvPr/>
        </p:nvSpPr>
        <p:spPr bwMode="auto">
          <a:xfrm>
            <a:off x="1978025" y="654050"/>
            <a:ext cx="49213" cy="49213"/>
          </a:xfrm>
          <a:prstGeom prst="ellipse">
            <a:avLst/>
          </a:prstGeom>
          <a:solidFill>
            <a:schemeClr val="accent2"/>
          </a:solidFill>
          <a:ln w="12700">
            <a:solidFill>
              <a:schemeClr val="accent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198" name="AutoShape 6">
            <a:extLst>
              <a:ext uri="{FF2B5EF4-FFF2-40B4-BE49-F238E27FC236}">
                <a16:creationId xmlns:a16="http://schemas.microsoft.com/office/drawing/2014/main" id="{6E05ABD8-86F4-95D0-6D5A-E342E793D4E2}"/>
              </a:ext>
            </a:extLst>
          </p:cNvPr>
          <p:cNvSpPr>
            <a:spLocks noChangeArrowheads="1"/>
          </p:cNvSpPr>
          <p:nvPr/>
        </p:nvSpPr>
        <p:spPr bwMode="auto">
          <a:xfrm>
            <a:off x="1920875" y="739775"/>
            <a:ext cx="158750" cy="158750"/>
          </a:xfrm>
          <a:prstGeom prst="upArrow">
            <a:avLst>
              <a:gd name="adj1" fmla="val 50000"/>
              <a:gd name="adj2" fmla="val 49995"/>
            </a:avLst>
          </a:prstGeom>
          <a:solidFill>
            <a:srgbClr val="00CC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199" name="AutoShape 7">
            <a:extLst>
              <a:ext uri="{FF2B5EF4-FFF2-40B4-BE49-F238E27FC236}">
                <a16:creationId xmlns:a16="http://schemas.microsoft.com/office/drawing/2014/main" id="{20A20A91-9B12-43AC-1A07-850F7AB63ECF}"/>
              </a:ext>
            </a:extLst>
          </p:cNvPr>
          <p:cNvSpPr>
            <a:spLocks noChangeArrowheads="1"/>
          </p:cNvSpPr>
          <p:nvPr/>
        </p:nvSpPr>
        <p:spPr bwMode="auto">
          <a:xfrm flipH="1">
            <a:off x="2435225" y="2044700"/>
            <a:ext cx="2286000" cy="797719"/>
          </a:xfrm>
          <a:prstGeom prst="wedgeRoundRectCallout">
            <a:avLst>
              <a:gd name="adj1" fmla="val -50000"/>
              <a:gd name="adj2" fmla="val 66667"/>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p>
            <a:pPr algn="ctr"/>
            <a:r>
              <a:rPr lang="en-US" altLang="en-US"/>
              <a:t>The REDEFINES clause allows us to treat an item as if it had 3, 2, or 1 decimal places merely by using  different names.</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6BE1AC65-5FD7-F4C0-CC95-844CDE7EE672}"/>
              </a:ext>
            </a:extLst>
          </p:cNvPr>
          <p:cNvSpPr>
            <a:spLocks noChangeArrowheads="1"/>
          </p:cNvSpPr>
          <p:nvPr/>
        </p:nvSpPr>
        <p:spPr bwMode="auto">
          <a:xfrm>
            <a:off x="77788" y="1017588"/>
            <a:ext cx="4587875" cy="1025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90000"/>
              </a:lnSpc>
              <a:spcBef>
                <a:spcPct val="85000"/>
              </a:spcBef>
            </a:pPr>
            <a:r>
              <a:rPr lang="en-US" altLang="en-US" sz="1400" b="1">
                <a:solidFill>
                  <a:srgbClr val="5F5F5F"/>
                </a:solidFill>
                <a:latin typeface="Courier New" panose="02070309020205020404" pitchFamily="49" charset="0"/>
              </a:rPr>
              <a:t>01 Rates.</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10Rate   PIC 99V999.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a:t>
            </a:r>
            <a:r>
              <a:rPr lang="en-US" altLang="en-US" sz="1400" b="1">
                <a:solidFill>
                  <a:srgbClr val="CC0000"/>
                </a:solidFill>
                <a:latin typeface="Courier New" panose="02070309020205020404" pitchFamily="49" charset="0"/>
              </a:rPr>
              <a:t>02 100Rate  REDEFINES 10Rate PIC 999V99.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1000Rate REDEFINES 10Rate PIC 9999V9.</a:t>
            </a:r>
            <a:br>
              <a:rPr lang="en-US" altLang="en-US" sz="1200" b="1">
                <a:effectLst>
                  <a:outerShdw blurRad="38100" dist="38100" dir="2700000" algn="tl">
                    <a:srgbClr val="C0C0C0"/>
                  </a:outerShdw>
                </a:effectLst>
                <a:latin typeface="Courier New" panose="02070309020205020404" pitchFamily="49" charset="0"/>
              </a:rPr>
            </a:br>
            <a:endParaRPr lang="en-US" altLang="en-US" sz="1200" b="1">
              <a:effectLst>
                <a:outerShdw blurRad="38100" dist="38100" dir="2700000" algn="tl">
                  <a:srgbClr val="C0C0C0"/>
                </a:outerShdw>
              </a:effectLst>
              <a:latin typeface="Courier New" panose="02070309020205020404" pitchFamily="49" charset="0"/>
            </a:endParaRPr>
          </a:p>
        </p:txBody>
      </p:sp>
      <p:sp>
        <p:nvSpPr>
          <p:cNvPr id="9219" name="Rectangle 3">
            <a:extLst>
              <a:ext uri="{FF2B5EF4-FFF2-40B4-BE49-F238E27FC236}">
                <a16:creationId xmlns:a16="http://schemas.microsoft.com/office/drawing/2014/main" id="{F4D1E06A-89A6-3167-ADA6-D12B8BEF6A41}"/>
              </a:ext>
            </a:extLst>
          </p:cNvPr>
          <p:cNvSpPr>
            <a:spLocks noChangeArrowheads="1"/>
          </p:cNvSpPr>
          <p:nvPr/>
        </p:nvSpPr>
        <p:spPr bwMode="auto">
          <a:xfrm>
            <a:off x="1411288" y="460375"/>
            <a:ext cx="1462087" cy="330200"/>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6200" tIns="46038" rIns="76200" bIns="46038" anchor="ctr">
            <a:spAutoFit/>
          </a:bodyPr>
          <a:lstStyle/>
          <a:p>
            <a:pPr algn="ctr"/>
            <a:r>
              <a:rPr lang="en-US" altLang="en-US" sz="1400" b="1">
                <a:solidFill>
                  <a:srgbClr val="FF3300"/>
                </a:solidFill>
                <a:effectLst>
                  <a:outerShdw blurRad="38100" dist="38100" dir="2700000" algn="tl">
                    <a:srgbClr val="000000"/>
                  </a:outerShdw>
                </a:effectLst>
                <a:latin typeface="Arial" panose="020B0604020202020204" pitchFamily="34" charset="0"/>
              </a:rPr>
              <a:t>1    2    3    4    5</a:t>
            </a:r>
          </a:p>
        </p:txBody>
      </p:sp>
      <p:sp>
        <p:nvSpPr>
          <p:cNvPr id="9220" name="Rectangle 4">
            <a:extLst>
              <a:ext uri="{FF2B5EF4-FFF2-40B4-BE49-F238E27FC236}">
                <a16:creationId xmlns:a16="http://schemas.microsoft.com/office/drawing/2014/main" id="{E2591171-2829-FAE8-D9EE-0C6AA598ECE4}"/>
              </a:ext>
            </a:extLst>
          </p:cNvPr>
          <p:cNvSpPr>
            <a:spLocks noChangeArrowheads="1"/>
          </p:cNvSpPr>
          <p:nvPr/>
        </p:nvSpPr>
        <p:spPr bwMode="auto">
          <a:xfrm>
            <a:off x="1304925" y="187325"/>
            <a:ext cx="1014413"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r>
              <a:rPr lang="en-US" altLang="en-US" sz="1200" b="1">
                <a:effectLst>
                  <a:outerShdw blurRad="38100" dist="38100" dir="2700000" algn="tl">
                    <a:srgbClr val="C0C0C0"/>
                  </a:outerShdw>
                </a:effectLst>
                <a:latin typeface="Arial" panose="020B0604020202020204" pitchFamily="34" charset="0"/>
              </a:rPr>
              <a:t>Rates</a:t>
            </a:r>
          </a:p>
        </p:txBody>
      </p:sp>
      <p:sp>
        <p:nvSpPr>
          <p:cNvPr id="9221" name="Oval 5">
            <a:extLst>
              <a:ext uri="{FF2B5EF4-FFF2-40B4-BE49-F238E27FC236}">
                <a16:creationId xmlns:a16="http://schemas.microsoft.com/office/drawing/2014/main" id="{0F77F0C9-906B-57BE-A495-C5FBB9E15FC0}"/>
              </a:ext>
            </a:extLst>
          </p:cNvPr>
          <p:cNvSpPr>
            <a:spLocks noChangeArrowheads="1"/>
          </p:cNvSpPr>
          <p:nvPr/>
        </p:nvSpPr>
        <p:spPr bwMode="auto">
          <a:xfrm>
            <a:off x="2263775" y="654050"/>
            <a:ext cx="49213" cy="49213"/>
          </a:xfrm>
          <a:prstGeom prst="ellipse">
            <a:avLst/>
          </a:prstGeom>
          <a:solidFill>
            <a:schemeClr val="accent2"/>
          </a:solidFill>
          <a:ln w="12700">
            <a:solidFill>
              <a:schemeClr val="accent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222" name="AutoShape 6">
            <a:extLst>
              <a:ext uri="{FF2B5EF4-FFF2-40B4-BE49-F238E27FC236}">
                <a16:creationId xmlns:a16="http://schemas.microsoft.com/office/drawing/2014/main" id="{F59EE165-70EE-A266-323F-5E06B00B68F2}"/>
              </a:ext>
            </a:extLst>
          </p:cNvPr>
          <p:cNvSpPr>
            <a:spLocks noChangeArrowheads="1"/>
          </p:cNvSpPr>
          <p:nvPr/>
        </p:nvSpPr>
        <p:spPr bwMode="auto">
          <a:xfrm>
            <a:off x="2206625" y="739775"/>
            <a:ext cx="158750" cy="158750"/>
          </a:xfrm>
          <a:prstGeom prst="upArrow">
            <a:avLst>
              <a:gd name="adj1" fmla="val 50000"/>
              <a:gd name="adj2" fmla="val 49995"/>
            </a:avLst>
          </a:prstGeom>
          <a:solidFill>
            <a:srgbClr val="00CC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9FDD1427-D55B-A300-8C36-E74980C7C9E2}"/>
              </a:ext>
            </a:extLst>
          </p:cNvPr>
          <p:cNvSpPr>
            <a:spLocks noChangeArrowheads="1"/>
          </p:cNvSpPr>
          <p:nvPr/>
        </p:nvSpPr>
        <p:spPr bwMode="auto">
          <a:xfrm>
            <a:off x="77788" y="1017588"/>
            <a:ext cx="4587875" cy="1052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46038" rIns="0" bIns="46038">
            <a:spAutoFit/>
          </a:bodyPr>
          <a:lstStyle>
            <a:lvl1pPr>
              <a:tabLst>
                <a:tab pos="2578100" algn="l"/>
                <a:tab pos="4762500" algn="l"/>
                <a:tab pos="6096000" algn="l"/>
              </a:tabLst>
              <a:defRPr>
                <a:solidFill>
                  <a:schemeClr val="tx1"/>
                </a:solidFill>
                <a:latin typeface="Arial" panose="020B0604020202020204" pitchFamily="34" charset="0"/>
              </a:defRPr>
            </a:lvl1pPr>
            <a:lvl2pPr>
              <a:tabLst>
                <a:tab pos="2578100" algn="l"/>
                <a:tab pos="4762500" algn="l"/>
                <a:tab pos="6096000" algn="l"/>
              </a:tabLst>
              <a:defRPr>
                <a:solidFill>
                  <a:schemeClr val="tx1"/>
                </a:solidFill>
                <a:latin typeface="Arial" panose="020B0604020202020204" pitchFamily="34" charset="0"/>
              </a:defRPr>
            </a:lvl2pPr>
            <a:lvl3pPr>
              <a:tabLst>
                <a:tab pos="2578100" algn="l"/>
                <a:tab pos="4762500" algn="l"/>
                <a:tab pos="6096000" algn="l"/>
              </a:tabLst>
              <a:defRPr>
                <a:solidFill>
                  <a:schemeClr val="tx1"/>
                </a:solidFill>
                <a:latin typeface="Arial" panose="020B0604020202020204" pitchFamily="34" charset="0"/>
              </a:defRPr>
            </a:lvl3pPr>
            <a:lvl4pPr>
              <a:tabLst>
                <a:tab pos="2578100" algn="l"/>
                <a:tab pos="4762500" algn="l"/>
                <a:tab pos="6096000" algn="l"/>
              </a:tabLst>
              <a:defRPr>
                <a:solidFill>
                  <a:schemeClr val="tx1"/>
                </a:solidFill>
                <a:latin typeface="Arial" panose="020B0604020202020204" pitchFamily="34" charset="0"/>
              </a:defRPr>
            </a:lvl4pPr>
            <a:lvl5pPr>
              <a:tabLst>
                <a:tab pos="2578100" algn="l"/>
                <a:tab pos="4762500" algn="l"/>
                <a:tab pos="6096000" algn="l"/>
              </a:tabLst>
              <a:defRPr>
                <a:solidFill>
                  <a:schemeClr val="tx1"/>
                </a:solidFill>
                <a:latin typeface="Arial" panose="020B0604020202020204" pitchFamily="34" charset="0"/>
              </a:defRPr>
            </a:lvl5pPr>
            <a:lvl6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6pPr>
            <a:lvl7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7pPr>
            <a:lvl8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8pPr>
            <a:lvl9pPr fontAlgn="base">
              <a:spcBef>
                <a:spcPct val="0"/>
              </a:spcBef>
              <a:spcAft>
                <a:spcPct val="0"/>
              </a:spcAft>
              <a:tabLst>
                <a:tab pos="2578100" algn="l"/>
                <a:tab pos="4762500" algn="l"/>
                <a:tab pos="6096000" algn="l"/>
              </a:tabLst>
              <a:defRPr>
                <a:solidFill>
                  <a:schemeClr val="tx1"/>
                </a:solidFill>
                <a:latin typeface="Arial" panose="020B0604020202020204" pitchFamily="34" charset="0"/>
              </a:defRPr>
            </a:lvl9pPr>
          </a:lstStyle>
          <a:p>
            <a:pPr>
              <a:lnSpc>
                <a:spcPct val="90000"/>
              </a:lnSpc>
              <a:spcBef>
                <a:spcPct val="85000"/>
              </a:spcBef>
            </a:pPr>
            <a:r>
              <a:rPr lang="en-US" altLang="en-US" sz="1400" b="1">
                <a:solidFill>
                  <a:srgbClr val="5F5F5F"/>
                </a:solidFill>
                <a:latin typeface="Courier New" panose="02070309020205020404" pitchFamily="49" charset="0"/>
              </a:rPr>
              <a:t>01 Rates.</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10Rate   PIC 99V999.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02 100Rate  REDEFINES 10Rate PIC 999V99.</a:t>
            </a:r>
            <a:br>
              <a:rPr lang="en-US" altLang="en-US" sz="1400" b="1">
                <a:solidFill>
                  <a:srgbClr val="5F5F5F"/>
                </a:solidFill>
                <a:latin typeface="Courier New" panose="02070309020205020404" pitchFamily="49" charset="0"/>
              </a:rPr>
            </a:br>
            <a:r>
              <a:rPr lang="en-US" altLang="en-US" sz="1400" b="1">
                <a:solidFill>
                  <a:srgbClr val="5F5F5F"/>
                </a:solidFill>
                <a:latin typeface="Courier New" panose="02070309020205020404" pitchFamily="49" charset="0"/>
              </a:rPr>
              <a:t>   </a:t>
            </a:r>
            <a:r>
              <a:rPr lang="en-US" altLang="en-US" sz="1400" b="1">
                <a:solidFill>
                  <a:srgbClr val="CC0000"/>
                </a:solidFill>
                <a:latin typeface="Courier New" panose="02070309020205020404" pitchFamily="49" charset="0"/>
              </a:rPr>
              <a:t>02 1000Rate REDEFINES 10Rate PIC 9999V9.</a:t>
            </a:r>
            <a:br>
              <a:rPr lang="en-US" altLang="en-US" sz="1400" b="1">
                <a:solidFill>
                  <a:srgbClr val="FF3300"/>
                </a:solidFill>
                <a:effectLst>
                  <a:outerShdw blurRad="38100" dist="38100" dir="2700000" algn="tl">
                    <a:srgbClr val="C0C0C0"/>
                  </a:outerShdw>
                </a:effectLst>
                <a:latin typeface="Courier New" panose="02070309020205020404" pitchFamily="49" charset="0"/>
              </a:rPr>
            </a:br>
            <a:endParaRPr lang="en-US" altLang="en-US" sz="1400" b="1">
              <a:solidFill>
                <a:srgbClr val="FF3300"/>
              </a:solidFill>
              <a:effectLst>
                <a:outerShdw blurRad="38100" dist="38100" dir="2700000" algn="tl">
                  <a:srgbClr val="C0C0C0"/>
                </a:outerShdw>
              </a:effectLst>
              <a:latin typeface="Courier New" panose="02070309020205020404" pitchFamily="49" charset="0"/>
            </a:endParaRPr>
          </a:p>
        </p:txBody>
      </p:sp>
      <p:sp>
        <p:nvSpPr>
          <p:cNvPr id="10243" name="Rectangle 3">
            <a:extLst>
              <a:ext uri="{FF2B5EF4-FFF2-40B4-BE49-F238E27FC236}">
                <a16:creationId xmlns:a16="http://schemas.microsoft.com/office/drawing/2014/main" id="{48591424-1B69-0594-4498-ABD1E7210B78}"/>
              </a:ext>
            </a:extLst>
          </p:cNvPr>
          <p:cNvSpPr>
            <a:spLocks noChangeArrowheads="1"/>
          </p:cNvSpPr>
          <p:nvPr/>
        </p:nvSpPr>
        <p:spPr bwMode="auto">
          <a:xfrm>
            <a:off x="1411288" y="460375"/>
            <a:ext cx="1462087" cy="330200"/>
          </a:xfrm>
          <a:prstGeom prst="rect">
            <a:avLst/>
          </a:prstGeom>
          <a:solidFill>
            <a:srgbClr val="FFFFCC"/>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6200" tIns="46038" rIns="76200" bIns="46038" anchor="ctr">
            <a:spAutoFit/>
          </a:bodyPr>
          <a:lstStyle/>
          <a:p>
            <a:pPr algn="ctr"/>
            <a:r>
              <a:rPr lang="en-US" altLang="en-US" sz="1400" b="1">
                <a:solidFill>
                  <a:srgbClr val="FF3300"/>
                </a:solidFill>
                <a:effectLst>
                  <a:outerShdw blurRad="38100" dist="38100" dir="2700000" algn="tl">
                    <a:srgbClr val="000000"/>
                  </a:outerShdw>
                </a:effectLst>
                <a:latin typeface="Arial" panose="020B0604020202020204" pitchFamily="34" charset="0"/>
              </a:rPr>
              <a:t>1    2    3    4    5</a:t>
            </a:r>
          </a:p>
        </p:txBody>
      </p:sp>
      <p:sp>
        <p:nvSpPr>
          <p:cNvPr id="10244" name="Rectangle 4">
            <a:extLst>
              <a:ext uri="{FF2B5EF4-FFF2-40B4-BE49-F238E27FC236}">
                <a16:creationId xmlns:a16="http://schemas.microsoft.com/office/drawing/2014/main" id="{A8E31801-92FD-370C-B033-A89A13852FC8}"/>
              </a:ext>
            </a:extLst>
          </p:cNvPr>
          <p:cNvSpPr>
            <a:spLocks noChangeArrowheads="1"/>
          </p:cNvSpPr>
          <p:nvPr/>
        </p:nvSpPr>
        <p:spPr bwMode="auto">
          <a:xfrm>
            <a:off x="1304925" y="187325"/>
            <a:ext cx="1014413"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r>
              <a:rPr lang="en-US" altLang="en-US" sz="1200" b="1">
                <a:effectLst>
                  <a:outerShdw blurRad="38100" dist="38100" dir="2700000" algn="tl">
                    <a:srgbClr val="C0C0C0"/>
                  </a:outerShdw>
                </a:effectLst>
                <a:latin typeface="Arial" panose="020B0604020202020204" pitchFamily="34" charset="0"/>
              </a:rPr>
              <a:t>Rates</a:t>
            </a:r>
          </a:p>
        </p:txBody>
      </p:sp>
      <p:sp>
        <p:nvSpPr>
          <p:cNvPr id="10245" name="AutoShape 5">
            <a:extLst>
              <a:ext uri="{FF2B5EF4-FFF2-40B4-BE49-F238E27FC236}">
                <a16:creationId xmlns:a16="http://schemas.microsoft.com/office/drawing/2014/main" id="{0C39CC98-1E46-9B91-C9D0-002C3AEA0B66}"/>
              </a:ext>
            </a:extLst>
          </p:cNvPr>
          <p:cNvSpPr>
            <a:spLocks noChangeArrowheads="1"/>
          </p:cNvSpPr>
          <p:nvPr/>
        </p:nvSpPr>
        <p:spPr bwMode="auto">
          <a:xfrm>
            <a:off x="2511425" y="758825"/>
            <a:ext cx="158750" cy="158750"/>
          </a:xfrm>
          <a:prstGeom prst="upArrow">
            <a:avLst>
              <a:gd name="adj1" fmla="val 50000"/>
              <a:gd name="adj2" fmla="val 49995"/>
            </a:avLst>
          </a:prstGeom>
          <a:solidFill>
            <a:srgbClr val="00CC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246" name="Oval 6">
            <a:extLst>
              <a:ext uri="{FF2B5EF4-FFF2-40B4-BE49-F238E27FC236}">
                <a16:creationId xmlns:a16="http://schemas.microsoft.com/office/drawing/2014/main" id="{59669535-128E-3CB4-0E50-4A16E9B846F6}"/>
              </a:ext>
            </a:extLst>
          </p:cNvPr>
          <p:cNvSpPr>
            <a:spLocks noChangeArrowheads="1"/>
          </p:cNvSpPr>
          <p:nvPr/>
        </p:nvSpPr>
        <p:spPr bwMode="auto">
          <a:xfrm>
            <a:off x="2568575" y="654050"/>
            <a:ext cx="44450" cy="44450"/>
          </a:xfrm>
          <a:prstGeom prst="ellipse">
            <a:avLst/>
          </a:prstGeom>
          <a:solidFill>
            <a:schemeClr val="accent2"/>
          </a:solidFill>
          <a:ln w="12700">
            <a:solidFill>
              <a:schemeClr val="accent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1000" b="0" i="0" u="none" strike="noStrike" cap="none" normalizeH="0" baseline="0" smtClean="0">
            <a:ln>
              <a:noFill/>
            </a:ln>
            <a:solidFill>
              <a:schemeClr val="tx1"/>
            </a:solidFill>
            <a:effectLst/>
            <a:latin typeface="Times New Roman" panose="02020603050405020304"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1000" b="0" i="0" u="none" strike="noStrike" cap="none" normalizeH="0" baseline="0" smtClean="0">
            <a:ln>
              <a:noFill/>
            </a:ln>
            <a:solidFill>
              <a:schemeClr val="tx1"/>
            </a:solidFill>
            <a:effectLst/>
            <a:latin typeface="Times New Roman" panose="02020603050405020304" pitchFamily="18"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3.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4.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5.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6.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7.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8.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docProps/app.xml><?xml version="1.0" encoding="utf-8"?>
<Properties xmlns="http://schemas.openxmlformats.org/officeDocument/2006/extended-properties" xmlns:vt="http://schemas.openxmlformats.org/officeDocument/2006/docPropsVTypes">
  <Template>E:\MSOffice\Templates\Blank Presentation.pot</Template>
  <TotalTime>283</TotalTime>
  <Words>674</Words>
  <Application>Microsoft Office PowerPoint</Application>
  <PresentationFormat>Custom</PresentationFormat>
  <Paragraphs>51</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Times New Roman</vt:lpstr>
      <vt:lpstr>Courier New</vt:lpstr>
      <vt:lpstr>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Slide Title</dc:title>
  <dc:creator>Michael Coughlan</dc:creator>
  <cp:lastModifiedBy>Sean McBride</cp:lastModifiedBy>
  <cp:revision>17</cp:revision>
  <dcterms:created xsi:type="dcterms:W3CDTF">1995-06-17T23:31:02Z</dcterms:created>
  <dcterms:modified xsi:type="dcterms:W3CDTF">2026-05-13T01:07:06Z</dcterms:modified>
</cp:coreProperties>
</file>