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4762500" cy="4953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97280"/>
            <a:ext cx="4285800" cy="82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1158840"/>
            <a:ext cx="4285800" cy="287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4952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14400" y="12600"/>
            <a:ext cx="4734000" cy="49276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97280"/>
            <a:ext cx="4285800" cy="82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1158840"/>
            <a:ext cx="4285800" cy="287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1006560" y="647640"/>
            <a:ext cx="2975040" cy="295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Reading a Relative file directly or sequentially.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Example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the program left click (or press the Page Up key) to see next comment and right click (or press Page Down) to see the previous comment.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101520" y="85680"/>
            <a:ext cx="404820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ReadRelative.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* Reads a Relative file directly or in sequence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ENVIRONMENT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INPUT-OUTPUT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FILE-CONTROL.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SELECT SupplierFile ASSIGN TO "SUPP.DAT"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ORGANIZATION IS RELATIVE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ACCESS MODE IS DYNAMIC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RELATIVE KEY IS SupplierKey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FILE STATUS IS SupplierStatus.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FD SupplierFile.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SupplierRecord.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88 EndOfFile  VALUE HIGH-VALUES.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SupplierCode         PIC 99.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SupplierName         PIC X(20).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SupplierAddress      PIC X(60).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SupplierStatus          PIC X(2).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88 RecordFound          VALUE "00".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SupplierKey             PIC 99.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PrnSupplierRecord.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PrnSupplierCode      PIC BB99.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PrnSupplierName      PIC BBX(20).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02 PrnSupplierAddress   PIC BBX(50).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ReadType                PIC 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88 DirectRead           VALUE 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88 SequentialRead       VALUE 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162240" y="103320"/>
            <a:ext cx="1531800" cy="12366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First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Let’s examine any new entries in the definition of the Relative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" name=""/>
          <p:cNvGrpSpPr/>
          <p:nvPr/>
        </p:nvGrpSpPr>
        <p:grpSpPr>
          <a:xfrm>
            <a:off x="533520" y="360360"/>
            <a:ext cx="4191120" cy="1258920"/>
            <a:chOff x="533520" y="360360"/>
            <a:chExt cx="4191120" cy="1258920"/>
          </a:xfrm>
        </p:grpSpPr>
        <p:sp>
          <p:nvSpPr>
            <p:cNvPr id="12" name=""/>
            <p:cNvSpPr txBox="1"/>
            <p:nvPr/>
          </p:nvSpPr>
          <p:spPr>
            <a:xfrm>
              <a:off x="3152880" y="360360"/>
              <a:ext cx="1571760" cy="120168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ACCESS MODE IS DYNAMIC </a:t>
              </a: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means that we expect to access this file both directly and sequentially.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533520" y="1467000"/>
              <a:ext cx="1924200" cy="15228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" name=""/>
          <p:cNvGrpSpPr/>
          <p:nvPr/>
        </p:nvGrpSpPr>
        <p:grpSpPr>
          <a:xfrm>
            <a:off x="47520" y="1427040"/>
            <a:ext cx="4665600" cy="2335320"/>
            <a:chOff x="47520" y="1427040"/>
            <a:chExt cx="4665600" cy="2335320"/>
          </a:xfrm>
        </p:grpSpPr>
        <p:sp>
          <p:nvSpPr>
            <p:cNvPr id="15" name=""/>
            <p:cNvSpPr txBox="1"/>
            <p:nvPr/>
          </p:nvSpPr>
          <p:spPr>
            <a:xfrm>
              <a:off x="3143160" y="1427040"/>
              <a:ext cx="1569960" cy="163044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Take note of the condition name monitoring the SupplierStatus. 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 code of 00 means the operation was successful.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47520" y="3467160"/>
              <a:ext cx="3095640" cy="29520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111240" y="219240"/>
            <a:ext cx="4584600" cy="40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OPEN INPUT SupplierFile.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"Enter Read type (Direct=1, Seq=2)-&gt; 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WITH NO ADVANCING.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ReadType.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  <a:spcBef>
                <a:spcPts val="83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IF DirectRead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"Enter supplier key (2 digits)-&gt; 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WITH NO ADVANCING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SupplierKey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READ SupplierFile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INVALID KEY DISPLAY "SUPP STATUS :-",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SupplierStatus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PERFORM DisplayRecord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  <a:spcBef>
                <a:spcPts val="83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IF SequentialRead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READ SupplierFile NEXT 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AT END SET EndOfFile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PERFORM UNTIL EndOfFile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PERFORM DisplayRecord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READ SupplierFile NEXT 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AT END SET EndOfFile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  <a:spcBef>
                <a:spcPts val="83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CLOSE  SupplierFile.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  <a:spcBef>
                <a:spcPts val="119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DisplayRecord.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IF RecordFound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MOVE SupplierCode TO PrnSupplierCode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MOVE SupplierName TO PrnSupplierName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MOVE SupplierAddress TO PrnSupplierAddress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PrnSupplierRecord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END-IF.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" name=""/>
          <p:cNvGrpSpPr/>
          <p:nvPr/>
        </p:nvGrpSpPr>
        <p:grpSpPr>
          <a:xfrm>
            <a:off x="266760" y="58680"/>
            <a:ext cx="4464000" cy="1427040"/>
            <a:chOff x="266760" y="58680"/>
            <a:chExt cx="4464000" cy="1427040"/>
          </a:xfrm>
        </p:grpSpPr>
        <p:sp>
          <p:nvSpPr>
            <p:cNvPr id="19" name=""/>
            <p:cNvSpPr/>
            <p:nvPr/>
          </p:nvSpPr>
          <p:spPr>
            <a:xfrm>
              <a:off x="266760" y="514440"/>
              <a:ext cx="3705120" cy="36180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"/>
            <p:cNvSpPr txBox="1"/>
            <p:nvPr/>
          </p:nvSpPr>
          <p:spPr>
            <a:xfrm>
              <a:off x="3905280" y="58680"/>
              <a:ext cx="825480" cy="142704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First we find out how the user wants to read the file.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" name=""/>
          <p:cNvGrpSpPr/>
          <p:nvPr/>
        </p:nvGrpSpPr>
        <p:grpSpPr>
          <a:xfrm>
            <a:off x="266760" y="870120"/>
            <a:ext cx="4471920" cy="2565000"/>
            <a:chOff x="266760" y="870120"/>
            <a:chExt cx="4471920" cy="2565000"/>
          </a:xfrm>
        </p:grpSpPr>
        <p:sp>
          <p:nvSpPr>
            <p:cNvPr id="22" name=""/>
            <p:cNvSpPr/>
            <p:nvPr/>
          </p:nvSpPr>
          <p:spPr>
            <a:xfrm>
              <a:off x="266760" y="870120"/>
              <a:ext cx="3632040" cy="114300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"/>
            <p:cNvSpPr txBox="1"/>
            <p:nvPr/>
          </p:nvSpPr>
          <p:spPr>
            <a:xfrm>
              <a:off x="3441600" y="1682640"/>
              <a:ext cx="1297080" cy="175248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To read the file directly the user must supply a key value.  We use this value to read the appropriate record from the file.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"/>
          <p:cNvGrpSpPr/>
          <p:nvPr/>
        </p:nvGrpSpPr>
        <p:grpSpPr>
          <a:xfrm>
            <a:off x="266760" y="2006640"/>
            <a:ext cx="4475160" cy="1473120"/>
            <a:chOff x="266760" y="2006640"/>
            <a:chExt cx="4475160" cy="1473120"/>
          </a:xfrm>
        </p:grpSpPr>
        <p:sp>
          <p:nvSpPr>
            <p:cNvPr id="25" name=""/>
            <p:cNvSpPr txBox="1"/>
            <p:nvPr/>
          </p:nvSpPr>
          <p:spPr>
            <a:xfrm>
              <a:off x="3441600" y="2068560"/>
              <a:ext cx="1300320" cy="141120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To read the file sequentially we use a standard “Read Ahead” and loop.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"/>
            <p:cNvSpPr/>
            <p:nvPr/>
          </p:nvSpPr>
          <p:spPr>
            <a:xfrm>
              <a:off x="266760" y="2006640"/>
              <a:ext cx="3143160" cy="123192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"/>
          <p:cNvGrpSpPr/>
          <p:nvPr/>
        </p:nvGrpSpPr>
        <p:grpSpPr>
          <a:xfrm>
            <a:off x="527040" y="2101680"/>
            <a:ext cx="4176720" cy="1695600"/>
            <a:chOff x="527040" y="2101680"/>
            <a:chExt cx="4176720" cy="1695600"/>
          </a:xfrm>
        </p:grpSpPr>
        <p:sp>
          <p:nvSpPr>
            <p:cNvPr id="28" name=""/>
            <p:cNvSpPr/>
            <p:nvPr/>
          </p:nvSpPr>
          <p:spPr>
            <a:xfrm>
              <a:off x="527040" y="2101680"/>
              <a:ext cx="2685960" cy="34308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" name=""/>
            <p:cNvSpPr txBox="1"/>
            <p:nvPr/>
          </p:nvSpPr>
          <p:spPr>
            <a:xfrm>
              <a:off x="2070000" y="2908440"/>
              <a:ext cx="2633760" cy="88884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Note:</a:t>
              </a: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 The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READ..NEXT</a:t>
              </a: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RECORD</a:t>
              </a: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is used when we want to read the file sequentially and the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ACCESS MODE</a:t>
              </a: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is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DYNAMIC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