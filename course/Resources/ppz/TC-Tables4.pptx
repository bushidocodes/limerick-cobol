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68" r:id="rId2"/>
    <p:sldId id="269" r:id="rId3"/>
    <p:sldId id="274" r:id="rId4"/>
    <p:sldId id="270" r:id="rId5"/>
    <p:sldId id="272" r:id="rId6"/>
    <p:sldId id="271" r:id="rId7"/>
    <p:sldId id="273" r:id="rId8"/>
  </p:sldIdLst>
  <p:sldSz cx="4764088" cy="36576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1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1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1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1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1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52">
          <p15:clr>
            <a:srgbClr val="A4A3A4"/>
          </p15:clr>
        </p15:guide>
        <p15:guide id="2" pos="150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152">
          <p15:clr>
            <a:srgbClr val="A4A3A4"/>
          </p15:clr>
        </p15:guide>
        <p15:guide id="2" pos="150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CC00"/>
    <a:srgbClr val="CC0000"/>
    <a:srgbClr val="5F5F5F"/>
    <a:srgbClr val="FFFFCC"/>
    <a:srgbClr val="FF3300"/>
    <a:srgbClr val="F8F8F8"/>
    <a:srgbClr val="393939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231" d="100"/>
          <a:sy n="231" d="100"/>
        </p:scale>
        <p:origin x="444" y="186"/>
      </p:cViewPr>
      <p:guideLst>
        <p:guide orient="horz" pos="1152"/>
        <p:guide pos="150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70" d="100"/>
          <a:sy n="70" d="100"/>
        </p:scale>
        <p:origin x="-1704" y="-78"/>
      </p:cViewPr>
      <p:guideLst>
        <p:guide orient="horz" pos="1152"/>
        <p:guide pos="150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D496B3FC-C828-1BDB-FCD3-4D509FAA3746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>
              <a:defRPr i="1"/>
            </a:lvl1pPr>
          </a:lstStyle>
          <a:p>
            <a:endParaRPr lang="en-US" altLang="en-US"/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B4199B91-9971-B8AE-17B4-86EA55372A8A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 algn="r">
              <a:defRPr i="1"/>
            </a:lvl1pPr>
          </a:lstStyle>
          <a:p>
            <a:endParaRPr lang="en-US" altLang="en-US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47B5ABAA-1968-0671-9E28-36E42048F83B}"/>
              </a:ext>
            </a:extLst>
          </p:cNvPr>
          <p:cNvSpPr>
            <a:spLocks noRot="1" noChangeArrowheads="1" noTextEdit="1"/>
          </p:cNvSpPr>
          <p:nvPr>
            <p:ph type="sldImg" idx="2"/>
          </p:nvPr>
        </p:nvSpPr>
        <p:spPr bwMode="auto">
          <a:xfrm>
            <a:off x="1201738" y="692150"/>
            <a:ext cx="4454525" cy="34163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053" name="Rectangle 5">
            <a:extLst>
              <a:ext uri="{FF2B5EF4-FFF2-40B4-BE49-F238E27FC236}">
                <a16:creationId xmlns:a16="http://schemas.microsoft.com/office/drawing/2014/main" id="{F393C9B9-C686-6DBB-3B3A-C7E8FD2B11F3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2054" name="Rectangle 6">
            <a:extLst>
              <a:ext uri="{FF2B5EF4-FFF2-40B4-BE49-F238E27FC236}">
                <a16:creationId xmlns:a16="http://schemas.microsoft.com/office/drawing/2014/main" id="{8D223E12-9535-3442-1E5C-1ADB6D9A5534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>
              <a:defRPr i="1"/>
            </a:lvl1pPr>
          </a:lstStyle>
          <a:p>
            <a:endParaRPr lang="en-US" altLang="en-US"/>
          </a:p>
        </p:txBody>
      </p:sp>
      <p:sp>
        <p:nvSpPr>
          <p:cNvPr id="2055" name="Rectangle 7">
            <a:extLst>
              <a:ext uri="{FF2B5EF4-FFF2-40B4-BE49-F238E27FC236}">
                <a16:creationId xmlns:a16="http://schemas.microsoft.com/office/drawing/2014/main" id="{356C5A3E-B685-2149-249E-5C01B742161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 algn="r">
              <a:defRPr i="1"/>
            </a:lvl1pPr>
          </a:lstStyle>
          <a:p>
            <a:fld id="{C4649863-B521-4DC8-8C09-D4E73A724021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17FC7-5656-7CBE-A268-671B3E89B0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5313" y="598488"/>
            <a:ext cx="3573462" cy="1273175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144954-241D-B30E-4048-CCDFECECC0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5313" y="1920875"/>
            <a:ext cx="3573462" cy="88265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2265354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07BDB-9223-42C2-2BAD-CE4251341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195263"/>
            <a:ext cx="4110038" cy="70643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8CDF4D-13A6-B58E-312F-0ADA8F16D1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7025" y="973138"/>
            <a:ext cx="4110038" cy="232092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863591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01DA7-6E19-202B-FE04-369FEE9BA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911225"/>
            <a:ext cx="4108450" cy="1522413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65FC75-4FB0-A4A4-6955-70CB67B947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5438" y="2447925"/>
            <a:ext cx="4108450" cy="8001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953645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3AF0D-2505-656F-A20F-4C3A79391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195263"/>
            <a:ext cx="4110038" cy="70643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502408-9932-5A48-F6ED-F3F1B55737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7025" y="973138"/>
            <a:ext cx="1978025" cy="232092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51909A-C4ED-B5E3-90C1-7ED523DB15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457450" y="973138"/>
            <a:ext cx="1979613" cy="232092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685075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3E37C2-D17A-426A-48B8-30FFA2E1A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195263"/>
            <a:ext cx="4108450" cy="70643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84CDA2-EBBD-778B-9652-6E85720F4F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8613" y="896938"/>
            <a:ext cx="2014537" cy="43973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9CEA13-6118-A0B5-EDD2-A53D7C569C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8613" y="1336675"/>
            <a:ext cx="2014537" cy="19637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BE1053-24E2-9D9E-F0EE-4A1F1A8993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411413" y="896938"/>
            <a:ext cx="2025650" cy="43973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61295E-C34C-3C6A-4271-34B4E29ECB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2411413" y="1336675"/>
            <a:ext cx="2025650" cy="19637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93436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20488D-1109-EEEB-ED23-E2BB90D5E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195263"/>
            <a:ext cx="4110038" cy="70643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0837507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14954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E8BB7-C82E-FA9E-422F-BC33D9B52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44475"/>
            <a:ext cx="1536700" cy="852488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05E76-F33B-9BA8-370F-C87134D326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5650" y="527050"/>
            <a:ext cx="2411413" cy="2598738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1016F9-B03E-85C5-5A32-47BBC4DF56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8613" y="1096963"/>
            <a:ext cx="1536700" cy="20335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128701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7A76E3-8CC3-C26C-278E-0FBF13E41E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44475"/>
            <a:ext cx="1536700" cy="852488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69A4D4E-E196-D18F-0D21-15FF6663DB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2025650" y="527050"/>
            <a:ext cx="2411413" cy="25987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ED511C-3F73-ECA3-D68C-9F31466F03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8613" y="1096963"/>
            <a:ext cx="1536700" cy="20335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758364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FA6AC-607C-4E6E-1B6A-40D65046B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195263"/>
            <a:ext cx="4110038" cy="70643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F1B8AE-833F-5D53-A575-8818CB047E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27025" y="973138"/>
            <a:ext cx="4110038" cy="23209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906313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538887-D12F-2AAA-4229-FC6E831ED1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3409950" y="195263"/>
            <a:ext cx="1027113" cy="3098800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F9FA6A-90A9-D9BD-4B9C-86554791B5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27025" y="195263"/>
            <a:ext cx="2930525" cy="309880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90059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2ECBFB79-FE1C-7E49-0778-03C7D5088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17463"/>
            <a:ext cx="4733925" cy="362585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77" name="Group 5">
            <a:extLst>
              <a:ext uri="{FF2B5EF4-FFF2-40B4-BE49-F238E27FC236}">
                <a16:creationId xmlns:a16="http://schemas.microsoft.com/office/drawing/2014/main" id="{58ED67C9-CF55-AFAD-F841-0E2ED9E9AEC1}"/>
              </a:ext>
            </a:extLst>
          </p:cNvPr>
          <p:cNvGrpSpPr>
            <a:grpSpLocks/>
          </p:cNvGrpSpPr>
          <p:nvPr/>
        </p:nvGrpSpPr>
        <p:grpSpPr bwMode="auto">
          <a:xfrm>
            <a:off x="427038" y="484188"/>
            <a:ext cx="4140200" cy="180975"/>
            <a:chOff x="269" y="305"/>
            <a:chExt cx="2608" cy="114"/>
          </a:xfrm>
        </p:grpSpPr>
        <p:sp>
          <p:nvSpPr>
            <p:cNvPr id="3074" name="Rectangle 2">
              <a:extLst>
                <a:ext uri="{FF2B5EF4-FFF2-40B4-BE49-F238E27FC236}">
                  <a16:creationId xmlns:a16="http://schemas.microsoft.com/office/drawing/2014/main" id="{904BFD51-D310-9548-3BE7-D9C8741DF4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9" y="305"/>
              <a:ext cx="867" cy="11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>
              <a:outerShdw dist="71842" dir="2700000" algn="ctr" rotWithShape="0">
                <a:schemeClr val="folHlink">
                  <a:alpha val="50000"/>
                </a:schemeClr>
              </a:outerShdw>
            </a:effectLst>
          </p:spPr>
          <p:txBody>
            <a:bodyPr wrap="none" lIns="92075" tIns="46038" rIns="92075" bIns="46038" anchor="ctr"/>
            <a:lstStyle/>
            <a:p>
              <a:pPr algn="ctr"/>
              <a:r>
                <a:rPr lang="en-US" altLang="en-US" sz="1200" b="1">
                  <a:solidFill>
                    <a:srgbClr val="CC0000"/>
                  </a:solidFill>
                  <a:latin typeface="Arial" panose="020B0604020202020204" pitchFamily="34" charset="0"/>
                </a:rPr>
                <a:t>1</a:t>
              </a:r>
            </a:p>
          </p:txBody>
        </p:sp>
        <p:sp>
          <p:nvSpPr>
            <p:cNvPr id="3075" name="Rectangle 3">
              <a:extLst>
                <a:ext uri="{FF2B5EF4-FFF2-40B4-BE49-F238E27FC236}">
                  <a16:creationId xmlns:a16="http://schemas.microsoft.com/office/drawing/2014/main" id="{013B79A5-8C0D-35CA-2D16-43C444951E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0" y="305"/>
              <a:ext cx="866" cy="11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>
              <a:outerShdw dist="71842" dir="2700000" algn="ctr" rotWithShape="0">
                <a:schemeClr val="folHlink">
                  <a:alpha val="50000"/>
                </a:schemeClr>
              </a:outerShdw>
            </a:effectLst>
          </p:spPr>
          <p:txBody>
            <a:bodyPr wrap="none" lIns="92075" tIns="46038" rIns="92075" bIns="46038" anchor="ctr"/>
            <a:lstStyle/>
            <a:p>
              <a:pPr algn="ctr"/>
              <a:r>
                <a:rPr lang="en-US" altLang="en-US" sz="1200" b="1">
                  <a:solidFill>
                    <a:srgbClr val="CC0000"/>
                  </a:solidFill>
                  <a:latin typeface="Arial" panose="020B0604020202020204" pitchFamily="34" charset="0"/>
                </a:rPr>
                <a:t>2</a:t>
              </a:r>
            </a:p>
          </p:txBody>
        </p:sp>
        <p:sp>
          <p:nvSpPr>
            <p:cNvPr id="3076" name="Rectangle 4">
              <a:extLst>
                <a:ext uri="{FF2B5EF4-FFF2-40B4-BE49-F238E27FC236}">
                  <a16:creationId xmlns:a16="http://schemas.microsoft.com/office/drawing/2014/main" id="{3834A496-99E0-5F28-6102-848BFC0EED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06" y="305"/>
              <a:ext cx="871" cy="11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>
              <a:outerShdw dist="71842" dir="2700000" algn="ctr" rotWithShape="0">
                <a:schemeClr val="folHlink">
                  <a:alpha val="50000"/>
                </a:schemeClr>
              </a:outerShdw>
            </a:effectLst>
          </p:spPr>
          <p:txBody>
            <a:bodyPr wrap="none" lIns="92075" tIns="46038" rIns="92075" bIns="46038" anchor="ctr"/>
            <a:lstStyle/>
            <a:p>
              <a:pPr algn="ctr"/>
              <a:r>
                <a:rPr lang="en-US" altLang="en-US" sz="1200" b="1">
                  <a:solidFill>
                    <a:srgbClr val="CC0000"/>
                  </a:solidFill>
                  <a:latin typeface="Arial" panose="020B0604020202020204" pitchFamily="34" charset="0"/>
                </a:rPr>
                <a:t>3</a:t>
              </a:r>
            </a:p>
          </p:txBody>
        </p:sp>
      </p:grpSp>
      <p:sp>
        <p:nvSpPr>
          <p:cNvPr id="3078" name="Rectangle 6">
            <a:extLst>
              <a:ext uri="{FF2B5EF4-FFF2-40B4-BE49-F238E27FC236}">
                <a16:creationId xmlns:a16="http://schemas.microsoft.com/office/drawing/2014/main" id="{E79E69C4-D7D9-D0B6-CD60-9F357EF684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450" y="669925"/>
            <a:ext cx="688975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3079" name="Rectangle 7">
            <a:extLst>
              <a:ext uri="{FF2B5EF4-FFF2-40B4-BE49-F238E27FC236}">
                <a16:creationId xmlns:a16="http://schemas.microsoft.com/office/drawing/2014/main" id="{D794E1D0-ABCD-E1F6-8770-AA68D2C372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08075" y="669925"/>
            <a:ext cx="692150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3080" name="Rectangle 8">
            <a:extLst>
              <a:ext uri="{FF2B5EF4-FFF2-40B4-BE49-F238E27FC236}">
                <a16:creationId xmlns:a16="http://schemas.microsoft.com/office/drawing/2014/main" id="{9C08CACB-2174-ED5D-DF1D-E317EBF781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6575" y="669925"/>
            <a:ext cx="687388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3081" name="Rectangle 9">
            <a:extLst>
              <a:ext uri="{FF2B5EF4-FFF2-40B4-BE49-F238E27FC236}">
                <a16:creationId xmlns:a16="http://schemas.microsoft.com/office/drawing/2014/main" id="{44CC7AE1-D474-9019-4930-88C4E18904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9200" y="669925"/>
            <a:ext cx="690563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3082" name="Rectangle 10">
            <a:extLst>
              <a:ext uri="{FF2B5EF4-FFF2-40B4-BE49-F238E27FC236}">
                <a16:creationId xmlns:a16="http://schemas.microsoft.com/office/drawing/2014/main" id="{EEECE77E-C9C7-C90B-C3EB-A17EC0E380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82938" y="669925"/>
            <a:ext cx="688975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3083" name="Rectangle 11">
            <a:extLst>
              <a:ext uri="{FF2B5EF4-FFF2-40B4-BE49-F238E27FC236}">
                <a16:creationId xmlns:a16="http://schemas.microsoft.com/office/drawing/2014/main" id="{E85000BD-FEB5-4CA3-3154-05C8A67E21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75088" y="669925"/>
            <a:ext cx="692150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3084" name="Rectangle 12">
            <a:extLst>
              <a:ext uri="{FF2B5EF4-FFF2-40B4-BE49-F238E27FC236}">
                <a16:creationId xmlns:a16="http://schemas.microsoft.com/office/drawing/2014/main" id="{9B8C13F9-747C-2B81-304C-0A74466118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450" y="846138"/>
            <a:ext cx="688975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3085" name="Rectangle 13">
            <a:extLst>
              <a:ext uri="{FF2B5EF4-FFF2-40B4-BE49-F238E27FC236}">
                <a16:creationId xmlns:a16="http://schemas.microsoft.com/office/drawing/2014/main" id="{A0A69572-535E-25AA-DB6E-D7C1AAFD6D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08075" y="846138"/>
            <a:ext cx="692150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3086" name="Rectangle 14">
            <a:extLst>
              <a:ext uri="{FF2B5EF4-FFF2-40B4-BE49-F238E27FC236}">
                <a16:creationId xmlns:a16="http://schemas.microsoft.com/office/drawing/2014/main" id="{F46BBF8F-D897-CD4A-A8B1-9F72FB7A74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6575" y="846138"/>
            <a:ext cx="687388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3087" name="Rectangle 15">
            <a:extLst>
              <a:ext uri="{FF2B5EF4-FFF2-40B4-BE49-F238E27FC236}">
                <a16:creationId xmlns:a16="http://schemas.microsoft.com/office/drawing/2014/main" id="{E73615E8-9EB9-E22C-0716-9C289CE629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9200" y="846138"/>
            <a:ext cx="690563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3088" name="Rectangle 16">
            <a:extLst>
              <a:ext uri="{FF2B5EF4-FFF2-40B4-BE49-F238E27FC236}">
                <a16:creationId xmlns:a16="http://schemas.microsoft.com/office/drawing/2014/main" id="{FD2A7AED-F200-02C6-CD9F-A96BB823F4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82938" y="846138"/>
            <a:ext cx="688975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3089" name="Rectangle 17">
            <a:extLst>
              <a:ext uri="{FF2B5EF4-FFF2-40B4-BE49-F238E27FC236}">
                <a16:creationId xmlns:a16="http://schemas.microsoft.com/office/drawing/2014/main" id="{F0F22812-87ED-4EBD-902E-18514B3ABE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75088" y="846138"/>
            <a:ext cx="692150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3090" name="Rectangle 18">
            <a:extLst>
              <a:ext uri="{FF2B5EF4-FFF2-40B4-BE49-F238E27FC236}">
                <a16:creationId xmlns:a16="http://schemas.microsoft.com/office/drawing/2014/main" id="{B12D957F-500F-1127-B6C8-8DB5C22EA1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263" y="482600"/>
            <a:ext cx="211137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>
                <a:solidFill>
                  <a:srgbClr val="CC0000"/>
                </a:solidFill>
              </a:rPr>
              <a:t>Age</a:t>
            </a:r>
          </a:p>
        </p:txBody>
      </p:sp>
      <p:sp>
        <p:nvSpPr>
          <p:cNvPr id="3091" name="Rectangle 19">
            <a:extLst>
              <a:ext uri="{FF2B5EF4-FFF2-40B4-BE49-F238E27FC236}">
                <a16:creationId xmlns:a16="http://schemas.microsoft.com/office/drawing/2014/main" id="{BE0D95B0-3025-654A-0087-13A83BD924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63" y="692150"/>
            <a:ext cx="373062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>
                <a:solidFill>
                  <a:srgbClr val="006633"/>
                </a:solidFill>
              </a:rPr>
              <a:t>Gender</a:t>
            </a:r>
          </a:p>
        </p:txBody>
      </p:sp>
      <p:sp>
        <p:nvSpPr>
          <p:cNvPr id="3092" name="Rectangle 20">
            <a:extLst>
              <a:ext uri="{FF2B5EF4-FFF2-40B4-BE49-F238E27FC236}">
                <a16:creationId xmlns:a16="http://schemas.microsoft.com/office/drawing/2014/main" id="{BE4724FF-22D5-B16A-0C3C-EFAEABC403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54250" y="1720850"/>
            <a:ext cx="465138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/>
              <a:t>PopTotal</a:t>
            </a:r>
          </a:p>
        </p:txBody>
      </p:sp>
      <p:sp>
        <p:nvSpPr>
          <p:cNvPr id="3093" name="Line 21">
            <a:extLst>
              <a:ext uri="{FF2B5EF4-FFF2-40B4-BE49-F238E27FC236}">
                <a16:creationId xmlns:a16="http://schemas.microsoft.com/office/drawing/2014/main" id="{F2279996-6B93-7768-1D2C-6D50203ED6FE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952500" y="1104900"/>
            <a:ext cx="1533525" cy="568325"/>
          </a:xfrm>
          <a:prstGeom prst="line">
            <a:avLst/>
          </a:prstGeom>
          <a:noFill/>
          <a:ln w="12700">
            <a:solidFill>
              <a:srgbClr val="CC00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94" name="Line 22">
            <a:extLst>
              <a:ext uri="{FF2B5EF4-FFF2-40B4-BE49-F238E27FC236}">
                <a16:creationId xmlns:a16="http://schemas.microsoft.com/office/drawing/2014/main" id="{4623F1FD-524A-29F0-F8F9-269974BBE4C2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447800" y="1104900"/>
            <a:ext cx="1038225" cy="568325"/>
          </a:xfrm>
          <a:prstGeom prst="line">
            <a:avLst/>
          </a:prstGeom>
          <a:noFill/>
          <a:ln w="12700">
            <a:solidFill>
              <a:srgbClr val="CC00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95" name="Line 23">
            <a:extLst>
              <a:ext uri="{FF2B5EF4-FFF2-40B4-BE49-F238E27FC236}">
                <a16:creationId xmlns:a16="http://schemas.microsoft.com/office/drawing/2014/main" id="{3538D1B5-0143-92B1-8B5C-9F950718A98F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2171700" y="1057275"/>
            <a:ext cx="314325" cy="600075"/>
          </a:xfrm>
          <a:prstGeom prst="line">
            <a:avLst/>
          </a:prstGeom>
          <a:noFill/>
          <a:ln w="12700">
            <a:solidFill>
              <a:srgbClr val="CC00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96" name="Line 24">
            <a:extLst>
              <a:ext uri="{FF2B5EF4-FFF2-40B4-BE49-F238E27FC236}">
                <a16:creationId xmlns:a16="http://schemas.microsoft.com/office/drawing/2014/main" id="{A5CA237E-00E1-1A20-7744-8CA8D7CB5FF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486025" y="1066800"/>
            <a:ext cx="361950" cy="590550"/>
          </a:xfrm>
          <a:prstGeom prst="line">
            <a:avLst/>
          </a:prstGeom>
          <a:noFill/>
          <a:ln w="12700">
            <a:solidFill>
              <a:srgbClr val="CC00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97" name="Line 25">
            <a:extLst>
              <a:ext uri="{FF2B5EF4-FFF2-40B4-BE49-F238E27FC236}">
                <a16:creationId xmlns:a16="http://schemas.microsoft.com/office/drawing/2014/main" id="{0038C414-1CA0-E1CB-C78D-768E923EA80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486025" y="1109663"/>
            <a:ext cx="1062038" cy="563562"/>
          </a:xfrm>
          <a:prstGeom prst="line">
            <a:avLst/>
          </a:prstGeom>
          <a:noFill/>
          <a:ln w="12700">
            <a:solidFill>
              <a:srgbClr val="CC00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98" name="Line 26">
            <a:extLst>
              <a:ext uri="{FF2B5EF4-FFF2-40B4-BE49-F238E27FC236}">
                <a16:creationId xmlns:a16="http://schemas.microsoft.com/office/drawing/2014/main" id="{84EBE7C4-A982-786B-3B7F-E4568605569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486025" y="1111250"/>
            <a:ext cx="1781175" cy="561975"/>
          </a:xfrm>
          <a:prstGeom prst="line">
            <a:avLst/>
          </a:prstGeom>
          <a:noFill/>
          <a:ln w="12700">
            <a:solidFill>
              <a:srgbClr val="CC00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99" name="Rectangle 27">
            <a:extLst>
              <a:ext uri="{FF2B5EF4-FFF2-40B4-BE49-F238E27FC236}">
                <a16:creationId xmlns:a16="http://schemas.microsoft.com/office/drawing/2014/main" id="{C3A5F795-CA6B-6DA1-9C9D-ED8D0668FB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" y="2047875"/>
            <a:ext cx="3186113" cy="714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01 PopulationTable.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</a:t>
            </a: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02 Age OCCURS 3 TIMES.</a:t>
            </a:r>
            <a:endParaRPr lang="en-US" altLang="en-US" sz="1200" b="1">
              <a:solidFill>
                <a:srgbClr val="009900"/>
              </a:solidFill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9900"/>
                </a:solidFill>
                <a:latin typeface="Courier New" panose="02070309020205020404" pitchFamily="49" charset="0"/>
              </a:rPr>
              <a:t>      </a:t>
            </a:r>
            <a:r>
              <a:rPr lang="en-US" altLang="en-US" sz="1200" b="1">
                <a:solidFill>
                  <a:srgbClr val="006633"/>
                </a:solidFill>
                <a:latin typeface="Courier New" panose="02070309020205020404" pitchFamily="49" charset="0"/>
              </a:rPr>
              <a:t>03 Gender OCCURS 2 TIMES.</a:t>
            </a:r>
            <a:endParaRPr lang="en-US" altLang="en-US" sz="12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      </a:t>
            </a:r>
            <a:r>
              <a:rPr lang="en-US" altLang="en-US" sz="1200" b="1">
                <a:solidFill>
                  <a:srgbClr val="393939"/>
                </a:solidFill>
                <a:latin typeface="Courier New" panose="02070309020205020404" pitchFamily="49" charset="0"/>
              </a:rPr>
              <a:t>04 PopTotal   PIC 9(6).</a:t>
            </a:r>
            <a:r>
              <a:rPr lang="en-US" altLang="en-US" b="1">
                <a:latin typeface="Courier New" panose="02070309020205020404" pitchFamily="49" charset="0"/>
              </a:rPr>
              <a:t> </a:t>
            </a:r>
          </a:p>
        </p:txBody>
      </p:sp>
      <p:sp>
        <p:nvSpPr>
          <p:cNvPr id="3100" name="Rectangle 28">
            <a:extLst>
              <a:ext uri="{FF2B5EF4-FFF2-40B4-BE49-F238E27FC236}">
                <a16:creationId xmlns:a16="http://schemas.microsoft.com/office/drawing/2014/main" id="{95035731-F4E5-FA54-48BA-447BEC06D5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6550" y="222250"/>
            <a:ext cx="1468438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400">
                <a:latin typeface="Arial" panose="020B0604020202020204" pitchFamily="34" charset="0"/>
              </a:rPr>
              <a:t>PopulationTable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01" name="Group 5">
            <a:extLst>
              <a:ext uri="{FF2B5EF4-FFF2-40B4-BE49-F238E27FC236}">
                <a16:creationId xmlns:a16="http://schemas.microsoft.com/office/drawing/2014/main" id="{CDD9C3B0-77DE-3F0B-2BBD-DE87418A0DAA}"/>
              </a:ext>
            </a:extLst>
          </p:cNvPr>
          <p:cNvGrpSpPr>
            <a:grpSpLocks/>
          </p:cNvGrpSpPr>
          <p:nvPr/>
        </p:nvGrpSpPr>
        <p:grpSpPr bwMode="auto">
          <a:xfrm>
            <a:off x="246063" y="188913"/>
            <a:ext cx="4140200" cy="180975"/>
            <a:chOff x="155" y="119"/>
            <a:chExt cx="2608" cy="114"/>
          </a:xfrm>
        </p:grpSpPr>
        <p:sp>
          <p:nvSpPr>
            <p:cNvPr id="4098" name="Rectangle 2">
              <a:extLst>
                <a:ext uri="{FF2B5EF4-FFF2-40B4-BE49-F238E27FC236}">
                  <a16:creationId xmlns:a16="http://schemas.microsoft.com/office/drawing/2014/main" id="{ADBFE44E-96E5-126B-5C97-FE030DA0FC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5" y="119"/>
              <a:ext cx="867" cy="11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>
              <a:outerShdw dist="71842" dir="2700000" algn="ctr" rotWithShape="0">
                <a:schemeClr val="folHlink">
                  <a:alpha val="50000"/>
                </a:schemeClr>
              </a:outerShdw>
            </a:effectLst>
          </p:spPr>
          <p:txBody>
            <a:bodyPr wrap="none" lIns="92075" tIns="46038" rIns="92075" bIns="46038" anchor="ctr"/>
            <a:lstStyle/>
            <a:p>
              <a:pPr algn="ctr"/>
              <a:r>
                <a:rPr lang="en-US" altLang="en-US" sz="1200" b="1">
                  <a:solidFill>
                    <a:srgbClr val="CC0000"/>
                  </a:solidFill>
                  <a:latin typeface="Arial" panose="020B0604020202020204" pitchFamily="34" charset="0"/>
                </a:rPr>
                <a:t>1</a:t>
              </a:r>
            </a:p>
          </p:txBody>
        </p:sp>
        <p:sp>
          <p:nvSpPr>
            <p:cNvPr id="4099" name="Rectangle 3">
              <a:extLst>
                <a:ext uri="{FF2B5EF4-FFF2-40B4-BE49-F238E27FC236}">
                  <a16:creationId xmlns:a16="http://schemas.microsoft.com/office/drawing/2014/main" id="{9665AE21-3AE4-B014-ABF3-3E01949A03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" y="119"/>
              <a:ext cx="866" cy="11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>
              <a:outerShdw dist="71842" dir="2700000" algn="ctr" rotWithShape="0">
                <a:schemeClr val="folHlink">
                  <a:alpha val="50000"/>
                </a:schemeClr>
              </a:outerShdw>
            </a:effectLst>
          </p:spPr>
          <p:txBody>
            <a:bodyPr wrap="none" lIns="92075" tIns="46038" rIns="92075" bIns="46038" anchor="ctr"/>
            <a:lstStyle/>
            <a:p>
              <a:pPr algn="ctr"/>
              <a:r>
                <a:rPr lang="en-US" altLang="en-US" sz="1200" b="1">
                  <a:solidFill>
                    <a:srgbClr val="CC0000"/>
                  </a:solidFill>
                  <a:latin typeface="Arial" panose="020B0604020202020204" pitchFamily="34" charset="0"/>
                </a:rPr>
                <a:t>2</a:t>
              </a:r>
            </a:p>
          </p:txBody>
        </p:sp>
        <p:sp>
          <p:nvSpPr>
            <p:cNvPr id="4100" name="Rectangle 4">
              <a:extLst>
                <a:ext uri="{FF2B5EF4-FFF2-40B4-BE49-F238E27FC236}">
                  <a16:creationId xmlns:a16="http://schemas.microsoft.com/office/drawing/2014/main" id="{C79F5F21-9B53-93AB-57F1-908E6829DC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92" y="119"/>
              <a:ext cx="871" cy="11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>
              <a:outerShdw dist="71842" dir="2700000" algn="ctr" rotWithShape="0">
                <a:schemeClr val="folHlink">
                  <a:alpha val="50000"/>
                </a:schemeClr>
              </a:outerShdw>
            </a:effectLst>
          </p:spPr>
          <p:txBody>
            <a:bodyPr wrap="none" lIns="92075" tIns="46038" rIns="92075" bIns="46038" anchor="ctr"/>
            <a:lstStyle/>
            <a:p>
              <a:pPr algn="ctr"/>
              <a:r>
                <a:rPr lang="en-US" altLang="en-US" sz="1200" b="1">
                  <a:solidFill>
                    <a:srgbClr val="CC0000"/>
                  </a:solidFill>
                  <a:latin typeface="Arial" panose="020B0604020202020204" pitchFamily="34" charset="0"/>
                </a:rPr>
                <a:t>3</a:t>
              </a:r>
            </a:p>
          </p:txBody>
        </p:sp>
      </p:grpSp>
      <p:sp>
        <p:nvSpPr>
          <p:cNvPr id="4102" name="Rectangle 6">
            <a:extLst>
              <a:ext uri="{FF2B5EF4-FFF2-40B4-BE49-F238E27FC236}">
                <a16:creationId xmlns:a16="http://schemas.microsoft.com/office/drawing/2014/main" id="{99A91C84-AD47-7BFF-935A-0F1EEC1296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475" y="374650"/>
            <a:ext cx="688975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4103" name="Rectangle 7">
            <a:extLst>
              <a:ext uri="{FF2B5EF4-FFF2-40B4-BE49-F238E27FC236}">
                <a16:creationId xmlns:a16="http://schemas.microsoft.com/office/drawing/2014/main" id="{8CD110C8-C16B-6DF8-F4BB-86D3800780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7100" y="374650"/>
            <a:ext cx="692150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4104" name="Rectangle 8">
            <a:extLst>
              <a:ext uri="{FF2B5EF4-FFF2-40B4-BE49-F238E27FC236}">
                <a16:creationId xmlns:a16="http://schemas.microsoft.com/office/drawing/2014/main" id="{59F2532D-67B3-4ACF-3C84-C729D248CE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5600" y="374650"/>
            <a:ext cx="687388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4105" name="Rectangle 9">
            <a:extLst>
              <a:ext uri="{FF2B5EF4-FFF2-40B4-BE49-F238E27FC236}">
                <a16:creationId xmlns:a16="http://schemas.microsoft.com/office/drawing/2014/main" id="{18F57B9D-A631-C5C1-9FC8-4B4FE9C183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08225" y="374650"/>
            <a:ext cx="690563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4106" name="Rectangle 10">
            <a:extLst>
              <a:ext uri="{FF2B5EF4-FFF2-40B4-BE49-F238E27FC236}">
                <a16:creationId xmlns:a16="http://schemas.microsoft.com/office/drawing/2014/main" id="{FA96296D-AB11-0B86-C76C-F34C7D8321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01963" y="374650"/>
            <a:ext cx="688975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4107" name="Rectangle 11">
            <a:extLst>
              <a:ext uri="{FF2B5EF4-FFF2-40B4-BE49-F238E27FC236}">
                <a16:creationId xmlns:a16="http://schemas.microsoft.com/office/drawing/2014/main" id="{8BC5CCDD-4192-86E1-0757-D9703DEE3D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4113" y="374650"/>
            <a:ext cx="692150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4108" name="Rectangle 12">
            <a:extLst>
              <a:ext uri="{FF2B5EF4-FFF2-40B4-BE49-F238E27FC236}">
                <a16:creationId xmlns:a16="http://schemas.microsoft.com/office/drawing/2014/main" id="{BB30FF9F-73D5-E61B-C099-F638A0BBD9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475" y="550863"/>
            <a:ext cx="688975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4109" name="Rectangle 13">
            <a:extLst>
              <a:ext uri="{FF2B5EF4-FFF2-40B4-BE49-F238E27FC236}">
                <a16:creationId xmlns:a16="http://schemas.microsoft.com/office/drawing/2014/main" id="{B45CC54D-D27A-2198-9963-48A70AC9F4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7100" y="550863"/>
            <a:ext cx="692150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4110" name="Rectangle 14">
            <a:extLst>
              <a:ext uri="{FF2B5EF4-FFF2-40B4-BE49-F238E27FC236}">
                <a16:creationId xmlns:a16="http://schemas.microsoft.com/office/drawing/2014/main" id="{E3A97854-496B-25F0-7A0E-F1FACB64EF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5600" y="550863"/>
            <a:ext cx="687388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4111" name="Rectangle 15">
            <a:extLst>
              <a:ext uri="{FF2B5EF4-FFF2-40B4-BE49-F238E27FC236}">
                <a16:creationId xmlns:a16="http://schemas.microsoft.com/office/drawing/2014/main" id="{B1A87301-44FB-55C1-218B-6DC9C15DA4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08225" y="550863"/>
            <a:ext cx="690563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4112" name="Rectangle 16">
            <a:extLst>
              <a:ext uri="{FF2B5EF4-FFF2-40B4-BE49-F238E27FC236}">
                <a16:creationId xmlns:a16="http://schemas.microsoft.com/office/drawing/2014/main" id="{E41EE04A-59F2-4EDF-EC63-84327BC1C0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01963" y="550863"/>
            <a:ext cx="688975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4113" name="Rectangle 17">
            <a:extLst>
              <a:ext uri="{FF2B5EF4-FFF2-40B4-BE49-F238E27FC236}">
                <a16:creationId xmlns:a16="http://schemas.microsoft.com/office/drawing/2014/main" id="{BD97AE6D-0F42-84FC-1F5A-809C738961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4113" y="550863"/>
            <a:ext cx="692150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4114" name="Rectangle 18">
            <a:extLst>
              <a:ext uri="{FF2B5EF4-FFF2-40B4-BE49-F238E27FC236}">
                <a16:creationId xmlns:a16="http://schemas.microsoft.com/office/drawing/2014/main" id="{0C53C46D-C41A-DC63-3F9B-D2E8D3F732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850" y="2128838"/>
            <a:ext cx="3278188" cy="996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sz="1400" b="1">
                <a:latin typeface="Courier New" panose="02070309020205020404" pitchFamily="49" charset="0"/>
              </a:rPr>
              <a:t>MOVE ZEROS TO PopulationTable</a:t>
            </a:r>
          </a:p>
          <a:p>
            <a:pPr>
              <a:lnSpc>
                <a:spcPct val="85000"/>
              </a:lnSpc>
            </a:pPr>
            <a:r>
              <a:rPr lang="en-US" altLang="en-US" sz="1400" b="1">
                <a:latin typeface="Courier New" panose="02070309020205020404" pitchFamily="49" charset="0"/>
              </a:rPr>
              <a:t>MOVE 123 TO PopTotal(3,1)</a:t>
            </a:r>
          </a:p>
          <a:p>
            <a:pPr>
              <a:lnSpc>
                <a:spcPct val="85000"/>
              </a:lnSpc>
            </a:pPr>
            <a:r>
              <a:rPr lang="en-US" altLang="en-US" sz="1400" b="1">
                <a:latin typeface="Courier New" panose="02070309020205020404" pitchFamily="49" charset="0"/>
              </a:rPr>
              <a:t>MOVE 456 TO Gender(3,2)</a:t>
            </a:r>
            <a:endParaRPr lang="en-US" altLang="en-US" sz="1400" b="1">
              <a:solidFill>
                <a:schemeClr val="accent2"/>
              </a:solidFill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400" b="1">
                <a:latin typeface="Courier New" panose="02070309020205020404" pitchFamily="49" charset="0"/>
              </a:rPr>
              <a:t>ADD 1255 TO PopTotal(2,2)</a:t>
            </a:r>
          </a:p>
          <a:p>
            <a:pPr>
              <a:lnSpc>
                <a:spcPct val="85000"/>
              </a:lnSpc>
            </a:pPr>
            <a:r>
              <a:rPr lang="en-US" altLang="en-US" sz="1400" b="1">
                <a:latin typeface="Courier New" panose="02070309020205020404" pitchFamily="49" charset="0"/>
              </a:rPr>
              <a:t>MOVE ZEROS TO Age(3)</a:t>
            </a:r>
          </a:p>
        </p:txBody>
      </p:sp>
      <p:sp>
        <p:nvSpPr>
          <p:cNvPr id="4115" name="Rectangle 19">
            <a:extLst>
              <a:ext uri="{FF2B5EF4-FFF2-40B4-BE49-F238E27FC236}">
                <a16:creationId xmlns:a16="http://schemas.microsoft.com/office/drawing/2014/main" id="{EE082E0F-BC4B-5341-63C5-BDCA4DA0E6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125" y="906463"/>
            <a:ext cx="3186113" cy="714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01 PopulationTable.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</a:t>
            </a: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02 Age OCCURS 3 TIMES.</a:t>
            </a:r>
            <a:endParaRPr lang="en-US" altLang="en-US" sz="1200" b="1">
              <a:solidFill>
                <a:srgbClr val="009900"/>
              </a:solidFill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9900"/>
                </a:solidFill>
                <a:latin typeface="Courier New" panose="02070309020205020404" pitchFamily="49" charset="0"/>
              </a:rPr>
              <a:t>      </a:t>
            </a:r>
            <a:r>
              <a:rPr lang="en-US" altLang="en-US" sz="1200" b="1">
                <a:solidFill>
                  <a:srgbClr val="006633"/>
                </a:solidFill>
                <a:latin typeface="Courier New" panose="02070309020205020404" pitchFamily="49" charset="0"/>
              </a:rPr>
              <a:t>03 Gender OCCURS 2 TIMES.</a:t>
            </a:r>
            <a:endParaRPr lang="en-US" altLang="en-US" sz="12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      </a:t>
            </a:r>
            <a:r>
              <a:rPr lang="en-US" altLang="en-US" sz="1200" b="1">
                <a:solidFill>
                  <a:srgbClr val="393939"/>
                </a:solidFill>
                <a:latin typeface="Courier New" panose="02070309020205020404" pitchFamily="49" charset="0"/>
              </a:rPr>
              <a:t>04 PopTotal   PIC 9(6).</a:t>
            </a:r>
            <a:r>
              <a:rPr lang="en-US" altLang="en-US" b="1">
                <a:latin typeface="Courier New" panose="02070309020205020404" pitchFamily="49" charset="0"/>
              </a:rPr>
              <a:t> 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25" name="Group 5">
            <a:extLst>
              <a:ext uri="{FF2B5EF4-FFF2-40B4-BE49-F238E27FC236}">
                <a16:creationId xmlns:a16="http://schemas.microsoft.com/office/drawing/2014/main" id="{DC3BA511-FB7E-4A89-D3B1-57892B7B222C}"/>
              </a:ext>
            </a:extLst>
          </p:cNvPr>
          <p:cNvGrpSpPr>
            <a:grpSpLocks/>
          </p:cNvGrpSpPr>
          <p:nvPr/>
        </p:nvGrpSpPr>
        <p:grpSpPr bwMode="auto">
          <a:xfrm>
            <a:off x="246063" y="188913"/>
            <a:ext cx="4140200" cy="180975"/>
            <a:chOff x="155" y="119"/>
            <a:chExt cx="2608" cy="114"/>
          </a:xfrm>
        </p:grpSpPr>
        <p:sp>
          <p:nvSpPr>
            <p:cNvPr id="5122" name="Rectangle 2">
              <a:extLst>
                <a:ext uri="{FF2B5EF4-FFF2-40B4-BE49-F238E27FC236}">
                  <a16:creationId xmlns:a16="http://schemas.microsoft.com/office/drawing/2014/main" id="{77D871A8-4455-FEAD-9594-A3931B64A1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5" y="119"/>
              <a:ext cx="867" cy="11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>
              <a:outerShdw dist="71842" dir="2700000" algn="ctr" rotWithShape="0">
                <a:schemeClr val="folHlink">
                  <a:alpha val="50000"/>
                </a:schemeClr>
              </a:outerShdw>
            </a:effectLst>
          </p:spPr>
          <p:txBody>
            <a:bodyPr wrap="none" lIns="92075" tIns="46038" rIns="92075" bIns="46038" anchor="ctr"/>
            <a:lstStyle/>
            <a:p>
              <a:pPr algn="ctr"/>
              <a:r>
                <a:rPr lang="en-US" altLang="en-US" sz="1200" b="1">
                  <a:solidFill>
                    <a:srgbClr val="CC0000"/>
                  </a:solidFill>
                  <a:latin typeface="Arial" panose="020B0604020202020204" pitchFamily="34" charset="0"/>
                </a:rPr>
                <a:t>1</a:t>
              </a:r>
            </a:p>
          </p:txBody>
        </p:sp>
        <p:sp>
          <p:nvSpPr>
            <p:cNvPr id="5123" name="Rectangle 3">
              <a:extLst>
                <a:ext uri="{FF2B5EF4-FFF2-40B4-BE49-F238E27FC236}">
                  <a16:creationId xmlns:a16="http://schemas.microsoft.com/office/drawing/2014/main" id="{4A0CCD46-4917-67AE-D538-E6613041EE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" y="119"/>
              <a:ext cx="866" cy="11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>
              <a:outerShdw dist="71842" dir="2700000" algn="ctr" rotWithShape="0">
                <a:schemeClr val="folHlink">
                  <a:alpha val="50000"/>
                </a:schemeClr>
              </a:outerShdw>
            </a:effectLst>
          </p:spPr>
          <p:txBody>
            <a:bodyPr wrap="none" lIns="92075" tIns="46038" rIns="92075" bIns="46038" anchor="ctr"/>
            <a:lstStyle/>
            <a:p>
              <a:pPr algn="ctr"/>
              <a:r>
                <a:rPr lang="en-US" altLang="en-US" sz="1200" b="1">
                  <a:solidFill>
                    <a:srgbClr val="CC0000"/>
                  </a:solidFill>
                  <a:latin typeface="Arial" panose="020B0604020202020204" pitchFamily="34" charset="0"/>
                </a:rPr>
                <a:t>2</a:t>
              </a:r>
            </a:p>
          </p:txBody>
        </p:sp>
        <p:sp>
          <p:nvSpPr>
            <p:cNvPr id="5124" name="Rectangle 4">
              <a:extLst>
                <a:ext uri="{FF2B5EF4-FFF2-40B4-BE49-F238E27FC236}">
                  <a16:creationId xmlns:a16="http://schemas.microsoft.com/office/drawing/2014/main" id="{042AD475-A23C-84DD-C8EB-DC9AF43141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92" y="119"/>
              <a:ext cx="871" cy="11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>
              <a:outerShdw dist="71842" dir="2700000" algn="ctr" rotWithShape="0">
                <a:schemeClr val="folHlink">
                  <a:alpha val="50000"/>
                </a:schemeClr>
              </a:outerShdw>
            </a:effectLst>
          </p:spPr>
          <p:txBody>
            <a:bodyPr wrap="none" lIns="92075" tIns="46038" rIns="92075" bIns="46038" anchor="ctr"/>
            <a:lstStyle/>
            <a:p>
              <a:pPr algn="ctr"/>
              <a:r>
                <a:rPr lang="en-US" altLang="en-US" sz="1200" b="1">
                  <a:solidFill>
                    <a:srgbClr val="CC0000"/>
                  </a:solidFill>
                  <a:latin typeface="Arial" panose="020B0604020202020204" pitchFamily="34" charset="0"/>
                </a:rPr>
                <a:t>3</a:t>
              </a:r>
            </a:p>
          </p:txBody>
        </p:sp>
      </p:grpSp>
      <p:sp>
        <p:nvSpPr>
          <p:cNvPr id="5126" name="Rectangle 6">
            <a:extLst>
              <a:ext uri="{FF2B5EF4-FFF2-40B4-BE49-F238E27FC236}">
                <a16:creationId xmlns:a16="http://schemas.microsoft.com/office/drawing/2014/main" id="{EFBD6544-9182-9267-5BF1-6944E3AC66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475" y="374650"/>
            <a:ext cx="688975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5127" name="Rectangle 7">
            <a:extLst>
              <a:ext uri="{FF2B5EF4-FFF2-40B4-BE49-F238E27FC236}">
                <a16:creationId xmlns:a16="http://schemas.microsoft.com/office/drawing/2014/main" id="{7089A58E-F305-9AD3-1B2C-0CAA5A0BFB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7100" y="374650"/>
            <a:ext cx="692150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5128" name="Rectangle 8">
            <a:extLst>
              <a:ext uri="{FF2B5EF4-FFF2-40B4-BE49-F238E27FC236}">
                <a16:creationId xmlns:a16="http://schemas.microsoft.com/office/drawing/2014/main" id="{C4C296F9-2FC3-5A72-42FB-EB8549CB62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5600" y="374650"/>
            <a:ext cx="687388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5129" name="Rectangle 9">
            <a:extLst>
              <a:ext uri="{FF2B5EF4-FFF2-40B4-BE49-F238E27FC236}">
                <a16:creationId xmlns:a16="http://schemas.microsoft.com/office/drawing/2014/main" id="{8F29076A-5190-B062-1E4C-CD8A07358F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08225" y="374650"/>
            <a:ext cx="690563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5130" name="Rectangle 10">
            <a:extLst>
              <a:ext uri="{FF2B5EF4-FFF2-40B4-BE49-F238E27FC236}">
                <a16:creationId xmlns:a16="http://schemas.microsoft.com/office/drawing/2014/main" id="{F529C695-D371-D102-0A3D-65466EE434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01963" y="374650"/>
            <a:ext cx="688975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5131" name="Rectangle 11">
            <a:extLst>
              <a:ext uri="{FF2B5EF4-FFF2-40B4-BE49-F238E27FC236}">
                <a16:creationId xmlns:a16="http://schemas.microsoft.com/office/drawing/2014/main" id="{A2348556-ACC2-39D8-981C-396BBE6A37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4113" y="374650"/>
            <a:ext cx="692150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5132" name="Rectangle 12">
            <a:extLst>
              <a:ext uri="{FF2B5EF4-FFF2-40B4-BE49-F238E27FC236}">
                <a16:creationId xmlns:a16="http://schemas.microsoft.com/office/drawing/2014/main" id="{FCF44414-6514-9915-B98E-2C400CA67B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475" y="550863"/>
            <a:ext cx="688975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chemeClr val="accent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000000</a:t>
            </a:r>
          </a:p>
        </p:txBody>
      </p:sp>
      <p:sp>
        <p:nvSpPr>
          <p:cNvPr id="5133" name="Rectangle 13">
            <a:extLst>
              <a:ext uri="{FF2B5EF4-FFF2-40B4-BE49-F238E27FC236}">
                <a16:creationId xmlns:a16="http://schemas.microsoft.com/office/drawing/2014/main" id="{F024FDCA-C305-E744-A6AA-54E06FF4CB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7100" y="550863"/>
            <a:ext cx="692150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chemeClr val="accent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000000</a:t>
            </a:r>
          </a:p>
        </p:txBody>
      </p:sp>
      <p:sp>
        <p:nvSpPr>
          <p:cNvPr id="5134" name="Rectangle 14">
            <a:extLst>
              <a:ext uri="{FF2B5EF4-FFF2-40B4-BE49-F238E27FC236}">
                <a16:creationId xmlns:a16="http://schemas.microsoft.com/office/drawing/2014/main" id="{A8F42331-450D-C4B1-181F-CCE9E7A1B1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5600" y="550863"/>
            <a:ext cx="687388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chemeClr val="accent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000000</a:t>
            </a:r>
          </a:p>
        </p:txBody>
      </p:sp>
      <p:sp>
        <p:nvSpPr>
          <p:cNvPr id="5135" name="Rectangle 15">
            <a:extLst>
              <a:ext uri="{FF2B5EF4-FFF2-40B4-BE49-F238E27FC236}">
                <a16:creationId xmlns:a16="http://schemas.microsoft.com/office/drawing/2014/main" id="{291B7B9A-0865-B314-AEE5-58F9AC3473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08225" y="550863"/>
            <a:ext cx="690563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chemeClr val="accent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000000</a:t>
            </a:r>
          </a:p>
        </p:txBody>
      </p:sp>
      <p:sp>
        <p:nvSpPr>
          <p:cNvPr id="5136" name="Rectangle 16">
            <a:extLst>
              <a:ext uri="{FF2B5EF4-FFF2-40B4-BE49-F238E27FC236}">
                <a16:creationId xmlns:a16="http://schemas.microsoft.com/office/drawing/2014/main" id="{41317005-775B-F396-8EDA-40C8AF502E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01963" y="550863"/>
            <a:ext cx="688975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chemeClr val="accent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000000</a:t>
            </a:r>
          </a:p>
        </p:txBody>
      </p:sp>
      <p:sp>
        <p:nvSpPr>
          <p:cNvPr id="5137" name="Rectangle 17">
            <a:extLst>
              <a:ext uri="{FF2B5EF4-FFF2-40B4-BE49-F238E27FC236}">
                <a16:creationId xmlns:a16="http://schemas.microsoft.com/office/drawing/2014/main" id="{809AA194-2F2A-7419-213B-E10BB8F2C9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4113" y="550863"/>
            <a:ext cx="692150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chemeClr val="accent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000000</a:t>
            </a:r>
          </a:p>
        </p:txBody>
      </p:sp>
      <p:sp>
        <p:nvSpPr>
          <p:cNvPr id="5138" name="Rectangle 18">
            <a:extLst>
              <a:ext uri="{FF2B5EF4-FFF2-40B4-BE49-F238E27FC236}">
                <a16:creationId xmlns:a16="http://schemas.microsoft.com/office/drawing/2014/main" id="{CA12B521-D789-5165-8CCB-22D2CDF0A1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850" y="2128838"/>
            <a:ext cx="3278188" cy="996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sz="1400" b="1">
                <a:solidFill>
                  <a:schemeClr val="accent2"/>
                </a:solidFill>
                <a:latin typeface="Courier New" panose="02070309020205020404" pitchFamily="49" charset="0"/>
              </a:rPr>
              <a:t>MOVE ZEROS TO PopulationTable</a:t>
            </a:r>
            <a:endParaRPr lang="en-US" altLang="en-US" sz="14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400" b="1">
                <a:latin typeface="Courier New" panose="02070309020205020404" pitchFamily="49" charset="0"/>
              </a:rPr>
              <a:t>MOVE 123 TO PopTotal(3,1)</a:t>
            </a:r>
          </a:p>
          <a:p>
            <a:pPr>
              <a:lnSpc>
                <a:spcPct val="85000"/>
              </a:lnSpc>
            </a:pPr>
            <a:r>
              <a:rPr lang="en-US" altLang="en-US" sz="1400" b="1">
                <a:latin typeface="Courier New" panose="02070309020205020404" pitchFamily="49" charset="0"/>
              </a:rPr>
              <a:t>MOVE 456 TO Gender(3,2)</a:t>
            </a:r>
            <a:endParaRPr lang="en-US" altLang="en-US" sz="1400" b="1">
              <a:solidFill>
                <a:schemeClr val="accent2"/>
              </a:solidFill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400" b="1">
                <a:latin typeface="Courier New" panose="02070309020205020404" pitchFamily="49" charset="0"/>
              </a:rPr>
              <a:t>ADD 1255 TO PopTotal(2,2)</a:t>
            </a:r>
          </a:p>
          <a:p>
            <a:pPr>
              <a:lnSpc>
                <a:spcPct val="85000"/>
              </a:lnSpc>
            </a:pPr>
            <a:r>
              <a:rPr lang="en-US" altLang="en-US" sz="1400" b="1">
                <a:latin typeface="Courier New" panose="02070309020205020404" pitchFamily="49" charset="0"/>
              </a:rPr>
              <a:t>MOVE ZEROS TO Age(3)</a:t>
            </a:r>
          </a:p>
        </p:txBody>
      </p:sp>
      <p:sp>
        <p:nvSpPr>
          <p:cNvPr id="5139" name="Rectangle 19">
            <a:extLst>
              <a:ext uri="{FF2B5EF4-FFF2-40B4-BE49-F238E27FC236}">
                <a16:creationId xmlns:a16="http://schemas.microsoft.com/office/drawing/2014/main" id="{D387D52D-D951-CB38-BBE5-D4A04E182A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125" y="906463"/>
            <a:ext cx="3186113" cy="714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01 PopulationTable.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</a:t>
            </a: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02 Age OCCURS 3 TIMES.</a:t>
            </a:r>
            <a:endParaRPr lang="en-US" altLang="en-US" sz="1200" b="1">
              <a:solidFill>
                <a:srgbClr val="009900"/>
              </a:solidFill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9900"/>
                </a:solidFill>
                <a:latin typeface="Courier New" panose="02070309020205020404" pitchFamily="49" charset="0"/>
              </a:rPr>
              <a:t>      </a:t>
            </a:r>
            <a:r>
              <a:rPr lang="en-US" altLang="en-US" sz="1200" b="1">
                <a:solidFill>
                  <a:srgbClr val="006633"/>
                </a:solidFill>
                <a:latin typeface="Courier New" panose="02070309020205020404" pitchFamily="49" charset="0"/>
              </a:rPr>
              <a:t>03 Gender OCCURS 2 TIMES.</a:t>
            </a:r>
            <a:endParaRPr lang="en-US" altLang="en-US" sz="12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      </a:t>
            </a:r>
            <a:r>
              <a:rPr lang="en-US" altLang="en-US" sz="1200" b="1">
                <a:solidFill>
                  <a:srgbClr val="393939"/>
                </a:solidFill>
                <a:latin typeface="Courier New" panose="02070309020205020404" pitchFamily="49" charset="0"/>
              </a:rPr>
              <a:t>04 PopTotal   PIC 9(6).</a:t>
            </a:r>
            <a:r>
              <a:rPr lang="en-US" altLang="en-US" b="1">
                <a:latin typeface="Courier New" panose="02070309020205020404" pitchFamily="49" charset="0"/>
              </a:rPr>
              <a:t> 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49" name="Group 5">
            <a:extLst>
              <a:ext uri="{FF2B5EF4-FFF2-40B4-BE49-F238E27FC236}">
                <a16:creationId xmlns:a16="http://schemas.microsoft.com/office/drawing/2014/main" id="{068502F0-D542-36A7-2A1C-1BDE0DB4EE2A}"/>
              </a:ext>
            </a:extLst>
          </p:cNvPr>
          <p:cNvGrpSpPr>
            <a:grpSpLocks/>
          </p:cNvGrpSpPr>
          <p:nvPr/>
        </p:nvGrpSpPr>
        <p:grpSpPr bwMode="auto">
          <a:xfrm>
            <a:off x="246063" y="188913"/>
            <a:ext cx="4140200" cy="180975"/>
            <a:chOff x="155" y="119"/>
            <a:chExt cx="2608" cy="114"/>
          </a:xfrm>
        </p:grpSpPr>
        <p:sp>
          <p:nvSpPr>
            <p:cNvPr id="6146" name="Rectangle 2">
              <a:extLst>
                <a:ext uri="{FF2B5EF4-FFF2-40B4-BE49-F238E27FC236}">
                  <a16:creationId xmlns:a16="http://schemas.microsoft.com/office/drawing/2014/main" id="{102923C0-1DB5-C8B6-FAD5-203A5E8F6B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5" y="119"/>
              <a:ext cx="867" cy="11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>
              <a:outerShdw dist="71842" dir="2700000" algn="ctr" rotWithShape="0">
                <a:schemeClr val="folHlink">
                  <a:alpha val="50000"/>
                </a:schemeClr>
              </a:outerShdw>
            </a:effectLst>
          </p:spPr>
          <p:txBody>
            <a:bodyPr wrap="none" lIns="92075" tIns="46038" rIns="92075" bIns="46038" anchor="ctr"/>
            <a:lstStyle/>
            <a:p>
              <a:pPr algn="ctr"/>
              <a:r>
                <a:rPr lang="en-US" altLang="en-US" sz="1200" b="1">
                  <a:solidFill>
                    <a:srgbClr val="CC0000"/>
                  </a:solidFill>
                  <a:latin typeface="Arial" panose="020B0604020202020204" pitchFamily="34" charset="0"/>
                </a:rPr>
                <a:t>1</a:t>
              </a:r>
            </a:p>
          </p:txBody>
        </p:sp>
        <p:sp>
          <p:nvSpPr>
            <p:cNvPr id="6147" name="Rectangle 3">
              <a:extLst>
                <a:ext uri="{FF2B5EF4-FFF2-40B4-BE49-F238E27FC236}">
                  <a16:creationId xmlns:a16="http://schemas.microsoft.com/office/drawing/2014/main" id="{B2A6117C-DFB9-8C0B-D56E-43EDC88E31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" y="119"/>
              <a:ext cx="866" cy="11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>
              <a:outerShdw dist="71842" dir="2700000" algn="ctr" rotWithShape="0">
                <a:schemeClr val="folHlink">
                  <a:alpha val="50000"/>
                </a:schemeClr>
              </a:outerShdw>
            </a:effectLst>
          </p:spPr>
          <p:txBody>
            <a:bodyPr wrap="none" lIns="92075" tIns="46038" rIns="92075" bIns="46038" anchor="ctr"/>
            <a:lstStyle/>
            <a:p>
              <a:pPr algn="ctr"/>
              <a:r>
                <a:rPr lang="en-US" altLang="en-US" sz="1200" b="1">
                  <a:solidFill>
                    <a:srgbClr val="CC0000"/>
                  </a:solidFill>
                  <a:latin typeface="Arial" panose="020B0604020202020204" pitchFamily="34" charset="0"/>
                </a:rPr>
                <a:t>2</a:t>
              </a:r>
            </a:p>
          </p:txBody>
        </p:sp>
        <p:sp>
          <p:nvSpPr>
            <p:cNvPr id="6148" name="Rectangle 4">
              <a:extLst>
                <a:ext uri="{FF2B5EF4-FFF2-40B4-BE49-F238E27FC236}">
                  <a16:creationId xmlns:a16="http://schemas.microsoft.com/office/drawing/2014/main" id="{9F03146C-1D35-5E3B-CDC1-D73245A541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92" y="119"/>
              <a:ext cx="871" cy="11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>
              <a:outerShdw dist="71842" dir="2700000" algn="ctr" rotWithShape="0">
                <a:schemeClr val="folHlink">
                  <a:alpha val="50000"/>
                </a:schemeClr>
              </a:outerShdw>
            </a:effectLst>
          </p:spPr>
          <p:txBody>
            <a:bodyPr wrap="none" lIns="92075" tIns="46038" rIns="92075" bIns="46038" anchor="ctr"/>
            <a:lstStyle/>
            <a:p>
              <a:pPr algn="ctr"/>
              <a:r>
                <a:rPr lang="en-US" altLang="en-US" sz="1200" b="1">
                  <a:solidFill>
                    <a:srgbClr val="CC0000"/>
                  </a:solidFill>
                  <a:latin typeface="Arial" panose="020B0604020202020204" pitchFamily="34" charset="0"/>
                </a:rPr>
                <a:t>3</a:t>
              </a:r>
            </a:p>
          </p:txBody>
        </p:sp>
      </p:grpSp>
      <p:sp>
        <p:nvSpPr>
          <p:cNvPr id="6150" name="Rectangle 6">
            <a:extLst>
              <a:ext uri="{FF2B5EF4-FFF2-40B4-BE49-F238E27FC236}">
                <a16:creationId xmlns:a16="http://schemas.microsoft.com/office/drawing/2014/main" id="{D2D324C7-DF4B-153E-F954-353F6B994D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475" y="374650"/>
            <a:ext cx="688975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6151" name="Rectangle 7">
            <a:extLst>
              <a:ext uri="{FF2B5EF4-FFF2-40B4-BE49-F238E27FC236}">
                <a16:creationId xmlns:a16="http://schemas.microsoft.com/office/drawing/2014/main" id="{C925EADA-C096-0F77-9BF7-ED49AC68C7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7100" y="374650"/>
            <a:ext cx="692150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6152" name="Rectangle 8">
            <a:extLst>
              <a:ext uri="{FF2B5EF4-FFF2-40B4-BE49-F238E27FC236}">
                <a16:creationId xmlns:a16="http://schemas.microsoft.com/office/drawing/2014/main" id="{38F375C8-E977-09BA-C3C9-B0C1B46F7E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5600" y="374650"/>
            <a:ext cx="687388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6153" name="Rectangle 9">
            <a:extLst>
              <a:ext uri="{FF2B5EF4-FFF2-40B4-BE49-F238E27FC236}">
                <a16:creationId xmlns:a16="http://schemas.microsoft.com/office/drawing/2014/main" id="{4554D9E0-1A22-7D49-8A06-C1D542294C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08225" y="374650"/>
            <a:ext cx="690563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6154" name="Rectangle 10">
            <a:extLst>
              <a:ext uri="{FF2B5EF4-FFF2-40B4-BE49-F238E27FC236}">
                <a16:creationId xmlns:a16="http://schemas.microsoft.com/office/drawing/2014/main" id="{E88A7238-C3DE-7C0E-3242-D404C10413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01963" y="374650"/>
            <a:ext cx="688975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6155" name="Rectangle 11">
            <a:extLst>
              <a:ext uri="{FF2B5EF4-FFF2-40B4-BE49-F238E27FC236}">
                <a16:creationId xmlns:a16="http://schemas.microsoft.com/office/drawing/2014/main" id="{E8245763-7CFF-2EB1-908B-D762DEA83A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4113" y="374650"/>
            <a:ext cx="692150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6156" name="Rectangle 12">
            <a:extLst>
              <a:ext uri="{FF2B5EF4-FFF2-40B4-BE49-F238E27FC236}">
                <a16:creationId xmlns:a16="http://schemas.microsoft.com/office/drawing/2014/main" id="{6FC8E067-B207-EAE5-1E35-1371E65956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475" y="550863"/>
            <a:ext cx="688975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rgbClr val="5F5F5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000000</a:t>
            </a:r>
          </a:p>
        </p:txBody>
      </p:sp>
      <p:sp>
        <p:nvSpPr>
          <p:cNvPr id="6157" name="Rectangle 13">
            <a:extLst>
              <a:ext uri="{FF2B5EF4-FFF2-40B4-BE49-F238E27FC236}">
                <a16:creationId xmlns:a16="http://schemas.microsoft.com/office/drawing/2014/main" id="{05852380-D1B8-4CEF-F9C6-C80CA210D1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7100" y="550863"/>
            <a:ext cx="692150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rgbClr val="5F5F5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000000</a:t>
            </a:r>
          </a:p>
        </p:txBody>
      </p:sp>
      <p:sp>
        <p:nvSpPr>
          <p:cNvPr id="6158" name="Rectangle 14">
            <a:extLst>
              <a:ext uri="{FF2B5EF4-FFF2-40B4-BE49-F238E27FC236}">
                <a16:creationId xmlns:a16="http://schemas.microsoft.com/office/drawing/2014/main" id="{BB2DDFAB-6CCA-BD76-4857-ABFCBA9449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5600" y="550863"/>
            <a:ext cx="687388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rgbClr val="5F5F5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000000</a:t>
            </a:r>
          </a:p>
        </p:txBody>
      </p:sp>
      <p:sp>
        <p:nvSpPr>
          <p:cNvPr id="6159" name="Rectangle 15">
            <a:extLst>
              <a:ext uri="{FF2B5EF4-FFF2-40B4-BE49-F238E27FC236}">
                <a16:creationId xmlns:a16="http://schemas.microsoft.com/office/drawing/2014/main" id="{41FE9602-0D16-40B8-0218-2FBAADC867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08225" y="550863"/>
            <a:ext cx="690563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rgbClr val="5F5F5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000000</a:t>
            </a:r>
          </a:p>
        </p:txBody>
      </p:sp>
      <p:sp>
        <p:nvSpPr>
          <p:cNvPr id="6160" name="Rectangle 16">
            <a:extLst>
              <a:ext uri="{FF2B5EF4-FFF2-40B4-BE49-F238E27FC236}">
                <a16:creationId xmlns:a16="http://schemas.microsoft.com/office/drawing/2014/main" id="{6BC64F24-261F-55DF-2BF3-8B8A8F58F9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01963" y="550863"/>
            <a:ext cx="688975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chemeClr val="accent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000123</a:t>
            </a:r>
          </a:p>
        </p:txBody>
      </p:sp>
      <p:sp>
        <p:nvSpPr>
          <p:cNvPr id="6161" name="Rectangle 17">
            <a:extLst>
              <a:ext uri="{FF2B5EF4-FFF2-40B4-BE49-F238E27FC236}">
                <a16:creationId xmlns:a16="http://schemas.microsoft.com/office/drawing/2014/main" id="{C1BCCBB1-7A0F-39CE-54D7-4FED0A67DF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4113" y="550863"/>
            <a:ext cx="692150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rgbClr val="5F5F5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000000</a:t>
            </a:r>
          </a:p>
        </p:txBody>
      </p:sp>
      <p:sp>
        <p:nvSpPr>
          <p:cNvPr id="6162" name="Rectangle 18">
            <a:extLst>
              <a:ext uri="{FF2B5EF4-FFF2-40B4-BE49-F238E27FC236}">
                <a16:creationId xmlns:a16="http://schemas.microsoft.com/office/drawing/2014/main" id="{CA37247B-DE8C-DA00-2918-D33414C279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850" y="2128838"/>
            <a:ext cx="3278188" cy="996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sz="1400" b="1">
                <a:latin typeface="Courier New" panose="02070309020205020404" pitchFamily="49" charset="0"/>
              </a:rPr>
              <a:t>MOVE ZEROS TO PopulationTable</a:t>
            </a:r>
          </a:p>
          <a:p>
            <a:pPr>
              <a:lnSpc>
                <a:spcPct val="85000"/>
              </a:lnSpc>
            </a:pPr>
            <a:r>
              <a:rPr lang="en-US" altLang="en-US" sz="1400" b="1">
                <a:solidFill>
                  <a:schemeClr val="accent2"/>
                </a:solidFill>
                <a:latin typeface="Courier New" panose="02070309020205020404" pitchFamily="49" charset="0"/>
              </a:rPr>
              <a:t>MOVE 123 TO PopTotal(</a:t>
            </a:r>
            <a:r>
              <a:rPr lang="en-US" altLang="en-US" sz="1400" b="1">
                <a:solidFill>
                  <a:srgbClr val="CC0000"/>
                </a:solidFill>
                <a:latin typeface="Courier New" panose="02070309020205020404" pitchFamily="49" charset="0"/>
              </a:rPr>
              <a:t>3</a:t>
            </a:r>
            <a:r>
              <a:rPr lang="en-US" altLang="en-US" sz="1400" b="1">
                <a:solidFill>
                  <a:schemeClr val="accent2"/>
                </a:solidFill>
                <a:latin typeface="Courier New" panose="02070309020205020404" pitchFamily="49" charset="0"/>
              </a:rPr>
              <a:t>,</a:t>
            </a:r>
            <a:r>
              <a:rPr lang="en-US" altLang="en-US" sz="1400" b="1">
                <a:solidFill>
                  <a:srgbClr val="006633"/>
                </a:solidFill>
                <a:latin typeface="Courier New" panose="02070309020205020404" pitchFamily="49" charset="0"/>
              </a:rPr>
              <a:t>1</a:t>
            </a:r>
            <a:r>
              <a:rPr lang="en-US" altLang="en-US" sz="1400" b="1">
                <a:solidFill>
                  <a:schemeClr val="accent2"/>
                </a:solidFill>
                <a:latin typeface="Courier New" panose="02070309020205020404" pitchFamily="49" charset="0"/>
              </a:rPr>
              <a:t>)</a:t>
            </a:r>
            <a:endParaRPr lang="en-US" altLang="en-US" sz="14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400" b="1">
                <a:latin typeface="Courier New" panose="02070309020205020404" pitchFamily="49" charset="0"/>
              </a:rPr>
              <a:t>MOVE 456 TO Gender(3,2)</a:t>
            </a:r>
            <a:endParaRPr lang="en-US" altLang="en-US" sz="1400" b="1">
              <a:solidFill>
                <a:schemeClr val="accent2"/>
              </a:solidFill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400" b="1">
                <a:latin typeface="Courier New" panose="02070309020205020404" pitchFamily="49" charset="0"/>
              </a:rPr>
              <a:t>ADD 1255 TO PopTotal(2,2)</a:t>
            </a:r>
          </a:p>
          <a:p>
            <a:pPr>
              <a:lnSpc>
                <a:spcPct val="85000"/>
              </a:lnSpc>
            </a:pPr>
            <a:r>
              <a:rPr lang="en-US" altLang="en-US" sz="1400" b="1">
                <a:latin typeface="Courier New" panose="02070309020205020404" pitchFamily="49" charset="0"/>
              </a:rPr>
              <a:t>MOVE ZEROS TO Age(3)</a:t>
            </a:r>
          </a:p>
        </p:txBody>
      </p:sp>
      <p:sp>
        <p:nvSpPr>
          <p:cNvPr id="6163" name="Rectangle 19">
            <a:extLst>
              <a:ext uri="{FF2B5EF4-FFF2-40B4-BE49-F238E27FC236}">
                <a16:creationId xmlns:a16="http://schemas.microsoft.com/office/drawing/2014/main" id="{184E2F7E-0DEB-6F29-AE6B-7A8981C9A8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125" y="906463"/>
            <a:ext cx="3186113" cy="714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01 PopulationTable.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</a:t>
            </a: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02 Age OCCURS 3 TIMES.</a:t>
            </a:r>
            <a:endParaRPr lang="en-US" altLang="en-US" sz="1200" b="1">
              <a:solidFill>
                <a:srgbClr val="009900"/>
              </a:solidFill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9900"/>
                </a:solidFill>
                <a:latin typeface="Courier New" panose="02070309020205020404" pitchFamily="49" charset="0"/>
              </a:rPr>
              <a:t>      </a:t>
            </a:r>
            <a:r>
              <a:rPr lang="en-US" altLang="en-US" sz="1200" b="1">
                <a:solidFill>
                  <a:srgbClr val="006633"/>
                </a:solidFill>
                <a:latin typeface="Courier New" panose="02070309020205020404" pitchFamily="49" charset="0"/>
              </a:rPr>
              <a:t>03 Gender OCCURS 2 TIMES.</a:t>
            </a:r>
            <a:endParaRPr lang="en-US" altLang="en-US" sz="12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      </a:t>
            </a:r>
            <a:r>
              <a:rPr lang="en-US" altLang="en-US" sz="1200" b="1">
                <a:solidFill>
                  <a:srgbClr val="393939"/>
                </a:solidFill>
                <a:latin typeface="Courier New" panose="02070309020205020404" pitchFamily="49" charset="0"/>
              </a:rPr>
              <a:t>04 PopTotal   PIC 9(6).</a:t>
            </a:r>
            <a:r>
              <a:rPr lang="en-US" altLang="en-US" b="1">
                <a:latin typeface="Courier New" panose="02070309020205020404" pitchFamily="49" charset="0"/>
              </a:rPr>
              <a:t> 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73" name="Group 5">
            <a:extLst>
              <a:ext uri="{FF2B5EF4-FFF2-40B4-BE49-F238E27FC236}">
                <a16:creationId xmlns:a16="http://schemas.microsoft.com/office/drawing/2014/main" id="{1FD1EDD4-EC0E-0D15-E46D-14714314D029}"/>
              </a:ext>
            </a:extLst>
          </p:cNvPr>
          <p:cNvGrpSpPr>
            <a:grpSpLocks/>
          </p:cNvGrpSpPr>
          <p:nvPr/>
        </p:nvGrpSpPr>
        <p:grpSpPr bwMode="auto">
          <a:xfrm>
            <a:off x="246063" y="188913"/>
            <a:ext cx="4140200" cy="180975"/>
            <a:chOff x="155" y="119"/>
            <a:chExt cx="2608" cy="114"/>
          </a:xfrm>
        </p:grpSpPr>
        <p:sp>
          <p:nvSpPr>
            <p:cNvPr id="7170" name="Rectangle 2">
              <a:extLst>
                <a:ext uri="{FF2B5EF4-FFF2-40B4-BE49-F238E27FC236}">
                  <a16:creationId xmlns:a16="http://schemas.microsoft.com/office/drawing/2014/main" id="{CA5F8BFF-4966-8A4E-B41F-66ACBE6CFD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5" y="119"/>
              <a:ext cx="867" cy="11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>
              <a:outerShdw dist="71842" dir="2700000" algn="ctr" rotWithShape="0">
                <a:schemeClr val="folHlink">
                  <a:alpha val="50000"/>
                </a:schemeClr>
              </a:outerShdw>
            </a:effectLst>
          </p:spPr>
          <p:txBody>
            <a:bodyPr wrap="none" lIns="92075" tIns="46038" rIns="92075" bIns="46038" anchor="ctr"/>
            <a:lstStyle/>
            <a:p>
              <a:pPr algn="ctr"/>
              <a:r>
                <a:rPr lang="en-US" altLang="en-US" sz="1200" b="1">
                  <a:solidFill>
                    <a:srgbClr val="CC0000"/>
                  </a:solidFill>
                  <a:latin typeface="Arial" panose="020B0604020202020204" pitchFamily="34" charset="0"/>
                </a:rPr>
                <a:t>1</a:t>
              </a:r>
            </a:p>
          </p:txBody>
        </p:sp>
        <p:sp>
          <p:nvSpPr>
            <p:cNvPr id="7171" name="Rectangle 3">
              <a:extLst>
                <a:ext uri="{FF2B5EF4-FFF2-40B4-BE49-F238E27FC236}">
                  <a16:creationId xmlns:a16="http://schemas.microsoft.com/office/drawing/2014/main" id="{D7A870CB-9B82-7BE5-78EC-9377FDEFEB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" y="119"/>
              <a:ext cx="866" cy="11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>
              <a:outerShdw dist="71842" dir="2700000" algn="ctr" rotWithShape="0">
                <a:schemeClr val="folHlink">
                  <a:alpha val="50000"/>
                </a:schemeClr>
              </a:outerShdw>
            </a:effectLst>
          </p:spPr>
          <p:txBody>
            <a:bodyPr wrap="none" lIns="92075" tIns="46038" rIns="92075" bIns="46038" anchor="ctr"/>
            <a:lstStyle/>
            <a:p>
              <a:pPr algn="ctr"/>
              <a:r>
                <a:rPr lang="en-US" altLang="en-US" sz="1200" b="1">
                  <a:solidFill>
                    <a:srgbClr val="CC0000"/>
                  </a:solidFill>
                  <a:latin typeface="Arial" panose="020B0604020202020204" pitchFamily="34" charset="0"/>
                </a:rPr>
                <a:t>2</a:t>
              </a:r>
            </a:p>
          </p:txBody>
        </p:sp>
        <p:sp>
          <p:nvSpPr>
            <p:cNvPr id="7172" name="Rectangle 4">
              <a:extLst>
                <a:ext uri="{FF2B5EF4-FFF2-40B4-BE49-F238E27FC236}">
                  <a16:creationId xmlns:a16="http://schemas.microsoft.com/office/drawing/2014/main" id="{FEE800A6-C227-FBC7-DAB7-C863760CA4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92" y="119"/>
              <a:ext cx="871" cy="11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>
              <a:outerShdw dist="71842" dir="2700000" algn="ctr" rotWithShape="0">
                <a:schemeClr val="folHlink">
                  <a:alpha val="50000"/>
                </a:schemeClr>
              </a:outerShdw>
            </a:effectLst>
          </p:spPr>
          <p:txBody>
            <a:bodyPr wrap="none" lIns="92075" tIns="46038" rIns="92075" bIns="46038" anchor="ctr"/>
            <a:lstStyle/>
            <a:p>
              <a:pPr algn="ctr"/>
              <a:r>
                <a:rPr lang="en-US" altLang="en-US" sz="1200" b="1">
                  <a:solidFill>
                    <a:srgbClr val="CC0000"/>
                  </a:solidFill>
                  <a:latin typeface="Arial" panose="020B0604020202020204" pitchFamily="34" charset="0"/>
                </a:rPr>
                <a:t>3</a:t>
              </a:r>
            </a:p>
          </p:txBody>
        </p:sp>
      </p:grpSp>
      <p:sp>
        <p:nvSpPr>
          <p:cNvPr id="7174" name="Rectangle 6">
            <a:extLst>
              <a:ext uri="{FF2B5EF4-FFF2-40B4-BE49-F238E27FC236}">
                <a16:creationId xmlns:a16="http://schemas.microsoft.com/office/drawing/2014/main" id="{08B1CBF6-0784-5E99-6C52-A42BEC9D9E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475" y="374650"/>
            <a:ext cx="688975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7175" name="Rectangle 7">
            <a:extLst>
              <a:ext uri="{FF2B5EF4-FFF2-40B4-BE49-F238E27FC236}">
                <a16:creationId xmlns:a16="http://schemas.microsoft.com/office/drawing/2014/main" id="{A9F1A94A-8C57-933A-6EC2-37440C861B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7100" y="374650"/>
            <a:ext cx="692150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7176" name="Rectangle 8">
            <a:extLst>
              <a:ext uri="{FF2B5EF4-FFF2-40B4-BE49-F238E27FC236}">
                <a16:creationId xmlns:a16="http://schemas.microsoft.com/office/drawing/2014/main" id="{78BFA0C1-E55C-A92E-4A02-BB4EDD6E2D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5600" y="374650"/>
            <a:ext cx="687388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7177" name="Rectangle 9">
            <a:extLst>
              <a:ext uri="{FF2B5EF4-FFF2-40B4-BE49-F238E27FC236}">
                <a16:creationId xmlns:a16="http://schemas.microsoft.com/office/drawing/2014/main" id="{2DF99281-8024-751A-7F47-E6492324EF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08225" y="374650"/>
            <a:ext cx="690563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7178" name="Rectangle 10">
            <a:extLst>
              <a:ext uri="{FF2B5EF4-FFF2-40B4-BE49-F238E27FC236}">
                <a16:creationId xmlns:a16="http://schemas.microsoft.com/office/drawing/2014/main" id="{DCF33BCF-179C-8E01-354C-829F80F6FD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01963" y="374650"/>
            <a:ext cx="688975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7179" name="Rectangle 11">
            <a:extLst>
              <a:ext uri="{FF2B5EF4-FFF2-40B4-BE49-F238E27FC236}">
                <a16:creationId xmlns:a16="http://schemas.microsoft.com/office/drawing/2014/main" id="{9CD93384-4A09-2F7B-8289-6514159E24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4113" y="374650"/>
            <a:ext cx="692150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7180" name="Rectangle 12">
            <a:extLst>
              <a:ext uri="{FF2B5EF4-FFF2-40B4-BE49-F238E27FC236}">
                <a16:creationId xmlns:a16="http://schemas.microsoft.com/office/drawing/2014/main" id="{D60973F7-A776-7CB7-3A5E-FE2F08F151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475" y="550863"/>
            <a:ext cx="688975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rgbClr val="5F5F5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000000</a:t>
            </a:r>
          </a:p>
        </p:txBody>
      </p:sp>
      <p:sp>
        <p:nvSpPr>
          <p:cNvPr id="7181" name="Rectangle 13">
            <a:extLst>
              <a:ext uri="{FF2B5EF4-FFF2-40B4-BE49-F238E27FC236}">
                <a16:creationId xmlns:a16="http://schemas.microsoft.com/office/drawing/2014/main" id="{97CED077-94F2-2E9D-1744-39A5B5AB97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7100" y="550863"/>
            <a:ext cx="692150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rgbClr val="5F5F5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000000</a:t>
            </a:r>
          </a:p>
        </p:txBody>
      </p:sp>
      <p:sp>
        <p:nvSpPr>
          <p:cNvPr id="7182" name="Rectangle 14">
            <a:extLst>
              <a:ext uri="{FF2B5EF4-FFF2-40B4-BE49-F238E27FC236}">
                <a16:creationId xmlns:a16="http://schemas.microsoft.com/office/drawing/2014/main" id="{5B6634BE-A420-1BB5-F710-CF05706B67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5600" y="550863"/>
            <a:ext cx="687388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rgbClr val="5F5F5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000000</a:t>
            </a:r>
          </a:p>
        </p:txBody>
      </p:sp>
      <p:sp>
        <p:nvSpPr>
          <p:cNvPr id="7183" name="Rectangle 15">
            <a:extLst>
              <a:ext uri="{FF2B5EF4-FFF2-40B4-BE49-F238E27FC236}">
                <a16:creationId xmlns:a16="http://schemas.microsoft.com/office/drawing/2014/main" id="{FF7621BF-7D07-6E63-5F17-39BF13C3F1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08225" y="550863"/>
            <a:ext cx="690563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rgbClr val="5F5F5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001255</a:t>
            </a:r>
          </a:p>
        </p:txBody>
      </p:sp>
      <p:sp>
        <p:nvSpPr>
          <p:cNvPr id="7184" name="Rectangle 16">
            <a:extLst>
              <a:ext uri="{FF2B5EF4-FFF2-40B4-BE49-F238E27FC236}">
                <a16:creationId xmlns:a16="http://schemas.microsoft.com/office/drawing/2014/main" id="{93C0F468-CF53-B51F-6CD3-B15CF39D48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01963" y="550863"/>
            <a:ext cx="688975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rgbClr val="5F5F5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000123</a:t>
            </a:r>
          </a:p>
        </p:txBody>
      </p:sp>
      <p:sp>
        <p:nvSpPr>
          <p:cNvPr id="7185" name="Rectangle 17">
            <a:extLst>
              <a:ext uri="{FF2B5EF4-FFF2-40B4-BE49-F238E27FC236}">
                <a16:creationId xmlns:a16="http://schemas.microsoft.com/office/drawing/2014/main" id="{5A11B68A-105F-C22E-E6F7-3FAB3EE087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4113" y="550863"/>
            <a:ext cx="692150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chemeClr val="accent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456   </a:t>
            </a:r>
          </a:p>
        </p:txBody>
      </p:sp>
      <p:sp>
        <p:nvSpPr>
          <p:cNvPr id="7186" name="Rectangle 18">
            <a:extLst>
              <a:ext uri="{FF2B5EF4-FFF2-40B4-BE49-F238E27FC236}">
                <a16:creationId xmlns:a16="http://schemas.microsoft.com/office/drawing/2014/main" id="{366C9D66-9FAE-3B4B-5708-CF136FBC16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850" y="2128838"/>
            <a:ext cx="3278188" cy="996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sz="1400" b="1">
                <a:latin typeface="Courier New" panose="02070309020205020404" pitchFamily="49" charset="0"/>
              </a:rPr>
              <a:t>MOVE ZEROS TO PopulationTable</a:t>
            </a:r>
          </a:p>
          <a:p>
            <a:pPr>
              <a:lnSpc>
                <a:spcPct val="85000"/>
              </a:lnSpc>
            </a:pPr>
            <a:r>
              <a:rPr lang="en-US" altLang="en-US" sz="1400" b="1">
                <a:latin typeface="Courier New" panose="02070309020205020404" pitchFamily="49" charset="0"/>
              </a:rPr>
              <a:t>MOVE 123 TO PopTotal(3,1)</a:t>
            </a:r>
          </a:p>
          <a:p>
            <a:pPr>
              <a:lnSpc>
                <a:spcPct val="85000"/>
              </a:lnSpc>
            </a:pPr>
            <a:r>
              <a:rPr lang="en-US" altLang="en-US" sz="1400" b="1">
                <a:solidFill>
                  <a:schemeClr val="accent2"/>
                </a:solidFill>
                <a:latin typeface="Courier New" panose="02070309020205020404" pitchFamily="49" charset="0"/>
              </a:rPr>
              <a:t>MOVE 456 TO Gender(</a:t>
            </a:r>
            <a:r>
              <a:rPr lang="en-US" altLang="en-US" sz="1400" b="1">
                <a:solidFill>
                  <a:srgbClr val="CC0000"/>
                </a:solidFill>
                <a:latin typeface="Courier New" panose="02070309020205020404" pitchFamily="49" charset="0"/>
              </a:rPr>
              <a:t>3</a:t>
            </a:r>
            <a:r>
              <a:rPr lang="en-US" altLang="en-US" sz="1400" b="1">
                <a:solidFill>
                  <a:schemeClr val="accent2"/>
                </a:solidFill>
                <a:latin typeface="Courier New" panose="02070309020205020404" pitchFamily="49" charset="0"/>
              </a:rPr>
              <a:t>,</a:t>
            </a:r>
            <a:r>
              <a:rPr lang="en-US" altLang="en-US" sz="1400" b="1">
                <a:solidFill>
                  <a:srgbClr val="006633"/>
                </a:solidFill>
                <a:latin typeface="Courier New" panose="02070309020205020404" pitchFamily="49" charset="0"/>
              </a:rPr>
              <a:t>2</a:t>
            </a:r>
            <a:r>
              <a:rPr lang="en-US" altLang="en-US" sz="1400" b="1">
                <a:solidFill>
                  <a:schemeClr val="accent2"/>
                </a:solidFill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ct val="85000"/>
              </a:lnSpc>
            </a:pPr>
            <a:r>
              <a:rPr lang="en-US" altLang="en-US" sz="1400" b="1">
                <a:latin typeface="Courier New" panose="02070309020205020404" pitchFamily="49" charset="0"/>
              </a:rPr>
              <a:t>ADD 1255 TO PopTotal(2,2)</a:t>
            </a:r>
          </a:p>
          <a:p>
            <a:pPr>
              <a:lnSpc>
                <a:spcPct val="85000"/>
              </a:lnSpc>
            </a:pPr>
            <a:r>
              <a:rPr lang="en-US" altLang="en-US" sz="1400" b="1">
                <a:latin typeface="Courier New" panose="02070309020205020404" pitchFamily="49" charset="0"/>
              </a:rPr>
              <a:t>MOVE ZEROS TO Age(3)</a:t>
            </a:r>
          </a:p>
        </p:txBody>
      </p:sp>
      <p:sp>
        <p:nvSpPr>
          <p:cNvPr id="7187" name="Rectangle 19">
            <a:extLst>
              <a:ext uri="{FF2B5EF4-FFF2-40B4-BE49-F238E27FC236}">
                <a16:creationId xmlns:a16="http://schemas.microsoft.com/office/drawing/2014/main" id="{DD00D91E-2D8F-F27B-5962-BD143DDFA4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125" y="906463"/>
            <a:ext cx="3186113" cy="714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01 PopulationTable.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</a:t>
            </a: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02 Age OCCURS 3 TIMES.</a:t>
            </a:r>
            <a:endParaRPr lang="en-US" altLang="en-US" sz="1200" b="1">
              <a:solidFill>
                <a:srgbClr val="009900"/>
              </a:solidFill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9900"/>
                </a:solidFill>
                <a:latin typeface="Courier New" panose="02070309020205020404" pitchFamily="49" charset="0"/>
              </a:rPr>
              <a:t>      </a:t>
            </a:r>
            <a:r>
              <a:rPr lang="en-US" altLang="en-US" sz="1200" b="1">
                <a:solidFill>
                  <a:srgbClr val="006633"/>
                </a:solidFill>
                <a:latin typeface="Courier New" panose="02070309020205020404" pitchFamily="49" charset="0"/>
              </a:rPr>
              <a:t>03 Gender OCCURS 2 TIMES.</a:t>
            </a:r>
            <a:endParaRPr lang="en-US" altLang="en-US" sz="12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      </a:t>
            </a:r>
            <a:r>
              <a:rPr lang="en-US" altLang="en-US" sz="1200" b="1">
                <a:solidFill>
                  <a:srgbClr val="393939"/>
                </a:solidFill>
                <a:latin typeface="Courier New" panose="02070309020205020404" pitchFamily="49" charset="0"/>
              </a:rPr>
              <a:t>04 PopTotal   PIC 9(6).</a:t>
            </a:r>
            <a:r>
              <a:rPr lang="en-US" altLang="en-US" b="1">
                <a:latin typeface="Courier New" panose="02070309020205020404" pitchFamily="49" charset="0"/>
              </a:rPr>
              <a:t> </a:t>
            </a:r>
          </a:p>
        </p:txBody>
      </p:sp>
      <p:sp>
        <p:nvSpPr>
          <p:cNvPr id="7188" name="AutoShape 20">
            <a:extLst>
              <a:ext uri="{FF2B5EF4-FFF2-40B4-BE49-F238E27FC236}">
                <a16:creationId xmlns:a16="http://schemas.microsoft.com/office/drawing/2014/main" id="{8CAD47CA-489B-F282-4579-D9991211CFBF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3284538" y="973138"/>
            <a:ext cx="1376362" cy="873125"/>
          </a:xfrm>
          <a:prstGeom prst="wedgeRoundRectCallout">
            <a:avLst>
              <a:gd name="adj1" fmla="val -41671"/>
              <a:gd name="adj2" fmla="val 66667"/>
              <a:gd name="adj3" fmla="val 16667"/>
            </a:avLst>
          </a:prstGeom>
          <a:solidFill>
            <a:srgbClr val="FFFF9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altLang="en-US"/>
              <a:t>Watch out for this.  Although Gender maps to the same area as PopTotal it is not the same.</a:t>
            </a:r>
          </a:p>
        </p:txBody>
      </p:sp>
      <p:sp>
        <p:nvSpPr>
          <p:cNvPr id="7189" name="AutoShape 21">
            <a:extLst>
              <a:ext uri="{FF2B5EF4-FFF2-40B4-BE49-F238E27FC236}">
                <a16:creationId xmlns:a16="http://schemas.microsoft.com/office/drawing/2014/main" id="{8CD1DA5F-5A86-5142-7B09-480842D80069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3276600" y="957263"/>
            <a:ext cx="1422400" cy="1219729"/>
          </a:xfrm>
          <a:prstGeom prst="wedgeRoundRectCallout">
            <a:avLst>
              <a:gd name="adj1" fmla="val -41671"/>
              <a:gd name="adj2" fmla="val 66667"/>
              <a:gd name="adj3" fmla="val 16667"/>
            </a:avLst>
          </a:prstGeom>
          <a:solidFill>
            <a:srgbClr val="FFFF9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altLang="en-US"/>
              <a:t>Gender is a group item even though it only has one part.  Group items are alphanumeric and data is moved into an alphanumeric item from left to right.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718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718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88" grpId="0" animBg="1" autoUpdateAnimBg="0"/>
      <p:bldP spid="7189" grpId="0" animBg="1" autoUpdateAnimBg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97" name="Group 5">
            <a:extLst>
              <a:ext uri="{FF2B5EF4-FFF2-40B4-BE49-F238E27FC236}">
                <a16:creationId xmlns:a16="http://schemas.microsoft.com/office/drawing/2014/main" id="{97F23A40-A512-27F3-2840-6B62A403ED6F}"/>
              </a:ext>
            </a:extLst>
          </p:cNvPr>
          <p:cNvGrpSpPr>
            <a:grpSpLocks/>
          </p:cNvGrpSpPr>
          <p:nvPr/>
        </p:nvGrpSpPr>
        <p:grpSpPr bwMode="auto">
          <a:xfrm>
            <a:off x="246063" y="188913"/>
            <a:ext cx="4140200" cy="180975"/>
            <a:chOff x="155" y="119"/>
            <a:chExt cx="2608" cy="114"/>
          </a:xfrm>
        </p:grpSpPr>
        <p:sp>
          <p:nvSpPr>
            <p:cNvPr id="8194" name="Rectangle 2">
              <a:extLst>
                <a:ext uri="{FF2B5EF4-FFF2-40B4-BE49-F238E27FC236}">
                  <a16:creationId xmlns:a16="http://schemas.microsoft.com/office/drawing/2014/main" id="{BC6857C8-A947-6D28-590D-248620FA1F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5" y="119"/>
              <a:ext cx="867" cy="11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>
              <a:outerShdw dist="71842" dir="2700000" algn="ctr" rotWithShape="0">
                <a:schemeClr val="folHlink">
                  <a:alpha val="50000"/>
                </a:schemeClr>
              </a:outerShdw>
            </a:effectLst>
          </p:spPr>
          <p:txBody>
            <a:bodyPr wrap="none" lIns="92075" tIns="46038" rIns="92075" bIns="46038" anchor="ctr"/>
            <a:lstStyle/>
            <a:p>
              <a:pPr algn="ctr"/>
              <a:r>
                <a:rPr lang="en-US" altLang="en-US" sz="1200" b="1">
                  <a:solidFill>
                    <a:srgbClr val="CC0000"/>
                  </a:solidFill>
                  <a:latin typeface="Arial" panose="020B0604020202020204" pitchFamily="34" charset="0"/>
                </a:rPr>
                <a:t>1</a:t>
              </a:r>
            </a:p>
          </p:txBody>
        </p:sp>
        <p:sp>
          <p:nvSpPr>
            <p:cNvPr id="8195" name="Rectangle 3">
              <a:extLst>
                <a:ext uri="{FF2B5EF4-FFF2-40B4-BE49-F238E27FC236}">
                  <a16:creationId xmlns:a16="http://schemas.microsoft.com/office/drawing/2014/main" id="{2EE3FEF6-5D0C-87F8-BADE-2B8605AF49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" y="119"/>
              <a:ext cx="866" cy="11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>
              <a:outerShdw dist="71842" dir="2700000" algn="ctr" rotWithShape="0">
                <a:schemeClr val="folHlink">
                  <a:alpha val="50000"/>
                </a:schemeClr>
              </a:outerShdw>
            </a:effectLst>
          </p:spPr>
          <p:txBody>
            <a:bodyPr wrap="none" lIns="92075" tIns="46038" rIns="92075" bIns="46038" anchor="ctr"/>
            <a:lstStyle/>
            <a:p>
              <a:pPr algn="ctr"/>
              <a:r>
                <a:rPr lang="en-US" altLang="en-US" sz="1200" b="1">
                  <a:solidFill>
                    <a:srgbClr val="CC0000"/>
                  </a:solidFill>
                  <a:latin typeface="Arial" panose="020B0604020202020204" pitchFamily="34" charset="0"/>
                </a:rPr>
                <a:t>2</a:t>
              </a:r>
            </a:p>
          </p:txBody>
        </p:sp>
        <p:sp>
          <p:nvSpPr>
            <p:cNvPr id="8196" name="Rectangle 4">
              <a:extLst>
                <a:ext uri="{FF2B5EF4-FFF2-40B4-BE49-F238E27FC236}">
                  <a16:creationId xmlns:a16="http://schemas.microsoft.com/office/drawing/2014/main" id="{0DE9BD57-8BB9-5C3A-8F34-1F0E3D3A9B0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92" y="119"/>
              <a:ext cx="871" cy="11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>
              <a:outerShdw dist="71842" dir="2700000" algn="ctr" rotWithShape="0">
                <a:schemeClr val="folHlink">
                  <a:alpha val="50000"/>
                </a:schemeClr>
              </a:outerShdw>
            </a:effectLst>
          </p:spPr>
          <p:txBody>
            <a:bodyPr wrap="none" lIns="92075" tIns="46038" rIns="92075" bIns="46038" anchor="ctr"/>
            <a:lstStyle/>
            <a:p>
              <a:pPr algn="ctr"/>
              <a:r>
                <a:rPr lang="en-US" altLang="en-US" sz="1200" b="1">
                  <a:solidFill>
                    <a:srgbClr val="CC0000"/>
                  </a:solidFill>
                  <a:latin typeface="Arial" panose="020B0604020202020204" pitchFamily="34" charset="0"/>
                </a:rPr>
                <a:t>3</a:t>
              </a:r>
            </a:p>
          </p:txBody>
        </p:sp>
      </p:grpSp>
      <p:sp>
        <p:nvSpPr>
          <p:cNvPr id="8198" name="Rectangle 6">
            <a:extLst>
              <a:ext uri="{FF2B5EF4-FFF2-40B4-BE49-F238E27FC236}">
                <a16:creationId xmlns:a16="http://schemas.microsoft.com/office/drawing/2014/main" id="{66CF6AF0-8316-E113-3563-B6F29A9D7A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475" y="374650"/>
            <a:ext cx="688975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8199" name="Rectangle 7">
            <a:extLst>
              <a:ext uri="{FF2B5EF4-FFF2-40B4-BE49-F238E27FC236}">
                <a16:creationId xmlns:a16="http://schemas.microsoft.com/office/drawing/2014/main" id="{18F8DD3F-0BC2-7BB0-7D99-B1F23403C8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7100" y="374650"/>
            <a:ext cx="692150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8200" name="Rectangle 8">
            <a:extLst>
              <a:ext uri="{FF2B5EF4-FFF2-40B4-BE49-F238E27FC236}">
                <a16:creationId xmlns:a16="http://schemas.microsoft.com/office/drawing/2014/main" id="{B64CA066-C4B0-F75E-398D-1B43B87A10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5600" y="374650"/>
            <a:ext cx="687388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8201" name="Rectangle 9">
            <a:extLst>
              <a:ext uri="{FF2B5EF4-FFF2-40B4-BE49-F238E27FC236}">
                <a16:creationId xmlns:a16="http://schemas.microsoft.com/office/drawing/2014/main" id="{A9CE1D40-49F1-9B80-E862-0C30C14D3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08225" y="374650"/>
            <a:ext cx="690563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8202" name="Rectangle 10">
            <a:extLst>
              <a:ext uri="{FF2B5EF4-FFF2-40B4-BE49-F238E27FC236}">
                <a16:creationId xmlns:a16="http://schemas.microsoft.com/office/drawing/2014/main" id="{A57BA6DB-BA56-8CAB-841B-DA75D47B21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01963" y="374650"/>
            <a:ext cx="688975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8203" name="Rectangle 11">
            <a:extLst>
              <a:ext uri="{FF2B5EF4-FFF2-40B4-BE49-F238E27FC236}">
                <a16:creationId xmlns:a16="http://schemas.microsoft.com/office/drawing/2014/main" id="{7674C527-05A3-C289-3851-C6C530F8D6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4113" y="374650"/>
            <a:ext cx="692150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8204" name="Rectangle 12">
            <a:extLst>
              <a:ext uri="{FF2B5EF4-FFF2-40B4-BE49-F238E27FC236}">
                <a16:creationId xmlns:a16="http://schemas.microsoft.com/office/drawing/2014/main" id="{34A20203-B83E-27F9-54ED-75A3DB20CE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475" y="550863"/>
            <a:ext cx="688975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rgbClr val="5F5F5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000000</a:t>
            </a:r>
          </a:p>
        </p:txBody>
      </p:sp>
      <p:sp>
        <p:nvSpPr>
          <p:cNvPr id="8205" name="Rectangle 13">
            <a:extLst>
              <a:ext uri="{FF2B5EF4-FFF2-40B4-BE49-F238E27FC236}">
                <a16:creationId xmlns:a16="http://schemas.microsoft.com/office/drawing/2014/main" id="{2C81A1EE-8D22-4751-ECE6-D6D70F8CFF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7100" y="550863"/>
            <a:ext cx="692150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rgbClr val="5F5F5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000000</a:t>
            </a:r>
          </a:p>
        </p:txBody>
      </p:sp>
      <p:sp>
        <p:nvSpPr>
          <p:cNvPr id="8206" name="Rectangle 14">
            <a:extLst>
              <a:ext uri="{FF2B5EF4-FFF2-40B4-BE49-F238E27FC236}">
                <a16:creationId xmlns:a16="http://schemas.microsoft.com/office/drawing/2014/main" id="{ADE88830-994F-CBB7-BC44-DCE2C56047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5600" y="550863"/>
            <a:ext cx="687388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rgbClr val="5F5F5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000000</a:t>
            </a:r>
          </a:p>
        </p:txBody>
      </p:sp>
      <p:sp>
        <p:nvSpPr>
          <p:cNvPr id="8207" name="Rectangle 15">
            <a:extLst>
              <a:ext uri="{FF2B5EF4-FFF2-40B4-BE49-F238E27FC236}">
                <a16:creationId xmlns:a16="http://schemas.microsoft.com/office/drawing/2014/main" id="{C4D296B8-9DCC-3344-AADF-AF06D06F51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08225" y="550863"/>
            <a:ext cx="690563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chemeClr val="accent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001255</a:t>
            </a:r>
          </a:p>
        </p:txBody>
      </p:sp>
      <p:sp>
        <p:nvSpPr>
          <p:cNvPr id="8208" name="Rectangle 16">
            <a:extLst>
              <a:ext uri="{FF2B5EF4-FFF2-40B4-BE49-F238E27FC236}">
                <a16:creationId xmlns:a16="http://schemas.microsoft.com/office/drawing/2014/main" id="{2A357376-214F-1BEE-F80A-32D0EB63DD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01963" y="550863"/>
            <a:ext cx="688975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rgbClr val="5F5F5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000123</a:t>
            </a:r>
          </a:p>
        </p:txBody>
      </p:sp>
      <p:sp>
        <p:nvSpPr>
          <p:cNvPr id="8209" name="Rectangle 17">
            <a:extLst>
              <a:ext uri="{FF2B5EF4-FFF2-40B4-BE49-F238E27FC236}">
                <a16:creationId xmlns:a16="http://schemas.microsoft.com/office/drawing/2014/main" id="{00EFB360-B84A-8DB3-6E80-677A0AFDF3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4113" y="550863"/>
            <a:ext cx="692150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rgbClr val="5F5F5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456   </a:t>
            </a:r>
          </a:p>
        </p:txBody>
      </p:sp>
      <p:sp>
        <p:nvSpPr>
          <p:cNvPr id="8210" name="Rectangle 18">
            <a:extLst>
              <a:ext uri="{FF2B5EF4-FFF2-40B4-BE49-F238E27FC236}">
                <a16:creationId xmlns:a16="http://schemas.microsoft.com/office/drawing/2014/main" id="{36CBF821-4E59-F87C-77D0-8B8C0AEFFC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850" y="2128838"/>
            <a:ext cx="3278188" cy="996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sz="1400" b="1">
                <a:latin typeface="Courier New" panose="02070309020205020404" pitchFamily="49" charset="0"/>
              </a:rPr>
              <a:t>MOVE ZEROS TO PopulationTable</a:t>
            </a:r>
          </a:p>
          <a:p>
            <a:pPr>
              <a:lnSpc>
                <a:spcPct val="85000"/>
              </a:lnSpc>
            </a:pPr>
            <a:r>
              <a:rPr lang="en-US" altLang="en-US" sz="1400" b="1">
                <a:latin typeface="Courier New" panose="02070309020205020404" pitchFamily="49" charset="0"/>
              </a:rPr>
              <a:t>MOVE 123 TO PopTotal(3,1)</a:t>
            </a:r>
          </a:p>
          <a:p>
            <a:pPr>
              <a:lnSpc>
                <a:spcPct val="85000"/>
              </a:lnSpc>
            </a:pPr>
            <a:r>
              <a:rPr lang="en-US" altLang="en-US" sz="1400" b="1">
                <a:latin typeface="Courier New" panose="02070309020205020404" pitchFamily="49" charset="0"/>
              </a:rPr>
              <a:t>MOVE 456 TO Gender(3,2)</a:t>
            </a:r>
            <a:endParaRPr lang="en-US" altLang="en-US" sz="1400" b="1">
              <a:solidFill>
                <a:schemeClr val="accent2"/>
              </a:solidFill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400" b="1">
                <a:solidFill>
                  <a:schemeClr val="accent2"/>
                </a:solidFill>
                <a:latin typeface="Courier New" panose="02070309020205020404" pitchFamily="49" charset="0"/>
              </a:rPr>
              <a:t>ADD 1255 TO PopTotal(</a:t>
            </a:r>
            <a:r>
              <a:rPr lang="en-US" altLang="en-US" sz="1400" b="1">
                <a:solidFill>
                  <a:srgbClr val="CC0000"/>
                </a:solidFill>
                <a:latin typeface="Courier New" panose="02070309020205020404" pitchFamily="49" charset="0"/>
              </a:rPr>
              <a:t>2</a:t>
            </a:r>
            <a:r>
              <a:rPr lang="en-US" altLang="en-US" sz="1400" b="1">
                <a:solidFill>
                  <a:schemeClr val="accent2"/>
                </a:solidFill>
                <a:latin typeface="Courier New" panose="02070309020205020404" pitchFamily="49" charset="0"/>
              </a:rPr>
              <a:t>,</a:t>
            </a:r>
            <a:r>
              <a:rPr lang="en-US" altLang="en-US" sz="1400" b="1">
                <a:solidFill>
                  <a:srgbClr val="006633"/>
                </a:solidFill>
                <a:latin typeface="Courier New" panose="02070309020205020404" pitchFamily="49" charset="0"/>
              </a:rPr>
              <a:t>2</a:t>
            </a:r>
            <a:r>
              <a:rPr lang="en-US" altLang="en-US" sz="1400" b="1">
                <a:solidFill>
                  <a:schemeClr val="accent2"/>
                </a:solidFill>
                <a:latin typeface="Courier New" panose="02070309020205020404" pitchFamily="49" charset="0"/>
              </a:rPr>
              <a:t>)</a:t>
            </a:r>
          </a:p>
          <a:p>
            <a:pPr>
              <a:lnSpc>
                <a:spcPct val="85000"/>
              </a:lnSpc>
            </a:pPr>
            <a:r>
              <a:rPr lang="en-US" altLang="en-US" sz="1400" b="1">
                <a:latin typeface="Courier New" panose="02070309020205020404" pitchFamily="49" charset="0"/>
              </a:rPr>
              <a:t>MOVE ZEROS TO Age(3)</a:t>
            </a:r>
          </a:p>
        </p:txBody>
      </p:sp>
      <p:sp>
        <p:nvSpPr>
          <p:cNvPr id="8211" name="Rectangle 19">
            <a:extLst>
              <a:ext uri="{FF2B5EF4-FFF2-40B4-BE49-F238E27FC236}">
                <a16:creationId xmlns:a16="http://schemas.microsoft.com/office/drawing/2014/main" id="{6985D76E-BC15-83BF-1FCC-9D6687E7FC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125" y="906463"/>
            <a:ext cx="3186113" cy="714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01 PopulationTable.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</a:t>
            </a: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02 Age OCCURS 3 TIMES.</a:t>
            </a:r>
            <a:endParaRPr lang="en-US" altLang="en-US" sz="1200" b="1">
              <a:solidFill>
                <a:srgbClr val="009900"/>
              </a:solidFill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9900"/>
                </a:solidFill>
                <a:latin typeface="Courier New" panose="02070309020205020404" pitchFamily="49" charset="0"/>
              </a:rPr>
              <a:t>      </a:t>
            </a:r>
            <a:r>
              <a:rPr lang="en-US" altLang="en-US" sz="1200" b="1">
                <a:solidFill>
                  <a:srgbClr val="006633"/>
                </a:solidFill>
                <a:latin typeface="Courier New" panose="02070309020205020404" pitchFamily="49" charset="0"/>
              </a:rPr>
              <a:t>03 Gender OCCURS 2 TIMES.</a:t>
            </a:r>
            <a:endParaRPr lang="en-US" altLang="en-US" sz="12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      </a:t>
            </a:r>
            <a:r>
              <a:rPr lang="en-US" altLang="en-US" sz="1200" b="1">
                <a:solidFill>
                  <a:srgbClr val="393939"/>
                </a:solidFill>
                <a:latin typeface="Courier New" panose="02070309020205020404" pitchFamily="49" charset="0"/>
              </a:rPr>
              <a:t>04 PopTotal   PIC 9(6).</a:t>
            </a:r>
            <a:r>
              <a:rPr lang="en-US" altLang="en-US" b="1">
                <a:latin typeface="Courier New" panose="02070309020205020404" pitchFamily="49" charset="0"/>
              </a:rPr>
              <a:t> 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>
            <a:extLst>
              <a:ext uri="{FF2B5EF4-FFF2-40B4-BE49-F238E27FC236}">
                <a16:creationId xmlns:a16="http://schemas.microsoft.com/office/drawing/2014/main" id="{AA26459E-A8F3-02D6-D7C1-A49D94AB2B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850" y="2128838"/>
            <a:ext cx="3278188" cy="996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sz="1400" b="1">
                <a:latin typeface="Courier New" panose="02070309020205020404" pitchFamily="49" charset="0"/>
              </a:rPr>
              <a:t>MOVE ZEROS TO PopulationTable</a:t>
            </a:r>
          </a:p>
          <a:p>
            <a:pPr>
              <a:lnSpc>
                <a:spcPct val="85000"/>
              </a:lnSpc>
            </a:pPr>
            <a:r>
              <a:rPr lang="en-US" altLang="en-US" sz="1400" b="1">
                <a:latin typeface="Courier New" panose="02070309020205020404" pitchFamily="49" charset="0"/>
              </a:rPr>
              <a:t>MOVE 123 TO PopTotal(3,1)</a:t>
            </a:r>
          </a:p>
          <a:p>
            <a:pPr>
              <a:lnSpc>
                <a:spcPct val="85000"/>
              </a:lnSpc>
            </a:pPr>
            <a:r>
              <a:rPr lang="en-US" altLang="en-US" sz="1400" b="1">
                <a:latin typeface="Courier New" panose="02070309020205020404" pitchFamily="49" charset="0"/>
              </a:rPr>
              <a:t>MOVE 456 TO Gender(3,2)</a:t>
            </a:r>
            <a:endParaRPr lang="en-US" altLang="en-US" sz="1400" b="1">
              <a:solidFill>
                <a:schemeClr val="accent2"/>
              </a:solidFill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400" b="1">
                <a:latin typeface="Courier New" panose="02070309020205020404" pitchFamily="49" charset="0"/>
              </a:rPr>
              <a:t>ADD 1255 TO PopTotal(2,2)</a:t>
            </a:r>
          </a:p>
          <a:p>
            <a:pPr>
              <a:lnSpc>
                <a:spcPct val="85000"/>
              </a:lnSpc>
            </a:pPr>
            <a:r>
              <a:rPr lang="en-US" altLang="en-US" sz="1400" b="1">
                <a:solidFill>
                  <a:schemeClr val="accent2"/>
                </a:solidFill>
                <a:latin typeface="Courier New" panose="02070309020205020404" pitchFamily="49" charset="0"/>
              </a:rPr>
              <a:t>MOVE ZEROS TO Age(</a:t>
            </a:r>
            <a:r>
              <a:rPr lang="en-US" altLang="en-US" sz="1400" b="1">
                <a:solidFill>
                  <a:srgbClr val="CC0000"/>
                </a:solidFill>
                <a:latin typeface="Courier New" panose="02070309020205020404" pitchFamily="49" charset="0"/>
              </a:rPr>
              <a:t>3</a:t>
            </a:r>
            <a:r>
              <a:rPr lang="en-US" altLang="en-US" sz="1400" b="1">
                <a:solidFill>
                  <a:schemeClr val="accent2"/>
                </a:solidFill>
                <a:latin typeface="Courier New" panose="02070309020205020404" pitchFamily="49" charset="0"/>
              </a:rPr>
              <a:t>)</a:t>
            </a:r>
          </a:p>
        </p:txBody>
      </p:sp>
      <p:grpSp>
        <p:nvGrpSpPr>
          <p:cNvPr id="9222" name="Group 6">
            <a:extLst>
              <a:ext uri="{FF2B5EF4-FFF2-40B4-BE49-F238E27FC236}">
                <a16:creationId xmlns:a16="http://schemas.microsoft.com/office/drawing/2014/main" id="{7A60E3AD-4363-1D26-3608-B937C9271633}"/>
              </a:ext>
            </a:extLst>
          </p:cNvPr>
          <p:cNvGrpSpPr>
            <a:grpSpLocks/>
          </p:cNvGrpSpPr>
          <p:nvPr/>
        </p:nvGrpSpPr>
        <p:grpSpPr bwMode="auto">
          <a:xfrm>
            <a:off x="246063" y="188913"/>
            <a:ext cx="4140200" cy="180975"/>
            <a:chOff x="155" y="119"/>
            <a:chExt cx="2608" cy="114"/>
          </a:xfrm>
        </p:grpSpPr>
        <p:sp>
          <p:nvSpPr>
            <p:cNvPr id="9219" name="Rectangle 3">
              <a:extLst>
                <a:ext uri="{FF2B5EF4-FFF2-40B4-BE49-F238E27FC236}">
                  <a16:creationId xmlns:a16="http://schemas.microsoft.com/office/drawing/2014/main" id="{15BF1F60-6D9C-6157-4444-36287B809C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5" y="119"/>
              <a:ext cx="867" cy="11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>
              <a:outerShdw dist="71842" dir="2700000" algn="ctr" rotWithShape="0">
                <a:schemeClr val="folHlink">
                  <a:alpha val="50000"/>
                </a:schemeClr>
              </a:outerShdw>
            </a:effectLst>
          </p:spPr>
          <p:txBody>
            <a:bodyPr wrap="none" lIns="92075" tIns="46038" rIns="92075" bIns="46038" anchor="ctr"/>
            <a:lstStyle/>
            <a:p>
              <a:pPr algn="ctr"/>
              <a:r>
                <a:rPr lang="en-US" altLang="en-US" sz="1200" b="1">
                  <a:solidFill>
                    <a:srgbClr val="CC0000"/>
                  </a:solidFill>
                  <a:latin typeface="Arial" panose="020B0604020202020204" pitchFamily="34" charset="0"/>
                </a:rPr>
                <a:t>1</a:t>
              </a:r>
            </a:p>
          </p:txBody>
        </p:sp>
        <p:sp>
          <p:nvSpPr>
            <p:cNvPr id="9220" name="Rectangle 4">
              <a:extLst>
                <a:ext uri="{FF2B5EF4-FFF2-40B4-BE49-F238E27FC236}">
                  <a16:creationId xmlns:a16="http://schemas.microsoft.com/office/drawing/2014/main" id="{BADFCD0E-27C9-4450-C39F-0114E34298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" y="119"/>
              <a:ext cx="866" cy="11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>
              <a:outerShdw dist="71842" dir="2700000" algn="ctr" rotWithShape="0">
                <a:schemeClr val="folHlink">
                  <a:alpha val="50000"/>
                </a:schemeClr>
              </a:outerShdw>
            </a:effectLst>
          </p:spPr>
          <p:txBody>
            <a:bodyPr wrap="none" lIns="92075" tIns="46038" rIns="92075" bIns="46038" anchor="ctr"/>
            <a:lstStyle/>
            <a:p>
              <a:pPr algn="ctr"/>
              <a:r>
                <a:rPr lang="en-US" altLang="en-US" sz="1200" b="1">
                  <a:solidFill>
                    <a:srgbClr val="CC0000"/>
                  </a:solidFill>
                  <a:latin typeface="Arial" panose="020B0604020202020204" pitchFamily="34" charset="0"/>
                </a:rPr>
                <a:t>2</a:t>
              </a:r>
            </a:p>
          </p:txBody>
        </p:sp>
        <p:sp>
          <p:nvSpPr>
            <p:cNvPr id="9221" name="Rectangle 5">
              <a:extLst>
                <a:ext uri="{FF2B5EF4-FFF2-40B4-BE49-F238E27FC236}">
                  <a16:creationId xmlns:a16="http://schemas.microsoft.com/office/drawing/2014/main" id="{1298569C-5F3A-A082-4136-07F0BF3CC6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92" y="119"/>
              <a:ext cx="871" cy="11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>
              <a:outerShdw dist="71842" dir="2700000" algn="ctr" rotWithShape="0">
                <a:schemeClr val="folHlink">
                  <a:alpha val="50000"/>
                </a:schemeClr>
              </a:outerShdw>
            </a:effectLst>
          </p:spPr>
          <p:txBody>
            <a:bodyPr wrap="none" lIns="92075" tIns="46038" rIns="92075" bIns="46038" anchor="ctr"/>
            <a:lstStyle/>
            <a:p>
              <a:pPr algn="ctr"/>
              <a:r>
                <a:rPr lang="en-US" altLang="en-US" sz="1200" b="1">
                  <a:solidFill>
                    <a:srgbClr val="CC0000"/>
                  </a:solidFill>
                  <a:latin typeface="Arial" panose="020B0604020202020204" pitchFamily="34" charset="0"/>
                </a:rPr>
                <a:t>3</a:t>
              </a:r>
            </a:p>
          </p:txBody>
        </p:sp>
      </p:grpSp>
      <p:sp>
        <p:nvSpPr>
          <p:cNvPr id="9223" name="Rectangle 7">
            <a:extLst>
              <a:ext uri="{FF2B5EF4-FFF2-40B4-BE49-F238E27FC236}">
                <a16:creationId xmlns:a16="http://schemas.microsoft.com/office/drawing/2014/main" id="{DC3F4D9F-BE65-0A0C-0FEE-6389114844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475" y="374650"/>
            <a:ext cx="688975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9224" name="Rectangle 8">
            <a:extLst>
              <a:ext uri="{FF2B5EF4-FFF2-40B4-BE49-F238E27FC236}">
                <a16:creationId xmlns:a16="http://schemas.microsoft.com/office/drawing/2014/main" id="{1488E650-223D-A775-4E2C-7FF2BA2BE8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7100" y="374650"/>
            <a:ext cx="692150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9225" name="Rectangle 9">
            <a:extLst>
              <a:ext uri="{FF2B5EF4-FFF2-40B4-BE49-F238E27FC236}">
                <a16:creationId xmlns:a16="http://schemas.microsoft.com/office/drawing/2014/main" id="{8A485732-99A2-FE45-8D6F-64015CC85D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5600" y="374650"/>
            <a:ext cx="687388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9226" name="Rectangle 10">
            <a:extLst>
              <a:ext uri="{FF2B5EF4-FFF2-40B4-BE49-F238E27FC236}">
                <a16:creationId xmlns:a16="http://schemas.microsoft.com/office/drawing/2014/main" id="{EEAC4DD5-AD1B-D338-7B63-D86C65620C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08225" y="374650"/>
            <a:ext cx="690563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9227" name="Rectangle 11">
            <a:extLst>
              <a:ext uri="{FF2B5EF4-FFF2-40B4-BE49-F238E27FC236}">
                <a16:creationId xmlns:a16="http://schemas.microsoft.com/office/drawing/2014/main" id="{867CD97B-C25F-81E8-F77E-78CFDFFD3C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01963" y="374650"/>
            <a:ext cx="688975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9228" name="Rectangle 12">
            <a:extLst>
              <a:ext uri="{FF2B5EF4-FFF2-40B4-BE49-F238E27FC236}">
                <a16:creationId xmlns:a16="http://schemas.microsoft.com/office/drawing/2014/main" id="{1DF948D5-66DE-833D-776A-8B34B5DE5D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4113" y="374650"/>
            <a:ext cx="692150" cy="168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200" b="1">
                <a:solidFill>
                  <a:srgbClr val="006633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9229" name="Rectangle 13">
            <a:extLst>
              <a:ext uri="{FF2B5EF4-FFF2-40B4-BE49-F238E27FC236}">
                <a16:creationId xmlns:a16="http://schemas.microsoft.com/office/drawing/2014/main" id="{92EB1832-5640-5D59-4D4A-50E18312BC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475" y="550863"/>
            <a:ext cx="688975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rgbClr val="5F5F5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000000</a:t>
            </a:r>
          </a:p>
        </p:txBody>
      </p:sp>
      <p:sp>
        <p:nvSpPr>
          <p:cNvPr id="9230" name="Rectangle 14">
            <a:extLst>
              <a:ext uri="{FF2B5EF4-FFF2-40B4-BE49-F238E27FC236}">
                <a16:creationId xmlns:a16="http://schemas.microsoft.com/office/drawing/2014/main" id="{4E879C62-C616-A224-EF0C-60DF58CC30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7100" y="550863"/>
            <a:ext cx="692150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rgbClr val="5F5F5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000000</a:t>
            </a:r>
          </a:p>
        </p:txBody>
      </p:sp>
      <p:sp>
        <p:nvSpPr>
          <p:cNvPr id="9231" name="Rectangle 15">
            <a:extLst>
              <a:ext uri="{FF2B5EF4-FFF2-40B4-BE49-F238E27FC236}">
                <a16:creationId xmlns:a16="http://schemas.microsoft.com/office/drawing/2014/main" id="{A60936B5-C422-D2A5-3F7F-49501EAEB3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5600" y="550863"/>
            <a:ext cx="687388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rgbClr val="5F5F5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000000</a:t>
            </a:r>
          </a:p>
        </p:txBody>
      </p:sp>
      <p:sp>
        <p:nvSpPr>
          <p:cNvPr id="9232" name="Rectangle 16">
            <a:extLst>
              <a:ext uri="{FF2B5EF4-FFF2-40B4-BE49-F238E27FC236}">
                <a16:creationId xmlns:a16="http://schemas.microsoft.com/office/drawing/2014/main" id="{1C1BF8C1-EC20-8A91-FA55-808692ECF2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08225" y="550863"/>
            <a:ext cx="690563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rgbClr val="5F5F5F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001255</a:t>
            </a:r>
          </a:p>
        </p:txBody>
      </p:sp>
      <p:sp>
        <p:nvSpPr>
          <p:cNvPr id="9233" name="Rectangle 17">
            <a:extLst>
              <a:ext uri="{FF2B5EF4-FFF2-40B4-BE49-F238E27FC236}">
                <a16:creationId xmlns:a16="http://schemas.microsoft.com/office/drawing/2014/main" id="{1C616C27-A885-9C8E-A5F2-26129792E4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01963" y="550863"/>
            <a:ext cx="688975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chemeClr val="accent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000000</a:t>
            </a:r>
          </a:p>
        </p:txBody>
      </p:sp>
      <p:sp>
        <p:nvSpPr>
          <p:cNvPr id="9234" name="Rectangle 18">
            <a:extLst>
              <a:ext uri="{FF2B5EF4-FFF2-40B4-BE49-F238E27FC236}">
                <a16:creationId xmlns:a16="http://schemas.microsoft.com/office/drawing/2014/main" id="{3C20649B-FDF2-4928-E1E4-0D84F76D37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4113" y="550863"/>
            <a:ext cx="692150" cy="296862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71842" dir="2700000" algn="ctr" rotWithShape="0">
              <a:schemeClr val="folHlink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400" b="1">
                <a:solidFill>
                  <a:schemeClr val="accent2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000000</a:t>
            </a:r>
          </a:p>
        </p:txBody>
      </p:sp>
      <p:sp>
        <p:nvSpPr>
          <p:cNvPr id="9235" name="Rectangle 19">
            <a:extLst>
              <a:ext uri="{FF2B5EF4-FFF2-40B4-BE49-F238E27FC236}">
                <a16:creationId xmlns:a16="http://schemas.microsoft.com/office/drawing/2014/main" id="{2907DF2D-7B07-3158-C1F4-F0CC73B77E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125" y="906463"/>
            <a:ext cx="3186113" cy="714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01 PopulationTable.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</a:t>
            </a: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02 Age OCCURS 3 TIMES.</a:t>
            </a:r>
            <a:endParaRPr lang="en-US" altLang="en-US" sz="1200" b="1">
              <a:solidFill>
                <a:srgbClr val="009900"/>
              </a:solidFill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009900"/>
                </a:solidFill>
                <a:latin typeface="Courier New" panose="02070309020205020404" pitchFamily="49" charset="0"/>
              </a:rPr>
              <a:t>      </a:t>
            </a:r>
            <a:r>
              <a:rPr lang="en-US" altLang="en-US" sz="1200" b="1">
                <a:solidFill>
                  <a:srgbClr val="006633"/>
                </a:solidFill>
                <a:latin typeface="Courier New" panose="02070309020205020404" pitchFamily="49" charset="0"/>
              </a:rPr>
              <a:t>03 Gender OCCURS 2 TIMES.</a:t>
            </a:r>
            <a:endParaRPr lang="en-US" altLang="en-US" sz="12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         </a:t>
            </a:r>
            <a:r>
              <a:rPr lang="en-US" altLang="en-US" sz="1200" b="1">
                <a:solidFill>
                  <a:srgbClr val="393939"/>
                </a:solidFill>
                <a:latin typeface="Courier New" panose="02070309020205020404" pitchFamily="49" charset="0"/>
              </a:rPr>
              <a:t>04 PopTotal   PIC 9(6).</a:t>
            </a:r>
            <a:r>
              <a:rPr lang="en-US" altLang="en-US" b="1">
                <a:latin typeface="Courier New" panose="02070309020205020404" pitchFamily="49" charset="0"/>
              </a:rPr>
              <a:t> 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Blank Presentation">
  <a:themeElements>
    <a:clrScheme name="Blank Presentation 1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Blank Presentatio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2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3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4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5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6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7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E:\MSOffice\Templates\Blank Presentation.pot</Template>
  <TotalTime>687</TotalTime>
  <Words>500</Words>
  <Application>Microsoft Office PowerPoint</Application>
  <PresentationFormat>Custom</PresentationFormat>
  <Paragraphs>157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Times New Roman</vt:lpstr>
      <vt:lpstr>Courier New</vt:lpstr>
      <vt:lpstr>Blank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Slide Title</dc:title>
  <dc:creator>Michael Coughlan</dc:creator>
  <cp:lastModifiedBy>Sean McBride</cp:lastModifiedBy>
  <cp:revision>21</cp:revision>
  <dcterms:created xsi:type="dcterms:W3CDTF">1995-06-17T23:31:02Z</dcterms:created>
  <dcterms:modified xsi:type="dcterms:W3CDTF">2026-05-13T01:07:05Z</dcterms:modified>
</cp:coreProperties>
</file>