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4762500" cy="304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63000"/>
            <a:ext cx="4285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713160"/>
            <a:ext cx="4285800" cy="176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048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9360"/>
            <a:ext cx="4746600" cy="30322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21320"/>
            <a:ext cx="4285800" cy="50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713160"/>
            <a:ext cx="4285800" cy="176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19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49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19320" y="83664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80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219320" y="83664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352680" y="836640"/>
            <a:ext cx="353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112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219320" y="83664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352680" y="836640"/>
            <a:ext cx="353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390680" y="1636560"/>
            <a:ext cx="735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1234.45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145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219320" y="83664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352680" y="836640"/>
            <a:ext cx="353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200240" y="1636560"/>
            <a:ext cx="10317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0000000000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266920" y="1636560"/>
            <a:ext cx="7779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0000000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 txBox="1"/>
          <p:nvPr/>
        </p:nvSpPr>
        <p:spPr>
          <a:xfrm>
            <a:off x="279360" y="1135080"/>
            <a:ext cx="384336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1     2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3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4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5     6      7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9160" y="631800"/>
            <a:ext cx="1185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98280" y="816120"/>
            <a:ext cx="60948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9840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29528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887480" y="816120"/>
            <a:ext cx="609480" cy="307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489040" y="816120"/>
            <a:ext cx="6066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3079800" y="816120"/>
            <a:ext cx="608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3673440" y="816120"/>
            <a:ext cx="60480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6320" y="814320"/>
            <a:ext cx="4300560" cy="30960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999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99072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6002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7813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37176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981600" y="82872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257480" y="1616040"/>
            <a:ext cx="1886040" cy="3078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190600" y="162864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custDash>
              <a:ds d="202857" sp="2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 flipH="1">
            <a:off x="1257480" y="1114560"/>
            <a:ext cx="628560" cy="51408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494080" y="1114560"/>
            <a:ext cx="649080" cy="495000"/>
          </a:xfrm>
          <a:prstGeom prst="line">
            <a:avLst/>
          </a:prstGeom>
          <a:ln w="1260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257480" y="1925640"/>
            <a:ext cx="870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190600" y="1925640"/>
            <a:ext cx="9460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PayerCount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523880" y="1459080"/>
            <a:ext cx="140328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CountyTaxDetails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240" y="0"/>
            <a:ext cx="3156120" cy="6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CountyTaxTable.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CountyTaxDetails OCCURS 26 TIMES.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CountyTax   PIC 9(8)V99.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PayerCount  PIC 9(7).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0480" y="2122560"/>
            <a:ext cx="3201840" cy="8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67 TO PayerCount(6)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1234.45 TO CountyTax(4)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CountyTaxDetails(4)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ZEROS TO CountyTaxTable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901880" y="1106640"/>
            <a:ext cx="57312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21932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200240" y="1636560"/>
            <a:ext cx="10317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0000000000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266920" y="1636560"/>
            <a:ext cx="7779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0000000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908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32400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0948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1440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52388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40048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70504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00996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29580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60036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924360" y="830160"/>
            <a:ext cx="4381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8" name=""/>
          <p:cNvGrpSpPr/>
          <p:nvPr/>
        </p:nvGrpSpPr>
        <p:grpSpPr>
          <a:xfrm>
            <a:off x="4210200" y="812880"/>
            <a:ext cx="199800" cy="317520"/>
            <a:chOff x="4210200" y="812880"/>
            <a:chExt cx="199800" cy="317520"/>
          </a:xfrm>
        </p:grpSpPr>
        <p:sp>
          <p:nvSpPr>
            <p:cNvPr id="209" name=""/>
            <p:cNvSpPr/>
            <p:nvPr/>
          </p:nvSpPr>
          <p:spPr>
            <a:xfrm>
              <a:off x="4210200" y="825480"/>
              <a:ext cx="109800" cy="292320"/>
            </a:xfrm>
            <a:custGeom>
              <a:avLst/>
              <a:gdLst/>
              <a:ahLst/>
              <a:rect l="0" t="0" r="r" b="b"/>
              <a:pathLst>
                <a:path w="305" h="812">
                  <a:moveTo>
                    <a:pt x="305" y="0"/>
                  </a:moveTo>
                  <a:lnTo>
                    <a:pt x="244" y="0"/>
                  </a:lnTo>
                  <a:lnTo>
                    <a:pt x="183" y="0"/>
                  </a:lnTo>
                  <a:lnTo>
                    <a:pt x="121" y="18"/>
                  </a:lnTo>
                  <a:lnTo>
                    <a:pt x="121" y="54"/>
                  </a:lnTo>
                  <a:lnTo>
                    <a:pt x="121" y="90"/>
                  </a:lnTo>
                  <a:lnTo>
                    <a:pt x="91" y="126"/>
                  </a:lnTo>
                  <a:lnTo>
                    <a:pt x="60" y="162"/>
                  </a:lnTo>
                  <a:lnTo>
                    <a:pt x="60" y="198"/>
                  </a:lnTo>
                  <a:lnTo>
                    <a:pt x="121" y="216"/>
                  </a:lnTo>
                  <a:lnTo>
                    <a:pt x="121" y="252"/>
                  </a:lnTo>
                  <a:lnTo>
                    <a:pt x="91" y="288"/>
                  </a:lnTo>
                  <a:lnTo>
                    <a:pt x="30" y="306"/>
                  </a:lnTo>
                  <a:lnTo>
                    <a:pt x="30" y="342"/>
                  </a:lnTo>
                  <a:lnTo>
                    <a:pt x="30" y="378"/>
                  </a:lnTo>
                  <a:lnTo>
                    <a:pt x="91" y="396"/>
                  </a:lnTo>
                  <a:lnTo>
                    <a:pt x="121" y="433"/>
                  </a:lnTo>
                  <a:lnTo>
                    <a:pt x="91" y="469"/>
                  </a:lnTo>
                  <a:lnTo>
                    <a:pt x="60" y="505"/>
                  </a:lnTo>
                  <a:lnTo>
                    <a:pt x="0" y="523"/>
                  </a:lnTo>
                  <a:lnTo>
                    <a:pt x="0" y="559"/>
                  </a:lnTo>
                  <a:lnTo>
                    <a:pt x="60" y="596"/>
                  </a:lnTo>
                  <a:lnTo>
                    <a:pt x="91" y="632"/>
                  </a:lnTo>
                  <a:lnTo>
                    <a:pt x="30" y="650"/>
                  </a:lnTo>
                  <a:lnTo>
                    <a:pt x="30" y="686"/>
                  </a:lnTo>
                  <a:lnTo>
                    <a:pt x="30" y="722"/>
                  </a:lnTo>
                  <a:lnTo>
                    <a:pt x="91" y="722"/>
                  </a:lnTo>
                  <a:lnTo>
                    <a:pt x="91" y="758"/>
                  </a:lnTo>
                  <a:lnTo>
                    <a:pt x="121" y="794"/>
                  </a:lnTo>
                  <a:lnTo>
                    <a:pt x="183" y="812"/>
                  </a:lnTo>
                  <a:lnTo>
                    <a:pt x="244" y="812"/>
                  </a:lnTo>
                  <a:lnTo>
                    <a:pt x="305" y="812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4278240" y="812880"/>
              <a:ext cx="131760" cy="317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"/>
          <p:cNvSpPr/>
          <p:nvPr/>
        </p:nvSpPr>
        <p:spPr>
          <a:xfrm>
            <a:off x="4281480" y="900000"/>
            <a:ext cx="324360" cy="152640"/>
          </a:xfrm>
          <a:custGeom>
            <a:avLst/>
            <a:gdLst/>
            <a:ahLst/>
            <a:rect l="0" t="0" r="r" b="b"/>
            <a:pathLst>
              <a:path w="901" h="424">
                <a:moveTo>
                  <a:pt x="0" y="140"/>
                </a:moveTo>
                <a:lnTo>
                  <a:pt x="0" y="282"/>
                </a:lnTo>
                <a:lnTo>
                  <a:pt x="630" y="282"/>
                </a:lnTo>
                <a:lnTo>
                  <a:pt x="630" y="424"/>
                </a:lnTo>
                <a:lnTo>
                  <a:pt x="901" y="211"/>
                </a:lnTo>
                <a:lnTo>
                  <a:pt x="630" y="0"/>
                </a:lnTo>
                <a:lnTo>
                  <a:pt x="63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