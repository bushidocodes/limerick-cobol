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2" r:id="rId2"/>
    <p:sldId id="296" r:id="rId3"/>
    <p:sldId id="303" r:id="rId4"/>
    <p:sldId id="285" r:id="rId5"/>
    <p:sldId id="314" r:id="rId6"/>
    <p:sldId id="315" r:id="rId7"/>
    <p:sldId id="316" r:id="rId8"/>
    <p:sldId id="317" r:id="rId9"/>
    <p:sldId id="318" r:id="rId10"/>
    <p:sldId id="319" r:id="rId11"/>
    <p:sldId id="302" r:id="rId12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0000"/>
    <a:srgbClr val="FFFF00"/>
    <a:srgbClr val="CCFFCC"/>
    <a:srgbClr val="EEFFEE"/>
    <a:srgbClr val="FFFFCC"/>
    <a:srgbClr val="FFFF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F7A60B8-A84D-E093-E2C2-A69F06032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D9AAA88-1B33-BC17-313A-435E2A93C0F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1E9FE24-3B50-2E17-4471-94F75D2F587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7236D90-5BE2-3229-0B0F-BC8A48E76D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8318A28-E180-B0C9-76A0-5F0E78AC05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CE6238A-F1B2-5037-BD82-63153DF76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093F672E-DEB8-44FD-83DF-329CA6FBB7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1E24-980B-A408-CD72-E68767D04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C11C5-CB27-84EC-8FE7-6962B7682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47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8FEA-B0D6-E437-441D-B08EFD9F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0AB7-74C8-7B95-D4DD-482733022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208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F45A-0FA0-A75E-3DDC-2BE08EA7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EBCD-D30D-925B-E628-E34D03FE2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134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5F1E-3D47-E08B-EF94-4B770C92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591BE-B44F-FA59-C887-6BC0A0881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D8478-D49C-F07B-A5C1-0AA34E23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863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A862-F034-37DD-B84D-A464B643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32E7-E3EC-2938-B847-BEABB5493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65F43-A54C-8E78-24A4-486B1EC0B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993AA-34B1-0537-991D-B3906CF2D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C3C0D-5231-26A9-7FFE-8CC64E02F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76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9C40-8B37-3A41-09F4-FB987FA6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114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90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88B11-F526-4A97-E5A9-981CABF0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FFA6E-C62F-9E08-37FC-D5EE6559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18E2B-B755-E49A-C8C2-32967E341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352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7DC1-B92F-927A-E98A-C6FFCFD2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59F47-6124-D14F-4EB8-6B8882524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E2056-AD1C-B18F-63C0-28E6FFDF1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700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2053-E368-8EE4-DC37-FB13AFA1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BD4BA-6A49-4E67-BA70-B1E8552AF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44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F7F9E-1F46-368D-DDC1-88A58236A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E34B0-256F-CE83-BBF0-044A9C097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52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63A18A-6644-A174-9780-68F9355F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8B208AF-947B-E436-1C93-E4EF32C83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7525"/>
            <a:ext cx="2933700" cy="225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Updating records in an ordered Sequential file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9AC8E86-1B38-DEAA-37A8-50821BF98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82550"/>
            <a:ext cx="2366962" cy="360680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OPEN INPUT TF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OPEN INPUT MF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OPEN OUTPUT NF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EndTF TO TRUE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MF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EndMF TO TRUE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 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etc</a:t>
            </a:r>
            <a:r>
              <a:rPr lang="en-US" altLang="en-US" sz="1000" b="1">
                <a:latin typeface="Courier New" panose="02070309020205020404" pitchFamily="49" charset="0"/>
              </a:rPr>
              <a:t> 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9AC92B8-82DB-98AF-8004-C2550F220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085B433-4B39-FAAA-F78A-5EDADC9A0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20CEDD8-79F1-644F-FE87-C071CF83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C6046D1-F99F-B030-B400-2673EDB4B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0211A7A-D203-D798-702A-EE5AC8866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0" y="387350"/>
            <a:ext cx="766763" cy="2349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6E771372-F89B-3515-93B0-C6F42BED3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105" name="AutoShape 9">
            <a:extLst>
              <a:ext uri="{FF2B5EF4-FFF2-40B4-BE49-F238E27FC236}">
                <a16:creationId xmlns:a16="http://schemas.microsoft.com/office/drawing/2014/main" id="{C373145D-7B2E-5BF8-8025-DD101F39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4828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C7E39F9C-4D4B-93D9-CE50-3DB06F8A7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4635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AutoShape 11">
            <a:extLst>
              <a:ext uri="{FF2B5EF4-FFF2-40B4-BE49-F238E27FC236}">
                <a16:creationId xmlns:a16="http://schemas.microsoft.com/office/drawing/2014/main" id="{3A7E5B73-F888-52C1-36EA-0228EB20C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725" y="4445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F4D68149-86E9-975C-A47D-8E68F0728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416B9895-B808-8CCD-9A5C-2A081C3FE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4ABAB0FF-E6AE-53CE-1344-DB355733E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1CA53758-5025-C422-CCFF-F040C8A12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75D335DF-0E6B-E470-C78D-180A2600A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93E81FCA-61B9-A6FA-9E86-F4164AC23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B6688CD-97A4-6096-BE3B-6F6EDD2C7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82550"/>
            <a:ext cx="2366962" cy="360680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MF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OUTPUT NF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AT END SET EndTF TO TRUE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READ MF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AT END SET EndMF TO TRUE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END-READ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 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etc</a:t>
            </a:r>
            <a:r>
              <a:rPr lang="en-US" altLang="en-US" sz="1000" b="1">
                <a:latin typeface="Courier New" panose="02070309020205020404" pitchFamily="49" charset="0"/>
              </a:rPr>
              <a:t> 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ED02714-BE67-521F-9E8F-454316A8C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105C225-2E1B-E4D9-9118-9706451B0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2E37FB7-73DE-E192-79AF-E40F53573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0B4348C-99AA-950D-C849-91D2B7850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5127" name="AutoShape 7">
            <a:extLst>
              <a:ext uri="{FF2B5EF4-FFF2-40B4-BE49-F238E27FC236}">
                <a16:creationId xmlns:a16="http://schemas.microsoft.com/office/drawing/2014/main" id="{8A1C4EF6-BA61-F45D-DFE6-B5B1EED70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6352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AutoShape 8">
            <a:extLst>
              <a:ext uri="{FF2B5EF4-FFF2-40B4-BE49-F238E27FC236}">
                <a16:creationId xmlns:a16="http://schemas.microsoft.com/office/drawing/2014/main" id="{79AF9F83-FF72-12D1-5AF8-80D1AC286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6350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A72E74FB-B2FC-41CC-F2D4-3C9455240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7A3FE453-6640-7298-B953-26B35FD77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499B605C-B532-B21F-3899-F3D6059DE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RecordA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1FF44686-D9BC-F380-9510-F1BE8953F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6776BBB0-3523-A2BC-0D60-F5B4A9802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ABBFBF2E-636F-A642-BDB7-B6CF6D369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B708CBD0-5463-BCE1-B363-E38112835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775" y="514350"/>
            <a:ext cx="53340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Arc 16">
            <a:extLst>
              <a:ext uri="{FF2B5EF4-FFF2-40B4-BE49-F238E27FC236}">
                <a16:creationId xmlns:a16="http://schemas.microsoft.com/office/drawing/2014/main" id="{76BE4A97-B3A6-5F8D-EC8A-36A13A1D0A01}"/>
              </a:ext>
            </a:extLst>
          </p:cNvPr>
          <p:cNvSpPr>
            <a:spLocks/>
          </p:cNvSpPr>
          <p:nvPr/>
        </p:nvSpPr>
        <p:spPr bwMode="auto">
          <a:xfrm>
            <a:off x="523875" y="915988"/>
            <a:ext cx="914400" cy="15240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62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5"/>
                  <a:pt x="9647" y="20"/>
                  <a:pt x="21562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C625EA70-E81A-E178-F90A-49648DF63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2159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/>
          <a:lstStyle/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7F776B3E-A25E-4F93-C487-8D7AB0B2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139" name="AutoShape 19">
            <a:extLst>
              <a:ext uri="{FF2B5EF4-FFF2-40B4-BE49-F238E27FC236}">
                <a16:creationId xmlns:a16="http://schemas.microsoft.com/office/drawing/2014/main" id="{933D0958-BE20-CE54-26AB-CE616270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4445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66902C-CEBE-909F-FE91-442F985F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WRITE NFRec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C4564FA-2168-78E6-DF75-8A8C8884B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0A5D540-E04A-25AC-03E2-D1B205776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BEF661B-E146-9394-D7C9-7C8DD8495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4DF3C40-9212-73FD-1C9E-2DB5409B5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0B87B01-A6FA-A439-A321-442422FF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0D2697C6-9FBB-5B85-44D6-1AE0A4BA1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CAF0FC8D-FB70-CE10-5052-BCAA8A501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RecordA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ABC4273D-BE3C-BFE5-7748-149DA4BA3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749AC570-6D08-363B-FFD2-710160039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RecordA</a:t>
            </a: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B215BD4B-F1FC-6F64-E443-E4FA376E2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6157" name="AutoShape 13">
            <a:extLst>
              <a:ext uri="{FF2B5EF4-FFF2-40B4-BE49-F238E27FC236}">
                <a16:creationId xmlns:a16="http://schemas.microsoft.com/office/drawing/2014/main" id="{7D3017AF-D17F-F8BE-BB50-4F85CA4C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6352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AutoShape 14">
            <a:extLst>
              <a:ext uri="{FF2B5EF4-FFF2-40B4-BE49-F238E27FC236}">
                <a16:creationId xmlns:a16="http://schemas.microsoft.com/office/drawing/2014/main" id="{0AF4B73B-F475-BA80-93B2-A3F6E13FB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6350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Arc 15">
            <a:extLst>
              <a:ext uri="{FF2B5EF4-FFF2-40B4-BE49-F238E27FC236}">
                <a16:creationId xmlns:a16="http://schemas.microsoft.com/office/drawing/2014/main" id="{BAE1EAC9-8E45-787D-2B8E-2E444C9C2029}"/>
              </a:ext>
            </a:extLst>
          </p:cNvPr>
          <p:cNvSpPr>
            <a:spLocks/>
          </p:cNvSpPr>
          <p:nvPr/>
        </p:nvSpPr>
        <p:spPr bwMode="auto">
          <a:xfrm>
            <a:off x="2141538" y="915988"/>
            <a:ext cx="325437" cy="400050"/>
          </a:xfrm>
          <a:custGeom>
            <a:avLst/>
            <a:gdLst>
              <a:gd name="G0" fmla="+- 106 0 0"/>
              <a:gd name="G1" fmla="+- 21600 0 0"/>
              <a:gd name="G2" fmla="+- 21600 0 0"/>
              <a:gd name="T0" fmla="*/ 0 w 21706"/>
              <a:gd name="T1" fmla="*/ 0 h 43200"/>
              <a:gd name="T2" fmla="*/ 106 w 21706"/>
              <a:gd name="T3" fmla="*/ 43200 h 43200"/>
              <a:gd name="T4" fmla="*/ 106 w 21706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06" h="43200" fill="none" extrusionOk="0">
                <a:moveTo>
                  <a:pt x="0" y="0"/>
                </a:moveTo>
                <a:cubicBezTo>
                  <a:pt x="35" y="0"/>
                  <a:pt x="70" y="0"/>
                  <a:pt x="106" y="0"/>
                </a:cubicBezTo>
                <a:cubicBezTo>
                  <a:pt x="12035" y="0"/>
                  <a:pt x="21706" y="9670"/>
                  <a:pt x="21706" y="21600"/>
                </a:cubicBezTo>
                <a:cubicBezTo>
                  <a:pt x="21706" y="33529"/>
                  <a:pt x="12035" y="43200"/>
                  <a:pt x="105" y="43200"/>
                </a:cubicBezTo>
              </a:path>
              <a:path w="21706" h="43200" stroke="0" extrusionOk="0">
                <a:moveTo>
                  <a:pt x="0" y="0"/>
                </a:moveTo>
                <a:cubicBezTo>
                  <a:pt x="35" y="0"/>
                  <a:pt x="70" y="0"/>
                  <a:pt x="106" y="0"/>
                </a:cubicBezTo>
                <a:cubicBezTo>
                  <a:pt x="12035" y="0"/>
                  <a:pt x="21706" y="9670"/>
                  <a:pt x="21706" y="21600"/>
                </a:cubicBezTo>
                <a:cubicBezTo>
                  <a:pt x="21706" y="33529"/>
                  <a:pt x="12035" y="43200"/>
                  <a:pt x="105" y="43200"/>
                </a:cubicBezTo>
                <a:lnTo>
                  <a:pt x="106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Rectangle 16">
            <a:extLst>
              <a:ext uri="{FF2B5EF4-FFF2-40B4-BE49-F238E27FC236}">
                <a16:creationId xmlns:a16="http://schemas.microsoft.com/office/drawing/2014/main" id="{A423BB90-9AA5-C79B-28ED-59714044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4635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RecordA</a:t>
            </a: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6161" name="Rectangle 17">
            <a:extLst>
              <a:ext uri="{FF2B5EF4-FFF2-40B4-BE49-F238E27FC236}">
                <a16:creationId xmlns:a16="http://schemas.microsoft.com/office/drawing/2014/main" id="{CF7C0D2D-942D-D68F-78F4-4BB0E8E91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162" name="AutoShape 18">
            <a:extLst>
              <a:ext uri="{FF2B5EF4-FFF2-40B4-BE49-F238E27FC236}">
                <a16:creationId xmlns:a16="http://schemas.microsoft.com/office/drawing/2014/main" id="{212824BA-EFCD-6F9C-ED9C-80F941E55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6731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Arc 19">
            <a:extLst>
              <a:ext uri="{FF2B5EF4-FFF2-40B4-BE49-F238E27FC236}">
                <a16:creationId xmlns:a16="http://schemas.microsoft.com/office/drawing/2014/main" id="{F64F7438-453A-9C1D-EE6F-F322454FB770}"/>
              </a:ext>
            </a:extLst>
          </p:cNvPr>
          <p:cNvSpPr>
            <a:spLocks/>
          </p:cNvSpPr>
          <p:nvPr/>
        </p:nvSpPr>
        <p:spPr bwMode="auto">
          <a:xfrm>
            <a:off x="2143125" y="628650"/>
            <a:ext cx="2114550" cy="857250"/>
          </a:xfrm>
          <a:custGeom>
            <a:avLst/>
            <a:gdLst>
              <a:gd name="G0" fmla="+- 10551 0 0"/>
              <a:gd name="G1" fmla="+- 0 0 0"/>
              <a:gd name="G2" fmla="+- 21600 0 0"/>
              <a:gd name="T0" fmla="*/ 32151 w 32151"/>
              <a:gd name="T1" fmla="*/ 0 h 21600"/>
              <a:gd name="T2" fmla="*/ 0 w 32151"/>
              <a:gd name="T3" fmla="*/ 18848 h 21600"/>
              <a:gd name="T4" fmla="*/ 10551 w 32151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151" h="21600" fill="none" extrusionOk="0">
                <a:moveTo>
                  <a:pt x="32151" y="0"/>
                </a:moveTo>
                <a:cubicBezTo>
                  <a:pt x="32151" y="11929"/>
                  <a:pt x="22480" y="21600"/>
                  <a:pt x="10551" y="21600"/>
                </a:cubicBezTo>
                <a:cubicBezTo>
                  <a:pt x="6856" y="21599"/>
                  <a:pt x="3223" y="20652"/>
                  <a:pt x="0" y="18847"/>
                </a:cubicBezTo>
              </a:path>
              <a:path w="32151" h="21600" stroke="0" extrusionOk="0">
                <a:moveTo>
                  <a:pt x="32151" y="0"/>
                </a:moveTo>
                <a:cubicBezTo>
                  <a:pt x="32151" y="11929"/>
                  <a:pt x="22480" y="21600"/>
                  <a:pt x="10551" y="21600"/>
                </a:cubicBezTo>
                <a:cubicBezTo>
                  <a:pt x="6856" y="21599"/>
                  <a:pt x="3223" y="20652"/>
                  <a:pt x="0" y="18847"/>
                </a:cubicBezTo>
                <a:lnTo>
                  <a:pt x="10551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36BAC72-3329-607E-FE50-82BCF0F67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READ MF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E421BE-CBDA-AA0F-29EA-E118960F6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A86B201F-D42A-D3E0-1F2C-D326B89B5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56F1C00-F9B4-8ACB-0EA1-D998365EC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E5AF0924-7C70-4B9F-F344-D3E3CB196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FAB550D1-0F32-6D47-13F3-EB5F10407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45629AFD-97F3-1AE8-56ED-67B5B334E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7442BF09-8015-9B46-9FA2-31666C512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C535E60C-8D2E-7F53-D7B1-0CEFD977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3AD6E29A-B1E8-19E1-79C3-891A19E7D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8C511F8F-5B49-EED1-6636-840B6C024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AFB9AE00-BED4-D730-AC92-30FC03DA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8067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AutoShape 14">
            <a:extLst>
              <a:ext uri="{FF2B5EF4-FFF2-40B4-BE49-F238E27FC236}">
                <a16:creationId xmlns:a16="http://schemas.microsoft.com/office/drawing/2014/main" id="{77FC32D4-3063-2FDB-0F5E-D83621D12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6350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Arc 15">
            <a:extLst>
              <a:ext uri="{FF2B5EF4-FFF2-40B4-BE49-F238E27FC236}">
                <a16:creationId xmlns:a16="http://schemas.microsoft.com/office/drawing/2014/main" id="{4C580334-E1D5-11A6-5B15-90A4AF486861}"/>
              </a:ext>
            </a:extLst>
          </p:cNvPr>
          <p:cNvSpPr>
            <a:spLocks/>
          </p:cNvSpPr>
          <p:nvPr/>
        </p:nvSpPr>
        <p:spPr bwMode="auto">
          <a:xfrm>
            <a:off x="485775" y="914400"/>
            <a:ext cx="952500" cy="16954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6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4"/>
                  <a:pt x="9648" y="19"/>
                  <a:pt x="2156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4"/>
                  <a:pt x="9648" y="19"/>
                  <a:pt x="2156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92C7623A-8FBB-B7DA-9ADA-F564E6C76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4635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334ABA6B-124F-BC53-2260-401DCEF08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186" name="AutoShape 18">
            <a:extLst>
              <a:ext uri="{FF2B5EF4-FFF2-40B4-BE49-F238E27FC236}">
                <a16:creationId xmlns:a16="http://schemas.microsoft.com/office/drawing/2014/main" id="{B5AD7BDE-38B5-E9B5-EDB3-6A9A44F71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6731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B19C92A-6FB5-8E3D-039D-C125E7D99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solidFill>
                  <a:srgbClr val="CC0000"/>
                </a:solidFill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WRITE NFRec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0ACC4A8-BCC8-DE3B-DD88-0DE3E7252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9685E8F-2E90-BE8C-9D35-938E7B472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5F3E9DB-6526-943F-F0CB-F97DAC87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3ADF187C-ACE1-7A7A-5C7F-C95ED81E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6BC9389B-5868-5663-629C-147F1B3D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67468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RecordB+</a:t>
            </a: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81F31AB1-F178-94C2-CDC7-794A6DE7A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6842A061-7CEE-1102-4654-21E789D30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EBA90711-D1F9-9A98-B743-F02070AAB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400FD744-000F-7726-A7E9-E68643AA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37E177A1-3DF0-006A-0BCD-1D52E69CE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RecordB+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ACC45849-5F4C-14EF-2CF5-55FB6A1E6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A9BB4C21-B0E7-1C88-AA9D-116A2D45E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8207" name="AutoShape 15">
            <a:extLst>
              <a:ext uri="{FF2B5EF4-FFF2-40B4-BE49-F238E27FC236}">
                <a16:creationId xmlns:a16="http://schemas.microsoft.com/office/drawing/2014/main" id="{0191D7FB-38BF-8684-CE1F-A8BA3805D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8067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8" name="AutoShape 16">
            <a:extLst>
              <a:ext uri="{FF2B5EF4-FFF2-40B4-BE49-F238E27FC236}">
                <a16:creationId xmlns:a16="http://schemas.microsoft.com/office/drawing/2014/main" id="{B0DEF64D-045B-0DB8-37D0-ED6D7EE8F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6350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AutoShape 17">
            <a:extLst>
              <a:ext uri="{FF2B5EF4-FFF2-40B4-BE49-F238E27FC236}">
                <a16:creationId xmlns:a16="http://schemas.microsoft.com/office/drawing/2014/main" id="{E0DBFAA9-8F52-5720-25B4-F155C57A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8826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370940A0-2108-FBD9-B82E-B94EDC33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349250"/>
            <a:ext cx="777875" cy="69215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1" name="Arc 19">
            <a:extLst>
              <a:ext uri="{FF2B5EF4-FFF2-40B4-BE49-F238E27FC236}">
                <a16:creationId xmlns:a16="http://schemas.microsoft.com/office/drawing/2014/main" id="{D198F984-EE59-7AB4-97EF-F55D7A0E3175}"/>
              </a:ext>
            </a:extLst>
          </p:cNvPr>
          <p:cNvSpPr>
            <a:spLocks/>
          </p:cNvSpPr>
          <p:nvPr/>
        </p:nvSpPr>
        <p:spPr bwMode="auto">
          <a:xfrm>
            <a:off x="2170113" y="457200"/>
            <a:ext cx="477837" cy="819150"/>
          </a:xfrm>
          <a:custGeom>
            <a:avLst/>
            <a:gdLst>
              <a:gd name="G0" fmla="+- 72 0 0"/>
              <a:gd name="G1" fmla="+- 21600 0 0"/>
              <a:gd name="G2" fmla="+- 21600 0 0"/>
              <a:gd name="T0" fmla="*/ 0 w 21672"/>
              <a:gd name="T1" fmla="*/ 0 h 43147"/>
              <a:gd name="T2" fmla="*/ 1589 w 21672"/>
              <a:gd name="T3" fmla="*/ 43147 h 43147"/>
              <a:gd name="T4" fmla="*/ 72 w 21672"/>
              <a:gd name="T5" fmla="*/ 21600 h 43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72" h="43147" fill="none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32940"/>
                  <a:pt x="12901" y="42350"/>
                  <a:pt x="1588" y="43146"/>
                </a:cubicBezTo>
              </a:path>
              <a:path w="21672" h="43147" stroke="0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32940"/>
                  <a:pt x="12901" y="42350"/>
                  <a:pt x="1588" y="43146"/>
                </a:cubicBezTo>
                <a:lnTo>
                  <a:pt x="72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2" name="Arc 20">
            <a:extLst>
              <a:ext uri="{FF2B5EF4-FFF2-40B4-BE49-F238E27FC236}">
                <a16:creationId xmlns:a16="http://schemas.microsoft.com/office/drawing/2014/main" id="{15B92251-2A80-7449-D2FE-2CF8F16DE51F}"/>
              </a:ext>
            </a:extLst>
          </p:cNvPr>
          <p:cNvSpPr>
            <a:spLocks/>
          </p:cNvSpPr>
          <p:nvPr/>
        </p:nvSpPr>
        <p:spPr bwMode="auto">
          <a:xfrm>
            <a:off x="2189163" y="877888"/>
            <a:ext cx="344487" cy="400050"/>
          </a:xfrm>
          <a:custGeom>
            <a:avLst/>
            <a:gdLst>
              <a:gd name="G0" fmla="+- 100 0 0"/>
              <a:gd name="G1" fmla="+- 21600 0 0"/>
              <a:gd name="G2" fmla="+- 21600 0 0"/>
              <a:gd name="T0" fmla="*/ 0 w 21700"/>
              <a:gd name="T1" fmla="*/ 0 h 43200"/>
              <a:gd name="T2" fmla="*/ 100 w 21700"/>
              <a:gd name="T3" fmla="*/ 43200 h 43200"/>
              <a:gd name="T4" fmla="*/ 100 w 217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00" h="43200" fill="none" extrusionOk="0">
                <a:moveTo>
                  <a:pt x="0" y="0"/>
                </a:moveTo>
                <a:cubicBezTo>
                  <a:pt x="33" y="0"/>
                  <a:pt x="66" y="0"/>
                  <a:pt x="100" y="0"/>
                </a:cubicBezTo>
                <a:cubicBezTo>
                  <a:pt x="12029" y="0"/>
                  <a:pt x="21700" y="9670"/>
                  <a:pt x="21700" y="21600"/>
                </a:cubicBezTo>
                <a:cubicBezTo>
                  <a:pt x="21700" y="33529"/>
                  <a:pt x="12029" y="43200"/>
                  <a:pt x="99" y="43200"/>
                </a:cubicBezTo>
              </a:path>
              <a:path w="21700" h="43200" stroke="0" extrusionOk="0">
                <a:moveTo>
                  <a:pt x="0" y="0"/>
                </a:moveTo>
                <a:cubicBezTo>
                  <a:pt x="33" y="0"/>
                  <a:pt x="66" y="0"/>
                  <a:pt x="100" y="0"/>
                </a:cubicBezTo>
                <a:cubicBezTo>
                  <a:pt x="12029" y="0"/>
                  <a:pt x="21700" y="9670"/>
                  <a:pt x="21700" y="21600"/>
                </a:cubicBezTo>
                <a:cubicBezTo>
                  <a:pt x="21700" y="33529"/>
                  <a:pt x="12029" y="43200"/>
                  <a:pt x="99" y="43200"/>
                </a:cubicBezTo>
                <a:lnTo>
                  <a:pt x="1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Arc 21">
            <a:extLst>
              <a:ext uri="{FF2B5EF4-FFF2-40B4-BE49-F238E27FC236}">
                <a16:creationId xmlns:a16="http://schemas.microsoft.com/office/drawing/2014/main" id="{8E71740D-CE96-B31B-BDE9-E3526AD17DC6}"/>
              </a:ext>
            </a:extLst>
          </p:cNvPr>
          <p:cNvSpPr>
            <a:spLocks/>
          </p:cNvSpPr>
          <p:nvPr/>
        </p:nvSpPr>
        <p:spPr bwMode="auto">
          <a:xfrm>
            <a:off x="2228850" y="782638"/>
            <a:ext cx="2076450" cy="533400"/>
          </a:xfrm>
          <a:custGeom>
            <a:avLst/>
            <a:gdLst>
              <a:gd name="G0" fmla="+- 0 0 0"/>
              <a:gd name="G1" fmla="+- 1884 0 0"/>
              <a:gd name="G2" fmla="+- 21600 0 0"/>
              <a:gd name="T0" fmla="*/ 21518 w 21600"/>
              <a:gd name="T1" fmla="*/ 0 h 23484"/>
              <a:gd name="T2" fmla="*/ 0 w 21600"/>
              <a:gd name="T3" fmla="*/ 23484 h 23484"/>
              <a:gd name="T4" fmla="*/ 0 w 21600"/>
              <a:gd name="T5" fmla="*/ 1884 h 23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484" fill="none" extrusionOk="0">
                <a:moveTo>
                  <a:pt x="21517" y="0"/>
                </a:moveTo>
                <a:cubicBezTo>
                  <a:pt x="21572" y="626"/>
                  <a:pt x="21600" y="1255"/>
                  <a:pt x="21600" y="1884"/>
                </a:cubicBezTo>
                <a:cubicBezTo>
                  <a:pt x="21600" y="13813"/>
                  <a:pt x="11929" y="23484"/>
                  <a:pt x="-1" y="23484"/>
                </a:cubicBezTo>
              </a:path>
              <a:path w="21600" h="23484" stroke="0" extrusionOk="0">
                <a:moveTo>
                  <a:pt x="21517" y="0"/>
                </a:moveTo>
                <a:cubicBezTo>
                  <a:pt x="21572" y="626"/>
                  <a:pt x="21600" y="1255"/>
                  <a:pt x="21600" y="1884"/>
                </a:cubicBezTo>
                <a:cubicBezTo>
                  <a:pt x="21600" y="13813"/>
                  <a:pt x="11929" y="23484"/>
                  <a:pt x="-1" y="23484"/>
                </a:cubicBezTo>
                <a:lnTo>
                  <a:pt x="0" y="1884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1F165F-15A3-8157-5FA7-7B4C10F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solidFill>
                  <a:srgbClr val="CC0000"/>
                </a:solidFill>
                <a:latin typeface="Courier New" panose="02070309020205020404" pitchFamily="49" charset="0"/>
              </a:rPr>
              <a:t>etc</a:t>
            </a:r>
            <a:endParaRPr lang="en-US" altLang="en-US" sz="10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solidFill>
                  <a:srgbClr val="CC0000"/>
                </a:solidFill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B0F5985-E857-2988-6F37-F69A3432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B2AD3219-73FE-9557-6F02-25C0ED874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F20BAAD-1CDF-8133-52E2-0FD285D6B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RecordG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9FCA6E56-F628-3CC7-9E38-4BE696247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83C885B9-3ED7-DADD-2C6D-38A5283B8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67468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RecordB+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4DC884EE-9518-8CB0-EFE8-9DCBC8540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2C31643B-29D1-AB45-1467-D065C9277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8F2A42D0-BBD3-AD13-EB4D-B0FC75622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98788ACA-43C6-5955-42C6-8E49D7F2B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48C39C0A-CB57-2E65-B03B-D6FBF45E2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RecordB+</a:t>
            </a: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BAD7A97A-7073-34DE-82A9-E45EF51D2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D3387408-2CB3-FB1B-C259-D7A3A3652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31" name="AutoShape 15">
            <a:extLst>
              <a:ext uri="{FF2B5EF4-FFF2-40B4-BE49-F238E27FC236}">
                <a16:creationId xmlns:a16="http://schemas.microsoft.com/office/drawing/2014/main" id="{C6FEBDF1-BDAE-9797-98CE-44DEFCCE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9972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AutoShape 16">
            <a:extLst>
              <a:ext uri="{FF2B5EF4-FFF2-40B4-BE49-F238E27FC236}">
                <a16:creationId xmlns:a16="http://schemas.microsoft.com/office/drawing/2014/main" id="{2F52D6AC-AD5C-B15E-DCD5-C08AB6EB8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8064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AutoShape 17">
            <a:extLst>
              <a:ext uri="{FF2B5EF4-FFF2-40B4-BE49-F238E27FC236}">
                <a16:creationId xmlns:a16="http://schemas.microsoft.com/office/drawing/2014/main" id="{3F96B839-BB88-126A-8BAD-463A32E7F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8826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Arc 18">
            <a:extLst>
              <a:ext uri="{FF2B5EF4-FFF2-40B4-BE49-F238E27FC236}">
                <a16:creationId xmlns:a16="http://schemas.microsoft.com/office/drawing/2014/main" id="{B05ABE3C-724B-6CE1-E21B-CDEC0A3FE28F}"/>
              </a:ext>
            </a:extLst>
          </p:cNvPr>
          <p:cNvSpPr>
            <a:spLocks/>
          </p:cNvSpPr>
          <p:nvPr/>
        </p:nvSpPr>
        <p:spPr bwMode="auto">
          <a:xfrm>
            <a:off x="476250" y="904875"/>
            <a:ext cx="952500" cy="18669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6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4"/>
                  <a:pt x="9648" y="19"/>
                  <a:pt x="2156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4"/>
                  <a:pt x="9648" y="19"/>
                  <a:pt x="2156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1B8578FF-3F1D-C0EC-4202-8A5429C683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504825"/>
            <a:ext cx="609600" cy="1905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A065D79-490F-EF58-BA48-21ED50209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WRITE NFRec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E91F9D5-21C5-A9E5-7D96-6C6A9BA8F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0FB6F4E6-E4D6-99F2-E3E5-ED6ABA45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D93D8C1A-7812-B14A-D4C6-BDA117BF3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1A8E14A8-32F8-50DB-6523-D8AFF2FF2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DC5A7F6D-F9FF-5D17-123B-9FC74CD8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857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RecordB+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RecordG</a:t>
            </a: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65164EB-3E32-9ACD-7DDA-8C125B50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8B82DA87-A4BA-A0B0-4DAB-01B32CAA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5D394850-9558-8CB7-6FC0-6062A627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D271F8AF-F99F-E6A1-ECF5-7AE2AD337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459CC4FD-23BF-CAB9-6EC1-D33DC19B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F11E85AF-02DA-462A-43E8-CB003BA6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F1EE3510-24B5-4DB4-D338-6BC767168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255" name="AutoShape 15">
            <a:extLst>
              <a:ext uri="{FF2B5EF4-FFF2-40B4-BE49-F238E27FC236}">
                <a16:creationId xmlns:a16="http://schemas.microsoft.com/office/drawing/2014/main" id="{830D9D58-5AC2-01BB-73D9-4A973FC88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99720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AutoShape 16">
            <a:extLst>
              <a:ext uri="{FF2B5EF4-FFF2-40B4-BE49-F238E27FC236}">
                <a16:creationId xmlns:a16="http://schemas.microsoft.com/office/drawing/2014/main" id="{077C7E5A-DE61-CE6C-4F30-933ABC65F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8064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AutoShape 17">
            <a:extLst>
              <a:ext uri="{FF2B5EF4-FFF2-40B4-BE49-F238E27FC236}">
                <a16:creationId xmlns:a16="http://schemas.microsoft.com/office/drawing/2014/main" id="{08C60130-22E7-A6B8-B00A-5DC7DE238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10350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Arc 18">
            <a:extLst>
              <a:ext uri="{FF2B5EF4-FFF2-40B4-BE49-F238E27FC236}">
                <a16:creationId xmlns:a16="http://schemas.microsoft.com/office/drawing/2014/main" id="{9D1E716B-8462-96DD-6B08-826AB0B7F6C3}"/>
              </a:ext>
            </a:extLst>
          </p:cNvPr>
          <p:cNvSpPr>
            <a:spLocks/>
          </p:cNvSpPr>
          <p:nvPr/>
        </p:nvSpPr>
        <p:spPr bwMode="auto">
          <a:xfrm>
            <a:off x="2189163" y="904875"/>
            <a:ext cx="287337" cy="419100"/>
          </a:xfrm>
          <a:custGeom>
            <a:avLst/>
            <a:gdLst>
              <a:gd name="G0" fmla="+- 120 0 0"/>
              <a:gd name="G1" fmla="+- 21600 0 0"/>
              <a:gd name="G2" fmla="+- 21600 0 0"/>
              <a:gd name="T0" fmla="*/ 0 w 21720"/>
              <a:gd name="T1" fmla="*/ 0 h 43200"/>
              <a:gd name="T2" fmla="*/ 120 w 21720"/>
              <a:gd name="T3" fmla="*/ 43200 h 43200"/>
              <a:gd name="T4" fmla="*/ 120 w 2172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20" h="43200" fill="none" extrusionOk="0">
                <a:moveTo>
                  <a:pt x="0" y="0"/>
                </a:moveTo>
                <a:cubicBezTo>
                  <a:pt x="40" y="0"/>
                  <a:pt x="80" y="0"/>
                  <a:pt x="120" y="0"/>
                </a:cubicBezTo>
                <a:cubicBezTo>
                  <a:pt x="12049" y="0"/>
                  <a:pt x="21720" y="9670"/>
                  <a:pt x="21720" y="21600"/>
                </a:cubicBezTo>
                <a:cubicBezTo>
                  <a:pt x="21720" y="33529"/>
                  <a:pt x="12049" y="43199"/>
                  <a:pt x="120" y="43199"/>
                </a:cubicBezTo>
              </a:path>
              <a:path w="21720" h="43200" stroke="0" extrusionOk="0">
                <a:moveTo>
                  <a:pt x="0" y="0"/>
                </a:moveTo>
                <a:cubicBezTo>
                  <a:pt x="40" y="0"/>
                  <a:pt x="80" y="0"/>
                  <a:pt x="120" y="0"/>
                </a:cubicBezTo>
                <a:cubicBezTo>
                  <a:pt x="12049" y="0"/>
                  <a:pt x="21720" y="9670"/>
                  <a:pt x="21720" y="21600"/>
                </a:cubicBezTo>
                <a:cubicBezTo>
                  <a:pt x="21720" y="33529"/>
                  <a:pt x="12049" y="43199"/>
                  <a:pt x="120" y="43199"/>
                </a:cubicBezTo>
                <a:lnTo>
                  <a:pt x="12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Arc 19">
            <a:extLst>
              <a:ext uri="{FF2B5EF4-FFF2-40B4-BE49-F238E27FC236}">
                <a16:creationId xmlns:a16="http://schemas.microsoft.com/office/drawing/2014/main" id="{10281231-4EBD-4023-EBDC-59A7E9ED50D1}"/>
              </a:ext>
            </a:extLst>
          </p:cNvPr>
          <p:cNvSpPr>
            <a:spLocks/>
          </p:cNvSpPr>
          <p:nvPr/>
        </p:nvSpPr>
        <p:spPr bwMode="auto">
          <a:xfrm>
            <a:off x="2189163" y="981075"/>
            <a:ext cx="1925637" cy="533400"/>
          </a:xfrm>
          <a:custGeom>
            <a:avLst/>
            <a:gdLst>
              <a:gd name="G0" fmla="+- 16160 0 0"/>
              <a:gd name="G1" fmla="+- 3343 0 0"/>
              <a:gd name="G2" fmla="+- 21600 0 0"/>
              <a:gd name="T0" fmla="*/ 37500 w 37760"/>
              <a:gd name="T1" fmla="*/ 0 h 24943"/>
              <a:gd name="T2" fmla="*/ 0 w 37760"/>
              <a:gd name="T3" fmla="*/ 17675 h 24943"/>
              <a:gd name="T4" fmla="*/ 16160 w 37760"/>
              <a:gd name="T5" fmla="*/ 3343 h 24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60" h="24943" fill="none" extrusionOk="0">
                <a:moveTo>
                  <a:pt x="37499" y="0"/>
                </a:moveTo>
                <a:cubicBezTo>
                  <a:pt x="37672" y="1105"/>
                  <a:pt x="37760" y="2223"/>
                  <a:pt x="37760" y="3343"/>
                </a:cubicBezTo>
                <a:cubicBezTo>
                  <a:pt x="37760" y="15272"/>
                  <a:pt x="28089" y="24943"/>
                  <a:pt x="16160" y="24943"/>
                </a:cubicBezTo>
                <a:cubicBezTo>
                  <a:pt x="9981" y="24942"/>
                  <a:pt x="4099" y="22297"/>
                  <a:pt x="-1" y="17675"/>
                </a:cubicBezTo>
              </a:path>
              <a:path w="37760" h="24943" stroke="0" extrusionOk="0">
                <a:moveTo>
                  <a:pt x="37499" y="0"/>
                </a:moveTo>
                <a:cubicBezTo>
                  <a:pt x="37672" y="1105"/>
                  <a:pt x="37760" y="2223"/>
                  <a:pt x="37760" y="3343"/>
                </a:cubicBezTo>
                <a:cubicBezTo>
                  <a:pt x="37760" y="15272"/>
                  <a:pt x="28089" y="24943"/>
                  <a:pt x="16160" y="24943"/>
                </a:cubicBezTo>
                <a:cubicBezTo>
                  <a:pt x="9981" y="24942"/>
                  <a:pt x="4099" y="22297"/>
                  <a:pt x="-1" y="17675"/>
                </a:cubicBezTo>
                <a:lnTo>
                  <a:pt x="16160" y="3343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6621055-005D-1383-147D-40E81C0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READ MF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DF4A013-D67B-3B80-16C2-C834BD186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15564A7-4296-1636-B49B-D6E51CB1C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77EA811-1866-77F5-897A-61F57CAE1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2ED478E8-51DB-F1A8-4A47-976828B63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ACAE5CEB-F24F-6046-6C02-55DD49983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857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RecordB+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RecordG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F195D690-F3D4-F3D2-B77B-4B75FE84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6484FA43-CFA7-5369-45DB-C786B47D5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01E1B2CB-5A40-C933-4B4C-24745EB75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1627F9B7-4805-55B9-7418-DB080ACCC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E0390146-EC35-E9DA-8E7F-E5BB125C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119538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77B2D0EB-76FF-9C3C-656C-0F5294A0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661ED423-DA4F-8A1D-81E7-1937E3BB5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279" name="AutoShape 15">
            <a:extLst>
              <a:ext uri="{FF2B5EF4-FFF2-40B4-BE49-F238E27FC236}">
                <a16:creationId xmlns:a16="http://schemas.microsoft.com/office/drawing/2014/main" id="{EEAF01CF-E75E-5C47-9909-B72D18D9E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31305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AutoShape 16">
            <a:extLst>
              <a:ext uri="{FF2B5EF4-FFF2-40B4-BE49-F238E27FC236}">
                <a16:creationId xmlns:a16="http://schemas.microsoft.com/office/drawing/2014/main" id="{74105243-4CA1-176D-C3EB-2421BE0D2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8064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AutoShape 17">
            <a:extLst>
              <a:ext uri="{FF2B5EF4-FFF2-40B4-BE49-F238E27FC236}">
                <a16:creationId xmlns:a16="http://schemas.microsoft.com/office/drawing/2014/main" id="{21205084-C081-5597-18AF-EBFF63A22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10350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Arc 18">
            <a:extLst>
              <a:ext uri="{FF2B5EF4-FFF2-40B4-BE49-F238E27FC236}">
                <a16:creationId xmlns:a16="http://schemas.microsoft.com/office/drawing/2014/main" id="{E7DE582A-4578-2914-6C7D-A6FA167A2C68}"/>
              </a:ext>
            </a:extLst>
          </p:cNvPr>
          <p:cNvSpPr>
            <a:spLocks/>
          </p:cNvSpPr>
          <p:nvPr/>
        </p:nvSpPr>
        <p:spPr bwMode="auto">
          <a:xfrm>
            <a:off x="438150" y="906463"/>
            <a:ext cx="1009650" cy="20764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66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3"/>
                  <a:pt x="9649" y="18"/>
                  <a:pt x="21566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3"/>
                  <a:pt x="9649" y="18"/>
                  <a:pt x="21566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C9D2AA7-534C-79E8-5968-27699016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92075"/>
            <a:ext cx="2366962" cy="359727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19050" rIns="38100" bIns="19050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 sz="1000">
                <a:latin typeface="Courier New" panose="02070309020205020404" pitchFamily="49" charset="0"/>
              </a:rPr>
              <a:t>      etc.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EndTF AND EndMF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IF TFKey = OFKey</a:t>
            </a:r>
          </a:p>
          <a:p>
            <a:pPr>
              <a:lnSpc>
                <a:spcPct val="90000"/>
              </a:lnSpc>
            </a:pPr>
            <a:r>
              <a:rPr lang="en-US" altLang="en-US" sz="1000" b="1" i="1">
                <a:solidFill>
                  <a:srgbClr val="CC0000"/>
                </a:solidFill>
                <a:latin typeface="Courier New" panose="02070309020205020404" pitchFamily="49" charset="0"/>
              </a:rPr>
              <a:t>     Update MFRec with TFRec</a:t>
            </a:r>
            <a:endParaRPr lang="en-US" altLang="en-US" sz="10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MOVE MFRec+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 WRITE NFRec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TF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 </a:t>
            </a:r>
            <a:r>
              <a:rPr lang="en-US" altLang="en-US" sz="1000">
                <a:latin typeface="Courier New" panose="02070309020205020404" pitchFamily="49" charset="0"/>
              </a:rPr>
              <a:t>etc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ELSE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MOVE MFRec TO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WRITE NFRec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READ MF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END-IF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5089A4A-C76B-D4C0-F664-A614B2D84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AEBB235-9265-9A4E-EF6A-ED9F6EFC6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038214AF-79EF-026F-1BAB-7F4C6CB0B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70D7978-B379-9940-31A6-1B54A76D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DC49B36-4DDB-E7DE-DB04-C60D49ACB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387350"/>
            <a:ext cx="858838" cy="10398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RecordB+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RecordG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RecordH+</a:t>
            </a:r>
          </a:p>
          <a:p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86B8C231-83AB-739A-4CDC-1BC631E48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85763"/>
            <a:ext cx="1463675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2D0745BE-65DC-87DD-02D5-EDE7C99B0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47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7AE4DB2F-1B3B-260C-6566-B47CEBAC1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7953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D553B095-1ED2-DA49-02FF-6DD060B4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623888"/>
            <a:ext cx="4889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MFRec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4685B3BB-9975-85DF-602D-4FDFA9040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214438"/>
            <a:ext cx="1460500" cy="2063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/>
          <a:lstStyle/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RecordH+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26878752-8078-D580-60DB-A6CC1CFB3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04298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NFRec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FB9FA2AB-1B4C-6F82-CA3C-07E4125F1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87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303" name="AutoShape 15">
            <a:extLst>
              <a:ext uri="{FF2B5EF4-FFF2-40B4-BE49-F238E27FC236}">
                <a16:creationId xmlns:a16="http://schemas.microsoft.com/office/drawing/2014/main" id="{40375B5C-9EBD-A54B-FBA5-A588077D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31305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AutoShape 16">
            <a:extLst>
              <a:ext uri="{FF2B5EF4-FFF2-40B4-BE49-F238E27FC236}">
                <a16:creationId xmlns:a16="http://schemas.microsoft.com/office/drawing/2014/main" id="{23C1814D-8158-6F6F-DC57-54FD7F1CB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8064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AutoShape 17">
            <a:extLst>
              <a:ext uri="{FF2B5EF4-FFF2-40B4-BE49-F238E27FC236}">
                <a16:creationId xmlns:a16="http://schemas.microsoft.com/office/drawing/2014/main" id="{B4DADC9F-437E-78AF-171A-2BA6C192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1035050"/>
            <a:ext cx="92075" cy="111125"/>
          </a:xfrm>
          <a:prstGeom prst="rightArrow">
            <a:avLst>
              <a:gd name="adj1" fmla="val 50000"/>
              <a:gd name="adj2" fmla="val 50005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940144F9-A334-5355-E2AD-D348D7B71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349250"/>
            <a:ext cx="777875" cy="69215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Arc 19">
            <a:extLst>
              <a:ext uri="{FF2B5EF4-FFF2-40B4-BE49-F238E27FC236}">
                <a16:creationId xmlns:a16="http://schemas.microsoft.com/office/drawing/2014/main" id="{295AEE7A-EFE7-CD48-2A17-94C1C0EF287D}"/>
              </a:ext>
            </a:extLst>
          </p:cNvPr>
          <p:cNvSpPr>
            <a:spLocks/>
          </p:cNvSpPr>
          <p:nvPr/>
        </p:nvSpPr>
        <p:spPr bwMode="auto">
          <a:xfrm>
            <a:off x="2170113" y="457200"/>
            <a:ext cx="477837" cy="819150"/>
          </a:xfrm>
          <a:custGeom>
            <a:avLst/>
            <a:gdLst>
              <a:gd name="G0" fmla="+- 72 0 0"/>
              <a:gd name="G1" fmla="+- 21600 0 0"/>
              <a:gd name="G2" fmla="+- 21600 0 0"/>
              <a:gd name="T0" fmla="*/ 0 w 21672"/>
              <a:gd name="T1" fmla="*/ 0 h 43147"/>
              <a:gd name="T2" fmla="*/ 1589 w 21672"/>
              <a:gd name="T3" fmla="*/ 43147 h 43147"/>
              <a:gd name="T4" fmla="*/ 72 w 21672"/>
              <a:gd name="T5" fmla="*/ 21600 h 43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72" h="43147" fill="none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32940"/>
                  <a:pt x="12901" y="42350"/>
                  <a:pt x="1588" y="43146"/>
                </a:cubicBezTo>
              </a:path>
              <a:path w="21672" h="43147" stroke="0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32940"/>
                  <a:pt x="12901" y="42350"/>
                  <a:pt x="1588" y="43146"/>
                </a:cubicBezTo>
                <a:lnTo>
                  <a:pt x="72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8" name="Arc 20">
            <a:extLst>
              <a:ext uri="{FF2B5EF4-FFF2-40B4-BE49-F238E27FC236}">
                <a16:creationId xmlns:a16="http://schemas.microsoft.com/office/drawing/2014/main" id="{89B92B9A-5385-8CB8-1847-ACF4638B5A61}"/>
              </a:ext>
            </a:extLst>
          </p:cNvPr>
          <p:cNvSpPr>
            <a:spLocks/>
          </p:cNvSpPr>
          <p:nvPr/>
        </p:nvSpPr>
        <p:spPr bwMode="auto">
          <a:xfrm>
            <a:off x="2189163" y="877888"/>
            <a:ext cx="344487" cy="400050"/>
          </a:xfrm>
          <a:custGeom>
            <a:avLst/>
            <a:gdLst>
              <a:gd name="G0" fmla="+- 100 0 0"/>
              <a:gd name="G1" fmla="+- 21600 0 0"/>
              <a:gd name="G2" fmla="+- 21600 0 0"/>
              <a:gd name="T0" fmla="*/ 0 w 21700"/>
              <a:gd name="T1" fmla="*/ 0 h 43200"/>
              <a:gd name="T2" fmla="*/ 100 w 21700"/>
              <a:gd name="T3" fmla="*/ 43200 h 43200"/>
              <a:gd name="T4" fmla="*/ 100 w 217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00" h="43200" fill="none" extrusionOk="0">
                <a:moveTo>
                  <a:pt x="0" y="0"/>
                </a:moveTo>
                <a:cubicBezTo>
                  <a:pt x="33" y="0"/>
                  <a:pt x="66" y="0"/>
                  <a:pt x="100" y="0"/>
                </a:cubicBezTo>
                <a:cubicBezTo>
                  <a:pt x="12029" y="0"/>
                  <a:pt x="21700" y="9670"/>
                  <a:pt x="21700" y="21600"/>
                </a:cubicBezTo>
                <a:cubicBezTo>
                  <a:pt x="21700" y="33529"/>
                  <a:pt x="12029" y="43200"/>
                  <a:pt x="99" y="43200"/>
                </a:cubicBezTo>
              </a:path>
              <a:path w="21700" h="43200" stroke="0" extrusionOk="0">
                <a:moveTo>
                  <a:pt x="0" y="0"/>
                </a:moveTo>
                <a:cubicBezTo>
                  <a:pt x="33" y="0"/>
                  <a:pt x="66" y="0"/>
                  <a:pt x="100" y="0"/>
                </a:cubicBezTo>
                <a:cubicBezTo>
                  <a:pt x="12029" y="0"/>
                  <a:pt x="21700" y="9670"/>
                  <a:pt x="21700" y="21600"/>
                </a:cubicBezTo>
                <a:cubicBezTo>
                  <a:pt x="21700" y="33529"/>
                  <a:pt x="12029" y="43200"/>
                  <a:pt x="99" y="43200"/>
                </a:cubicBezTo>
                <a:lnTo>
                  <a:pt x="1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9" name="Arc 21">
            <a:extLst>
              <a:ext uri="{FF2B5EF4-FFF2-40B4-BE49-F238E27FC236}">
                <a16:creationId xmlns:a16="http://schemas.microsoft.com/office/drawing/2014/main" id="{08DDE843-6675-45DB-321F-80A090280291}"/>
              </a:ext>
            </a:extLst>
          </p:cNvPr>
          <p:cNvSpPr>
            <a:spLocks/>
          </p:cNvSpPr>
          <p:nvPr/>
        </p:nvSpPr>
        <p:spPr bwMode="auto">
          <a:xfrm>
            <a:off x="2189163" y="1133475"/>
            <a:ext cx="1925637" cy="342900"/>
          </a:xfrm>
          <a:custGeom>
            <a:avLst/>
            <a:gdLst>
              <a:gd name="G0" fmla="+- 16162 0 0"/>
              <a:gd name="G1" fmla="+- 3353 0 0"/>
              <a:gd name="G2" fmla="+- 21600 0 0"/>
              <a:gd name="T0" fmla="*/ 37500 w 37762"/>
              <a:gd name="T1" fmla="*/ 0 h 24953"/>
              <a:gd name="T2" fmla="*/ 0 w 37762"/>
              <a:gd name="T3" fmla="*/ 17683 h 24953"/>
              <a:gd name="T4" fmla="*/ 16162 w 37762"/>
              <a:gd name="T5" fmla="*/ 3353 h 249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62" h="24953" fill="none" extrusionOk="0">
                <a:moveTo>
                  <a:pt x="37500" y="-1"/>
                </a:moveTo>
                <a:cubicBezTo>
                  <a:pt x="37674" y="1109"/>
                  <a:pt x="37762" y="2230"/>
                  <a:pt x="37762" y="3353"/>
                </a:cubicBezTo>
                <a:cubicBezTo>
                  <a:pt x="37762" y="15282"/>
                  <a:pt x="28091" y="24953"/>
                  <a:pt x="16162" y="24953"/>
                </a:cubicBezTo>
                <a:cubicBezTo>
                  <a:pt x="9982" y="24952"/>
                  <a:pt x="4099" y="22306"/>
                  <a:pt x="-1" y="17683"/>
                </a:cubicBezTo>
              </a:path>
              <a:path w="37762" h="24953" stroke="0" extrusionOk="0">
                <a:moveTo>
                  <a:pt x="37500" y="-1"/>
                </a:moveTo>
                <a:cubicBezTo>
                  <a:pt x="37674" y="1109"/>
                  <a:pt x="37762" y="2230"/>
                  <a:pt x="37762" y="3353"/>
                </a:cubicBezTo>
                <a:cubicBezTo>
                  <a:pt x="37762" y="15282"/>
                  <a:pt x="28091" y="24953"/>
                  <a:pt x="16162" y="24953"/>
                </a:cubicBezTo>
                <a:cubicBezTo>
                  <a:pt x="9982" y="24952"/>
                  <a:pt x="4099" y="22306"/>
                  <a:pt x="-1" y="17683"/>
                </a:cubicBezTo>
                <a:lnTo>
                  <a:pt x="16162" y="3353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B370930-AF1D-AD4A-5ECA-21C70781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387350"/>
            <a:ext cx="766763" cy="622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42BF2F2-F39D-81D9-64BE-989033C62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12725"/>
            <a:ext cx="9128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Trans File (TF)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A14ADA5-19F3-AE80-784F-89216AE8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390775"/>
            <a:ext cx="76676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57150" tIns="57150" rIns="57150" bIns="571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89FA69B9-C7F1-7456-C7EC-8C553B9E1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205038"/>
            <a:ext cx="101282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Master File (MF</a:t>
            </a:r>
            <a:r>
              <a:rPr lang="en-US" altLang="en-US" sz="1200" b="1"/>
              <a:t>)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41492AAB-38FB-0E14-3280-D315F3897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0" y="1149350"/>
            <a:ext cx="862013" cy="13017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lIns="57150" tIns="57150" rIns="57150" bIns="5715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RecordA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RecordB+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RecordG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RecordH+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RecordK+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RecordM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718CE199-DAFE-D6C7-1F55-691FAFE9A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949325"/>
            <a:ext cx="815975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19050" rIns="19050" bIns="1905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000" b="1"/>
              <a:t>NewFile (NF</a:t>
            </a:r>
            <a:r>
              <a:rPr lang="en-US" altLang="en-US" sz="1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24BDE61B-DBF7-0C18-152C-385C8E3C5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327150"/>
            <a:ext cx="104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Result</a:t>
            </a:r>
          </a:p>
        </p:txBody>
      </p:sp>
      <p:sp>
        <p:nvSpPr>
          <p:cNvPr id="13321" name="Arc 9">
            <a:extLst>
              <a:ext uri="{FF2B5EF4-FFF2-40B4-BE49-F238E27FC236}">
                <a16:creationId xmlns:a16="http://schemas.microsoft.com/office/drawing/2014/main" id="{F5EACCB8-25F5-4BC1-DD43-38EBF2713A39}"/>
              </a:ext>
            </a:extLst>
          </p:cNvPr>
          <p:cNvSpPr>
            <a:spLocks/>
          </p:cNvSpPr>
          <p:nvPr/>
        </p:nvSpPr>
        <p:spPr bwMode="auto">
          <a:xfrm>
            <a:off x="950913" y="619125"/>
            <a:ext cx="1163637" cy="704850"/>
          </a:xfrm>
          <a:custGeom>
            <a:avLst/>
            <a:gdLst>
              <a:gd name="G0" fmla="+- 30 0 0"/>
              <a:gd name="G1" fmla="+- 21600 0 0"/>
              <a:gd name="G2" fmla="+- 21600 0 0"/>
              <a:gd name="T0" fmla="*/ 0 w 21630"/>
              <a:gd name="T1" fmla="*/ 0 h 21600"/>
              <a:gd name="T2" fmla="*/ 21630 w 21630"/>
              <a:gd name="T3" fmla="*/ 21600 h 21600"/>
              <a:gd name="T4" fmla="*/ 30 w 2163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30" h="21600" fill="none" extrusionOk="0">
                <a:moveTo>
                  <a:pt x="0" y="0"/>
                </a:moveTo>
                <a:cubicBezTo>
                  <a:pt x="10" y="0"/>
                  <a:pt x="20" y="0"/>
                  <a:pt x="30" y="0"/>
                </a:cubicBezTo>
                <a:cubicBezTo>
                  <a:pt x="11959" y="0"/>
                  <a:pt x="21630" y="9670"/>
                  <a:pt x="21630" y="21600"/>
                </a:cubicBezTo>
              </a:path>
              <a:path w="21630" h="21600" stroke="0" extrusionOk="0">
                <a:moveTo>
                  <a:pt x="0" y="0"/>
                </a:moveTo>
                <a:cubicBezTo>
                  <a:pt x="10" y="0"/>
                  <a:pt x="20" y="0"/>
                  <a:pt x="30" y="0"/>
                </a:cubicBezTo>
                <a:cubicBezTo>
                  <a:pt x="11959" y="0"/>
                  <a:pt x="21630" y="9670"/>
                  <a:pt x="21630" y="21600"/>
                </a:cubicBezTo>
                <a:lnTo>
                  <a:pt x="30" y="21600"/>
                </a:lnTo>
                <a:close/>
              </a:path>
            </a:pathLst>
          </a:custGeom>
          <a:noFill/>
          <a:ln w="254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35921" dir="2700000" algn="ctr" rotWithShape="0">
              <a:schemeClr val="fol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Arc 10">
            <a:extLst>
              <a:ext uri="{FF2B5EF4-FFF2-40B4-BE49-F238E27FC236}">
                <a16:creationId xmlns:a16="http://schemas.microsoft.com/office/drawing/2014/main" id="{1852031C-15A5-9907-9FFC-7D26C4E32F0C}"/>
              </a:ext>
            </a:extLst>
          </p:cNvPr>
          <p:cNvSpPr>
            <a:spLocks/>
          </p:cNvSpPr>
          <p:nvPr/>
        </p:nvSpPr>
        <p:spPr bwMode="auto">
          <a:xfrm>
            <a:off x="1028700" y="1819275"/>
            <a:ext cx="1104900" cy="10287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>
            <a:outerShdw dist="35921" dir="2700000" algn="ctr" rotWithShape="0">
              <a:schemeClr val="fol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CD47E991-90D8-4446-7279-9308BAF78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1552575"/>
            <a:ext cx="723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35921" dir="2700000" algn="ctr" rotWithShape="0">
              <a:schemeClr val="fol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0794630A-C875-E92F-E34F-72AD781E0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708025"/>
            <a:ext cx="492125" cy="136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0" rIns="3810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update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>
          <a:outerShdw dist="53882" dir="2700000" algn="ctr" rotWithShape="0">
            <a:schemeClr val="folHlink">
              <a:alpha val="50000"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>
          <a:outerShdw dist="53882" dir="2700000" algn="ctr" rotWithShape="0">
            <a:schemeClr val="folHlink">
              <a:alpha val="50000"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3506</TotalTime>
  <Words>854</Words>
  <Application>Microsoft Office PowerPoint</Application>
  <PresentationFormat>Custom</PresentationFormat>
  <Paragraphs>430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42</cp:revision>
  <dcterms:created xsi:type="dcterms:W3CDTF">1995-06-17T23:31:02Z</dcterms:created>
  <dcterms:modified xsi:type="dcterms:W3CDTF">2026-05-13T01:07:01Z</dcterms:modified>
</cp:coreProperties>
</file>