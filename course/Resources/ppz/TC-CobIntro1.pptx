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1.wmf" ContentType="image/x-wmf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5C7B5CE-1EE1-4CE9-B0FA-396C3C86809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71280" y="71280"/>
            <a:ext cx="9001080" cy="67150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FragmentA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Calc-Result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315200" y="137160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6699240" y="3830760"/>
            <a:ext cx="1844640" cy="2414520"/>
          </a:xfrm>
          <a:prstGeom prst="rect">
            <a:avLst/>
          </a:prstGeom>
          <a:solidFill>
            <a:srgbClr val="FFFFCC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Each click of the mouse brings you to the next frame of the animation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Num1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315200" y="137160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MULTIPLY Num1 BY Num2 GIVING Result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315200" y="137160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Num2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/>
          <p:cNvPicPr/>
          <p:nvPr/>
        </p:nvPicPr>
        <p:blipFill>
          <a:blip r:embed="rId1"/>
          <a:stretch/>
        </p:blipFill>
        <p:spPr>
          <a:xfrm>
            <a:off x="6173640" y="2182680"/>
            <a:ext cx="2782800" cy="232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077320" y="1371600"/>
            <a:ext cx="685800" cy="38088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5624640" y="4616280"/>
            <a:ext cx="3449520" cy="2041560"/>
          </a:xfrm>
          <a:prstGeom prst="rect">
            <a:avLst/>
          </a:prstGeom>
          <a:solidFill>
            <a:srgbClr val="FFFFCC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Oh No!!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 did the calculation before we had all the data and so we got the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wrong answer.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705720" y="2819520"/>
            <a:ext cx="175248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Result is = 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 flipH="1">
            <a:off x="8229600" y="1676520"/>
            <a:ext cx="152280" cy="1218960"/>
          </a:xfrm>
          <a:prstGeom prst="line">
            <a:avLst/>
          </a:prstGeom>
          <a:ln w="255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IntroToCOBOL</dc:title>
</cp:coreProperties>
</file>