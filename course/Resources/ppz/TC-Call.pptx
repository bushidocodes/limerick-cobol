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5334000" cy="5334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FF26218-C5E9-4282-B10B-98E7E24818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66400" y="212760"/>
            <a:ext cx="4800240" cy="89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66400" y="1248120"/>
            <a:ext cx="4800240" cy="309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5334120" cy="5334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38160" y="38160"/>
            <a:ext cx="5257800" cy="525780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66400" y="212760"/>
            <a:ext cx="4800240" cy="89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66400" y="1248120"/>
            <a:ext cx="4800240" cy="309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"/>
          <p:cNvGrpSpPr/>
          <p:nvPr/>
        </p:nvGrpSpPr>
        <p:grpSpPr>
          <a:xfrm>
            <a:off x="228600" y="527040"/>
            <a:ext cx="4800600" cy="4121280"/>
            <a:chOff x="228600" y="527040"/>
            <a:chExt cx="4800600" cy="4121280"/>
          </a:xfrm>
        </p:grpSpPr>
        <p:sp>
          <p:nvSpPr>
            <p:cNvPr id="15" name=""/>
            <p:cNvSpPr txBox="1"/>
            <p:nvPr/>
          </p:nvSpPr>
          <p:spPr>
            <a:xfrm>
              <a:off x="1273320" y="3727440"/>
              <a:ext cx="2946240" cy="92088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  <a:effectLst>
              <a:outerShdw dist="0" dir="0" rotWithShape="0">
                <a:srgbClr val="DC008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WORKING-STORAGE SECTION.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SharedRec IS EXTERNAL.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PartA   PIC X(4).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PartB   PIC 9(5).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22240" y="2235240"/>
              <a:ext cx="3181680" cy="624240"/>
            </a:xfrm>
            <a:custGeom>
              <a:avLst/>
              <a:gdLst/>
              <a:ahLst/>
              <a:rect l="0" t="0" r="r" b="b"/>
              <a:pathLst>
                <a:path w="8838" h="1734">
                  <a:moveTo>
                    <a:pt x="0" y="412"/>
                  </a:moveTo>
                  <a:lnTo>
                    <a:pt x="79" y="433"/>
                  </a:lnTo>
                  <a:lnTo>
                    <a:pt x="139" y="433"/>
                  </a:lnTo>
                  <a:lnTo>
                    <a:pt x="218" y="433"/>
                  </a:lnTo>
                  <a:lnTo>
                    <a:pt x="298" y="433"/>
                  </a:lnTo>
                  <a:lnTo>
                    <a:pt x="358" y="412"/>
                  </a:lnTo>
                  <a:lnTo>
                    <a:pt x="417" y="350"/>
                  </a:lnTo>
                  <a:lnTo>
                    <a:pt x="477" y="268"/>
                  </a:lnTo>
                  <a:lnTo>
                    <a:pt x="517" y="185"/>
                  </a:lnTo>
                  <a:lnTo>
                    <a:pt x="636" y="268"/>
                  </a:lnTo>
                  <a:lnTo>
                    <a:pt x="656" y="330"/>
                  </a:lnTo>
                  <a:lnTo>
                    <a:pt x="716" y="391"/>
                  </a:lnTo>
                  <a:lnTo>
                    <a:pt x="776" y="412"/>
                  </a:lnTo>
                  <a:lnTo>
                    <a:pt x="835" y="391"/>
                  </a:lnTo>
                  <a:lnTo>
                    <a:pt x="855" y="330"/>
                  </a:lnTo>
                  <a:lnTo>
                    <a:pt x="915" y="330"/>
                  </a:lnTo>
                  <a:lnTo>
                    <a:pt x="975" y="309"/>
                  </a:lnTo>
                  <a:lnTo>
                    <a:pt x="1034" y="268"/>
                  </a:lnTo>
                  <a:lnTo>
                    <a:pt x="1114" y="247"/>
                  </a:lnTo>
                  <a:lnTo>
                    <a:pt x="1154" y="309"/>
                  </a:lnTo>
                  <a:lnTo>
                    <a:pt x="1214" y="309"/>
                  </a:lnTo>
                  <a:lnTo>
                    <a:pt x="1273" y="288"/>
                  </a:lnTo>
                  <a:lnTo>
                    <a:pt x="1333" y="268"/>
                  </a:lnTo>
                  <a:lnTo>
                    <a:pt x="1393" y="309"/>
                  </a:lnTo>
                  <a:lnTo>
                    <a:pt x="1492" y="268"/>
                  </a:lnTo>
                  <a:lnTo>
                    <a:pt x="1572" y="247"/>
                  </a:lnTo>
                  <a:lnTo>
                    <a:pt x="1632" y="226"/>
                  </a:lnTo>
                  <a:lnTo>
                    <a:pt x="1671" y="165"/>
                  </a:lnTo>
                  <a:lnTo>
                    <a:pt x="1731" y="144"/>
                  </a:lnTo>
                  <a:lnTo>
                    <a:pt x="1791" y="123"/>
                  </a:lnTo>
                  <a:lnTo>
                    <a:pt x="1851" y="103"/>
                  </a:lnTo>
                  <a:lnTo>
                    <a:pt x="1910" y="144"/>
                  </a:lnTo>
                  <a:lnTo>
                    <a:pt x="1970" y="185"/>
                  </a:lnTo>
                  <a:lnTo>
                    <a:pt x="1990" y="247"/>
                  </a:lnTo>
                  <a:lnTo>
                    <a:pt x="2050" y="268"/>
                  </a:lnTo>
                  <a:lnTo>
                    <a:pt x="2109" y="330"/>
                  </a:lnTo>
                  <a:lnTo>
                    <a:pt x="2169" y="371"/>
                  </a:lnTo>
                  <a:lnTo>
                    <a:pt x="2229" y="391"/>
                  </a:lnTo>
                  <a:lnTo>
                    <a:pt x="2308" y="330"/>
                  </a:lnTo>
                  <a:lnTo>
                    <a:pt x="2388" y="268"/>
                  </a:lnTo>
                  <a:lnTo>
                    <a:pt x="2448" y="226"/>
                  </a:lnTo>
                  <a:lnTo>
                    <a:pt x="2547" y="226"/>
                  </a:lnTo>
                  <a:lnTo>
                    <a:pt x="2627" y="185"/>
                  </a:lnTo>
                  <a:lnTo>
                    <a:pt x="2686" y="185"/>
                  </a:lnTo>
                  <a:lnTo>
                    <a:pt x="2746" y="185"/>
                  </a:lnTo>
                  <a:lnTo>
                    <a:pt x="2826" y="226"/>
                  </a:lnTo>
                  <a:lnTo>
                    <a:pt x="2885" y="206"/>
                  </a:lnTo>
                  <a:lnTo>
                    <a:pt x="2945" y="268"/>
                  </a:lnTo>
                  <a:lnTo>
                    <a:pt x="3005" y="309"/>
                  </a:lnTo>
                  <a:lnTo>
                    <a:pt x="3065" y="309"/>
                  </a:lnTo>
                  <a:lnTo>
                    <a:pt x="3124" y="350"/>
                  </a:lnTo>
                  <a:lnTo>
                    <a:pt x="3184" y="371"/>
                  </a:lnTo>
                  <a:lnTo>
                    <a:pt x="3264" y="391"/>
                  </a:lnTo>
                  <a:lnTo>
                    <a:pt x="3323" y="412"/>
                  </a:lnTo>
                  <a:lnTo>
                    <a:pt x="3403" y="433"/>
                  </a:lnTo>
                  <a:lnTo>
                    <a:pt x="3463" y="412"/>
                  </a:lnTo>
                  <a:lnTo>
                    <a:pt x="3522" y="371"/>
                  </a:lnTo>
                  <a:lnTo>
                    <a:pt x="3582" y="330"/>
                  </a:lnTo>
                  <a:lnTo>
                    <a:pt x="3602" y="268"/>
                  </a:lnTo>
                  <a:lnTo>
                    <a:pt x="3662" y="226"/>
                  </a:lnTo>
                  <a:lnTo>
                    <a:pt x="3741" y="185"/>
                  </a:lnTo>
                  <a:lnTo>
                    <a:pt x="3821" y="165"/>
                  </a:lnTo>
                  <a:lnTo>
                    <a:pt x="3881" y="144"/>
                  </a:lnTo>
                  <a:lnTo>
                    <a:pt x="3940" y="123"/>
                  </a:lnTo>
                  <a:lnTo>
                    <a:pt x="4000" y="103"/>
                  </a:lnTo>
                  <a:lnTo>
                    <a:pt x="4060" y="103"/>
                  </a:lnTo>
                  <a:lnTo>
                    <a:pt x="4100" y="165"/>
                  </a:lnTo>
                  <a:lnTo>
                    <a:pt x="4139" y="226"/>
                  </a:lnTo>
                  <a:lnTo>
                    <a:pt x="4219" y="268"/>
                  </a:lnTo>
                  <a:lnTo>
                    <a:pt x="4279" y="309"/>
                  </a:lnTo>
                  <a:lnTo>
                    <a:pt x="4358" y="268"/>
                  </a:lnTo>
                  <a:lnTo>
                    <a:pt x="4418" y="268"/>
                  </a:lnTo>
                  <a:lnTo>
                    <a:pt x="4479" y="247"/>
                  </a:lnTo>
                  <a:lnTo>
                    <a:pt x="4538" y="247"/>
                  </a:lnTo>
                  <a:lnTo>
                    <a:pt x="4618" y="206"/>
                  </a:lnTo>
                  <a:lnTo>
                    <a:pt x="4678" y="185"/>
                  </a:lnTo>
                  <a:lnTo>
                    <a:pt x="4737" y="144"/>
                  </a:lnTo>
                  <a:lnTo>
                    <a:pt x="4837" y="144"/>
                  </a:lnTo>
                  <a:lnTo>
                    <a:pt x="4917" y="103"/>
                  </a:lnTo>
                  <a:lnTo>
                    <a:pt x="4996" y="61"/>
                  </a:lnTo>
                  <a:lnTo>
                    <a:pt x="5056" y="20"/>
                  </a:lnTo>
                  <a:lnTo>
                    <a:pt x="5136" y="61"/>
                  </a:lnTo>
                  <a:lnTo>
                    <a:pt x="5195" y="103"/>
                  </a:lnTo>
                  <a:lnTo>
                    <a:pt x="5255" y="61"/>
                  </a:lnTo>
                  <a:lnTo>
                    <a:pt x="5335" y="20"/>
                  </a:lnTo>
                  <a:lnTo>
                    <a:pt x="5394" y="41"/>
                  </a:lnTo>
                  <a:lnTo>
                    <a:pt x="5474" y="82"/>
                  </a:lnTo>
                  <a:lnTo>
                    <a:pt x="5534" y="82"/>
                  </a:lnTo>
                  <a:lnTo>
                    <a:pt x="5573" y="20"/>
                  </a:lnTo>
                  <a:lnTo>
                    <a:pt x="5633" y="20"/>
                  </a:lnTo>
                  <a:lnTo>
                    <a:pt x="5693" y="20"/>
                  </a:lnTo>
                  <a:lnTo>
                    <a:pt x="5753" y="20"/>
                  </a:lnTo>
                  <a:lnTo>
                    <a:pt x="5812" y="20"/>
                  </a:lnTo>
                  <a:lnTo>
                    <a:pt x="5872" y="0"/>
                  </a:lnTo>
                  <a:lnTo>
                    <a:pt x="5972" y="20"/>
                  </a:lnTo>
                  <a:lnTo>
                    <a:pt x="6031" y="20"/>
                  </a:lnTo>
                  <a:lnTo>
                    <a:pt x="6111" y="61"/>
                  </a:lnTo>
                  <a:lnTo>
                    <a:pt x="6171" y="61"/>
                  </a:lnTo>
                  <a:lnTo>
                    <a:pt x="6230" y="61"/>
                  </a:lnTo>
                  <a:lnTo>
                    <a:pt x="6290" y="82"/>
                  </a:lnTo>
                  <a:lnTo>
                    <a:pt x="6370" y="103"/>
                  </a:lnTo>
                  <a:lnTo>
                    <a:pt x="6429" y="103"/>
                  </a:lnTo>
                  <a:lnTo>
                    <a:pt x="6489" y="123"/>
                  </a:lnTo>
                  <a:lnTo>
                    <a:pt x="6589" y="185"/>
                  </a:lnTo>
                  <a:lnTo>
                    <a:pt x="6688" y="268"/>
                  </a:lnTo>
                  <a:lnTo>
                    <a:pt x="6748" y="268"/>
                  </a:lnTo>
                  <a:lnTo>
                    <a:pt x="6807" y="268"/>
                  </a:lnTo>
                  <a:lnTo>
                    <a:pt x="6867" y="247"/>
                  </a:lnTo>
                  <a:lnTo>
                    <a:pt x="6927" y="226"/>
                  </a:lnTo>
                  <a:lnTo>
                    <a:pt x="7006" y="206"/>
                  </a:lnTo>
                  <a:lnTo>
                    <a:pt x="7066" y="185"/>
                  </a:lnTo>
                  <a:lnTo>
                    <a:pt x="7106" y="123"/>
                  </a:lnTo>
                  <a:lnTo>
                    <a:pt x="7166" y="103"/>
                  </a:lnTo>
                  <a:lnTo>
                    <a:pt x="7225" y="61"/>
                  </a:lnTo>
                  <a:lnTo>
                    <a:pt x="7305" y="61"/>
                  </a:lnTo>
                  <a:lnTo>
                    <a:pt x="7385" y="144"/>
                  </a:lnTo>
                  <a:lnTo>
                    <a:pt x="7405" y="226"/>
                  </a:lnTo>
                  <a:lnTo>
                    <a:pt x="7484" y="165"/>
                  </a:lnTo>
                  <a:lnTo>
                    <a:pt x="7544" y="144"/>
                  </a:lnTo>
                  <a:lnTo>
                    <a:pt x="7604" y="144"/>
                  </a:lnTo>
                  <a:lnTo>
                    <a:pt x="7663" y="165"/>
                  </a:lnTo>
                  <a:lnTo>
                    <a:pt x="7723" y="144"/>
                  </a:lnTo>
                  <a:lnTo>
                    <a:pt x="7783" y="123"/>
                  </a:lnTo>
                  <a:lnTo>
                    <a:pt x="7862" y="185"/>
                  </a:lnTo>
                  <a:lnTo>
                    <a:pt x="7922" y="226"/>
                  </a:lnTo>
                  <a:lnTo>
                    <a:pt x="7982" y="185"/>
                  </a:lnTo>
                  <a:lnTo>
                    <a:pt x="8041" y="185"/>
                  </a:lnTo>
                  <a:lnTo>
                    <a:pt x="8101" y="247"/>
                  </a:lnTo>
                  <a:lnTo>
                    <a:pt x="8161" y="185"/>
                  </a:lnTo>
                  <a:lnTo>
                    <a:pt x="8240" y="185"/>
                  </a:lnTo>
                  <a:lnTo>
                    <a:pt x="8300" y="226"/>
                  </a:lnTo>
                  <a:lnTo>
                    <a:pt x="8360" y="226"/>
                  </a:lnTo>
                  <a:lnTo>
                    <a:pt x="8420" y="165"/>
                  </a:lnTo>
                  <a:lnTo>
                    <a:pt x="8479" y="123"/>
                  </a:lnTo>
                  <a:lnTo>
                    <a:pt x="8539" y="103"/>
                  </a:lnTo>
                  <a:lnTo>
                    <a:pt x="8599" y="123"/>
                  </a:lnTo>
                  <a:lnTo>
                    <a:pt x="8658" y="103"/>
                  </a:lnTo>
                  <a:lnTo>
                    <a:pt x="8718" y="61"/>
                  </a:lnTo>
                  <a:lnTo>
                    <a:pt x="8778" y="20"/>
                  </a:lnTo>
                  <a:lnTo>
                    <a:pt x="8838" y="0"/>
                  </a:lnTo>
                  <a:lnTo>
                    <a:pt x="8838" y="1734"/>
                  </a:lnTo>
                  <a:lnTo>
                    <a:pt x="8778" y="1713"/>
                  </a:lnTo>
                  <a:lnTo>
                    <a:pt x="8718" y="1651"/>
                  </a:lnTo>
                  <a:lnTo>
                    <a:pt x="8658" y="1589"/>
                  </a:lnTo>
                  <a:lnTo>
                    <a:pt x="8619" y="1527"/>
                  </a:lnTo>
                  <a:lnTo>
                    <a:pt x="8599" y="1465"/>
                  </a:lnTo>
                  <a:lnTo>
                    <a:pt x="8579" y="1403"/>
                  </a:lnTo>
                  <a:lnTo>
                    <a:pt x="8519" y="1321"/>
                  </a:lnTo>
                  <a:lnTo>
                    <a:pt x="8499" y="1259"/>
                  </a:lnTo>
                  <a:lnTo>
                    <a:pt x="8440" y="1218"/>
                  </a:lnTo>
                  <a:lnTo>
                    <a:pt x="8440" y="1156"/>
                  </a:lnTo>
                  <a:lnTo>
                    <a:pt x="8400" y="1094"/>
                  </a:lnTo>
                  <a:lnTo>
                    <a:pt x="8360" y="1032"/>
                  </a:lnTo>
                  <a:lnTo>
                    <a:pt x="8320" y="970"/>
                  </a:lnTo>
                  <a:lnTo>
                    <a:pt x="8260" y="908"/>
                  </a:lnTo>
                  <a:lnTo>
                    <a:pt x="8201" y="845"/>
                  </a:lnTo>
                  <a:lnTo>
                    <a:pt x="8201" y="783"/>
                  </a:lnTo>
                  <a:lnTo>
                    <a:pt x="8161" y="722"/>
                  </a:lnTo>
                  <a:lnTo>
                    <a:pt x="8121" y="660"/>
                  </a:lnTo>
                  <a:lnTo>
                    <a:pt x="8101" y="722"/>
                  </a:lnTo>
                  <a:lnTo>
                    <a:pt x="8061" y="804"/>
                  </a:lnTo>
                  <a:lnTo>
                    <a:pt x="8041" y="866"/>
                  </a:lnTo>
                  <a:lnTo>
                    <a:pt x="8041" y="929"/>
                  </a:lnTo>
                  <a:lnTo>
                    <a:pt x="8041" y="991"/>
                  </a:lnTo>
                  <a:lnTo>
                    <a:pt x="8041" y="1053"/>
                  </a:lnTo>
                  <a:lnTo>
                    <a:pt x="8022" y="1115"/>
                  </a:lnTo>
                  <a:lnTo>
                    <a:pt x="8002" y="1176"/>
                  </a:lnTo>
                  <a:lnTo>
                    <a:pt x="7922" y="1094"/>
                  </a:lnTo>
                  <a:lnTo>
                    <a:pt x="7862" y="1011"/>
                  </a:lnTo>
                  <a:lnTo>
                    <a:pt x="7803" y="929"/>
                  </a:lnTo>
                  <a:lnTo>
                    <a:pt x="7723" y="866"/>
                  </a:lnTo>
                  <a:lnTo>
                    <a:pt x="7663" y="804"/>
                  </a:lnTo>
                  <a:lnTo>
                    <a:pt x="7604" y="742"/>
                  </a:lnTo>
                  <a:lnTo>
                    <a:pt x="7564" y="680"/>
                  </a:lnTo>
                  <a:lnTo>
                    <a:pt x="7504" y="639"/>
                  </a:lnTo>
                  <a:lnTo>
                    <a:pt x="7464" y="577"/>
                  </a:lnTo>
                  <a:lnTo>
                    <a:pt x="7405" y="639"/>
                  </a:lnTo>
                  <a:lnTo>
                    <a:pt x="7385" y="722"/>
                  </a:lnTo>
                  <a:lnTo>
                    <a:pt x="7345" y="783"/>
                  </a:lnTo>
                  <a:lnTo>
                    <a:pt x="7285" y="783"/>
                  </a:lnTo>
                  <a:lnTo>
                    <a:pt x="7206" y="722"/>
                  </a:lnTo>
                  <a:lnTo>
                    <a:pt x="7146" y="722"/>
                  </a:lnTo>
                  <a:lnTo>
                    <a:pt x="7086" y="680"/>
                  </a:lnTo>
                  <a:lnTo>
                    <a:pt x="7066" y="763"/>
                  </a:lnTo>
                  <a:lnTo>
                    <a:pt x="7006" y="845"/>
                  </a:lnTo>
                  <a:lnTo>
                    <a:pt x="6987" y="783"/>
                  </a:lnTo>
                  <a:lnTo>
                    <a:pt x="6947" y="722"/>
                  </a:lnTo>
                  <a:lnTo>
                    <a:pt x="6907" y="660"/>
                  </a:lnTo>
                  <a:lnTo>
                    <a:pt x="6847" y="639"/>
                  </a:lnTo>
                  <a:lnTo>
                    <a:pt x="6768" y="598"/>
                  </a:lnTo>
                  <a:lnTo>
                    <a:pt x="6688" y="577"/>
                  </a:lnTo>
                  <a:lnTo>
                    <a:pt x="6628" y="557"/>
                  </a:lnTo>
                  <a:lnTo>
                    <a:pt x="6569" y="515"/>
                  </a:lnTo>
                  <a:lnTo>
                    <a:pt x="6489" y="474"/>
                  </a:lnTo>
                  <a:lnTo>
                    <a:pt x="6449" y="412"/>
                  </a:lnTo>
                  <a:lnTo>
                    <a:pt x="6389" y="412"/>
                  </a:lnTo>
                  <a:lnTo>
                    <a:pt x="6330" y="433"/>
                  </a:lnTo>
                  <a:lnTo>
                    <a:pt x="6270" y="474"/>
                  </a:lnTo>
                  <a:lnTo>
                    <a:pt x="6250" y="412"/>
                  </a:lnTo>
                  <a:lnTo>
                    <a:pt x="6210" y="350"/>
                  </a:lnTo>
                  <a:lnTo>
                    <a:pt x="6151" y="309"/>
                  </a:lnTo>
                  <a:lnTo>
                    <a:pt x="6091" y="268"/>
                  </a:lnTo>
                  <a:lnTo>
                    <a:pt x="6011" y="330"/>
                  </a:lnTo>
                  <a:lnTo>
                    <a:pt x="5972" y="391"/>
                  </a:lnTo>
                  <a:lnTo>
                    <a:pt x="5932" y="453"/>
                  </a:lnTo>
                  <a:lnTo>
                    <a:pt x="5872" y="495"/>
                  </a:lnTo>
                  <a:lnTo>
                    <a:pt x="5812" y="474"/>
                  </a:lnTo>
                  <a:lnTo>
                    <a:pt x="5753" y="433"/>
                  </a:lnTo>
                  <a:lnTo>
                    <a:pt x="5693" y="433"/>
                  </a:lnTo>
                  <a:lnTo>
                    <a:pt x="5653" y="495"/>
                  </a:lnTo>
                  <a:lnTo>
                    <a:pt x="5593" y="474"/>
                  </a:lnTo>
                  <a:lnTo>
                    <a:pt x="5494" y="412"/>
                  </a:lnTo>
                  <a:lnTo>
                    <a:pt x="5414" y="412"/>
                  </a:lnTo>
                  <a:lnTo>
                    <a:pt x="5335" y="453"/>
                  </a:lnTo>
                  <a:lnTo>
                    <a:pt x="5255" y="515"/>
                  </a:lnTo>
                  <a:lnTo>
                    <a:pt x="5195" y="536"/>
                  </a:lnTo>
                  <a:lnTo>
                    <a:pt x="5136" y="577"/>
                  </a:lnTo>
                  <a:lnTo>
                    <a:pt x="5076" y="598"/>
                  </a:lnTo>
                  <a:lnTo>
                    <a:pt x="5016" y="639"/>
                  </a:lnTo>
                  <a:lnTo>
                    <a:pt x="4937" y="680"/>
                  </a:lnTo>
                  <a:lnTo>
                    <a:pt x="4857" y="639"/>
                  </a:lnTo>
                  <a:lnTo>
                    <a:pt x="4777" y="577"/>
                  </a:lnTo>
                  <a:lnTo>
                    <a:pt x="4698" y="536"/>
                  </a:lnTo>
                  <a:lnTo>
                    <a:pt x="4638" y="474"/>
                  </a:lnTo>
                  <a:lnTo>
                    <a:pt x="4578" y="433"/>
                  </a:lnTo>
                  <a:lnTo>
                    <a:pt x="4538" y="515"/>
                  </a:lnTo>
                  <a:lnTo>
                    <a:pt x="4479" y="557"/>
                  </a:lnTo>
                  <a:lnTo>
                    <a:pt x="4378" y="536"/>
                  </a:lnTo>
                  <a:lnTo>
                    <a:pt x="4319" y="515"/>
                  </a:lnTo>
                  <a:lnTo>
                    <a:pt x="4259" y="557"/>
                  </a:lnTo>
                  <a:lnTo>
                    <a:pt x="4199" y="515"/>
                  </a:lnTo>
                  <a:lnTo>
                    <a:pt x="4159" y="577"/>
                  </a:lnTo>
                  <a:lnTo>
                    <a:pt x="4119" y="639"/>
                  </a:lnTo>
                  <a:lnTo>
                    <a:pt x="4060" y="618"/>
                  </a:lnTo>
                  <a:lnTo>
                    <a:pt x="4000" y="660"/>
                  </a:lnTo>
                  <a:lnTo>
                    <a:pt x="3901" y="639"/>
                  </a:lnTo>
                  <a:lnTo>
                    <a:pt x="3881" y="577"/>
                  </a:lnTo>
                  <a:lnTo>
                    <a:pt x="3821" y="515"/>
                  </a:lnTo>
                  <a:lnTo>
                    <a:pt x="3741" y="577"/>
                  </a:lnTo>
                  <a:lnTo>
                    <a:pt x="3682" y="639"/>
                  </a:lnTo>
                  <a:lnTo>
                    <a:pt x="3602" y="701"/>
                  </a:lnTo>
                  <a:lnTo>
                    <a:pt x="3542" y="742"/>
                  </a:lnTo>
                  <a:lnTo>
                    <a:pt x="3483" y="763"/>
                  </a:lnTo>
                  <a:lnTo>
                    <a:pt x="3423" y="783"/>
                  </a:lnTo>
                  <a:lnTo>
                    <a:pt x="3363" y="804"/>
                  </a:lnTo>
                  <a:lnTo>
                    <a:pt x="3303" y="804"/>
                  </a:lnTo>
                  <a:lnTo>
                    <a:pt x="3244" y="845"/>
                  </a:lnTo>
                  <a:lnTo>
                    <a:pt x="3184" y="825"/>
                  </a:lnTo>
                  <a:lnTo>
                    <a:pt x="3104" y="804"/>
                  </a:lnTo>
                  <a:lnTo>
                    <a:pt x="3045" y="763"/>
                  </a:lnTo>
                  <a:lnTo>
                    <a:pt x="2985" y="742"/>
                  </a:lnTo>
                  <a:lnTo>
                    <a:pt x="2905" y="680"/>
                  </a:lnTo>
                  <a:lnTo>
                    <a:pt x="2846" y="639"/>
                  </a:lnTo>
                  <a:lnTo>
                    <a:pt x="2766" y="557"/>
                  </a:lnTo>
                  <a:lnTo>
                    <a:pt x="2706" y="515"/>
                  </a:lnTo>
                  <a:lnTo>
                    <a:pt x="2647" y="495"/>
                  </a:lnTo>
                  <a:lnTo>
                    <a:pt x="2587" y="474"/>
                  </a:lnTo>
                  <a:lnTo>
                    <a:pt x="2527" y="495"/>
                  </a:lnTo>
                  <a:lnTo>
                    <a:pt x="2468" y="536"/>
                  </a:lnTo>
                  <a:lnTo>
                    <a:pt x="2448" y="598"/>
                  </a:lnTo>
                  <a:lnTo>
                    <a:pt x="2388" y="618"/>
                  </a:lnTo>
                  <a:lnTo>
                    <a:pt x="2308" y="598"/>
                  </a:lnTo>
                  <a:lnTo>
                    <a:pt x="2229" y="577"/>
                  </a:lnTo>
                  <a:lnTo>
                    <a:pt x="2149" y="536"/>
                  </a:lnTo>
                  <a:lnTo>
                    <a:pt x="2069" y="495"/>
                  </a:lnTo>
                  <a:lnTo>
                    <a:pt x="1990" y="495"/>
                  </a:lnTo>
                  <a:lnTo>
                    <a:pt x="1930" y="433"/>
                  </a:lnTo>
                  <a:lnTo>
                    <a:pt x="1870" y="433"/>
                  </a:lnTo>
                  <a:lnTo>
                    <a:pt x="1831" y="495"/>
                  </a:lnTo>
                  <a:lnTo>
                    <a:pt x="1791" y="557"/>
                  </a:lnTo>
                  <a:lnTo>
                    <a:pt x="1731" y="577"/>
                  </a:lnTo>
                  <a:lnTo>
                    <a:pt x="1671" y="577"/>
                  </a:lnTo>
                  <a:lnTo>
                    <a:pt x="1592" y="557"/>
                  </a:lnTo>
                  <a:lnTo>
                    <a:pt x="1532" y="557"/>
                  </a:lnTo>
                  <a:lnTo>
                    <a:pt x="1472" y="577"/>
                  </a:lnTo>
                  <a:lnTo>
                    <a:pt x="1413" y="639"/>
                  </a:lnTo>
                  <a:lnTo>
                    <a:pt x="1353" y="639"/>
                  </a:lnTo>
                  <a:lnTo>
                    <a:pt x="1273" y="660"/>
                  </a:lnTo>
                  <a:lnTo>
                    <a:pt x="1194" y="680"/>
                  </a:lnTo>
                  <a:lnTo>
                    <a:pt x="1134" y="639"/>
                  </a:lnTo>
                  <a:lnTo>
                    <a:pt x="1074" y="639"/>
                  </a:lnTo>
                  <a:lnTo>
                    <a:pt x="1015" y="680"/>
                  </a:lnTo>
                  <a:lnTo>
                    <a:pt x="955" y="680"/>
                  </a:lnTo>
                  <a:lnTo>
                    <a:pt x="875" y="680"/>
                  </a:lnTo>
                  <a:lnTo>
                    <a:pt x="796" y="722"/>
                  </a:lnTo>
                  <a:lnTo>
                    <a:pt x="736" y="742"/>
                  </a:lnTo>
                  <a:lnTo>
                    <a:pt x="656" y="722"/>
                  </a:lnTo>
                  <a:lnTo>
                    <a:pt x="597" y="763"/>
                  </a:lnTo>
                  <a:lnTo>
                    <a:pt x="537" y="783"/>
                  </a:lnTo>
                  <a:lnTo>
                    <a:pt x="477" y="825"/>
                  </a:lnTo>
                  <a:lnTo>
                    <a:pt x="457" y="888"/>
                  </a:lnTo>
                  <a:lnTo>
                    <a:pt x="398" y="908"/>
                  </a:lnTo>
                  <a:lnTo>
                    <a:pt x="378" y="970"/>
                  </a:lnTo>
                  <a:lnTo>
                    <a:pt x="318" y="991"/>
                  </a:lnTo>
                  <a:lnTo>
                    <a:pt x="258" y="991"/>
                  </a:lnTo>
                  <a:lnTo>
                    <a:pt x="199" y="1011"/>
                  </a:lnTo>
                  <a:lnTo>
                    <a:pt x="139" y="1032"/>
                  </a:lnTo>
                  <a:lnTo>
                    <a:pt x="79" y="1053"/>
                  </a:lnTo>
                  <a:lnTo>
                    <a:pt x="19" y="1094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1889280" y="755640"/>
              <a:ext cx="1353960" cy="63972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33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 txBox="1"/>
            <p:nvPr/>
          </p:nvSpPr>
          <p:spPr>
            <a:xfrm>
              <a:off x="1905120" y="52704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Program 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"/>
            <p:cNvSpPr txBox="1"/>
            <p:nvPr/>
          </p:nvSpPr>
          <p:spPr>
            <a:xfrm>
              <a:off x="3578400" y="2049480"/>
              <a:ext cx="145080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"/>
            <p:cNvSpPr txBox="1"/>
            <p:nvPr/>
          </p:nvSpPr>
          <p:spPr>
            <a:xfrm>
              <a:off x="358128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"/>
            <p:cNvSpPr/>
            <p:nvPr/>
          </p:nvSpPr>
          <p:spPr>
            <a:xfrm>
              <a:off x="1889280" y="2049480"/>
              <a:ext cx="13539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"/>
            <p:cNvSpPr txBox="1"/>
            <p:nvPr/>
          </p:nvSpPr>
          <p:spPr>
            <a:xfrm>
              <a:off x="1905120" y="179712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"/>
            <p:cNvSpPr txBox="1"/>
            <p:nvPr/>
          </p:nvSpPr>
          <p:spPr>
            <a:xfrm>
              <a:off x="233280" y="2049480"/>
              <a:ext cx="144288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" name=""/>
            <p:cNvSpPr txBox="1"/>
            <p:nvPr/>
          </p:nvSpPr>
          <p:spPr>
            <a:xfrm>
              <a:off x="22860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" name=""/>
            <p:cNvSpPr txBox="1"/>
            <p:nvPr/>
          </p:nvSpPr>
          <p:spPr>
            <a:xfrm>
              <a:off x="2201760" y="2932200"/>
              <a:ext cx="928800" cy="399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SharedRec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"/>
            <p:cNvSpPr/>
            <p:nvPr/>
          </p:nvSpPr>
          <p:spPr>
            <a:xfrm>
              <a:off x="2057400" y="3139920"/>
              <a:ext cx="1219320" cy="434880"/>
            </a:xfrm>
            <a:prstGeom prst="rect">
              <a:avLst/>
            </a:prstGeom>
            <a:solidFill>
              <a:srgbClr val="E9FFE9"/>
            </a:solidFill>
            <a:ln w="25560">
              <a:solidFill>
                <a:srgbClr val="676767"/>
              </a:solidFill>
              <a:custDash>
                <a:ds d="198592" sp="198592"/>
              </a:custDash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"/>
            <p:cNvSpPr/>
            <p:nvPr/>
          </p:nvSpPr>
          <p:spPr>
            <a:xfrm flipH="1">
              <a:off x="1020600" y="1387440"/>
              <a:ext cx="89856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" name=""/>
            <p:cNvSpPr/>
            <p:nvPr/>
          </p:nvSpPr>
          <p:spPr>
            <a:xfrm>
              <a:off x="2556000" y="1387440"/>
              <a:ext cx="0" cy="44604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" name=""/>
            <p:cNvSpPr/>
            <p:nvPr/>
          </p:nvSpPr>
          <p:spPr>
            <a:xfrm>
              <a:off x="3222720" y="1387440"/>
              <a:ext cx="103032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" name=""/>
          <p:cNvSpPr txBox="1"/>
          <p:nvPr/>
        </p:nvSpPr>
        <p:spPr>
          <a:xfrm>
            <a:off x="76320" y="76320"/>
            <a:ext cx="1295280" cy="1447920"/>
          </a:xfrm>
          <a:prstGeom prst="rect">
            <a:avLst/>
          </a:prstGeom>
          <a:solidFill>
            <a:srgbClr val="FFFFDE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Program A starts running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"/>
          <p:cNvGrpSpPr/>
          <p:nvPr/>
        </p:nvGrpSpPr>
        <p:grpSpPr>
          <a:xfrm>
            <a:off x="228600" y="527040"/>
            <a:ext cx="4800600" cy="4121280"/>
            <a:chOff x="228600" y="527040"/>
            <a:chExt cx="4800600" cy="4121280"/>
          </a:xfrm>
        </p:grpSpPr>
        <p:sp>
          <p:nvSpPr>
            <p:cNvPr id="32" name=""/>
            <p:cNvSpPr txBox="1"/>
            <p:nvPr/>
          </p:nvSpPr>
          <p:spPr>
            <a:xfrm>
              <a:off x="1274760" y="3727440"/>
              <a:ext cx="2946240" cy="92088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  <a:effectLst>
              <a:outerShdw dist="0" dir="0" rotWithShape="0">
                <a:srgbClr val="DC008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WORKING-STORAGE SECTION.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SharedRec IS EXTERNAL.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PartA   PIC X(4).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PartB   PIC 9(5).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" name=""/>
            <p:cNvSpPr/>
            <p:nvPr/>
          </p:nvSpPr>
          <p:spPr>
            <a:xfrm>
              <a:off x="820800" y="2235240"/>
              <a:ext cx="3183120" cy="624240"/>
            </a:xfrm>
            <a:custGeom>
              <a:avLst/>
              <a:gdLst/>
              <a:ahLst/>
              <a:rect l="0" t="0" r="r" b="b"/>
              <a:pathLst>
                <a:path w="8842" h="1734">
                  <a:moveTo>
                    <a:pt x="0" y="412"/>
                  </a:moveTo>
                  <a:lnTo>
                    <a:pt x="79" y="433"/>
                  </a:lnTo>
                  <a:lnTo>
                    <a:pt x="139" y="433"/>
                  </a:lnTo>
                  <a:lnTo>
                    <a:pt x="219" y="433"/>
                  </a:lnTo>
                  <a:lnTo>
                    <a:pt x="298" y="433"/>
                  </a:lnTo>
                  <a:lnTo>
                    <a:pt x="358" y="412"/>
                  </a:lnTo>
                  <a:lnTo>
                    <a:pt x="418" y="350"/>
                  </a:lnTo>
                  <a:lnTo>
                    <a:pt x="477" y="268"/>
                  </a:lnTo>
                  <a:lnTo>
                    <a:pt x="517" y="185"/>
                  </a:lnTo>
                  <a:lnTo>
                    <a:pt x="637" y="268"/>
                  </a:lnTo>
                  <a:lnTo>
                    <a:pt x="657" y="330"/>
                  </a:lnTo>
                  <a:lnTo>
                    <a:pt x="716" y="391"/>
                  </a:lnTo>
                  <a:lnTo>
                    <a:pt x="776" y="412"/>
                  </a:lnTo>
                  <a:lnTo>
                    <a:pt x="836" y="391"/>
                  </a:lnTo>
                  <a:lnTo>
                    <a:pt x="856" y="330"/>
                  </a:lnTo>
                  <a:lnTo>
                    <a:pt x="916" y="330"/>
                  </a:lnTo>
                  <a:lnTo>
                    <a:pt x="975" y="309"/>
                  </a:lnTo>
                  <a:lnTo>
                    <a:pt x="1035" y="268"/>
                  </a:lnTo>
                  <a:lnTo>
                    <a:pt x="1115" y="247"/>
                  </a:lnTo>
                  <a:lnTo>
                    <a:pt x="1154" y="309"/>
                  </a:lnTo>
                  <a:lnTo>
                    <a:pt x="1214" y="309"/>
                  </a:lnTo>
                  <a:lnTo>
                    <a:pt x="1274" y="288"/>
                  </a:lnTo>
                  <a:lnTo>
                    <a:pt x="1334" y="268"/>
                  </a:lnTo>
                  <a:lnTo>
                    <a:pt x="1393" y="309"/>
                  </a:lnTo>
                  <a:lnTo>
                    <a:pt x="1493" y="268"/>
                  </a:lnTo>
                  <a:lnTo>
                    <a:pt x="1573" y="247"/>
                  </a:lnTo>
                  <a:lnTo>
                    <a:pt x="1632" y="226"/>
                  </a:lnTo>
                  <a:lnTo>
                    <a:pt x="1672" y="165"/>
                  </a:lnTo>
                  <a:lnTo>
                    <a:pt x="1732" y="144"/>
                  </a:lnTo>
                  <a:lnTo>
                    <a:pt x="1792" y="123"/>
                  </a:lnTo>
                  <a:lnTo>
                    <a:pt x="1851" y="103"/>
                  </a:lnTo>
                  <a:lnTo>
                    <a:pt x="1911" y="144"/>
                  </a:lnTo>
                  <a:lnTo>
                    <a:pt x="1971" y="185"/>
                  </a:lnTo>
                  <a:lnTo>
                    <a:pt x="1991" y="247"/>
                  </a:lnTo>
                  <a:lnTo>
                    <a:pt x="2051" y="268"/>
                  </a:lnTo>
                  <a:lnTo>
                    <a:pt x="2110" y="330"/>
                  </a:lnTo>
                  <a:lnTo>
                    <a:pt x="2170" y="371"/>
                  </a:lnTo>
                  <a:lnTo>
                    <a:pt x="2230" y="391"/>
                  </a:lnTo>
                  <a:lnTo>
                    <a:pt x="2309" y="330"/>
                  </a:lnTo>
                  <a:lnTo>
                    <a:pt x="2389" y="268"/>
                  </a:lnTo>
                  <a:lnTo>
                    <a:pt x="2449" y="226"/>
                  </a:lnTo>
                  <a:lnTo>
                    <a:pt x="2548" y="226"/>
                  </a:lnTo>
                  <a:lnTo>
                    <a:pt x="2628" y="185"/>
                  </a:lnTo>
                  <a:lnTo>
                    <a:pt x="2688" y="185"/>
                  </a:lnTo>
                  <a:lnTo>
                    <a:pt x="2748" y="185"/>
                  </a:lnTo>
                  <a:lnTo>
                    <a:pt x="2827" y="226"/>
                  </a:lnTo>
                  <a:lnTo>
                    <a:pt x="2887" y="206"/>
                  </a:lnTo>
                  <a:lnTo>
                    <a:pt x="2947" y="268"/>
                  </a:lnTo>
                  <a:lnTo>
                    <a:pt x="3006" y="309"/>
                  </a:lnTo>
                  <a:lnTo>
                    <a:pt x="3066" y="309"/>
                  </a:lnTo>
                  <a:lnTo>
                    <a:pt x="3126" y="350"/>
                  </a:lnTo>
                  <a:lnTo>
                    <a:pt x="3186" y="371"/>
                  </a:lnTo>
                  <a:lnTo>
                    <a:pt x="3265" y="391"/>
                  </a:lnTo>
                  <a:lnTo>
                    <a:pt x="3325" y="412"/>
                  </a:lnTo>
                  <a:lnTo>
                    <a:pt x="3405" y="433"/>
                  </a:lnTo>
                  <a:lnTo>
                    <a:pt x="3464" y="412"/>
                  </a:lnTo>
                  <a:lnTo>
                    <a:pt x="3524" y="371"/>
                  </a:lnTo>
                  <a:lnTo>
                    <a:pt x="3584" y="330"/>
                  </a:lnTo>
                  <a:lnTo>
                    <a:pt x="3604" y="268"/>
                  </a:lnTo>
                  <a:lnTo>
                    <a:pt x="3664" y="226"/>
                  </a:lnTo>
                  <a:lnTo>
                    <a:pt x="3743" y="185"/>
                  </a:lnTo>
                  <a:lnTo>
                    <a:pt x="3823" y="165"/>
                  </a:lnTo>
                  <a:lnTo>
                    <a:pt x="3883" y="144"/>
                  </a:lnTo>
                  <a:lnTo>
                    <a:pt x="3942" y="123"/>
                  </a:lnTo>
                  <a:lnTo>
                    <a:pt x="4002" y="103"/>
                  </a:lnTo>
                  <a:lnTo>
                    <a:pt x="4062" y="103"/>
                  </a:lnTo>
                  <a:lnTo>
                    <a:pt x="4102" y="165"/>
                  </a:lnTo>
                  <a:lnTo>
                    <a:pt x="4141" y="226"/>
                  </a:lnTo>
                  <a:lnTo>
                    <a:pt x="4221" y="268"/>
                  </a:lnTo>
                  <a:lnTo>
                    <a:pt x="4281" y="309"/>
                  </a:lnTo>
                  <a:lnTo>
                    <a:pt x="4361" y="268"/>
                  </a:lnTo>
                  <a:lnTo>
                    <a:pt x="4420" y="268"/>
                  </a:lnTo>
                  <a:lnTo>
                    <a:pt x="4481" y="247"/>
                  </a:lnTo>
                  <a:lnTo>
                    <a:pt x="4541" y="247"/>
                  </a:lnTo>
                  <a:lnTo>
                    <a:pt x="4620" y="206"/>
                  </a:lnTo>
                  <a:lnTo>
                    <a:pt x="4680" y="185"/>
                  </a:lnTo>
                  <a:lnTo>
                    <a:pt x="4740" y="144"/>
                  </a:lnTo>
                  <a:lnTo>
                    <a:pt x="4839" y="144"/>
                  </a:lnTo>
                  <a:lnTo>
                    <a:pt x="4919" y="103"/>
                  </a:lnTo>
                  <a:lnTo>
                    <a:pt x="4999" y="61"/>
                  </a:lnTo>
                  <a:lnTo>
                    <a:pt x="5058" y="20"/>
                  </a:lnTo>
                  <a:lnTo>
                    <a:pt x="5138" y="61"/>
                  </a:lnTo>
                  <a:lnTo>
                    <a:pt x="5198" y="103"/>
                  </a:lnTo>
                  <a:lnTo>
                    <a:pt x="5258" y="61"/>
                  </a:lnTo>
                  <a:lnTo>
                    <a:pt x="5337" y="20"/>
                  </a:lnTo>
                  <a:lnTo>
                    <a:pt x="5397" y="41"/>
                  </a:lnTo>
                  <a:lnTo>
                    <a:pt x="5477" y="82"/>
                  </a:lnTo>
                  <a:lnTo>
                    <a:pt x="5536" y="82"/>
                  </a:lnTo>
                  <a:lnTo>
                    <a:pt x="5576" y="20"/>
                  </a:lnTo>
                  <a:lnTo>
                    <a:pt x="5636" y="20"/>
                  </a:lnTo>
                  <a:lnTo>
                    <a:pt x="5696" y="20"/>
                  </a:lnTo>
                  <a:lnTo>
                    <a:pt x="5755" y="20"/>
                  </a:lnTo>
                  <a:lnTo>
                    <a:pt x="5815" y="20"/>
                  </a:lnTo>
                  <a:lnTo>
                    <a:pt x="5875" y="0"/>
                  </a:lnTo>
                  <a:lnTo>
                    <a:pt x="5974" y="20"/>
                  </a:lnTo>
                  <a:lnTo>
                    <a:pt x="6034" y="20"/>
                  </a:lnTo>
                  <a:lnTo>
                    <a:pt x="6114" y="61"/>
                  </a:lnTo>
                  <a:lnTo>
                    <a:pt x="6174" y="61"/>
                  </a:lnTo>
                  <a:lnTo>
                    <a:pt x="6233" y="61"/>
                  </a:lnTo>
                  <a:lnTo>
                    <a:pt x="6293" y="82"/>
                  </a:lnTo>
                  <a:lnTo>
                    <a:pt x="6373" y="103"/>
                  </a:lnTo>
                  <a:lnTo>
                    <a:pt x="6432" y="103"/>
                  </a:lnTo>
                  <a:lnTo>
                    <a:pt x="6492" y="123"/>
                  </a:lnTo>
                  <a:lnTo>
                    <a:pt x="6592" y="185"/>
                  </a:lnTo>
                  <a:lnTo>
                    <a:pt x="6691" y="268"/>
                  </a:lnTo>
                  <a:lnTo>
                    <a:pt x="6751" y="268"/>
                  </a:lnTo>
                  <a:lnTo>
                    <a:pt x="6811" y="268"/>
                  </a:lnTo>
                  <a:lnTo>
                    <a:pt x="6871" y="247"/>
                  </a:lnTo>
                  <a:lnTo>
                    <a:pt x="6930" y="226"/>
                  </a:lnTo>
                  <a:lnTo>
                    <a:pt x="7010" y="206"/>
                  </a:lnTo>
                  <a:lnTo>
                    <a:pt x="7070" y="185"/>
                  </a:lnTo>
                  <a:lnTo>
                    <a:pt x="7110" y="123"/>
                  </a:lnTo>
                  <a:lnTo>
                    <a:pt x="7169" y="103"/>
                  </a:lnTo>
                  <a:lnTo>
                    <a:pt x="7229" y="61"/>
                  </a:lnTo>
                  <a:lnTo>
                    <a:pt x="7309" y="61"/>
                  </a:lnTo>
                  <a:lnTo>
                    <a:pt x="7388" y="144"/>
                  </a:lnTo>
                  <a:lnTo>
                    <a:pt x="7408" y="226"/>
                  </a:lnTo>
                  <a:lnTo>
                    <a:pt x="7488" y="165"/>
                  </a:lnTo>
                  <a:lnTo>
                    <a:pt x="7548" y="144"/>
                  </a:lnTo>
                  <a:lnTo>
                    <a:pt x="7607" y="144"/>
                  </a:lnTo>
                  <a:lnTo>
                    <a:pt x="7667" y="165"/>
                  </a:lnTo>
                  <a:lnTo>
                    <a:pt x="7727" y="144"/>
                  </a:lnTo>
                  <a:lnTo>
                    <a:pt x="7787" y="123"/>
                  </a:lnTo>
                  <a:lnTo>
                    <a:pt x="7866" y="185"/>
                  </a:lnTo>
                  <a:lnTo>
                    <a:pt x="7926" y="226"/>
                  </a:lnTo>
                  <a:lnTo>
                    <a:pt x="7986" y="185"/>
                  </a:lnTo>
                  <a:lnTo>
                    <a:pt x="8045" y="185"/>
                  </a:lnTo>
                  <a:lnTo>
                    <a:pt x="8105" y="247"/>
                  </a:lnTo>
                  <a:lnTo>
                    <a:pt x="8165" y="185"/>
                  </a:lnTo>
                  <a:lnTo>
                    <a:pt x="8245" y="185"/>
                  </a:lnTo>
                  <a:lnTo>
                    <a:pt x="8304" y="226"/>
                  </a:lnTo>
                  <a:lnTo>
                    <a:pt x="8364" y="226"/>
                  </a:lnTo>
                  <a:lnTo>
                    <a:pt x="8424" y="165"/>
                  </a:lnTo>
                  <a:lnTo>
                    <a:pt x="8484" y="123"/>
                  </a:lnTo>
                  <a:lnTo>
                    <a:pt x="8543" y="103"/>
                  </a:lnTo>
                  <a:lnTo>
                    <a:pt x="8603" y="123"/>
                  </a:lnTo>
                  <a:lnTo>
                    <a:pt x="8663" y="103"/>
                  </a:lnTo>
                  <a:lnTo>
                    <a:pt x="8723" y="61"/>
                  </a:lnTo>
                  <a:lnTo>
                    <a:pt x="8782" y="20"/>
                  </a:lnTo>
                  <a:lnTo>
                    <a:pt x="8842" y="0"/>
                  </a:lnTo>
                  <a:lnTo>
                    <a:pt x="8842" y="1734"/>
                  </a:lnTo>
                  <a:lnTo>
                    <a:pt x="8782" y="1713"/>
                  </a:lnTo>
                  <a:lnTo>
                    <a:pt x="8723" y="1651"/>
                  </a:lnTo>
                  <a:lnTo>
                    <a:pt x="8663" y="1589"/>
                  </a:lnTo>
                  <a:lnTo>
                    <a:pt x="8623" y="1527"/>
                  </a:lnTo>
                  <a:lnTo>
                    <a:pt x="8603" y="1465"/>
                  </a:lnTo>
                  <a:lnTo>
                    <a:pt x="8583" y="1403"/>
                  </a:lnTo>
                  <a:lnTo>
                    <a:pt x="8523" y="1321"/>
                  </a:lnTo>
                  <a:lnTo>
                    <a:pt x="8503" y="1259"/>
                  </a:lnTo>
                  <a:lnTo>
                    <a:pt x="8444" y="1218"/>
                  </a:lnTo>
                  <a:lnTo>
                    <a:pt x="8444" y="1156"/>
                  </a:lnTo>
                  <a:lnTo>
                    <a:pt x="8404" y="1094"/>
                  </a:lnTo>
                  <a:lnTo>
                    <a:pt x="8364" y="1032"/>
                  </a:lnTo>
                  <a:lnTo>
                    <a:pt x="8324" y="970"/>
                  </a:lnTo>
                  <a:lnTo>
                    <a:pt x="8265" y="908"/>
                  </a:lnTo>
                  <a:lnTo>
                    <a:pt x="8205" y="845"/>
                  </a:lnTo>
                  <a:lnTo>
                    <a:pt x="8205" y="783"/>
                  </a:lnTo>
                  <a:lnTo>
                    <a:pt x="8165" y="722"/>
                  </a:lnTo>
                  <a:lnTo>
                    <a:pt x="8125" y="660"/>
                  </a:lnTo>
                  <a:lnTo>
                    <a:pt x="8105" y="722"/>
                  </a:lnTo>
                  <a:lnTo>
                    <a:pt x="8065" y="804"/>
                  </a:lnTo>
                  <a:lnTo>
                    <a:pt x="8045" y="866"/>
                  </a:lnTo>
                  <a:lnTo>
                    <a:pt x="8045" y="929"/>
                  </a:lnTo>
                  <a:lnTo>
                    <a:pt x="8045" y="991"/>
                  </a:lnTo>
                  <a:lnTo>
                    <a:pt x="8045" y="1053"/>
                  </a:lnTo>
                  <a:lnTo>
                    <a:pt x="8026" y="1115"/>
                  </a:lnTo>
                  <a:lnTo>
                    <a:pt x="8006" y="1176"/>
                  </a:lnTo>
                  <a:lnTo>
                    <a:pt x="7926" y="1094"/>
                  </a:lnTo>
                  <a:lnTo>
                    <a:pt x="7866" y="1011"/>
                  </a:lnTo>
                  <a:lnTo>
                    <a:pt x="7807" y="929"/>
                  </a:lnTo>
                  <a:lnTo>
                    <a:pt x="7727" y="866"/>
                  </a:lnTo>
                  <a:lnTo>
                    <a:pt x="7667" y="804"/>
                  </a:lnTo>
                  <a:lnTo>
                    <a:pt x="7607" y="742"/>
                  </a:lnTo>
                  <a:lnTo>
                    <a:pt x="7568" y="680"/>
                  </a:lnTo>
                  <a:lnTo>
                    <a:pt x="7508" y="639"/>
                  </a:lnTo>
                  <a:lnTo>
                    <a:pt x="7468" y="577"/>
                  </a:lnTo>
                  <a:lnTo>
                    <a:pt x="7408" y="639"/>
                  </a:lnTo>
                  <a:lnTo>
                    <a:pt x="7388" y="722"/>
                  </a:lnTo>
                  <a:lnTo>
                    <a:pt x="7348" y="783"/>
                  </a:lnTo>
                  <a:lnTo>
                    <a:pt x="7289" y="783"/>
                  </a:lnTo>
                  <a:lnTo>
                    <a:pt x="7209" y="722"/>
                  </a:lnTo>
                  <a:lnTo>
                    <a:pt x="7149" y="722"/>
                  </a:lnTo>
                  <a:lnTo>
                    <a:pt x="7090" y="680"/>
                  </a:lnTo>
                  <a:lnTo>
                    <a:pt x="7070" y="763"/>
                  </a:lnTo>
                  <a:lnTo>
                    <a:pt x="7010" y="845"/>
                  </a:lnTo>
                  <a:lnTo>
                    <a:pt x="6990" y="783"/>
                  </a:lnTo>
                  <a:lnTo>
                    <a:pt x="6950" y="722"/>
                  </a:lnTo>
                  <a:lnTo>
                    <a:pt x="6910" y="660"/>
                  </a:lnTo>
                  <a:lnTo>
                    <a:pt x="6851" y="639"/>
                  </a:lnTo>
                  <a:lnTo>
                    <a:pt x="6771" y="598"/>
                  </a:lnTo>
                  <a:lnTo>
                    <a:pt x="6691" y="577"/>
                  </a:lnTo>
                  <a:lnTo>
                    <a:pt x="6632" y="557"/>
                  </a:lnTo>
                  <a:lnTo>
                    <a:pt x="6572" y="515"/>
                  </a:lnTo>
                  <a:lnTo>
                    <a:pt x="6492" y="474"/>
                  </a:lnTo>
                  <a:lnTo>
                    <a:pt x="6452" y="412"/>
                  </a:lnTo>
                  <a:lnTo>
                    <a:pt x="6393" y="412"/>
                  </a:lnTo>
                  <a:lnTo>
                    <a:pt x="6333" y="433"/>
                  </a:lnTo>
                  <a:lnTo>
                    <a:pt x="6273" y="474"/>
                  </a:lnTo>
                  <a:lnTo>
                    <a:pt x="6253" y="412"/>
                  </a:lnTo>
                  <a:lnTo>
                    <a:pt x="6213" y="350"/>
                  </a:lnTo>
                  <a:lnTo>
                    <a:pt x="6154" y="309"/>
                  </a:lnTo>
                  <a:lnTo>
                    <a:pt x="6094" y="268"/>
                  </a:lnTo>
                  <a:lnTo>
                    <a:pt x="6014" y="330"/>
                  </a:lnTo>
                  <a:lnTo>
                    <a:pt x="5974" y="391"/>
                  </a:lnTo>
                  <a:lnTo>
                    <a:pt x="5935" y="453"/>
                  </a:lnTo>
                  <a:lnTo>
                    <a:pt x="5875" y="495"/>
                  </a:lnTo>
                  <a:lnTo>
                    <a:pt x="5815" y="474"/>
                  </a:lnTo>
                  <a:lnTo>
                    <a:pt x="5755" y="433"/>
                  </a:lnTo>
                  <a:lnTo>
                    <a:pt x="5696" y="433"/>
                  </a:lnTo>
                  <a:lnTo>
                    <a:pt x="5656" y="495"/>
                  </a:lnTo>
                  <a:lnTo>
                    <a:pt x="5596" y="474"/>
                  </a:lnTo>
                  <a:lnTo>
                    <a:pt x="5497" y="412"/>
                  </a:lnTo>
                  <a:lnTo>
                    <a:pt x="5417" y="412"/>
                  </a:lnTo>
                  <a:lnTo>
                    <a:pt x="5337" y="453"/>
                  </a:lnTo>
                  <a:lnTo>
                    <a:pt x="5258" y="515"/>
                  </a:lnTo>
                  <a:lnTo>
                    <a:pt x="5198" y="536"/>
                  </a:lnTo>
                  <a:lnTo>
                    <a:pt x="5138" y="577"/>
                  </a:lnTo>
                  <a:lnTo>
                    <a:pt x="5078" y="598"/>
                  </a:lnTo>
                  <a:lnTo>
                    <a:pt x="5019" y="639"/>
                  </a:lnTo>
                  <a:lnTo>
                    <a:pt x="4939" y="680"/>
                  </a:lnTo>
                  <a:lnTo>
                    <a:pt x="4859" y="639"/>
                  </a:lnTo>
                  <a:lnTo>
                    <a:pt x="4780" y="577"/>
                  </a:lnTo>
                  <a:lnTo>
                    <a:pt x="4700" y="536"/>
                  </a:lnTo>
                  <a:lnTo>
                    <a:pt x="4640" y="474"/>
                  </a:lnTo>
                  <a:lnTo>
                    <a:pt x="4581" y="433"/>
                  </a:lnTo>
                  <a:lnTo>
                    <a:pt x="4541" y="515"/>
                  </a:lnTo>
                  <a:lnTo>
                    <a:pt x="4481" y="557"/>
                  </a:lnTo>
                  <a:lnTo>
                    <a:pt x="4380" y="536"/>
                  </a:lnTo>
                  <a:lnTo>
                    <a:pt x="4321" y="515"/>
                  </a:lnTo>
                  <a:lnTo>
                    <a:pt x="4261" y="557"/>
                  </a:lnTo>
                  <a:lnTo>
                    <a:pt x="4201" y="515"/>
                  </a:lnTo>
                  <a:lnTo>
                    <a:pt x="4161" y="577"/>
                  </a:lnTo>
                  <a:lnTo>
                    <a:pt x="4122" y="639"/>
                  </a:lnTo>
                  <a:lnTo>
                    <a:pt x="4062" y="618"/>
                  </a:lnTo>
                  <a:lnTo>
                    <a:pt x="4002" y="660"/>
                  </a:lnTo>
                  <a:lnTo>
                    <a:pt x="3903" y="639"/>
                  </a:lnTo>
                  <a:lnTo>
                    <a:pt x="3883" y="577"/>
                  </a:lnTo>
                  <a:lnTo>
                    <a:pt x="3823" y="515"/>
                  </a:lnTo>
                  <a:lnTo>
                    <a:pt x="3743" y="577"/>
                  </a:lnTo>
                  <a:lnTo>
                    <a:pt x="3683" y="639"/>
                  </a:lnTo>
                  <a:lnTo>
                    <a:pt x="3604" y="701"/>
                  </a:lnTo>
                  <a:lnTo>
                    <a:pt x="3544" y="742"/>
                  </a:lnTo>
                  <a:lnTo>
                    <a:pt x="3484" y="763"/>
                  </a:lnTo>
                  <a:lnTo>
                    <a:pt x="3425" y="783"/>
                  </a:lnTo>
                  <a:lnTo>
                    <a:pt x="3365" y="804"/>
                  </a:lnTo>
                  <a:lnTo>
                    <a:pt x="3305" y="804"/>
                  </a:lnTo>
                  <a:lnTo>
                    <a:pt x="3245" y="845"/>
                  </a:lnTo>
                  <a:lnTo>
                    <a:pt x="3186" y="825"/>
                  </a:lnTo>
                  <a:lnTo>
                    <a:pt x="3106" y="804"/>
                  </a:lnTo>
                  <a:lnTo>
                    <a:pt x="3046" y="763"/>
                  </a:lnTo>
                  <a:lnTo>
                    <a:pt x="2986" y="742"/>
                  </a:lnTo>
                  <a:lnTo>
                    <a:pt x="2907" y="680"/>
                  </a:lnTo>
                  <a:lnTo>
                    <a:pt x="2847" y="639"/>
                  </a:lnTo>
                  <a:lnTo>
                    <a:pt x="2767" y="557"/>
                  </a:lnTo>
                  <a:lnTo>
                    <a:pt x="2708" y="515"/>
                  </a:lnTo>
                  <a:lnTo>
                    <a:pt x="2648" y="495"/>
                  </a:lnTo>
                  <a:lnTo>
                    <a:pt x="2588" y="474"/>
                  </a:lnTo>
                  <a:lnTo>
                    <a:pt x="2528" y="495"/>
                  </a:lnTo>
                  <a:lnTo>
                    <a:pt x="2469" y="536"/>
                  </a:lnTo>
                  <a:lnTo>
                    <a:pt x="2449" y="598"/>
                  </a:lnTo>
                  <a:lnTo>
                    <a:pt x="2389" y="618"/>
                  </a:lnTo>
                  <a:lnTo>
                    <a:pt x="2309" y="598"/>
                  </a:lnTo>
                  <a:lnTo>
                    <a:pt x="2230" y="577"/>
                  </a:lnTo>
                  <a:lnTo>
                    <a:pt x="2150" y="536"/>
                  </a:lnTo>
                  <a:lnTo>
                    <a:pt x="2070" y="495"/>
                  </a:lnTo>
                  <a:lnTo>
                    <a:pt x="1991" y="495"/>
                  </a:lnTo>
                  <a:lnTo>
                    <a:pt x="1931" y="433"/>
                  </a:lnTo>
                  <a:lnTo>
                    <a:pt x="1871" y="433"/>
                  </a:lnTo>
                  <a:lnTo>
                    <a:pt x="1832" y="495"/>
                  </a:lnTo>
                  <a:lnTo>
                    <a:pt x="1792" y="557"/>
                  </a:lnTo>
                  <a:lnTo>
                    <a:pt x="1732" y="577"/>
                  </a:lnTo>
                  <a:lnTo>
                    <a:pt x="1672" y="577"/>
                  </a:lnTo>
                  <a:lnTo>
                    <a:pt x="1593" y="557"/>
                  </a:lnTo>
                  <a:lnTo>
                    <a:pt x="1533" y="557"/>
                  </a:lnTo>
                  <a:lnTo>
                    <a:pt x="1473" y="577"/>
                  </a:lnTo>
                  <a:lnTo>
                    <a:pt x="1413" y="639"/>
                  </a:lnTo>
                  <a:lnTo>
                    <a:pt x="1354" y="639"/>
                  </a:lnTo>
                  <a:lnTo>
                    <a:pt x="1274" y="660"/>
                  </a:lnTo>
                  <a:lnTo>
                    <a:pt x="1194" y="680"/>
                  </a:lnTo>
                  <a:lnTo>
                    <a:pt x="1135" y="639"/>
                  </a:lnTo>
                  <a:lnTo>
                    <a:pt x="1075" y="639"/>
                  </a:lnTo>
                  <a:lnTo>
                    <a:pt x="1015" y="680"/>
                  </a:lnTo>
                  <a:lnTo>
                    <a:pt x="955" y="680"/>
                  </a:lnTo>
                  <a:lnTo>
                    <a:pt x="876" y="680"/>
                  </a:lnTo>
                  <a:lnTo>
                    <a:pt x="796" y="722"/>
                  </a:lnTo>
                  <a:lnTo>
                    <a:pt x="736" y="742"/>
                  </a:lnTo>
                  <a:lnTo>
                    <a:pt x="657" y="722"/>
                  </a:lnTo>
                  <a:lnTo>
                    <a:pt x="597" y="763"/>
                  </a:lnTo>
                  <a:lnTo>
                    <a:pt x="537" y="783"/>
                  </a:lnTo>
                  <a:lnTo>
                    <a:pt x="477" y="825"/>
                  </a:lnTo>
                  <a:lnTo>
                    <a:pt x="458" y="888"/>
                  </a:lnTo>
                  <a:lnTo>
                    <a:pt x="398" y="908"/>
                  </a:lnTo>
                  <a:lnTo>
                    <a:pt x="378" y="970"/>
                  </a:lnTo>
                  <a:lnTo>
                    <a:pt x="318" y="991"/>
                  </a:lnTo>
                  <a:lnTo>
                    <a:pt x="258" y="991"/>
                  </a:lnTo>
                  <a:lnTo>
                    <a:pt x="199" y="1011"/>
                  </a:lnTo>
                  <a:lnTo>
                    <a:pt x="139" y="1032"/>
                  </a:lnTo>
                  <a:lnTo>
                    <a:pt x="79" y="1053"/>
                  </a:lnTo>
                  <a:lnTo>
                    <a:pt x="19" y="1094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" name=""/>
            <p:cNvSpPr/>
            <p:nvPr/>
          </p:nvSpPr>
          <p:spPr>
            <a:xfrm>
              <a:off x="1887480" y="755640"/>
              <a:ext cx="1355760" cy="63972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"/>
            <p:cNvSpPr txBox="1"/>
            <p:nvPr/>
          </p:nvSpPr>
          <p:spPr>
            <a:xfrm>
              <a:off x="1905120" y="52704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Program 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"/>
            <p:cNvSpPr txBox="1"/>
            <p:nvPr/>
          </p:nvSpPr>
          <p:spPr>
            <a:xfrm>
              <a:off x="3579840" y="2049480"/>
              <a:ext cx="14493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"/>
            <p:cNvSpPr txBox="1"/>
            <p:nvPr/>
          </p:nvSpPr>
          <p:spPr>
            <a:xfrm>
              <a:off x="358128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"/>
            <p:cNvSpPr/>
            <p:nvPr/>
          </p:nvSpPr>
          <p:spPr>
            <a:xfrm>
              <a:off x="1887480" y="2049480"/>
              <a:ext cx="13557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"/>
            <p:cNvSpPr txBox="1"/>
            <p:nvPr/>
          </p:nvSpPr>
          <p:spPr>
            <a:xfrm>
              <a:off x="1905120" y="179712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"/>
            <p:cNvSpPr txBox="1"/>
            <p:nvPr/>
          </p:nvSpPr>
          <p:spPr>
            <a:xfrm>
              <a:off x="233280" y="2049480"/>
              <a:ext cx="144288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3300"/>
              </a:solidFill>
              <a:round/>
            </a:ln>
            <a:effectLst>
              <a:outerShdw dist="0" dir="0" rotWithShape="0">
                <a:srgbClr val="91919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"/>
            <p:cNvSpPr txBox="1"/>
            <p:nvPr/>
          </p:nvSpPr>
          <p:spPr>
            <a:xfrm>
              <a:off x="22860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Program 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"/>
            <p:cNvSpPr txBox="1"/>
            <p:nvPr/>
          </p:nvSpPr>
          <p:spPr>
            <a:xfrm>
              <a:off x="2201760" y="2932200"/>
              <a:ext cx="928800" cy="399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SharedRec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"/>
            <p:cNvSpPr/>
            <p:nvPr/>
          </p:nvSpPr>
          <p:spPr>
            <a:xfrm>
              <a:off x="2057400" y="3139920"/>
              <a:ext cx="1219320" cy="434880"/>
            </a:xfrm>
            <a:prstGeom prst="rect">
              <a:avLst/>
            </a:prstGeom>
            <a:solidFill>
              <a:srgbClr val="E9FFE9"/>
            </a:solidFill>
            <a:ln w="25560">
              <a:solidFill>
                <a:srgbClr val="676767"/>
              </a:solidFill>
              <a:custDash>
                <a:ds d="198592" sp="198592"/>
              </a:custDash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"/>
            <p:cNvSpPr/>
            <p:nvPr/>
          </p:nvSpPr>
          <p:spPr>
            <a:xfrm flipH="1">
              <a:off x="1020600" y="1387440"/>
              <a:ext cx="897120" cy="461880"/>
            </a:xfrm>
            <a:prstGeom prst="line">
              <a:avLst/>
            </a:prstGeom>
            <a:ln w="25560">
              <a:solidFill>
                <a:srgbClr val="FF33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" name=""/>
            <p:cNvSpPr/>
            <p:nvPr/>
          </p:nvSpPr>
          <p:spPr>
            <a:xfrm>
              <a:off x="2556000" y="1387440"/>
              <a:ext cx="0" cy="44604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" name=""/>
            <p:cNvSpPr/>
            <p:nvPr/>
          </p:nvSpPr>
          <p:spPr>
            <a:xfrm>
              <a:off x="3220920" y="1387440"/>
              <a:ext cx="103356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" name=""/>
          <p:cNvSpPr txBox="1"/>
          <p:nvPr/>
        </p:nvSpPr>
        <p:spPr>
          <a:xfrm>
            <a:off x="76320" y="76320"/>
            <a:ext cx="1409760" cy="1447920"/>
          </a:xfrm>
          <a:prstGeom prst="rect">
            <a:avLst/>
          </a:prstGeom>
          <a:solidFill>
            <a:srgbClr val="FFFFDE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Program A calls Program B which starts to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"/>
          <p:cNvGrpSpPr/>
          <p:nvPr/>
        </p:nvGrpSpPr>
        <p:grpSpPr>
          <a:xfrm>
            <a:off x="228600" y="527040"/>
            <a:ext cx="4800600" cy="4121280"/>
            <a:chOff x="228600" y="527040"/>
            <a:chExt cx="4800600" cy="4121280"/>
          </a:xfrm>
        </p:grpSpPr>
        <p:sp>
          <p:nvSpPr>
            <p:cNvPr id="49" name=""/>
            <p:cNvSpPr txBox="1"/>
            <p:nvPr/>
          </p:nvSpPr>
          <p:spPr>
            <a:xfrm>
              <a:off x="1274760" y="3727440"/>
              <a:ext cx="2946240" cy="92088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  <a:effectLst>
              <a:outerShdw dist="0" dir="0" rotWithShape="0">
                <a:srgbClr val="DC008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WORKING-STORAGE SECTION.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SharedRec IS EXTERNAL.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PartA   PIC X(4).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PartB   PIC 9(5).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"/>
            <p:cNvSpPr/>
            <p:nvPr/>
          </p:nvSpPr>
          <p:spPr>
            <a:xfrm>
              <a:off x="820800" y="2235240"/>
              <a:ext cx="3183120" cy="624240"/>
            </a:xfrm>
            <a:custGeom>
              <a:avLst/>
              <a:gdLst/>
              <a:ahLst/>
              <a:rect l="0" t="0" r="r" b="b"/>
              <a:pathLst>
                <a:path w="8842" h="1734">
                  <a:moveTo>
                    <a:pt x="0" y="412"/>
                  </a:moveTo>
                  <a:lnTo>
                    <a:pt x="79" y="433"/>
                  </a:lnTo>
                  <a:lnTo>
                    <a:pt x="139" y="433"/>
                  </a:lnTo>
                  <a:lnTo>
                    <a:pt x="219" y="433"/>
                  </a:lnTo>
                  <a:lnTo>
                    <a:pt x="298" y="433"/>
                  </a:lnTo>
                  <a:lnTo>
                    <a:pt x="358" y="412"/>
                  </a:lnTo>
                  <a:lnTo>
                    <a:pt x="418" y="350"/>
                  </a:lnTo>
                  <a:lnTo>
                    <a:pt x="477" y="268"/>
                  </a:lnTo>
                  <a:lnTo>
                    <a:pt x="517" y="185"/>
                  </a:lnTo>
                  <a:lnTo>
                    <a:pt x="637" y="268"/>
                  </a:lnTo>
                  <a:lnTo>
                    <a:pt x="657" y="330"/>
                  </a:lnTo>
                  <a:lnTo>
                    <a:pt x="716" y="391"/>
                  </a:lnTo>
                  <a:lnTo>
                    <a:pt x="776" y="412"/>
                  </a:lnTo>
                  <a:lnTo>
                    <a:pt x="836" y="391"/>
                  </a:lnTo>
                  <a:lnTo>
                    <a:pt x="856" y="330"/>
                  </a:lnTo>
                  <a:lnTo>
                    <a:pt x="916" y="330"/>
                  </a:lnTo>
                  <a:lnTo>
                    <a:pt x="975" y="309"/>
                  </a:lnTo>
                  <a:lnTo>
                    <a:pt x="1035" y="268"/>
                  </a:lnTo>
                  <a:lnTo>
                    <a:pt x="1115" y="247"/>
                  </a:lnTo>
                  <a:lnTo>
                    <a:pt x="1154" y="309"/>
                  </a:lnTo>
                  <a:lnTo>
                    <a:pt x="1214" y="309"/>
                  </a:lnTo>
                  <a:lnTo>
                    <a:pt x="1274" y="288"/>
                  </a:lnTo>
                  <a:lnTo>
                    <a:pt x="1334" y="268"/>
                  </a:lnTo>
                  <a:lnTo>
                    <a:pt x="1393" y="309"/>
                  </a:lnTo>
                  <a:lnTo>
                    <a:pt x="1493" y="268"/>
                  </a:lnTo>
                  <a:lnTo>
                    <a:pt x="1573" y="247"/>
                  </a:lnTo>
                  <a:lnTo>
                    <a:pt x="1632" y="226"/>
                  </a:lnTo>
                  <a:lnTo>
                    <a:pt x="1672" y="165"/>
                  </a:lnTo>
                  <a:lnTo>
                    <a:pt x="1732" y="144"/>
                  </a:lnTo>
                  <a:lnTo>
                    <a:pt x="1792" y="123"/>
                  </a:lnTo>
                  <a:lnTo>
                    <a:pt x="1851" y="103"/>
                  </a:lnTo>
                  <a:lnTo>
                    <a:pt x="1911" y="144"/>
                  </a:lnTo>
                  <a:lnTo>
                    <a:pt x="1971" y="185"/>
                  </a:lnTo>
                  <a:lnTo>
                    <a:pt x="1991" y="247"/>
                  </a:lnTo>
                  <a:lnTo>
                    <a:pt x="2051" y="268"/>
                  </a:lnTo>
                  <a:lnTo>
                    <a:pt x="2110" y="330"/>
                  </a:lnTo>
                  <a:lnTo>
                    <a:pt x="2170" y="371"/>
                  </a:lnTo>
                  <a:lnTo>
                    <a:pt x="2230" y="391"/>
                  </a:lnTo>
                  <a:lnTo>
                    <a:pt x="2309" y="330"/>
                  </a:lnTo>
                  <a:lnTo>
                    <a:pt x="2389" y="268"/>
                  </a:lnTo>
                  <a:lnTo>
                    <a:pt x="2449" y="226"/>
                  </a:lnTo>
                  <a:lnTo>
                    <a:pt x="2548" y="226"/>
                  </a:lnTo>
                  <a:lnTo>
                    <a:pt x="2628" y="185"/>
                  </a:lnTo>
                  <a:lnTo>
                    <a:pt x="2688" y="185"/>
                  </a:lnTo>
                  <a:lnTo>
                    <a:pt x="2748" y="185"/>
                  </a:lnTo>
                  <a:lnTo>
                    <a:pt x="2827" y="226"/>
                  </a:lnTo>
                  <a:lnTo>
                    <a:pt x="2887" y="206"/>
                  </a:lnTo>
                  <a:lnTo>
                    <a:pt x="2947" y="268"/>
                  </a:lnTo>
                  <a:lnTo>
                    <a:pt x="3006" y="309"/>
                  </a:lnTo>
                  <a:lnTo>
                    <a:pt x="3066" y="309"/>
                  </a:lnTo>
                  <a:lnTo>
                    <a:pt x="3126" y="350"/>
                  </a:lnTo>
                  <a:lnTo>
                    <a:pt x="3186" y="371"/>
                  </a:lnTo>
                  <a:lnTo>
                    <a:pt x="3265" y="391"/>
                  </a:lnTo>
                  <a:lnTo>
                    <a:pt x="3325" y="412"/>
                  </a:lnTo>
                  <a:lnTo>
                    <a:pt x="3405" y="433"/>
                  </a:lnTo>
                  <a:lnTo>
                    <a:pt x="3464" y="412"/>
                  </a:lnTo>
                  <a:lnTo>
                    <a:pt x="3524" y="371"/>
                  </a:lnTo>
                  <a:lnTo>
                    <a:pt x="3584" y="330"/>
                  </a:lnTo>
                  <a:lnTo>
                    <a:pt x="3604" y="268"/>
                  </a:lnTo>
                  <a:lnTo>
                    <a:pt x="3664" y="226"/>
                  </a:lnTo>
                  <a:lnTo>
                    <a:pt x="3743" y="185"/>
                  </a:lnTo>
                  <a:lnTo>
                    <a:pt x="3823" y="165"/>
                  </a:lnTo>
                  <a:lnTo>
                    <a:pt x="3883" y="144"/>
                  </a:lnTo>
                  <a:lnTo>
                    <a:pt x="3942" y="123"/>
                  </a:lnTo>
                  <a:lnTo>
                    <a:pt x="4002" y="103"/>
                  </a:lnTo>
                  <a:lnTo>
                    <a:pt x="4062" y="103"/>
                  </a:lnTo>
                  <a:lnTo>
                    <a:pt x="4102" y="165"/>
                  </a:lnTo>
                  <a:lnTo>
                    <a:pt x="4141" y="226"/>
                  </a:lnTo>
                  <a:lnTo>
                    <a:pt x="4221" y="268"/>
                  </a:lnTo>
                  <a:lnTo>
                    <a:pt x="4281" y="309"/>
                  </a:lnTo>
                  <a:lnTo>
                    <a:pt x="4361" y="268"/>
                  </a:lnTo>
                  <a:lnTo>
                    <a:pt x="4420" y="268"/>
                  </a:lnTo>
                  <a:lnTo>
                    <a:pt x="4481" y="247"/>
                  </a:lnTo>
                  <a:lnTo>
                    <a:pt x="4541" y="247"/>
                  </a:lnTo>
                  <a:lnTo>
                    <a:pt x="4620" y="206"/>
                  </a:lnTo>
                  <a:lnTo>
                    <a:pt x="4680" y="185"/>
                  </a:lnTo>
                  <a:lnTo>
                    <a:pt x="4740" y="144"/>
                  </a:lnTo>
                  <a:lnTo>
                    <a:pt x="4839" y="144"/>
                  </a:lnTo>
                  <a:lnTo>
                    <a:pt x="4919" y="103"/>
                  </a:lnTo>
                  <a:lnTo>
                    <a:pt x="4999" y="61"/>
                  </a:lnTo>
                  <a:lnTo>
                    <a:pt x="5058" y="20"/>
                  </a:lnTo>
                  <a:lnTo>
                    <a:pt x="5138" y="61"/>
                  </a:lnTo>
                  <a:lnTo>
                    <a:pt x="5198" y="103"/>
                  </a:lnTo>
                  <a:lnTo>
                    <a:pt x="5258" y="61"/>
                  </a:lnTo>
                  <a:lnTo>
                    <a:pt x="5337" y="20"/>
                  </a:lnTo>
                  <a:lnTo>
                    <a:pt x="5397" y="41"/>
                  </a:lnTo>
                  <a:lnTo>
                    <a:pt x="5477" y="82"/>
                  </a:lnTo>
                  <a:lnTo>
                    <a:pt x="5536" y="82"/>
                  </a:lnTo>
                  <a:lnTo>
                    <a:pt x="5576" y="20"/>
                  </a:lnTo>
                  <a:lnTo>
                    <a:pt x="5636" y="20"/>
                  </a:lnTo>
                  <a:lnTo>
                    <a:pt x="5696" y="20"/>
                  </a:lnTo>
                  <a:lnTo>
                    <a:pt x="5755" y="20"/>
                  </a:lnTo>
                  <a:lnTo>
                    <a:pt x="5815" y="20"/>
                  </a:lnTo>
                  <a:lnTo>
                    <a:pt x="5875" y="0"/>
                  </a:lnTo>
                  <a:lnTo>
                    <a:pt x="5974" y="20"/>
                  </a:lnTo>
                  <a:lnTo>
                    <a:pt x="6034" y="20"/>
                  </a:lnTo>
                  <a:lnTo>
                    <a:pt x="6114" y="61"/>
                  </a:lnTo>
                  <a:lnTo>
                    <a:pt x="6174" y="61"/>
                  </a:lnTo>
                  <a:lnTo>
                    <a:pt x="6233" y="61"/>
                  </a:lnTo>
                  <a:lnTo>
                    <a:pt x="6293" y="82"/>
                  </a:lnTo>
                  <a:lnTo>
                    <a:pt x="6373" y="103"/>
                  </a:lnTo>
                  <a:lnTo>
                    <a:pt x="6432" y="103"/>
                  </a:lnTo>
                  <a:lnTo>
                    <a:pt x="6492" y="123"/>
                  </a:lnTo>
                  <a:lnTo>
                    <a:pt x="6592" y="185"/>
                  </a:lnTo>
                  <a:lnTo>
                    <a:pt x="6691" y="268"/>
                  </a:lnTo>
                  <a:lnTo>
                    <a:pt x="6751" y="268"/>
                  </a:lnTo>
                  <a:lnTo>
                    <a:pt x="6811" y="268"/>
                  </a:lnTo>
                  <a:lnTo>
                    <a:pt x="6871" y="247"/>
                  </a:lnTo>
                  <a:lnTo>
                    <a:pt x="6930" y="226"/>
                  </a:lnTo>
                  <a:lnTo>
                    <a:pt x="7010" y="206"/>
                  </a:lnTo>
                  <a:lnTo>
                    <a:pt x="7070" y="185"/>
                  </a:lnTo>
                  <a:lnTo>
                    <a:pt x="7110" y="123"/>
                  </a:lnTo>
                  <a:lnTo>
                    <a:pt x="7169" y="103"/>
                  </a:lnTo>
                  <a:lnTo>
                    <a:pt x="7229" y="61"/>
                  </a:lnTo>
                  <a:lnTo>
                    <a:pt x="7309" y="61"/>
                  </a:lnTo>
                  <a:lnTo>
                    <a:pt x="7388" y="144"/>
                  </a:lnTo>
                  <a:lnTo>
                    <a:pt x="7408" y="226"/>
                  </a:lnTo>
                  <a:lnTo>
                    <a:pt x="7488" y="165"/>
                  </a:lnTo>
                  <a:lnTo>
                    <a:pt x="7548" y="144"/>
                  </a:lnTo>
                  <a:lnTo>
                    <a:pt x="7607" y="144"/>
                  </a:lnTo>
                  <a:lnTo>
                    <a:pt x="7667" y="165"/>
                  </a:lnTo>
                  <a:lnTo>
                    <a:pt x="7727" y="144"/>
                  </a:lnTo>
                  <a:lnTo>
                    <a:pt x="7787" y="123"/>
                  </a:lnTo>
                  <a:lnTo>
                    <a:pt x="7866" y="185"/>
                  </a:lnTo>
                  <a:lnTo>
                    <a:pt x="7926" y="226"/>
                  </a:lnTo>
                  <a:lnTo>
                    <a:pt x="7986" y="185"/>
                  </a:lnTo>
                  <a:lnTo>
                    <a:pt x="8045" y="185"/>
                  </a:lnTo>
                  <a:lnTo>
                    <a:pt x="8105" y="247"/>
                  </a:lnTo>
                  <a:lnTo>
                    <a:pt x="8165" y="185"/>
                  </a:lnTo>
                  <a:lnTo>
                    <a:pt x="8245" y="185"/>
                  </a:lnTo>
                  <a:lnTo>
                    <a:pt x="8304" y="226"/>
                  </a:lnTo>
                  <a:lnTo>
                    <a:pt x="8364" y="226"/>
                  </a:lnTo>
                  <a:lnTo>
                    <a:pt x="8424" y="165"/>
                  </a:lnTo>
                  <a:lnTo>
                    <a:pt x="8484" y="123"/>
                  </a:lnTo>
                  <a:lnTo>
                    <a:pt x="8543" y="103"/>
                  </a:lnTo>
                  <a:lnTo>
                    <a:pt x="8603" y="123"/>
                  </a:lnTo>
                  <a:lnTo>
                    <a:pt x="8663" y="103"/>
                  </a:lnTo>
                  <a:lnTo>
                    <a:pt x="8723" y="61"/>
                  </a:lnTo>
                  <a:lnTo>
                    <a:pt x="8782" y="20"/>
                  </a:lnTo>
                  <a:lnTo>
                    <a:pt x="8842" y="0"/>
                  </a:lnTo>
                  <a:lnTo>
                    <a:pt x="8842" y="1734"/>
                  </a:lnTo>
                  <a:lnTo>
                    <a:pt x="8782" y="1713"/>
                  </a:lnTo>
                  <a:lnTo>
                    <a:pt x="8723" y="1651"/>
                  </a:lnTo>
                  <a:lnTo>
                    <a:pt x="8663" y="1589"/>
                  </a:lnTo>
                  <a:lnTo>
                    <a:pt x="8623" y="1527"/>
                  </a:lnTo>
                  <a:lnTo>
                    <a:pt x="8603" y="1465"/>
                  </a:lnTo>
                  <a:lnTo>
                    <a:pt x="8583" y="1403"/>
                  </a:lnTo>
                  <a:lnTo>
                    <a:pt x="8523" y="1321"/>
                  </a:lnTo>
                  <a:lnTo>
                    <a:pt x="8503" y="1259"/>
                  </a:lnTo>
                  <a:lnTo>
                    <a:pt x="8444" y="1218"/>
                  </a:lnTo>
                  <a:lnTo>
                    <a:pt x="8444" y="1156"/>
                  </a:lnTo>
                  <a:lnTo>
                    <a:pt x="8404" y="1094"/>
                  </a:lnTo>
                  <a:lnTo>
                    <a:pt x="8364" y="1032"/>
                  </a:lnTo>
                  <a:lnTo>
                    <a:pt x="8324" y="970"/>
                  </a:lnTo>
                  <a:lnTo>
                    <a:pt x="8265" y="908"/>
                  </a:lnTo>
                  <a:lnTo>
                    <a:pt x="8205" y="845"/>
                  </a:lnTo>
                  <a:lnTo>
                    <a:pt x="8205" y="783"/>
                  </a:lnTo>
                  <a:lnTo>
                    <a:pt x="8165" y="722"/>
                  </a:lnTo>
                  <a:lnTo>
                    <a:pt x="8125" y="660"/>
                  </a:lnTo>
                  <a:lnTo>
                    <a:pt x="8105" y="722"/>
                  </a:lnTo>
                  <a:lnTo>
                    <a:pt x="8065" y="804"/>
                  </a:lnTo>
                  <a:lnTo>
                    <a:pt x="8045" y="866"/>
                  </a:lnTo>
                  <a:lnTo>
                    <a:pt x="8045" y="929"/>
                  </a:lnTo>
                  <a:lnTo>
                    <a:pt x="8045" y="991"/>
                  </a:lnTo>
                  <a:lnTo>
                    <a:pt x="8045" y="1053"/>
                  </a:lnTo>
                  <a:lnTo>
                    <a:pt x="8026" y="1115"/>
                  </a:lnTo>
                  <a:lnTo>
                    <a:pt x="8006" y="1176"/>
                  </a:lnTo>
                  <a:lnTo>
                    <a:pt x="7926" y="1094"/>
                  </a:lnTo>
                  <a:lnTo>
                    <a:pt x="7866" y="1011"/>
                  </a:lnTo>
                  <a:lnTo>
                    <a:pt x="7807" y="929"/>
                  </a:lnTo>
                  <a:lnTo>
                    <a:pt x="7727" y="866"/>
                  </a:lnTo>
                  <a:lnTo>
                    <a:pt x="7667" y="804"/>
                  </a:lnTo>
                  <a:lnTo>
                    <a:pt x="7607" y="742"/>
                  </a:lnTo>
                  <a:lnTo>
                    <a:pt x="7568" y="680"/>
                  </a:lnTo>
                  <a:lnTo>
                    <a:pt x="7508" y="639"/>
                  </a:lnTo>
                  <a:lnTo>
                    <a:pt x="7468" y="577"/>
                  </a:lnTo>
                  <a:lnTo>
                    <a:pt x="7408" y="639"/>
                  </a:lnTo>
                  <a:lnTo>
                    <a:pt x="7388" y="722"/>
                  </a:lnTo>
                  <a:lnTo>
                    <a:pt x="7348" y="783"/>
                  </a:lnTo>
                  <a:lnTo>
                    <a:pt x="7289" y="783"/>
                  </a:lnTo>
                  <a:lnTo>
                    <a:pt x="7209" y="722"/>
                  </a:lnTo>
                  <a:lnTo>
                    <a:pt x="7149" y="722"/>
                  </a:lnTo>
                  <a:lnTo>
                    <a:pt x="7090" y="680"/>
                  </a:lnTo>
                  <a:lnTo>
                    <a:pt x="7070" y="763"/>
                  </a:lnTo>
                  <a:lnTo>
                    <a:pt x="7010" y="845"/>
                  </a:lnTo>
                  <a:lnTo>
                    <a:pt x="6990" y="783"/>
                  </a:lnTo>
                  <a:lnTo>
                    <a:pt x="6950" y="722"/>
                  </a:lnTo>
                  <a:lnTo>
                    <a:pt x="6910" y="660"/>
                  </a:lnTo>
                  <a:lnTo>
                    <a:pt x="6851" y="639"/>
                  </a:lnTo>
                  <a:lnTo>
                    <a:pt x="6771" y="598"/>
                  </a:lnTo>
                  <a:lnTo>
                    <a:pt x="6691" y="577"/>
                  </a:lnTo>
                  <a:lnTo>
                    <a:pt x="6632" y="557"/>
                  </a:lnTo>
                  <a:lnTo>
                    <a:pt x="6572" y="515"/>
                  </a:lnTo>
                  <a:lnTo>
                    <a:pt x="6492" y="474"/>
                  </a:lnTo>
                  <a:lnTo>
                    <a:pt x="6452" y="412"/>
                  </a:lnTo>
                  <a:lnTo>
                    <a:pt x="6393" y="412"/>
                  </a:lnTo>
                  <a:lnTo>
                    <a:pt x="6333" y="433"/>
                  </a:lnTo>
                  <a:lnTo>
                    <a:pt x="6273" y="474"/>
                  </a:lnTo>
                  <a:lnTo>
                    <a:pt x="6253" y="412"/>
                  </a:lnTo>
                  <a:lnTo>
                    <a:pt x="6213" y="350"/>
                  </a:lnTo>
                  <a:lnTo>
                    <a:pt x="6154" y="309"/>
                  </a:lnTo>
                  <a:lnTo>
                    <a:pt x="6094" y="268"/>
                  </a:lnTo>
                  <a:lnTo>
                    <a:pt x="6014" y="330"/>
                  </a:lnTo>
                  <a:lnTo>
                    <a:pt x="5974" y="391"/>
                  </a:lnTo>
                  <a:lnTo>
                    <a:pt x="5935" y="453"/>
                  </a:lnTo>
                  <a:lnTo>
                    <a:pt x="5875" y="495"/>
                  </a:lnTo>
                  <a:lnTo>
                    <a:pt x="5815" y="474"/>
                  </a:lnTo>
                  <a:lnTo>
                    <a:pt x="5755" y="433"/>
                  </a:lnTo>
                  <a:lnTo>
                    <a:pt x="5696" y="433"/>
                  </a:lnTo>
                  <a:lnTo>
                    <a:pt x="5656" y="495"/>
                  </a:lnTo>
                  <a:lnTo>
                    <a:pt x="5596" y="474"/>
                  </a:lnTo>
                  <a:lnTo>
                    <a:pt x="5497" y="412"/>
                  </a:lnTo>
                  <a:lnTo>
                    <a:pt x="5417" y="412"/>
                  </a:lnTo>
                  <a:lnTo>
                    <a:pt x="5337" y="453"/>
                  </a:lnTo>
                  <a:lnTo>
                    <a:pt x="5258" y="515"/>
                  </a:lnTo>
                  <a:lnTo>
                    <a:pt x="5198" y="536"/>
                  </a:lnTo>
                  <a:lnTo>
                    <a:pt x="5138" y="577"/>
                  </a:lnTo>
                  <a:lnTo>
                    <a:pt x="5078" y="598"/>
                  </a:lnTo>
                  <a:lnTo>
                    <a:pt x="5019" y="639"/>
                  </a:lnTo>
                  <a:lnTo>
                    <a:pt x="4939" y="680"/>
                  </a:lnTo>
                  <a:lnTo>
                    <a:pt x="4859" y="639"/>
                  </a:lnTo>
                  <a:lnTo>
                    <a:pt x="4780" y="577"/>
                  </a:lnTo>
                  <a:lnTo>
                    <a:pt x="4700" y="536"/>
                  </a:lnTo>
                  <a:lnTo>
                    <a:pt x="4640" y="474"/>
                  </a:lnTo>
                  <a:lnTo>
                    <a:pt x="4581" y="433"/>
                  </a:lnTo>
                  <a:lnTo>
                    <a:pt x="4541" y="515"/>
                  </a:lnTo>
                  <a:lnTo>
                    <a:pt x="4481" y="557"/>
                  </a:lnTo>
                  <a:lnTo>
                    <a:pt x="4380" y="536"/>
                  </a:lnTo>
                  <a:lnTo>
                    <a:pt x="4321" y="515"/>
                  </a:lnTo>
                  <a:lnTo>
                    <a:pt x="4261" y="557"/>
                  </a:lnTo>
                  <a:lnTo>
                    <a:pt x="4201" y="515"/>
                  </a:lnTo>
                  <a:lnTo>
                    <a:pt x="4161" y="577"/>
                  </a:lnTo>
                  <a:lnTo>
                    <a:pt x="4122" y="639"/>
                  </a:lnTo>
                  <a:lnTo>
                    <a:pt x="4062" y="618"/>
                  </a:lnTo>
                  <a:lnTo>
                    <a:pt x="4002" y="660"/>
                  </a:lnTo>
                  <a:lnTo>
                    <a:pt x="3903" y="639"/>
                  </a:lnTo>
                  <a:lnTo>
                    <a:pt x="3883" y="577"/>
                  </a:lnTo>
                  <a:lnTo>
                    <a:pt x="3823" y="515"/>
                  </a:lnTo>
                  <a:lnTo>
                    <a:pt x="3743" y="577"/>
                  </a:lnTo>
                  <a:lnTo>
                    <a:pt x="3683" y="639"/>
                  </a:lnTo>
                  <a:lnTo>
                    <a:pt x="3604" y="701"/>
                  </a:lnTo>
                  <a:lnTo>
                    <a:pt x="3544" y="742"/>
                  </a:lnTo>
                  <a:lnTo>
                    <a:pt x="3484" y="763"/>
                  </a:lnTo>
                  <a:lnTo>
                    <a:pt x="3425" y="783"/>
                  </a:lnTo>
                  <a:lnTo>
                    <a:pt x="3365" y="804"/>
                  </a:lnTo>
                  <a:lnTo>
                    <a:pt x="3305" y="804"/>
                  </a:lnTo>
                  <a:lnTo>
                    <a:pt x="3245" y="845"/>
                  </a:lnTo>
                  <a:lnTo>
                    <a:pt x="3186" y="825"/>
                  </a:lnTo>
                  <a:lnTo>
                    <a:pt x="3106" y="804"/>
                  </a:lnTo>
                  <a:lnTo>
                    <a:pt x="3046" y="763"/>
                  </a:lnTo>
                  <a:lnTo>
                    <a:pt x="2986" y="742"/>
                  </a:lnTo>
                  <a:lnTo>
                    <a:pt x="2907" y="680"/>
                  </a:lnTo>
                  <a:lnTo>
                    <a:pt x="2847" y="639"/>
                  </a:lnTo>
                  <a:lnTo>
                    <a:pt x="2767" y="557"/>
                  </a:lnTo>
                  <a:lnTo>
                    <a:pt x="2708" y="515"/>
                  </a:lnTo>
                  <a:lnTo>
                    <a:pt x="2648" y="495"/>
                  </a:lnTo>
                  <a:lnTo>
                    <a:pt x="2588" y="474"/>
                  </a:lnTo>
                  <a:lnTo>
                    <a:pt x="2528" y="495"/>
                  </a:lnTo>
                  <a:lnTo>
                    <a:pt x="2469" y="536"/>
                  </a:lnTo>
                  <a:lnTo>
                    <a:pt x="2449" y="598"/>
                  </a:lnTo>
                  <a:lnTo>
                    <a:pt x="2389" y="618"/>
                  </a:lnTo>
                  <a:lnTo>
                    <a:pt x="2309" y="598"/>
                  </a:lnTo>
                  <a:lnTo>
                    <a:pt x="2230" y="577"/>
                  </a:lnTo>
                  <a:lnTo>
                    <a:pt x="2150" y="536"/>
                  </a:lnTo>
                  <a:lnTo>
                    <a:pt x="2070" y="495"/>
                  </a:lnTo>
                  <a:lnTo>
                    <a:pt x="1991" y="495"/>
                  </a:lnTo>
                  <a:lnTo>
                    <a:pt x="1931" y="433"/>
                  </a:lnTo>
                  <a:lnTo>
                    <a:pt x="1871" y="433"/>
                  </a:lnTo>
                  <a:lnTo>
                    <a:pt x="1832" y="495"/>
                  </a:lnTo>
                  <a:lnTo>
                    <a:pt x="1792" y="557"/>
                  </a:lnTo>
                  <a:lnTo>
                    <a:pt x="1732" y="577"/>
                  </a:lnTo>
                  <a:lnTo>
                    <a:pt x="1672" y="577"/>
                  </a:lnTo>
                  <a:lnTo>
                    <a:pt x="1593" y="557"/>
                  </a:lnTo>
                  <a:lnTo>
                    <a:pt x="1533" y="557"/>
                  </a:lnTo>
                  <a:lnTo>
                    <a:pt x="1473" y="577"/>
                  </a:lnTo>
                  <a:lnTo>
                    <a:pt x="1413" y="639"/>
                  </a:lnTo>
                  <a:lnTo>
                    <a:pt x="1354" y="639"/>
                  </a:lnTo>
                  <a:lnTo>
                    <a:pt x="1274" y="660"/>
                  </a:lnTo>
                  <a:lnTo>
                    <a:pt x="1194" y="680"/>
                  </a:lnTo>
                  <a:lnTo>
                    <a:pt x="1135" y="639"/>
                  </a:lnTo>
                  <a:lnTo>
                    <a:pt x="1075" y="639"/>
                  </a:lnTo>
                  <a:lnTo>
                    <a:pt x="1015" y="680"/>
                  </a:lnTo>
                  <a:lnTo>
                    <a:pt x="955" y="680"/>
                  </a:lnTo>
                  <a:lnTo>
                    <a:pt x="876" y="680"/>
                  </a:lnTo>
                  <a:lnTo>
                    <a:pt x="796" y="722"/>
                  </a:lnTo>
                  <a:lnTo>
                    <a:pt x="736" y="742"/>
                  </a:lnTo>
                  <a:lnTo>
                    <a:pt x="657" y="722"/>
                  </a:lnTo>
                  <a:lnTo>
                    <a:pt x="597" y="763"/>
                  </a:lnTo>
                  <a:lnTo>
                    <a:pt x="537" y="783"/>
                  </a:lnTo>
                  <a:lnTo>
                    <a:pt x="477" y="825"/>
                  </a:lnTo>
                  <a:lnTo>
                    <a:pt x="458" y="888"/>
                  </a:lnTo>
                  <a:lnTo>
                    <a:pt x="398" y="908"/>
                  </a:lnTo>
                  <a:lnTo>
                    <a:pt x="378" y="970"/>
                  </a:lnTo>
                  <a:lnTo>
                    <a:pt x="318" y="991"/>
                  </a:lnTo>
                  <a:lnTo>
                    <a:pt x="258" y="991"/>
                  </a:lnTo>
                  <a:lnTo>
                    <a:pt x="199" y="1011"/>
                  </a:lnTo>
                  <a:lnTo>
                    <a:pt x="139" y="1032"/>
                  </a:lnTo>
                  <a:lnTo>
                    <a:pt x="79" y="1053"/>
                  </a:lnTo>
                  <a:lnTo>
                    <a:pt x="19" y="1094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"/>
            <p:cNvSpPr/>
            <p:nvPr/>
          </p:nvSpPr>
          <p:spPr>
            <a:xfrm>
              <a:off x="1887480" y="755640"/>
              <a:ext cx="1355760" cy="63972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"/>
            <p:cNvSpPr txBox="1"/>
            <p:nvPr/>
          </p:nvSpPr>
          <p:spPr>
            <a:xfrm>
              <a:off x="1905120" y="52704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Program 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"/>
            <p:cNvSpPr txBox="1"/>
            <p:nvPr/>
          </p:nvSpPr>
          <p:spPr>
            <a:xfrm>
              <a:off x="3579840" y="2049480"/>
              <a:ext cx="14493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"/>
            <p:cNvSpPr txBox="1"/>
            <p:nvPr/>
          </p:nvSpPr>
          <p:spPr>
            <a:xfrm>
              <a:off x="358128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"/>
            <p:cNvSpPr/>
            <p:nvPr/>
          </p:nvSpPr>
          <p:spPr>
            <a:xfrm>
              <a:off x="1887480" y="2049480"/>
              <a:ext cx="13557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"/>
            <p:cNvSpPr txBox="1"/>
            <p:nvPr/>
          </p:nvSpPr>
          <p:spPr>
            <a:xfrm>
              <a:off x="1905120" y="179712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"/>
            <p:cNvSpPr txBox="1"/>
            <p:nvPr/>
          </p:nvSpPr>
          <p:spPr>
            <a:xfrm>
              <a:off x="233280" y="2049480"/>
              <a:ext cx="144288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3300"/>
              </a:solidFill>
              <a:round/>
            </a:ln>
            <a:effectLst>
              <a:outerShdw dist="0" dir="0" rotWithShape="0">
                <a:srgbClr val="91919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</a:t>
              </a:r>
              <a:r>
                <a:rPr lang="en-US" sz="1400" b="0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"/>
            <p:cNvSpPr txBox="1"/>
            <p:nvPr/>
          </p:nvSpPr>
          <p:spPr>
            <a:xfrm>
              <a:off x="22860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Program 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"/>
            <p:cNvSpPr txBox="1"/>
            <p:nvPr/>
          </p:nvSpPr>
          <p:spPr>
            <a:xfrm>
              <a:off x="2201760" y="2932200"/>
              <a:ext cx="928800" cy="399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SharedRec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"/>
            <p:cNvSpPr txBox="1"/>
            <p:nvPr/>
          </p:nvSpPr>
          <p:spPr>
            <a:xfrm>
              <a:off x="2057400" y="3139920"/>
              <a:ext cx="1219320" cy="434880"/>
            </a:xfrm>
            <a:prstGeom prst="rect">
              <a:avLst/>
            </a:prstGeom>
            <a:solidFill>
              <a:srgbClr val="E9FFE9"/>
            </a:solidFill>
            <a:ln w="25560">
              <a:solidFill>
                <a:srgbClr val="676767"/>
              </a:solidFill>
              <a:custDash>
                <a:ds d="198592" sp="198592"/>
              </a:custDash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"/>
            <p:cNvSpPr/>
            <p:nvPr/>
          </p:nvSpPr>
          <p:spPr>
            <a:xfrm flipH="1">
              <a:off x="1020600" y="1387440"/>
              <a:ext cx="89712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2556000" y="1387440"/>
              <a:ext cx="0" cy="44604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"/>
            <p:cNvSpPr/>
            <p:nvPr/>
          </p:nvSpPr>
          <p:spPr>
            <a:xfrm>
              <a:off x="3220920" y="1387440"/>
              <a:ext cx="103356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"/>
            <p:cNvSpPr/>
            <p:nvPr/>
          </p:nvSpPr>
          <p:spPr>
            <a:xfrm>
              <a:off x="863640" y="2660760"/>
              <a:ext cx="1194120" cy="686160"/>
            </a:xfrm>
            <a:custGeom>
              <a:avLst/>
              <a:gdLst/>
              <a:ahLst/>
              <a:rect l="0" t="0" r="r" b="b"/>
              <a:pathLst>
                <a:path fill="none" w="3317" h="1906">
                  <a:moveTo>
                    <a:pt x="0" y="0"/>
                  </a:moveTo>
                  <a:lnTo>
                    <a:pt x="0" y="0"/>
                  </a:lnTo>
                  <a:cubicBezTo>
                    <a:pt x="0" y="335"/>
                    <a:pt x="153" y="663"/>
                    <a:pt x="444" y="953"/>
                  </a:cubicBezTo>
                  <a:cubicBezTo>
                    <a:pt x="736" y="1243"/>
                    <a:pt x="1154" y="1483"/>
                    <a:pt x="1659" y="1651"/>
                  </a:cubicBezTo>
                  <a:cubicBezTo>
                    <a:pt x="2163" y="1818"/>
                    <a:pt x="2735" y="1906"/>
                    <a:pt x="3317" y="1906"/>
                  </a:cubicBezTo>
                </a:path>
              </a:pathLst>
            </a:custGeom>
            <a:ln w="25560">
              <a:solidFill>
                <a:srgbClr val="FF3300"/>
              </a:solidFill>
              <a:round/>
              <a:tailEnd len="med" type="triangle" w="med"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"/>
            <p:cNvSpPr txBox="1"/>
            <p:nvPr/>
          </p:nvSpPr>
          <p:spPr>
            <a:xfrm>
              <a:off x="1023840" y="2935440"/>
              <a:ext cx="388800" cy="674280"/>
            </a:xfrm>
            <a:prstGeom prst="rect">
              <a:avLst/>
            </a:prstGeom>
            <a:solidFill>
              <a:srgbClr val="114FFB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0" u="none" strike="noStrike">
                  <a:solidFill>
                    <a:srgbClr val="FFFFFF"/>
                  </a:solidFill>
                  <a:effectLst/>
                  <a:uFillTx/>
                  <a:latin typeface="Times New Roman"/>
                  <a:ea typeface="Times New Roman"/>
                </a:rPr>
                <a:t>put</a:t>
              </a:r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"/>
          <p:cNvSpPr txBox="1"/>
          <p:nvPr/>
        </p:nvSpPr>
        <p:spPr>
          <a:xfrm>
            <a:off x="76320" y="76320"/>
            <a:ext cx="1409760" cy="1447920"/>
          </a:xfrm>
          <a:prstGeom prst="rect">
            <a:avLst/>
          </a:prstGeom>
          <a:solidFill>
            <a:srgbClr val="FFFFDE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Program B moves the value Mike12345 to the shared 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"/>
          <p:cNvGrpSpPr/>
          <p:nvPr/>
        </p:nvGrpSpPr>
        <p:grpSpPr>
          <a:xfrm>
            <a:off x="228600" y="527040"/>
            <a:ext cx="4800600" cy="4121280"/>
            <a:chOff x="228600" y="527040"/>
            <a:chExt cx="4800600" cy="4121280"/>
          </a:xfrm>
        </p:grpSpPr>
        <p:sp>
          <p:nvSpPr>
            <p:cNvPr id="68" name=""/>
            <p:cNvSpPr txBox="1"/>
            <p:nvPr/>
          </p:nvSpPr>
          <p:spPr>
            <a:xfrm>
              <a:off x="1274760" y="3727440"/>
              <a:ext cx="2946240" cy="92088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  <a:effectLst>
              <a:outerShdw dist="0" dir="0" rotWithShape="0">
                <a:srgbClr val="DC008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WORKING-STORAGE SECTION.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SharedRec IS EXTERNAL.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PartA   PIC X(4).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PartB   PIC 9(5).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"/>
            <p:cNvSpPr/>
            <p:nvPr/>
          </p:nvSpPr>
          <p:spPr>
            <a:xfrm>
              <a:off x="820800" y="2235240"/>
              <a:ext cx="3183120" cy="624240"/>
            </a:xfrm>
            <a:custGeom>
              <a:avLst/>
              <a:gdLst/>
              <a:ahLst/>
              <a:rect l="0" t="0" r="r" b="b"/>
              <a:pathLst>
                <a:path w="8842" h="1734">
                  <a:moveTo>
                    <a:pt x="0" y="412"/>
                  </a:moveTo>
                  <a:lnTo>
                    <a:pt x="79" y="433"/>
                  </a:lnTo>
                  <a:lnTo>
                    <a:pt x="139" y="433"/>
                  </a:lnTo>
                  <a:lnTo>
                    <a:pt x="219" y="433"/>
                  </a:lnTo>
                  <a:lnTo>
                    <a:pt x="298" y="433"/>
                  </a:lnTo>
                  <a:lnTo>
                    <a:pt x="358" y="412"/>
                  </a:lnTo>
                  <a:lnTo>
                    <a:pt x="418" y="350"/>
                  </a:lnTo>
                  <a:lnTo>
                    <a:pt x="477" y="268"/>
                  </a:lnTo>
                  <a:lnTo>
                    <a:pt x="517" y="185"/>
                  </a:lnTo>
                  <a:lnTo>
                    <a:pt x="637" y="268"/>
                  </a:lnTo>
                  <a:lnTo>
                    <a:pt x="657" y="330"/>
                  </a:lnTo>
                  <a:lnTo>
                    <a:pt x="716" y="391"/>
                  </a:lnTo>
                  <a:lnTo>
                    <a:pt x="776" y="412"/>
                  </a:lnTo>
                  <a:lnTo>
                    <a:pt x="836" y="391"/>
                  </a:lnTo>
                  <a:lnTo>
                    <a:pt x="856" y="330"/>
                  </a:lnTo>
                  <a:lnTo>
                    <a:pt x="916" y="330"/>
                  </a:lnTo>
                  <a:lnTo>
                    <a:pt x="975" y="309"/>
                  </a:lnTo>
                  <a:lnTo>
                    <a:pt x="1035" y="268"/>
                  </a:lnTo>
                  <a:lnTo>
                    <a:pt x="1115" y="247"/>
                  </a:lnTo>
                  <a:lnTo>
                    <a:pt x="1154" y="309"/>
                  </a:lnTo>
                  <a:lnTo>
                    <a:pt x="1214" y="309"/>
                  </a:lnTo>
                  <a:lnTo>
                    <a:pt x="1274" y="288"/>
                  </a:lnTo>
                  <a:lnTo>
                    <a:pt x="1334" y="268"/>
                  </a:lnTo>
                  <a:lnTo>
                    <a:pt x="1393" y="309"/>
                  </a:lnTo>
                  <a:lnTo>
                    <a:pt x="1493" y="268"/>
                  </a:lnTo>
                  <a:lnTo>
                    <a:pt x="1573" y="247"/>
                  </a:lnTo>
                  <a:lnTo>
                    <a:pt x="1632" y="226"/>
                  </a:lnTo>
                  <a:lnTo>
                    <a:pt x="1672" y="165"/>
                  </a:lnTo>
                  <a:lnTo>
                    <a:pt x="1732" y="144"/>
                  </a:lnTo>
                  <a:lnTo>
                    <a:pt x="1792" y="123"/>
                  </a:lnTo>
                  <a:lnTo>
                    <a:pt x="1851" y="103"/>
                  </a:lnTo>
                  <a:lnTo>
                    <a:pt x="1911" y="144"/>
                  </a:lnTo>
                  <a:lnTo>
                    <a:pt x="1971" y="185"/>
                  </a:lnTo>
                  <a:lnTo>
                    <a:pt x="1991" y="247"/>
                  </a:lnTo>
                  <a:lnTo>
                    <a:pt x="2051" y="268"/>
                  </a:lnTo>
                  <a:lnTo>
                    <a:pt x="2110" y="330"/>
                  </a:lnTo>
                  <a:lnTo>
                    <a:pt x="2170" y="371"/>
                  </a:lnTo>
                  <a:lnTo>
                    <a:pt x="2230" y="391"/>
                  </a:lnTo>
                  <a:lnTo>
                    <a:pt x="2309" y="330"/>
                  </a:lnTo>
                  <a:lnTo>
                    <a:pt x="2389" y="268"/>
                  </a:lnTo>
                  <a:lnTo>
                    <a:pt x="2449" y="226"/>
                  </a:lnTo>
                  <a:lnTo>
                    <a:pt x="2548" y="226"/>
                  </a:lnTo>
                  <a:lnTo>
                    <a:pt x="2628" y="185"/>
                  </a:lnTo>
                  <a:lnTo>
                    <a:pt x="2688" y="185"/>
                  </a:lnTo>
                  <a:lnTo>
                    <a:pt x="2748" y="185"/>
                  </a:lnTo>
                  <a:lnTo>
                    <a:pt x="2827" y="226"/>
                  </a:lnTo>
                  <a:lnTo>
                    <a:pt x="2887" y="206"/>
                  </a:lnTo>
                  <a:lnTo>
                    <a:pt x="2947" y="268"/>
                  </a:lnTo>
                  <a:lnTo>
                    <a:pt x="3006" y="309"/>
                  </a:lnTo>
                  <a:lnTo>
                    <a:pt x="3066" y="309"/>
                  </a:lnTo>
                  <a:lnTo>
                    <a:pt x="3126" y="350"/>
                  </a:lnTo>
                  <a:lnTo>
                    <a:pt x="3186" y="371"/>
                  </a:lnTo>
                  <a:lnTo>
                    <a:pt x="3265" y="391"/>
                  </a:lnTo>
                  <a:lnTo>
                    <a:pt x="3325" y="412"/>
                  </a:lnTo>
                  <a:lnTo>
                    <a:pt x="3405" y="433"/>
                  </a:lnTo>
                  <a:lnTo>
                    <a:pt x="3464" y="412"/>
                  </a:lnTo>
                  <a:lnTo>
                    <a:pt x="3524" y="371"/>
                  </a:lnTo>
                  <a:lnTo>
                    <a:pt x="3584" y="330"/>
                  </a:lnTo>
                  <a:lnTo>
                    <a:pt x="3604" y="268"/>
                  </a:lnTo>
                  <a:lnTo>
                    <a:pt x="3664" y="226"/>
                  </a:lnTo>
                  <a:lnTo>
                    <a:pt x="3743" y="185"/>
                  </a:lnTo>
                  <a:lnTo>
                    <a:pt x="3823" y="165"/>
                  </a:lnTo>
                  <a:lnTo>
                    <a:pt x="3883" y="144"/>
                  </a:lnTo>
                  <a:lnTo>
                    <a:pt x="3942" y="123"/>
                  </a:lnTo>
                  <a:lnTo>
                    <a:pt x="4002" y="103"/>
                  </a:lnTo>
                  <a:lnTo>
                    <a:pt x="4062" y="103"/>
                  </a:lnTo>
                  <a:lnTo>
                    <a:pt x="4102" y="165"/>
                  </a:lnTo>
                  <a:lnTo>
                    <a:pt x="4141" y="226"/>
                  </a:lnTo>
                  <a:lnTo>
                    <a:pt x="4221" y="268"/>
                  </a:lnTo>
                  <a:lnTo>
                    <a:pt x="4281" y="309"/>
                  </a:lnTo>
                  <a:lnTo>
                    <a:pt x="4361" y="268"/>
                  </a:lnTo>
                  <a:lnTo>
                    <a:pt x="4420" y="268"/>
                  </a:lnTo>
                  <a:lnTo>
                    <a:pt x="4481" y="247"/>
                  </a:lnTo>
                  <a:lnTo>
                    <a:pt x="4541" y="247"/>
                  </a:lnTo>
                  <a:lnTo>
                    <a:pt x="4620" y="206"/>
                  </a:lnTo>
                  <a:lnTo>
                    <a:pt x="4680" y="185"/>
                  </a:lnTo>
                  <a:lnTo>
                    <a:pt x="4740" y="144"/>
                  </a:lnTo>
                  <a:lnTo>
                    <a:pt x="4839" y="144"/>
                  </a:lnTo>
                  <a:lnTo>
                    <a:pt x="4919" y="103"/>
                  </a:lnTo>
                  <a:lnTo>
                    <a:pt x="4999" y="61"/>
                  </a:lnTo>
                  <a:lnTo>
                    <a:pt x="5058" y="20"/>
                  </a:lnTo>
                  <a:lnTo>
                    <a:pt x="5138" y="61"/>
                  </a:lnTo>
                  <a:lnTo>
                    <a:pt x="5198" y="103"/>
                  </a:lnTo>
                  <a:lnTo>
                    <a:pt x="5258" y="61"/>
                  </a:lnTo>
                  <a:lnTo>
                    <a:pt x="5337" y="20"/>
                  </a:lnTo>
                  <a:lnTo>
                    <a:pt x="5397" y="41"/>
                  </a:lnTo>
                  <a:lnTo>
                    <a:pt x="5477" y="82"/>
                  </a:lnTo>
                  <a:lnTo>
                    <a:pt x="5536" y="82"/>
                  </a:lnTo>
                  <a:lnTo>
                    <a:pt x="5576" y="20"/>
                  </a:lnTo>
                  <a:lnTo>
                    <a:pt x="5636" y="20"/>
                  </a:lnTo>
                  <a:lnTo>
                    <a:pt x="5696" y="20"/>
                  </a:lnTo>
                  <a:lnTo>
                    <a:pt x="5755" y="20"/>
                  </a:lnTo>
                  <a:lnTo>
                    <a:pt x="5815" y="20"/>
                  </a:lnTo>
                  <a:lnTo>
                    <a:pt x="5875" y="0"/>
                  </a:lnTo>
                  <a:lnTo>
                    <a:pt x="5974" y="20"/>
                  </a:lnTo>
                  <a:lnTo>
                    <a:pt x="6034" y="20"/>
                  </a:lnTo>
                  <a:lnTo>
                    <a:pt x="6114" y="61"/>
                  </a:lnTo>
                  <a:lnTo>
                    <a:pt x="6174" y="61"/>
                  </a:lnTo>
                  <a:lnTo>
                    <a:pt x="6233" y="61"/>
                  </a:lnTo>
                  <a:lnTo>
                    <a:pt x="6293" y="82"/>
                  </a:lnTo>
                  <a:lnTo>
                    <a:pt x="6373" y="103"/>
                  </a:lnTo>
                  <a:lnTo>
                    <a:pt x="6432" y="103"/>
                  </a:lnTo>
                  <a:lnTo>
                    <a:pt x="6492" y="123"/>
                  </a:lnTo>
                  <a:lnTo>
                    <a:pt x="6592" y="185"/>
                  </a:lnTo>
                  <a:lnTo>
                    <a:pt x="6691" y="268"/>
                  </a:lnTo>
                  <a:lnTo>
                    <a:pt x="6751" y="268"/>
                  </a:lnTo>
                  <a:lnTo>
                    <a:pt x="6811" y="268"/>
                  </a:lnTo>
                  <a:lnTo>
                    <a:pt x="6871" y="247"/>
                  </a:lnTo>
                  <a:lnTo>
                    <a:pt x="6930" y="226"/>
                  </a:lnTo>
                  <a:lnTo>
                    <a:pt x="7010" y="206"/>
                  </a:lnTo>
                  <a:lnTo>
                    <a:pt x="7070" y="185"/>
                  </a:lnTo>
                  <a:lnTo>
                    <a:pt x="7110" y="123"/>
                  </a:lnTo>
                  <a:lnTo>
                    <a:pt x="7169" y="103"/>
                  </a:lnTo>
                  <a:lnTo>
                    <a:pt x="7229" y="61"/>
                  </a:lnTo>
                  <a:lnTo>
                    <a:pt x="7309" y="61"/>
                  </a:lnTo>
                  <a:lnTo>
                    <a:pt x="7388" y="144"/>
                  </a:lnTo>
                  <a:lnTo>
                    <a:pt x="7408" y="226"/>
                  </a:lnTo>
                  <a:lnTo>
                    <a:pt x="7488" y="165"/>
                  </a:lnTo>
                  <a:lnTo>
                    <a:pt x="7548" y="144"/>
                  </a:lnTo>
                  <a:lnTo>
                    <a:pt x="7607" y="144"/>
                  </a:lnTo>
                  <a:lnTo>
                    <a:pt x="7667" y="165"/>
                  </a:lnTo>
                  <a:lnTo>
                    <a:pt x="7727" y="144"/>
                  </a:lnTo>
                  <a:lnTo>
                    <a:pt x="7787" y="123"/>
                  </a:lnTo>
                  <a:lnTo>
                    <a:pt x="7866" y="185"/>
                  </a:lnTo>
                  <a:lnTo>
                    <a:pt x="7926" y="226"/>
                  </a:lnTo>
                  <a:lnTo>
                    <a:pt x="7986" y="185"/>
                  </a:lnTo>
                  <a:lnTo>
                    <a:pt x="8045" y="185"/>
                  </a:lnTo>
                  <a:lnTo>
                    <a:pt x="8105" y="247"/>
                  </a:lnTo>
                  <a:lnTo>
                    <a:pt x="8165" y="185"/>
                  </a:lnTo>
                  <a:lnTo>
                    <a:pt x="8245" y="185"/>
                  </a:lnTo>
                  <a:lnTo>
                    <a:pt x="8304" y="226"/>
                  </a:lnTo>
                  <a:lnTo>
                    <a:pt x="8364" y="226"/>
                  </a:lnTo>
                  <a:lnTo>
                    <a:pt x="8424" y="165"/>
                  </a:lnTo>
                  <a:lnTo>
                    <a:pt x="8484" y="123"/>
                  </a:lnTo>
                  <a:lnTo>
                    <a:pt x="8543" y="103"/>
                  </a:lnTo>
                  <a:lnTo>
                    <a:pt x="8603" y="123"/>
                  </a:lnTo>
                  <a:lnTo>
                    <a:pt x="8663" y="103"/>
                  </a:lnTo>
                  <a:lnTo>
                    <a:pt x="8723" y="61"/>
                  </a:lnTo>
                  <a:lnTo>
                    <a:pt x="8782" y="20"/>
                  </a:lnTo>
                  <a:lnTo>
                    <a:pt x="8842" y="0"/>
                  </a:lnTo>
                  <a:lnTo>
                    <a:pt x="8842" y="1734"/>
                  </a:lnTo>
                  <a:lnTo>
                    <a:pt x="8782" y="1713"/>
                  </a:lnTo>
                  <a:lnTo>
                    <a:pt x="8723" y="1651"/>
                  </a:lnTo>
                  <a:lnTo>
                    <a:pt x="8663" y="1589"/>
                  </a:lnTo>
                  <a:lnTo>
                    <a:pt x="8623" y="1527"/>
                  </a:lnTo>
                  <a:lnTo>
                    <a:pt x="8603" y="1465"/>
                  </a:lnTo>
                  <a:lnTo>
                    <a:pt x="8583" y="1403"/>
                  </a:lnTo>
                  <a:lnTo>
                    <a:pt x="8523" y="1321"/>
                  </a:lnTo>
                  <a:lnTo>
                    <a:pt x="8503" y="1259"/>
                  </a:lnTo>
                  <a:lnTo>
                    <a:pt x="8444" y="1218"/>
                  </a:lnTo>
                  <a:lnTo>
                    <a:pt x="8444" y="1156"/>
                  </a:lnTo>
                  <a:lnTo>
                    <a:pt x="8404" y="1094"/>
                  </a:lnTo>
                  <a:lnTo>
                    <a:pt x="8364" y="1032"/>
                  </a:lnTo>
                  <a:lnTo>
                    <a:pt x="8324" y="970"/>
                  </a:lnTo>
                  <a:lnTo>
                    <a:pt x="8265" y="908"/>
                  </a:lnTo>
                  <a:lnTo>
                    <a:pt x="8205" y="845"/>
                  </a:lnTo>
                  <a:lnTo>
                    <a:pt x="8205" y="783"/>
                  </a:lnTo>
                  <a:lnTo>
                    <a:pt x="8165" y="722"/>
                  </a:lnTo>
                  <a:lnTo>
                    <a:pt x="8125" y="660"/>
                  </a:lnTo>
                  <a:lnTo>
                    <a:pt x="8105" y="722"/>
                  </a:lnTo>
                  <a:lnTo>
                    <a:pt x="8065" y="804"/>
                  </a:lnTo>
                  <a:lnTo>
                    <a:pt x="8045" y="866"/>
                  </a:lnTo>
                  <a:lnTo>
                    <a:pt x="8045" y="929"/>
                  </a:lnTo>
                  <a:lnTo>
                    <a:pt x="8045" y="991"/>
                  </a:lnTo>
                  <a:lnTo>
                    <a:pt x="8045" y="1053"/>
                  </a:lnTo>
                  <a:lnTo>
                    <a:pt x="8026" y="1115"/>
                  </a:lnTo>
                  <a:lnTo>
                    <a:pt x="8006" y="1176"/>
                  </a:lnTo>
                  <a:lnTo>
                    <a:pt x="7926" y="1094"/>
                  </a:lnTo>
                  <a:lnTo>
                    <a:pt x="7866" y="1011"/>
                  </a:lnTo>
                  <a:lnTo>
                    <a:pt x="7807" y="929"/>
                  </a:lnTo>
                  <a:lnTo>
                    <a:pt x="7727" y="866"/>
                  </a:lnTo>
                  <a:lnTo>
                    <a:pt x="7667" y="804"/>
                  </a:lnTo>
                  <a:lnTo>
                    <a:pt x="7607" y="742"/>
                  </a:lnTo>
                  <a:lnTo>
                    <a:pt x="7568" y="680"/>
                  </a:lnTo>
                  <a:lnTo>
                    <a:pt x="7508" y="639"/>
                  </a:lnTo>
                  <a:lnTo>
                    <a:pt x="7468" y="577"/>
                  </a:lnTo>
                  <a:lnTo>
                    <a:pt x="7408" y="639"/>
                  </a:lnTo>
                  <a:lnTo>
                    <a:pt x="7388" y="722"/>
                  </a:lnTo>
                  <a:lnTo>
                    <a:pt x="7348" y="783"/>
                  </a:lnTo>
                  <a:lnTo>
                    <a:pt x="7289" y="783"/>
                  </a:lnTo>
                  <a:lnTo>
                    <a:pt x="7209" y="722"/>
                  </a:lnTo>
                  <a:lnTo>
                    <a:pt x="7149" y="722"/>
                  </a:lnTo>
                  <a:lnTo>
                    <a:pt x="7090" y="680"/>
                  </a:lnTo>
                  <a:lnTo>
                    <a:pt x="7070" y="763"/>
                  </a:lnTo>
                  <a:lnTo>
                    <a:pt x="7010" y="845"/>
                  </a:lnTo>
                  <a:lnTo>
                    <a:pt x="6990" y="783"/>
                  </a:lnTo>
                  <a:lnTo>
                    <a:pt x="6950" y="722"/>
                  </a:lnTo>
                  <a:lnTo>
                    <a:pt x="6910" y="660"/>
                  </a:lnTo>
                  <a:lnTo>
                    <a:pt x="6851" y="639"/>
                  </a:lnTo>
                  <a:lnTo>
                    <a:pt x="6771" y="598"/>
                  </a:lnTo>
                  <a:lnTo>
                    <a:pt x="6691" y="577"/>
                  </a:lnTo>
                  <a:lnTo>
                    <a:pt x="6632" y="557"/>
                  </a:lnTo>
                  <a:lnTo>
                    <a:pt x="6572" y="515"/>
                  </a:lnTo>
                  <a:lnTo>
                    <a:pt x="6492" y="474"/>
                  </a:lnTo>
                  <a:lnTo>
                    <a:pt x="6452" y="412"/>
                  </a:lnTo>
                  <a:lnTo>
                    <a:pt x="6393" y="412"/>
                  </a:lnTo>
                  <a:lnTo>
                    <a:pt x="6333" y="433"/>
                  </a:lnTo>
                  <a:lnTo>
                    <a:pt x="6273" y="474"/>
                  </a:lnTo>
                  <a:lnTo>
                    <a:pt x="6253" y="412"/>
                  </a:lnTo>
                  <a:lnTo>
                    <a:pt x="6213" y="350"/>
                  </a:lnTo>
                  <a:lnTo>
                    <a:pt x="6154" y="309"/>
                  </a:lnTo>
                  <a:lnTo>
                    <a:pt x="6094" y="268"/>
                  </a:lnTo>
                  <a:lnTo>
                    <a:pt x="6014" y="330"/>
                  </a:lnTo>
                  <a:lnTo>
                    <a:pt x="5974" y="391"/>
                  </a:lnTo>
                  <a:lnTo>
                    <a:pt x="5935" y="453"/>
                  </a:lnTo>
                  <a:lnTo>
                    <a:pt x="5875" y="495"/>
                  </a:lnTo>
                  <a:lnTo>
                    <a:pt x="5815" y="474"/>
                  </a:lnTo>
                  <a:lnTo>
                    <a:pt x="5755" y="433"/>
                  </a:lnTo>
                  <a:lnTo>
                    <a:pt x="5696" y="433"/>
                  </a:lnTo>
                  <a:lnTo>
                    <a:pt x="5656" y="495"/>
                  </a:lnTo>
                  <a:lnTo>
                    <a:pt x="5596" y="474"/>
                  </a:lnTo>
                  <a:lnTo>
                    <a:pt x="5497" y="412"/>
                  </a:lnTo>
                  <a:lnTo>
                    <a:pt x="5417" y="412"/>
                  </a:lnTo>
                  <a:lnTo>
                    <a:pt x="5337" y="453"/>
                  </a:lnTo>
                  <a:lnTo>
                    <a:pt x="5258" y="515"/>
                  </a:lnTo>
                  <a:lnTo>
                    <a:pt x="5198" y="536"/>
                  </a:lnTo>
                  <a:lnTo>
                    <a:pt x="5138" y="577"/>
                  </a:lnTo>
                  <a:lnTo>
                    <a:pt x="5078" y="598"/>
                  </a:lnTo>
                  <a:lnTo>
                    <a:pt x="5019" y="639"/>
                  </a:lnTo>
                  <a:lnTo>
                    <a:pt x="4939" y="680"/>
                  </a:lnTo>
                  <a:lnTo>
                    <a:pt x="4859" y="639"/>
                  </a:lnTo>
                  <a:lnTo>
                    <a:pt x="4780" y="577"/>
                  </a:lnTo>
                  <a:lnTo>
                    <a:pt x="4700" y="536"/>
                  </a:lnTo>
                  <a:lnTo>
                    <a:pt x="4640" y="474"/>
                  </a:lnTo>
                  <a:lnTo>
                    <a:pt x="4581" y="433"/>
                  </a:lnTo>
                  <a:lnTo>
                    <a:pt x="4541" y="515"/>
                  </a:lnTo>
                  <a:lnTo>
                    <a:pt x="4481" y="557"/>
                  </a:lnTo>
                  <a:lnTo>
                    <a:pt x="4380" y="536"/>
                  </a:lnTo>
                  <a:lnTo>
                    <a:pt x="4321" y="515"/>
                  </a:lnTo>
                  <a:lnTo>
                    <a:pt x="4261" y="557"/>
                  </a:lnTo>
                  <a:lnTo>
                    <a:pt x="4201" y="515"/>
                  </a:lnTo>
                  <a:lnTo>
                    <a:pt x="4161" y="577"/>
                  </a:lnTo>
                  <a:lnTo>
                    <a:pt x="4122" y="639"/>
                  </a:lnTo>
                  <a:lnTo>
                    <a:pt x="4062" y="618"/>
                  </a:lnTo>
                  <a:lnTo>
                    <a:pt x="4002" y="660"/>
                  </a:lnTo>
                  <a:lnTo>
                    <a:pt x="3903" y="639"/>
                  </a:lnTo>
                  <a:lnTo>
                    <a:pt x="3883" y="577"/>
                  </a:lnTo>
                  <a:lnTo>
                    <a:pt x="3823" y="515"/>
                  </a:lnTo>
                  <a:lnTo>
                    <a:pt x="3743" y="577"/>
                  </a:lnTo>
                  <a:lnTo>
                    <a:pt x="3683" y="639"/>
                  </a:lnTo>
                  <a:lnTo>
                    <a:pt x="3604" y="701"/>
                  </a:lnTo>
                  <a:lnTo>
                    <a:pt x="3544" y="742"/>
                  </a:lnTo>
                  <a:lnTo>
                    <a:pt x="3484" y="763"/>
                  </a:lnTo>
                  <a:lnTo>
                    <a:pt x="3425" y="783"/>
                  </a:lnTo>
                  <a:lnTo>
                    <a:pt x="3365" y="804"/>
                  </a:lnTo>
                  <a:lnTo>
                    <a:pt x="3305" y="804"/>
                  </a:lnTo>
                  <a:lnTo>
                    <a:pt x="3245" y="845"/>
                  </a:lnTo>
                  <a:lnTo>
                    <a:pt x="3186" y="825"/>
                  </a:lnTo>
                  <a:lnTo>
                    <a:pt x="3106" y="804"/>
                  </a:lnTo>
                  <a:lnTo>
                    <a:pt x="3046" y="763"/>
                  </a:lnTo>
                  <a:lnTo>
                    <a:pt x="2986" y="742"/>
                  </a:lnTo>
                  <a:lnTo>
                    <a:pt x="2907" y="680"/>
                  </a:lnTo>
                  <a:lnTo>
                    <a:pt x="2847" y="639"/>
                  </a:lnTo>
                  <a:lnTo>
                    <a:pt x="2767" y="557"/>
                  </a:lnTo>
                  <a:lnTo>
                    <a:pt x="2708" y="515"/>
                  </a:lnTo>
                  <a:lnTo>
                    <a:pt x="2648" y="495"/>
                  </a:lnTo>
                  <a:lnTo>
                    <a:pt x="2588" y="474"/>
                  </a:lnTo>
                  <a:lnTo>
                    <a:pt x="2528" y="495"/>
                  </a:lnTo>
                  <a:lnTo>
                    <a:pt x="2469" y="536"/>
                  </a:lnTo>
                  <a:lnTo>
                    <a:pt x="2449" y="598"/>
                  </a:lnTo>
                  <a:lnTo>
                    <a:pt x="2389" y="618"/>
                  </a:lnTo>
                  <a:lnTo>
                    <a:pt x="2309" y="598"/>
                  </a:lnTo>
                  <a:lnTo>
                    <a:pt x="2230" y="577"/>
                  </a:lnTo>
                  <a:lnTo>
                    <a:pt x="2150" y="536"/>
                  </a:lnTo>
                  <a:lnTo>
                    <a:pt x="2070" y="495"/>
                  </a:lnTo>
                  <a:lnTo>
                    <a:pt x="1991" y="495"/>
                  </a:lnTo>
                  <a:lnTo>
                    <a:pt x="1931" y="433"/>
                  </a:lnTo>
                  <a:lnTo>
                    <a:pt x="1871" y="433"/>
                  </a:lnTo>
                  <a:lnTo>
                    <a:pt x="1832" y="495"/>
                  </a:lnTo>
                  <a:lnTo>
                    <a:pt x="1792" y="557"/>
                  </a:lnTo>
                  <a:lnTo>
                    <a:pt x="1732" y="577"/>
                  </a:lnTo>
                  <a:lnTo>
                    <a:pt x="1672" y="577"/>
                  </a:lnTo>
                  <a:lnTo>
                    <a:pt x="1593" y="557"/>
                  </a:lnTo>
                  <a:lnTo>
                    <a:pt x="1533" y="557"/>
                  </a:lnTo>
                  <a:lnTo>
                    <a:pt x="1473" y="577"/>
                  </a:lnTo>
                  <a:lnTo>
                    <a:pt x="1413" y="639"/>
                  </a:lnTo>
                  <a:lnTo>
                    <a:pt x="1354" y="639"/>
                  </a:lnTo>
                  <a:lnTo>
                    <a:pt x="1274" y="660"/>
                  </a:lnTo>
                  <a:lnTo>
                    <a:pt x="1194" y="680"/>
                  </a:lnTo>
                  <a:lnTo>
                    <a:pt x="1135" y="639"/>
                  </a:lnTo>
                  <a:lnTo>
                    <a:pt x="1075" y="639"/>
                  </a:lnTo>
                  <a:lnTo>
                    <a:pt x="1015" y="680"/>
                  </a:lnTo>
                  <a:lnTo>
                    <a:pt x="955" y="680"/>
                  </a:lnTo>
                  <a:lnTo>
                    <a:pt x="876" y="680"/>
                  </a:lnTo>
                  <a:lnTo>
                    <a:pt x="796" y="722"/>
                  </a:lnTo>
                  <a:lnTo>
                    <a:pt x="736" y="742"/>
                  </a:lnTo>
                  <a:lnTo>
                    <a:pt x="657" y="722"/>
                  </a:lnTo>
                  <a:lnTo>
                    <a:pt x="597" y="763"/>
                  </a:lnTo>
                  <a:lnTo>
                    <a:pt x="537" y="783"/>
                  </a:lnTo>
                  <a:lnTo>
                    <a:pt x="477" y="825"/>
                  </a:lnTo>
                  <a:lnTo>
                    <a:pt x="458" y="888"/>
                  </a:lnTo>
                  <a:lnTo>
                    <a:pt x="398" y="908"/>
                  </a:lnTo>
                  <a:lnTo>
                    <a:pt x="378" y="970"/>
                  </a:lnTo>
                  <a:lnTo>
                    <a:pt x="318" y="991"/>
                  </a:lnTo>
                  <a:lnTo>
                    <a:pt x="258" y="991"/>
                  </a:lnTo>
                  <a:lnTo>
                    <a:pt x="199" y="1011"/>
                  </a:lnTo>
                  <a:lnTo>
                    <a:pt x="139" y="1032"/>
                  </a:lnTo>
                  <a:lnTo>
                    <a:pt x="79" y="1053"/>
                  </a:lnTo>
                  <a:lnTo>
                    <a:pt x="19" y="1094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"/>
            <p:cNvSpPr/>
            <p:nvPr/>
          </p:nvSpPr>
          <p:spPr>
            <a:xfrm>
              <a:off x="1887480" y="755640"/>
              <a:ext cx="1355760" cy="63972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33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"/>
            <p:cNvSpPr txBox="1"/>
            <p:nvPr/>
          </p:nvSpPr>
          <p:spPr>
            <a:xfrm>
              <a:off x="1905120" y="52704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Program 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"/>
            <p:cNvSpPr txBox="1"/>
            <p:nvPr/>
          </p:nvSpPr>
          <p:spPr>
            <a:xfrm>
              <a:off x="3579840" y="2049480"/>
              <a:ext cx="14493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"/>
            <p:cNvSpPr txBox="1"/>
            <p:nvPr/>
          </p:nvSpPr>
          <p:spPr>
            <a:xfrm>
              <a:off x="358128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1887480" y="2049480"/>
              <a:ext cx="13557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"/>
            <p:cNvSpPr txBox="1"/>
            <p:nvPr/>
          </p:nvSpPr>
          <p:spPr>
            <a:xfrm>
              <a:off x="1905120" y="179712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"/>
            <p:cNvSpPr txBox="1"/>
            <p:nvPr/>
          </p:nvSpPr>
          <p:spPr>
            <a:xfrm>
              <a:off x="233280" y="2049480"/>
              <a:ext cx="144288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"/>
            <p:cNvSpPr txBox="1"/>
            <p:nvPr/>
          </p:nvSpPr>
          <p:spPr>
            <a:xfrm>
              <a:off x="22860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Program 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"/>
            <p:cNvSpPr txBox="1"/>
            <p:nvPr/>
          </p:nvSpPr>
          <p:spPr>
            <a:xfrm>
              <a:off x="2201760" y="2932200"/>
              <a:ext cx="928800" cy="399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SharedRec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"/>
            <p:cNvSpPr txBox="1"/>
            <p:nvPr/>
          </p:nvSpPr>
          <p:spPr>
            <a:xfrm>
              <a:off x="2057400" y="3139920"/>
              <a:ext cx="1219320" cy="434880"/>
            </a:xfrm>
            <a:prstGeom prst="rect">
              <a:avLst/>
            </a:prstGeom>
            <a:solidFill>
              <a:srgbClr val="E9FFE9"/>
            </a:solidFill>
            <a:ln w="25560">
              <a:solidFill>
                <a:srgbClr val="676767"/>
              </a:solidFill>
              <a:custDash>
                <a:ds d="198592" sp="198592"/>
              </a:custDash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"/>
            <p:cNvSpPr/>
            <p:nvPr/>
          </p:nvSpPr>
          <p:spPr>
            <a:xfrm flipH="1">
              <a:off x="1020600" y="1387440"/>
              <a:ext cx="89712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"/>
            <p:cNvSpPr/>
            <p:nvPr/>
          </p:nvSpPr>
          <p:spPr>
            <a:xfrm>
              <a:off x="2556000" y="1387440"/>
              <a:ext cx="0" cy="44604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"/>
            <p:cNvSpPr/>
            <p:nvPr/>
          </p:nvSpPr>
          <p:spPr>
            <a:xfrm>
              <a:off x="3220920" y="1387440"/>
              <a:ext cx="103356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"/>
          <p:cNvSpPr txBox="1"/>
          <p:nvPr/>
        </p:nvSpPr>
        <p:spPr>
          <a:xfrm>
            <a:off x="76320" y="76320"/>
            <a:ext cx="1409760" cy="1447920"/>
          </a:xfrm>
          <a:prstGeom prst="rect">
            <a:avLst/>
          </a:prstGeom>
          <a:solidFill>
            <a:srgbClr val="FFFFDE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Control returns to Program 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"/>
          <p:cNvGrpSpPr/>
          <p:nvPr/>
        </p:nvGrpSpPr>
        <p:grpSpPr>
          <a:xfrm>
            <a:off x="228600" y="527040"/>
            <a:ext cx="4800600" cy="4121280"/>
            <a:chOff x="228600" y="527040"/>
            <a:chExt cx="4800600" cy="4121280"/>
          </a:xfrm>
        </p:grpSpPr>
        <p:sp>
          <p:nvSpPr>
            <p:cNvPr id="85" name=""/>
            <p:cNvSpPr txBox="1"/>
            <p:nvPr/>
          </p:nvSpPr>
          <p:spPr>
            <a:xfrm>
              <a:off x="1274760" y="3727440"/>
              <a:ext cx="2946240" cy="92088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  <a:effectLst>
              <a:outerShdw dist="0" dir="0" rotWithShape="0">
                <a:srgbClr val="DC008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WORKING-STORAGE SECTION.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SharedRec IS EXTERNAL.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PartA   PIC X(4).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PartB   PIC 9(5).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"/>
            <p:cNvSpPr/>
            <p:nvPr/>
          </p:nvSpPr>
          <p:spPr>
            <a:xfrm>
              <a:off x="820800" y="2235240"/>
              <a:ext cx="3183120" cy="624240"/>
            </a:xfrm>
            <a:custGeom>
              <a:avLst/>
              <a:gdLst/>
              <a:ahLst/>
              <a:rect l="0" t="0" r="r" b="b"/>
              <a:pathLst>
                <a:path w="8842" h="1734">
                  <a:moveTo>
                    <a:pt x="0" y="412"/>
                  </a:moveTo>
                  <a:lnTo>
                    <a:pt x="79" y="433"/>
                  </a:lnTo>
                  <a:lnTo>
                    <a:pt x="139" y="433"/>
                  </a:lnTo>
                  <a:lnTo>
                    <a:pt x="219" y="433"/>
                  </a:lnTo>
                  <a:lnTo>
                    <a:pt x="298" y="433"/>
                  </a:lnTo>
                  <a:lnTo>
                    <a:pt x="358" y="412"/>
                  </a:lnTo>
                  <a:lnTo>
                    <a:pt x="418" y="350"/>
                  </a:lnTo>
                  <a:lnTo>
                    <a:pt x="477" y="268"/>
                  </a:lnTo>
                  <a:lnTo>
                    <a:pt x="517" y="185"/>
                  </a:lnTo>
                  <a:lnTo>
                    <a:pt x="637" y="268"/>
                  </a:lnTo>
                  <a:lnTo>
                    <a:pt x="657" y="330"/>
                  </a:lnTo>
                  <a:lnTo>
                    <a:pt x="716" y="391"/>
                  </a:lnTo>
                  <a:lnTo>
                    <a:pt x="776" y="412"/>
                  </a:lnTo>
                  <a:lnTo>
                    <a:pt x="836" y="391"/>
                  </a:lnTo>
                  <a:lnTo>
                    <a:pt x="856" y="330"/>
                  </a:lnTo>
                  <a:lnTo>
                    <a:pt x="916" y="330"/>
                  </a:lnTo>
                  <a:lnTo>
                    <a:pt x="975" y="309"/>
                  </a:lnTo>
                  <a:lnTo>
                    <a:pt x="1035" y="268"/>
                  </a:lnTo>
                  <a:lnTo>
                    <a:pt x="1115" y="247"/>
                  </a:lnTo>
                  <a:lnTo>
                    <a:pt x="1154" y="309"/>
                  </a:lnTo>
                  <a:lnTo>
                    <a:pt x="1214" y="309"/>
                  </a:lnTo>
                  <a:lnTo>
                    <a:pt x="1274" y="288"/>
                  </a:lnTo>
                  <a:lnTo>
                    <a:pt x="1334" y="268"/>
                  </a:lnTo>
                  <a:lnTo>
                    <a:pt x="1393" y="309"/>
                  </a:lnTo>
                  <a:lnTo>
                    <a:pt x="1493" y="268"/>
                  </a:lnTo>
                  <a:lnTo>
                    <a:pt x="1573" y="247"/>
                  </a:lnTo>
                  <a:lnTo>
                    <a:pt x="1632" y="226"/>
                  </a:lnTo>
                  <a:lnTo>
                    <a:pt x="1672" y="165"/>
                  </a:lnTo>
                  <a:lnTo>
                    <a:pt x="1732" y="144"/>
                  </a:lnTo>
                  <a:lnTo>
                    <a:pt x="1792" y="123"/>
                  </a:lnTo>
                  <a:lnTo>
                    <a:pt x="1851" y="103"/>
                  </a:lnTo>
                  <a:lnTo>
                    <a:pt x="1911" y="144"/>
                  </a:lnTo>
                  <a:lnTo>
                    <a:pt x="1971" y="185"/>
                  </a:lnTo>
                  <a:lnTo>
                    <a:pt x="1991" y="247"/>
                  </a:lnTo>
                  <a:lnTo>
                    <a:pt x="2051" y="268"/>
                  </a:lnTo>
                  <a:lnTo>
                    <a:pt x="2110" y="330"/>
                  </a:lnTo>
                  <a:lnTo>
                    <a:pt x="2170" y="371"/>
                  </a:lnTo>
                  <a:lnTo>
                    <a:pt x="2230" y="391"/>
                  </a:lnTo>
                  <a:lnTo>
                    <a:pt x="2309" y="330"/>
                  </a:lnTo>
                  <a:lnTo>
                    <a:pt x="2389" y="268"/>
                  </a:lnTo>
                  <a:lnTo>
                    <a:pt x="2449" y="226"/>
                  </a:lnTo>
                  <a:lnTo>
                    <a:pt x="2548" y="226"/>
                  </a:lnTo>
                  <a:lnTo>
                    <a:pt x="2628" y="185"/>
                  </a:lnTo>
                  <a:lnTo>
                    <a:pt x="2688" y="185"/>
                  </a:lnTo>
                  <a:lnTo>
                    <a:pt x="2748" y="185"/>
                  </a:lnTo>
                  <a:lnTo>
                    <a:pt x="2827" y="226"/>
                  </a:lnTo>
                  <a:lnTo>
                    <a:pt x="2887" y="206"/>
                  </a:lnTo>
                  <a:lnTo>
                    <a:pt x="2947" y="268"/>
                  </a:lnTo>
                  <a:lnTo>
                    <a:pt x="3006" y="309"/>
                  </a:lnTo>
                  <a:lnTo>
                    <a:pt x="3066" y="309"/>
                  </a:lnTo>
                  <a:lnTo>
                    <a:pt x="3126" y="350"/>
                  </a:lnTo>
                  <a:lnTo>
                    <a:pt x="3186" y="371"/>
                  </a:lnTo>
                  <a:lnTo>
                    <a:pt x="3265" y="391"/>
                  </a:lnTo>
                  <a:lnTo>
                    <a:pt x="3325" y="412"/>
                  </a:lnTo>
                  <a:lnTo>
                    <a:pt x="3405" y="433"/>
                  </a:lnTo>
                  <a:lnTo>
                    <a:pt x="3464" y="412"/>
                  </a:lnTo>
                  <a:lnTo>
                    <a:pt x="3524" y="371"/>
                  </a:lnTo>
                  <a:lnTo>
                    <a:pt x="3584" y="330"/>
                  </a:lnTo>
                  <a:lnTo>
                    <a:pt x="3604" y="268"/>
                  </a:lnTo>
                  <a:lnTo>
                    <a:pt x="3664" y="226"/>
                  </a:lnTo>
                  <a:lnTo>
                    <a:pt x="3743" y="185"/>
                  </a:lnTo>
                  <a:lnTo>
                    <a:pt x="3823" y="165"/>
                  </a:lnTo>
                  <a:lnTo>
                    <a:pt x="3883" y="144"/>
                  </a:lnTo>
                  <a:lnTo>
                    <a:pt x="3942" y="123"/>
                  </a:lnTo>
                  <a:lnTo>
                    <a:pt x="4002" y="103"/>
                  </a:lnTo>
                  <a:lnTo>
                    <a:pt x="4062" y="103"/>
                  </a:lnTo>
                  <a:lnTo>
                    <a:pt x="4102" y="165"/>
                  </a:lnTo>
                  <a:lnTo>
                    <a:pt x="4141" y="226"/>
                  </a:lnTo>
                  <a:lnTo>
                    <a:pt x="4221" y="268"/>
                  </a:lnTo>
                  <a:lnTo>
                    <a:pt x="4281" y="309"/>
                  </a:lnTo>
                  <a:lnTo>
                    <a:pt x="4361" y="268"/>
                  </a:lnTo>
                  <a:lnTo>
                    <a:pt x="4420" y="268"/>
                  </a:lnTo>
                  <a:lnTo>
                    <a:pt x="4481" y="247"/>
                  </a:lnTo>
                  <a:lnTo>
                    <a:pt x="4541" y="247"/>
                  </a:lnTo>
                  <a:lnTo>
                    <a:pt x="4620" y="206"/>
                  </a:lnTo>
                  <a:lnTo>
                    <a:pt x="4680" y="185"/>
                  </a:lnTo>
                  <a:lnTo>
                    <a:pt x="4740" y="144"/>
                  </a:lnTo>
                  <a:lnTo>
                    <a:pt x="4839" y="144"/>
                  </a:lnTo>
                  <a:lnTo>
                    <a:pt x="4919" y="103"/>
                  </a:lnTo>
                  <a:lnTo>
                    <a:pt x="4999" y="61"/>
                  </a:lnTo>
                  <a:lnTo>
                    <a:pt x="5058" y="20"/>
                  </a:lnTo>
                  <a:lnTo>
                    <a:pt x="5138" y="61"/>
                  </a:lnTo>
                  <a:lnTo>
                    <a:pt x="5198" y="103"/>
                  </a:lnTo>
                  <a:lnTo>
                    <a:pt x="5258" y="61"/>
                  </a:lnTo>
                  <a:lnTo>
                    <a:pt x="5337" y="20"/>
                  </a:lnTo>
                  <a:lnTo>
                    <a:pt x="5397" y="41"/>
                  </a:lnTo>
                  <a:lnTo>
                    <a:pt x="5477" y="82"/>
                  </a:lnTo>
                  <a:lnTo>
                    <a:pt x="5536" y="82"/>
                  </a:lnTo>
                  <a:lnTo>
                    <a:pt x="5576" y="20"/>
                  </a:lnTo>
                  <a:lnTo>
                    <a:pt x="5636" y="20"/>
                  </a:lnTo>
                  <a:lnTo>
                    <a:pt x="5696" y="20"/>
                  </a:lnTo>
                  <a:lnTo>
                    <a:pt x="5755" y="20"/>
                  </a:lnTo>
                  <a:lnTo>
                    <a:pt x="5815" y="20"/>
                  </a:lnTo>
                  <a:lnTo>
                    <a:pt x="5875" y="0"/>
                  </a:lnTo>
                  <a:lnTo>
                    <a:pt x="5974" y="20"/>
                  </a:lnTo>
                  <a:lnTo>
                    <a:pt x="6034" y="20"/>
                  </a:lnTo>
                  <a:lnTo>
                    <a:pt x="6114" y="61"/>
                  </a:lnTo>
                  <a:lnTo>
                    <a:pt x="6174" y="61"/>
                  </a:lnTo>
                  <a:lnTo>
                    <a:pt x="6233" y="61"/>
                  </a:lnTo>
                  <a:lnTo>
                    <a:pt x="6293" y="82"/>
                  </a:lnTo>
                  <a:lnTo>
                    <a:pt x="6373" y="103"/>
                  </a:lnTo>
                  <a:lnTo>
                    <a:pt x="6432" y="103"/>
                  </a:lnTo>
                  <a:lnTo>
                    <a:pt x="6492" y="123"/>
                  </a:lnTo>
                  <a:lnTo>
                    <a:pt x="6592" y="185"/>
                  </a:lnTo>
                  <a:lnTo>
                    <a:pt x="6691" y="268"/>
                  </a:lnTo>
                  <a:lnTo>
                    <a:pt x="6751" y="268"/>
                  </a:lnTo>
                  <a:lnTo>
                    <a:pt x="6811" y="268"/>
                  </a:lnTo>
                  <a:lnTo>
                    <a:pt x="6871" y="247"/>
                  </a:lnTo>
                  <a:lnTo>
                    <a:pt x="6930" y="226"/>
                  </a:lnTo>
                  <a:lnTo>
                    <a:pt x="7010" y="206"/>
                  </a:lnTo>
                  <a:lnTo>
                    <a:pt x="7070" y="185"/>
                  </a:lnTo>
                  <a:lnTo>
                    <a:pt x="7110" y="123"/>
                  </a:lnTo>
                  <a:lnTo>
                    <a:pt x="7169" y="103"/>
                  </a:lnTo>
                  <a:lnTo>
                    <a:pt x="7229" y="61"/>
                  </a:lnTo>
                  <a:lnTo>
                    <a:pt x="7309" y="61"/>
                  </a:lnTo>
                  <a:lnTo>
                    <a:pt x="7388" y="144"/>
                  </a:lnTo>
                  <a:lnTo>
                    <a:pt x="7408" y="226"/>
                  </a:lnTo>
                  <a:lnTo>
                    <a:pt x="7488" y="165"/>
                  </a:lnTo>
                  <a:lnTo>
                    <a:pt x="7548" y="144"/>
                  </a:lnTo>
                  <a:lnTo>
                    <a:pt x="7607" y="144"/>
                  </a:lnTo>
                  <a:lnTo>
                    <a:pt x="7667" y="165"/>
                  </a:lnTo>
                  <a:lnTo>
                    <a:pt x="7727" y="144"/>
                  </a:lnTo>
                  <a:lnTo>
                    <a:pt x="7787" y="123"/>
                  </a:lnTo>
                  <a:lnTo>
                    <a:pt x="7866" y="185"/>
                  </a:lnTo>
                  <a:lnTo>
                    <a:pt x="7926" y="226"/>
                  </a:lnTo>
                  <a:lnTo>
                    <a:pt x="7986" y="185"/>
                  </a:lnTo>
                  <a:lnTo>
                    <a:pt x="8045" y="185"/>
                  </a:lnTo>
                  <a:lnTo>
                    <a:pt x="8105" y="247"/>
                  </a:lnTo>
                  <a:lnTo>
                    <a:pt x="8165" y="185"/>
                  </a:lnTo>
                  <a:lnTo>
                    <a:pt x="8245" y="185"/>
                  </a:lnTo>
                  <a:lnTo>
                    <a:pt x="8304" y="226"/>
                  </a:lnTo>
                  <a:lnTo>
                    <a:pt x="8364" y="226"/>
                  </a:lnTo>
                  <a:lnTo>
                    <a:pt x="8424" y="165"/>
                  </a:lnTo>
                  <a:lnTo>
                    <a:pt x="8484" y="123"/>
                  </a:lnTo>
                  <a:lnTo>
                    <a:pt x="8543" y="103"/>
                  </a:lnTo>
                  <a:lnTo>
                    <a:pt x="8603" y="123"/>
                  </a:lnTo>
                  <a:lnTo>
                    <a:pt x="8663" y="103"/>
                  </a:lnTo>
                  <a:lnTo>
                    <a:pt x="8723" y="61"/>
                  </a:lnTo>
                  <a:lnTo>
                    <a:pt x="8782" y="20"/>
                  </a:lnTo>
                  <a:lnTo>
                    <a:pt x="8842" y="0"/>
                  </a:lnTo>
                  <a:lnTo>
                    <a:pt x="8842" y="1734"/>
                  </a:lnTo>
                  <a:lnTo>
                    <a:pt x="8782" y="1713"/>
                  </a:lnTo>
                  <a:lnTo>
                    <a:pt x="8723" y="1651"/>
                  </a:lnTo>
                  <a:lnTo>
                    <a:pt x="8663" y="1589"/>
                  </a:lnTo>
                  <a:lnTo>
                    <a:pt x="8623" y="1527"/>
                  </a:lnTo>
                  <a:lnTo>
                    <a:pt x="8603" y="1465"/>
                  </a:lnTo>
                  <a:lnTo>
                    <a:pt x="8583" y="1403"/>
                  </a:lnTo>
                  <a:lnTo>
                    <a:pt x="8523" y="1321"/>
                  </a:lnTo>
                  <a:lnTo>
                    <a:pt x="8503" y="1259"/>
                  </a:lnTo>
                  <a:lnTo>
                    <a:pt x="8444" y="1218"/>
                  </a:lnTo>
                  <a:lnTo>
                    <a:pt x="8444" y="1156"/>
                  </a:lnTo>
                  <a:lnTo>
                    <a:pt x="8404" y="1094"/>
                  </a:lnTo>
                  <a:lnTo>
                    <a:pt x="8364" y="1032"/>
                  </a:lnTo>
                  <a:lnTo>
                    <a:pt x="8324" y="970"/>
                  </a:lnTo>
                  <a:lnTo>
                    <a:pt x="8265" y="908"/>
                  </a:lnTo>
                  <a:lnTo>
                    <a:pt x="8205" y="845"/>
                  </a:lnTo>
                  <a:lnTo>
                    <a:pt x="8205" y="783"/>
                  </a:lnTo>
                  <a:lnTo>
                    <a:pt x="8165" y="722"/>
                  </a:lnTo>
                  <a:lnTo>
                    <a:pt x="8125" y="660"/>
                  </a:lnTo>
                  <a:lnTo>
                    <a:pt x="8105" y="722"/>
                  </a:lnTo>
                  <a:lnTo>
                    <a:pt x="8065" y="804"/>
                  </a:lnTo>
                  <a:lnTo>
                    <a:pt x="8045" y="866"/>
                  </a:lnTo>
                  <a:lnTo>
                    <a:pt x="8045" y="929"/>
                  </a:lnTo>
                  <a:lnTo>
                    <a:pt x="8045" y="991"/>
                  </a:lnTo>
                  <a:lnTo>
                    <a:pt x="8045" y="1053"/>
                  </a:lnTo>
                  <a:lnTo>
                    <a:pt x="8026" y="1115"/>
                  </a:lnTo>
                  <a:lnTo>
                    <a:pt x="8006" y="1176"/>
                  </a:lnTo>
                  <a:lnTo>
                    <a:pt x="7926" y="1094"/>
                  </a:lnTo>
                  <a:lnTo>
                    <a:pt x="7866" y="1011"/>
                  </a:lnTo>
                  <a:lnTo>
                    <a:pt x="7807" y="929"/>
                  </a:lnTo>
                  <a:lnTo>
                    <a:pt x="7727" y="866"/>
                  </a:lnTo>
                  <a:lnTo>
                    <a:pt x="7667" y="804"/>
                  </a:lnTo>
                  <a:lnTo>
                    <a:pt x="7607" y="742"/>
                  </a:lnTo>
                  <a:lnTo>
                    <a:pt x="7568" y="680"/>
                  </a:lnTo>
                  <a:lnTo>
                    <a:pt x="7508" y="639"/>
                  </a:lnTo>
                  <a:lnTo>
                    <a:pt x="7468" y="577"/>
                  </a:lnTo>
                  <a:lnTo>
                    <a:pt x="7408" y="639"/>
                  </a:lnTo>
                  <a:lnTo>
                    <a:pt x="7388" y="722"/>
                  </a:lnTo>
                  <a:lnTo>
                    <a:pt x="7348" y="783"/>
                  </a:lnTo>
                  <a:lnTo>
                    <a:pt x="7289" y="783"/>
                  </a:lnTo>
                  <a:lnTo>
                    <a:pt x="7209" y="722"/>
                  </a:lnTo>
                  <a:lnTo>
                    <a:pt x="7149" y="722"/>
                  </a:lnTo>
                  <a:lnTo>
                    <a:pt x="7090" y="680"/>
                  </a:lnTo>
                  <a:lnTo>
                    <a:pt x="7070" y="763"/>
                  </a:lnTo>
                  <a:lnTo>
                    <a:pt x="7010" y="845"/>
                  </a:lnTo>
                  <a:lnTo>
                    <a:pt x="6990" y="783"/>
                  </a:lnTo>
                  <a:lnTo>
                    <a:pt x="6950" y="722"/>
                  </a:lnTo>
                  <a:lnTo>
                    <a:pt x="6910" y="660"/>
                  </a:lnTo>
                  <a:lnTo>
                    <a:pt x="6851" y="639"/>
                  </a:lnTo>
                  <a:lnTo>
                    <a:pt x="6771" y="598"/>
                  </a:lnTo>
                  <a:lnTo>
                    <a:pt x="6691" y="577"/>
                  </a:lnTo>
                  <a:lnTo>
                    <a:pt x="6632" y="557"/>
                  </a:lnTo>
                  <a:lnTo>
                    <a:pt x="6572" y="515"/>
                  </a:lnTo>
                  <a:lnTo>
                    <a:pt x="6492" y="474"/>
                  </a:lnTo>
                  <a:lnTo>
                    <a:pt x="6452" y="412"/>
                  </a:lnTo>
                  <a:lnTo>
                    <a:pt x="6393" y="412"/>
                  </a:lnTo>
                  <a:lnTo>
                    <a:pt x="6333" y="433"/>
                  </a:lnTo>
                  <a:lnTo>
                    <a:pt x="6273" y="474"/>
                  </a:lnTo>
                  <a:lnTo>
                    <a:pt x="6253" y="412"/>
                  </a:lnTo>
                  <a:lnTo>
                    <a:pt x="6213" y="350"/>
                  </a:lnTo>
                  <a:lnTo>
                    <a:pt x="6154" y="309"/>
                  </a:lnTo>
                  <a:lnTo>
                    <a:pt x="6094" y="268"/>
                  </a:lnTo>
                  <a:lnTo>
                    <a:pt x="6014" y="330"/>
                  </a:lnTo>
                  <a:lnTo>
                    <a:pt x="5974" y="391"/>
                  </a:lnTo>
                  <a:lnTo>
                    <a:pt x="5935" y="453"/>
                  </a:lnTo>
                  <a:lnTo>
                    <a:pt x="5875" y="495"/>
                  </a:lnTo>
                  <a:lnTo>
                    <a:pt x="5815" y="474"/>
                  </a:lnTo>
                  <a:lnTo>
                    <a:pt x="5755" y="433"/>
                  </a:lnTo>
                  <a:lnTo>
                    <a:pt x="5696" y="433"/>
                  </a:lnTo>
                  <a:lnTo>
                    <a:pt x="5656" y="495"/>
                  </a:lnTo>
                  <a:lnTo>
                    <a:pt x="5596" y="474"/>
                  </a:lnTo>
                  <a:lnTo>
                    <a:pt x="5497" y="412"/>
                  </a:lnTo>
                  <a:lnTo>
                    <a:pt x="5417" y="412"/>
                  </a:lnTo>
                  <a:lnTo>
                    <a:pt x="5337" y="453"/>
                  </a:lnTo>
                  <a:lnTo>
                    <a:pt x="5258" y="515"/>
                  </a:lnTo>
                  <a:lnTo>
                    <a:pt x="5198" y="536"/>
                  </a:lnTo>
                  <a:lnTo>
                    <a:pt x="5138" y="577"/>
                  </a:lnTo>
                  <a:lnTo>
                    <a:pt x="5078" y="598"/>
                  </a:lnTo>
                  <a:lnTo>
                    <a:pt x="5019" y="639"/>
                  </a:lnTo>
                  <a:lnTo>
                    <a:pt x="4939" y="680"/>
                  </a:lnTo>
                  <a:lnTo>
                    <a:pt x="4859" y="639"/>
                  </a:lnTo>
                  <a:lnTo>
                    <a:pt x="4780" y="577"/>
                  </a:lnTo>
                  <a:lnTo>
                    <a:pt x="4700" y="536"/>
                  </a:lnTo>
                  <a:lnTo>
                    <a:pt x="4640" y="474"/>
                  </a:lnTo>
                  <a:lnTo>
                    <a:pt x="4581" y="433"/>
                  </a:lnTo>
                  <a:lnTo>
                    <a:pt x="4541" y="515"/>
                  </a:lnTo>
                  <a:lnTo>
                    <a:pt x="4481" y="557"/>
                  </a:lnTo>
                  <a:lnTo>
                    <a:pt x="4380" y="536"/>
                  </a:lnTo>
                  <a:lnTo>
                    <a:pt x="4321" y="515"/>
                  </a:lnTo>
                  <a:lnTo>
                    <a:pt x="4261" y="557"/>
                  </a:lnTo>
                  <a:lnTo>
                    <a:pt x="4201" y="515"/>
                  </a:lnTo>
                  <a:lnTo>
                    <a:pt x="4161" y="577"/>
                  </a:lnTo>
                  <a:lnTo>
                    <a:pt x="4122" y="639"/>
                  </a:lnTo>
                  <a:lnTo>
                    <a:pt x="4062" y="618"/>
                  </a:lnTo>
                  <a:lnTo>
                    <a:pt x="4002" y="660"/>
                  </a:lnTo>
                  <a:lnTo>
                    <a:pt x="3903" y="639"/>
                  </a:lnTo>
                  <a:lnTo>
                    <a:pt x="3883" y="577"/>
                  </a:lnTo>
                  <a:lnTo>
                    <a:pt x="3823" y="515"/>
                  </a:lnTo>
                  <a:lnTo>
                    <a:pt x="3743" y="577"/>
                  </a:lnTo>
                  <a:lnTo>
                    <a:pt x="3683" y="639"/>
                  </a:lnTo>
                  <a:lnTo>
                    <a:pt x="3604" y="701"/>
                  </a:lnTo>
                  <a:lnTo>
                    <a:pt x="3544" y="742"/>
                  </a:lnTo>
                  <a:lnTo>
                    <a:pt x="3484" y="763"/>
                  </a:lnTo>
                  <a:lnTo>
                    <a:pt x="3425" y="783"/>
                  </a:lnTo>
                  <a:lnTo>
                    <a:pt x="3365" y="804"/>
                  </a:lnTo>
                  <a:lnTo>
                    <a:pt x="3305" y="804"/>
                  </a:lnTo>
                  <a:lnTo>
                    <a:pt x="3245" y="845"/>
                  </a:lnTo>
                  <a:lnTo>
                    <a:pt x="3186" y="825"/>
                  </a:lnTo>
                  <a:lnTo>
                    <a:pt x="3106" y="804"/>
                  </a:lnTo>
                  <a:lnTo>
                    <a:pt x="3046" y="763"/>
                  </a:lnTo>
                  <a:lnTo>
                    <a:pt x="2986" y="742"/>
                  </a:lnTo>
                  <a:lnTo>
                    <a:pt x="2907" y="680"/>
                  </a:lnTo>
                  <a:lnTo>
                    <a:pt x="2847" y="639"/>
                  </a:lnTo>
                  <a:lnTo>
                    <a:pt x="2767" y="557"/>
                  </a:lnTo>
                  <a:lnTo>
                    <a:pt x="2708" y="515"/>
                  </a:lnTo>
                  <a:lnTo>
                    <a:pt x="2648" y="495"/>
                  </a:lnTo>
                  <a:lnTo>
                    <a:pt x="2588" y="474"/>
                  </a:lnTo>
                  <a:lnTo>
                    <a:pt x="2528" y="495"/>
                  </a:lnTo>
                  <a:lnTo>
                    <a:pt x="2469" y="536"/>
                  </a:lnTo>
                  <a:lnTo>
                    <a:pt x="2449" y="598"/>
                  </a:lnTo>
                  <a:lnTo>
                    <a:pt x="2389" y="618"/>
                  </a:lnTo>
                  <a:lnTo>
                    <a:pt x="2309" y="598"/>
                  </a:lnTo>
                  <a:lnTo>
                    <a:pt x="2230" y="577"/>
                  </a:lnTo>
                  <a:lnTo>
                    <a:pt x="2150" y="536"/>
                  </a:lnTo>
                  <a:lnTo>
                    <a:pt x="2070" y="495"/>
                  </a:lnTo>
                  <a:lnTo>
                    <a:pt x="1991" y="495"/>
                  </a:lnTo>
                  <a:lnTo>
                    <a:pt x="1931" y="433"/>
                  </a:lnTo>
                  <a:lnTo>
                    <a:pt x="1871" y="433"/>
                  </a:lnTo>
                  <a:lnTo>
                    <a:pt x="1832" y="495"/>
                  </a:lnTo>
                  <a:lnTo>
                    <a:pt x="1792" y="557"/>
                  </a:lnTo>
                  <a:lnTo>
                    <a:pt x="1732" y="577"/>
                  </a:lnTo>
                  <a:lnTo>
                    <a:pt x="1672" y="577"/>
                  </a:lnTo>
                  <a:lnTo>
                    <a:pt x="1593" y="557"/>
                  </a:lnTo>
                  <a:lnTo>
                    <a:pt x="1533" y="557"/>
                  </a:lnTo>
                  <a:lnTo>
                    <a:pt x="1473" y="577"/>
                  </a:lnTo>
                  <a:lnTo>
                    <a:pt x="1413" y="639"/>
                  </a:lnTo>
                  <a:lnTo>
                    <a:pt x="1354" y="639"/>
                  </a:lnTo>
                  <a:lnTo>
                    <a:pt x="1274" y="660"/>
                  </a:lnTo>
                  <a:lnTo>
                    <a:pt x="1194" y="680"/>
                  </a:lnTo>
                  <a:lnTo>
                    <a:pt x="1135" y="639"/>
                  </a:lnTo>
                  <a:lnTo>
                    <a:pt x="1075" y="639"/>
                  </a:lnTo>
                  <a:lnTo>
                    <a:pt x="1015" y="680"/>
                  </a:lnTo>
                  <a:lnTo>
                    <a:pt x="955" y="680"/>
                  </a:lnTo>
                  <a:lnTo>
                    <a:pt x="876" y="680"/>
                  </a:lnTo>
                  <a:lnTo>
                    <a:pt x="796" y="722"/>
                  </a:lnTo>
                  <a:lnTo>
                    <a:pt x="736" y="742"/>
                  </a:lnTo>
                  <a:lnTo>
                    <a:pt x="657" y="722"/>
                  </a:lnTo>
                  <a:lnTo>
                    <a:pt x="597" y="763"/>
                  </a:lnTo>
                  <a:lnTo>
                    <a:pt x="537" y="783"/>
                  </a:lnTo>
                  <a:lnTo>
                    <a:pt x="477" y="825"/>
                  </a:lnTo>
                  <a:lnTo>
                    <a:pt x="458" y="888"/>
                  </a:lnTo>
                  <a:lnTo>
                    <a:pt x="398" y="908"/>
                  </a:lnTo>
                  <a:lnTo>
                    <a:pt x="378" y="970"/>
                  </a:lnTo>
                  <a:lnTo>
                    <a:pt x="318" y="991"/>
                  </a:lnTo>
                  <a:lnTo>
                    <a:pt x="258" y="991"/>
                  </a:lnTo>
                  <a:lnTo>
                    <a:pt x="199" y="1011"/>
                  </a:lnTo>
                  <a:lnTo>
                    <a:pt x="139" y="1032"/>
                  </a:lnTo>
                  <a:lnTo>
                    <a:pt x="79" y="1053"/>
                  </a:lnTo>
                  <a:lnTo>
                    <a:pt x="19" y="1094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1887480" y="755640"/>
              <a:ext cx="1355760" cy="63972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"/>
            <p:cNvSpPr txBox="1"/>
            <p:nvPr/>
          </p:nvSpPr>
          <p:spPr>
            <a:xfrm>
              <a:off x="1905120" y="52704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Program 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"/>
            <p:cNvSpPr txBox="1"/>
            <p:nvPr/>
          </p:nvSpPr>
          <p:spPr>
            <a:xfrm>
              <a:off x="3579840" y="2049480"/>
              <a:ext cx="14493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3300"/>
              </a:solidFill>
              <a:round/>
            </a:ln>
            <a:effectLst>
              <a:outerShdw dist="0" dir="0" rotWithShape="0">
                <a:srgbClr val="91919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"/>
            <p:cNvSpPr txBox="1"/>
            <p:nvPr/>
          </p:nvSpPr>
          <p:spPr>
            <a:xfrm>
              <a:off x="358128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Program 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1887480" y="2049480"/>
              <a:ext cx="13557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"/>
            <p:cNvSpPr txBox="1"/>
            <p:nvPr/>
          </p:nvSpPr>
          <p:spPr>
            <a:xfrm>
              <a:off x="1905120" y="179712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"/>
            <p:cNvSpPr txBox="1"/>
            <p:nvPr/>
          </p:nvSpPr>
          <p:spPr>
            <a:xfrm>
              <a:off x="233280" y="2049480"/>
              <a:ext cx="144288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"/>
            <p:cNvSpPr txBox="1"/>
            <p:nvPr/>
          </p:nvSpPr>
          <p:spPr>
            <a:xfrm>
              <a:off x="22860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Program 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"/>
            <p:cNvSpPr txBox="1"/>
            <p:nvPr/>
          </p:nvSpPr>
          <p:spPr>
            <a:xfrm>
              <a:off x="2201760" y="2932200"/>
              <a:ext cx="928800" cy="399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SharedRec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"/>
            <p:cNvSpPr txBox="1"/>
            <p:nvPr/>
          </p:nvSpPr>
          <p:spPr>
            <a:xfrm>
              <a:off x="2057400" y="3139920"/>
              <a:ext cx="1219320" cy="434880"/>
            </a:xfrm>
            <a:prstGeom prst="rect">
              <a:avLst/>
            </a:prstGeom>
            <a:solidFill>
              <a:srgbClr val="E9FFE9"/>
            </a:solidFill>
            <a:ln w="25560">
              <a:solidFill>
                <a:srgbClr val="676767"/>
              </a:solidFill>
              <a:custDash>
                <a:ds d="198592" sp="198592"/>
              </a:custDash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"/>
            <p:cNvSpPr/>
            <p:nvPr/>
          </p:nvSpPr>
          <p:spPr>
            <a:xfrm flipH="1">
              <a:off x="1020600" y="1387440"/>
              <a:ext cx="89712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"/>
            <p:cNvSpPr/>
            <p:nvPr/>
          </p:nvSpPr>
          <p:spPr>
            <a:xfrm>
              <a:off x="2556000" y="1387440"/>
              <a:ext cx="0" cy="44604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3220920" y="1387440"/>
              <a:ext cx="1033560" cy="461880"/>
            </a:xfrm>
            <a:prstGeom prst="line">
              <a:avLst/>
            </a:prstGeom>
            <a:ln w="25560">
              <a:solidFill>
                <a:srgbClr val="FF33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0" name=""/>
          <p:cNvSpPr txBox="1"/>
          <p:nvPr/>
        </p:nvSpPr>
        <p:spPr>
          <a:xfrm>
            <a:off x="76320" y="76320"/>
            <a:ext cx="1409760" cy="1447920"/>
          </a:xfrm>
          <a:prstGeom prst="rect">
            <a:avLst/>
          </a:prstGeom>
          <a:solidFill>
            <a:srgbClr val="FFFFDE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Program A calls Program D which starts to run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"/>
          <p:cNvGrpSpPr/>
          <p:nvPr/>
        </p:nvGrpSpPr>
        <p:grpSpPr>
          <a:xfrm>
            <a:off x="228600" y="527040"/>
            <a:ext cx="4800600" cy="4121280"/>
            <a:chOff x="228600" y="527040"/>
            <a:chExt cx="4800600" cy="4121280"/>
          </a:xfrm>
        </p:grpSpPr>
        <p:sp>
          <p:nvSpPr>
            <p:cNvPr id="102" name=""/>
            <p:cNvSpPr txBox="1"/>
            <p:nvPr/>
          </p:nvSpPr>
          <p:spPr>
            <a:xfrm>
              <a:off x="1274760" y="3727440"/>
              <a:ext cx="2946240" cy="92088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  <a:effectLst>
              <a:outerShdw dist="0" dir="0" rotWithShape="0">
                <a:srgbClr val="DC008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WORKING-STORAGE SECTION.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SharedRec IS EXTERNAL.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PartA   PIC X(4).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75000"/>
                </a:lnSpc>
                <a:tabLst>
                  <a:tab pos="3333600" algn="l"/>
                </a:tabLs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PartB   PIC 9(5).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"/>
            <p:cNvSpPr/>
            <p:nvPr/>
          </p:nvSpPr>
          <p:spPr>
            <a:xfrm>
              <a:off x="820800" y="2235240"/>
              <a:ext cx="3183120" cy="624240"/>
            </a:xfrm>
            <a:custGeom>
              <a:avLst/>
              <a:gdLst/>
              <a:ahLst/>
              <a:rect l="0" t="0" r="r" b="b"/>
              <a:pathLst>
                <a:path w="8842" h="1734">
                  <a:moveTo>
                    <a:pt x="0" y="412"/>
                  </a:moveTo>
                  <a:lnTo>
                    <a:pt x="79" y="433"/>
                  </a:lnTo>
                  <a:lnTo>
                    <a:pt x="139" y="433"/>
                  </a:lnTo>
                  <a:lnTo>
                    <a:pt x="219" y="433"/>
                  </a:lnTo>
                  <a:lnTo>
                    <a:pt x="298" y="433"/>
                  </a:lnTo>
                  <a:lnTo>
                    <a:pt x="358" y="412"/>
                  </a:lnTo>
                  <a:lnTo>
                    <a:pt x="418" y="350"/>
                  </a:lnTo>
                  <a:lnTo>
                    <a:pt x="477" y="268"/>
                  </a:lnTo>
                  <a:lnTo>
                    <a:pt x="517" y="185"/>
                  </a:lnTo>
                  <a:lnTo>
                    <a:pt x="637" y="268"/>
                  </a:lnTo>
                  <a:lnTo>
                    <a:pt x="657" y="330"/>
                  </a:lnTo>
                  <a:lnTo>
                    <a:pt x="716" y="391"/>
                  </a:lnTo>
                  <a:lnTo>
                    <a:pt x="776" y="412"/>
                  </a:lnTo>
                  <a:lnTo>
                    <a:pt x="836" y="391"/>
                  </a:lnTo>
                  <a:lnTo>
                    <a:pt x="856" y="330"/>
                  </a:lnTo>
                  <a:lnTo>
                    <a:pt x="916" y="330"/>
                  </a:lnTo>
                  <a:lnTo>
                    <a:pt x="975" y="309"/>
                  </a:lnTo>
                  <a:lnTo>
                    <a:pt x="1035" y="268"/>
                  </a:lnTo>
                  <a:lnTo>
                    <a:pt x="1115" y="247"/>
                  </a:lnTo>
                  <a:lnTo>
                    <a:pt x="1154" y="309"/>
                  </a:lnTo>
                  <a:lnTo>
                    <a:pt x="1214" y="309"/>
                  </a:lnTo>
                  <a:lnTo>
                    <a:pt x="1274" y="288"/>
                  </a:lnTo>
                  <a:lnTo>
                    <a:pt x="1334" y="268"/>
                  </a:lnTo>
                  <a:lnTo>
                    <a:pt x="1393" y="309"/>
                  </a:lnTo>
                  <a:lnTo>
                    <a:pt x="1493" y="268"/>
                  </a:lnTo>
                  <a:lnTo>
                    <a:pt x="1573" y="247"/>
                  </a:lnTo>
                  <a:lnTo>
                    <a:pt x="1632" y="226"/>
                  </a:lnTo>
                  <a:lnTo>
                    <a:pt x="1672" y="165"/>
                  </a:lnTo>
                  <a:lnTo>
                    <a:pt x="1732" y="144"/>
                  </a:lnTo>
                  <a:lnTo>
                    <a:pt x="1792" y="123"/>
                  </a:lnTo>
                  <a:lnTo>
                    <a:pt x="1851" y="103"/>
                  </a:lnTo>
                  <a:lnTo>
                    <a:pt x="1911" y="144"/>
                  </a:lnTo>
                  <a:lnTo>
                    <a:pt x="1971" y="185"/>
                  </a:lnTo>
                  <a:lnTo>
                    <a:pt x="1991" y="247"/>
                  </a:lnTo>
                  <a:lnTo>
                    <a:pt x="2051" y="268"/>
                  </a:lnTo>
                  <a:lnTo>
                    <a:pt x="2110" y="330"/>
                  </a:lnTo>
                  <a:lnTo>
                    <a:pt x="2170" y="371"/>
                  </a:lnTo>
                  <a:lnTo>
                    <a:pt x="2230" y="391"/>
                  </a:lnTo>
                  <a:lnTo>
                    <a:pt x="2309" y="330"/>
                  </a:lnTo>
                  <a:lnTo>
                    <a:pt x="2389" y="268"/>
                  </a:lnTo>
                  <a:lnTo>
                    <a:pt x="2449" y="226"/>
                  </a:lnTo>
                  <a:lnTo>
                    <a:pt x="2548" y="226"/>
                  </a:lnTo>
                  <a:lnTo>
                    <a:pt x="2628" y="185"/>
                  </a:lnTo>
                  <a:lnTo>
                    <a:pt x="2688" y="185"/>
                  </a:lnTo>
                  <a:lnTo>
                    <a:pt x="2748" y="185"/>
                  </a:lnTo>
                  <a:lnTo>
                    <a:pt x="2827" y="226"/>
                  </a:lnTo>
                  <a:lnTo>
                    <a:pt x="2887" y="206"/>
                  </a:lnTo>
                  <a:lnTo>
                    <a:pt x="2947" y="268"/>
                  </a:lnTo>
                  <a:lnTo>
                    <a:pt x="3006" y="309"/>
                  </a:lnTo>
                  <a:lnTo>
                    <a:pt x="3066" y="309"/>
                  </a:lnTo>
                  <a:lnTo>
                    <a:pt x="3126" y="350"/>
                  </a:lnTo>
                  <a:lnTo>
                    <a:pt x="3186" y="371"/>
                  </a:lnTo>
                  <a:lnTo>
                    <a:pt x="3265" y="391"/>
                  </a:lnTo>
                  <a:lnTo>
                    <a:pt x="3325" y="412"/>
                  </a:lnTo>
                  <a:lnTo>
                    <a:pt x="3405" y="433"/>
                  </a:lnTo>
                  <a:lnTo>
                    <a:pt x="3464" y="412"/>
                  </a:lnTo>
                  <a:lnTo>
                    <a:pt x="3524" y="371"/>
                  </a:lnTo>
                  <a:lnTo>
                    <a:pt x="3584" y="330"/>
                  </a:lnTo>
                  <a:lnTo>
                    <a:pt x="3604" y="268"/>
                  </a:lnTo>
                  <a:lnTo>
                    <a:pt x="3664" y="226"/>
                  </a:lnTo>
                  <a:lnTo>
                    <a:pt x="3743" y="185"/>
                  </a:lnTo>
                  <a:lnTo>
                    <a:pt x="3823" y="165"/>
                  </a:lnTo>
                  <a:lnTo>
                    <a:pt x="3883" y="144"/>
                  </a:lnTo>
                  <a:lnTo>
                    <a:pt x="3942" y="123"/>
                  </a:lnTo>
                  <a:lnTo>
                    <a:pt x="4002" y="103"/>
                  </a:lnTo>
                  <a:lnTo>
                    <a:pt x="4062" y="103"/>
                  </a:lnTo>
                  <a:lnTo>
                    <a:pt x="4102" y="165"/>
                  </a:lnTo>
                  <a:lnTo>
                    <a:pt x="4141" y="226"/>
                  </a:lnTo>
                  <a:lnTo>
                    <a:pt x="4221" y="268"/>
                  </a:lnTo>
                  <a:lnTo>
                    <a:pt x="4281" y="309"/>
                  </a:lnTo>
                  <a:lnTo>
                    <a:pt x="4361" y="268"/>
                  </a:lnTo>
                  <a:lnTo>
                    <a:pt x="4420" y="268"/>
                  </a:lnTo>
                  <a:lnTo>
                    <a:pt x="4481" y="247"/>
                  </a:lnTo>
                  <a:lnTo>
                    <a:pt x="4541" y="247"/>
                  </a:lnTo>
                  <a:lnTo>
                    <a:pt x="4620" y="206"/>
                  </a:lnTo>
                  <a:lnTo>
                    <a:pt x="4680" y="185"/>
                  </a:lnTo>
                  <a:lnTo>
                    <a:pt x="4740" y="144"/>
                  </a:lnTo>
                  <a:lnTo>
                    <a:pt x="4839" y="144"/>
                  </a:lnTo>
                  <a:lnTo>
                    <a:pt x="4919" y="103"/>
                  </a:lnTo>
                  <a:lnTo>
                    <a:pt x="4999" y="61"/>
                  </a:lnTo>
                  <a:lnTo>
                    <a:pt x="5058" y="20"/>
                  </a:lnTo>
                  <a:lnTo>
                    <a:pt x="5138" y="61"/>
                  </a:lnTo>
                  <a:lnTo>
                    <a:pt x="5198" y="103"/>
                  </a:lnTo>
                  <a:lnTo>
                    <a:pt x="5258" y="61"/>
                  </a:lnTo>
                  <a:lnTo>
                    <a:pt x="5337" y="20"/>
                  </a:lnTo>
                  <a:lnTo>
                    <a:pt x="5397" y="41"/>
                  </a:lnTo>
                  <a:lnTo>
                    <a:pt x="5477" y="82"/>
                  </a:lnTo>
                  <a:lnTo>
                    <a:pt x="5536" y="82"/>
                  </a:lnTo>
                  <a:lnTo>
                    <a:pt x="5576" y="20"/>
                  </a:lnTo>
                  <a:lnTo>
                    <a:pt x="5636" y="20"/>
                  </a:lnTo>
                  <a:lnTo>
                    <a:pt x="5696" y="20"/>
                  </a:lnTo>
                  <a:lnTo>
                    <a:pt x="5755" y="20"/>
                  </a:lnTo>
                  <a:lnTo>
                    <a:pt x="5815" y="20"/>
                  </a:lnTo>
                  <a:lnTo>
                    <a:pt x="5875" y="0"/>
                  </a:lnTo>
                  <a:lnTo>
                    <a:pt x="5974" y="20"/>
                  </a:lnTo>
                  <a:lnTo>
                    <a:pt x="6034" y="20"/>
                  </a:lnTo>
                  <a:lnTo>
                    <a:pt x="6114" y="61"/>
                  </a:lnTo>
                  <a:lnTo>
                    <a:pt x="6174" y="61"/>
                  </a:lnTo>
                  <a:lnTo>
                    <a:pt x="6233" y="61"/>
                  </a:lnTo>
                  <a:lnTo>
                    <a:pt x="6293" y="82"/>
                  </a:lnTo>
                  <a:lnTo>
                    <a:pt x="6373" y="103"/>
                  </a:lnTo>
                  <a:lnTo>
                    <a:pt x="6432" y="103"/>
                  </a:lnTo>
                  <a:lnTo>
                    <a:pt x="6492" y="123"/>
                  </a:lnTo>
                  <a:lnTo>
                    <a:pt x="6592" y="185"/>
                  </a:lnTo>
                  <a:lnTo>
                    <a:pt x="6691" y="268"/>
                  </a:lnTo>
                  <a:lnTo>
                    <a:pt x="6751" y="268"/>
                  </a:lnTo>
                  <a:lnTo>
                    <a:pt x="6811" y="268"/>
                  </a:lnTo>
                  <a:lnTo>
                    <a:pt x="6871" y="247"/>
                  </a:lnTo>
                  <a:lnTo>
                    <a:pt x="6930" y="226"/>
                  </a:lnTo>
                  <a:lnTo>
                    <a:pt x="7010" y="206"/>
                  </a:lnTo>
                  <a:lnTo>
                    <a:pt x="7070" y="185"/>
                  </a:lnTo>
                  <a:lnTo>
                    <a:pt x="7110" y="123"/>
                  </a:lnTo>
                  <a:lnTo>
                    <a:pt x="7169" y="103"/>
                  </a:lnTo>
                  <a:lnTo>
                    <a:pt x="7229" y="61"/>
                  </a:lnTo>
                  <a:lnTo>
                    <a:pt x="7309" y="61"/>
                  </a:lnTo>
                  <a:lnTo>
                    <a:pt x="7388" y="144"/>
                  </a:lnTo>
                  <a:lnTo>
                    <a:pt x="7408" y="226"/>
                  </a:lnTo>
                  <a:lnTo>
                    <a:pt x="7488" y="165"/>
                  </a:lnTo>
                  <a:lnTo>
                    <a:pt x="7548" y="144"/>
                  </a:lnTo>
                  <a:lnTo>
                    <a:pt x="7607" y="144"/>
                  </a:lnTo>
                  <a:lnTo>
                    <a:pt x="7667" y="165"/>
                  </a:lnTo>
                  <a:lnTo>
                    <a:pt x="7727" y="144"/>
                  </a:lnTo>
                  <a:lnTo>
                    <a:pt x="7787" y="123"/>
                  </a:lnTo>
                  <a:lnTo>
                    <a:pt x="7866" y="185"/>
                  </a:lnTo>
                  <a:lnTo>
                    <a:pt x="7926" y="226"/>
                  </a:lnTo>
                  <a:lnTo>
                    <a:pt x="7986" y="185"/>
                  </a:lnTo>
                  <a:lnTo>
                    <a:pt x="8045" y="185"/>
                  </a:lnTo>
                  <a:lnTo>
                    <a:pt x="8105" y="247"/>
                  </a:lnTo>
                  <a:lnTo>
                    <a:pt x="8165" y="185"/>
                  </a:lnTo>
                  <a:lnTo>
                    <a:pt x="8245" y="185"/>
                  </a:lnTo>
                  <a:lnTo>
                    <a:pt x="8304" y="226"/>
                  </a:lnTo>
                  <a:lnTo>
                    <a:pt x="8364" y="226"/>
                  </a:lnTo>
                  <a:lnTo>
                    <a:pt x="8424" y="165"/>
                  </a:lnTo>
                  <a:lnTo>
                    <a:pt x="8484" y="123"/>
                  </a:lnTo>
                  <a:lnTo>
                    <a:pt x="8543" y="103"/>
                  </a:lnTo>
                  <a:lnTo>
                    <a:pt x="8603" y="123"/>
                  </a:lnTo>
                  <a:lnTo>
                    <a:pt x="8663" y="103"/>
                  </a:lnTo>
                  <a:lnTo>
                    <a:pt x="8723" y="61"/>
                  </a:lnTo>
                  <a:lnTo>
                    <a:pt x="8782" y="20"/>
                  </a:lnTo>
                  <a:lnTo>
                    <a:pt x="8842" y="0"/>
                  </a:lnTo>
                  <a:lnTo>
                    <a:pt x="8842" y="1734"/>
                  </a:lnTo>
                  <a:lnTo>
                    <a:pt x="8782" y="1713"/>
                  </a:lnTo>
                  <a:lnTo>
                    <a:pt x="8723" y="1651"/>
                  </a:lnTo>
                  <a:lnTo>
                    <a:pt x="8663" y="1589"/>
                  </a:lnTo>
                  <a:lnTo>
                    <a:pt x="8623" y="1527"/>
                  </a:lnTo>
                  <a:lnTo>
                    <a:pt x="8603" y="1465"/>
                  </a:lnTo>
                  <a:lnTo>
                    <a:pt x="8583" y="1403"/>
                  </a:lnTo>
                  <a:lnTo>
                    <a:pt x="8523" y="1321"/>
                  </a:lnTo>
                  <a:lnTo>
                    <a:pt x="8503" y="1259"/>
                  </a:lnTo>
                  <a:lnTo>
                    <a:pt x="8444" y="1218"/>
                  </a:lnTo>
                  <a:lnTo>
                    <a:pt x="8444" y="1156"/>
                  </a:lnTo>
                  <a:lnTo>
                    <a:pt x="8404" y="1094"/>
                  </a:lnTo>
                  <a:lnTo>
                    <a:pt x="8364" y="1032"/>
                  </a:lnTo>
                  <a:lnTo>
                    <a:pt x="8324" y="970"/>
                  </a:lnTo>
                  <a:lnTo>
                    <a:pt x="8265" y="908"/>
                  </a:lnTo>
                  <a:lnTo>
                    <a:pt x="8205" y="845"/>
                  </a:lnTo>
                  <a:lnTo>
                    <a:pt x="8205" y="783"/>
                  </a:lnTo>
                  <a:lnTo>
                    <a:pt x="8165" y="722"/>
                  </a:lnTo>
                  <a:lnTo>
                    <a:pt x="8125" y="660"/>
                  </a:lnTo>
                  <a:lnTo>
                    <a:pt x="8105" y="722"/>
                  </a:lnTo>
                  <a:lnTo>
                    <a:pt x="8065" y="804"/>
                  </a:lnTo>
                  <a:lnTo>
                    <a:pt x="8045" y="866"/>
                  </a:lnTo>
                  <a:lnTo>
                    <a:pt x="8045" y="929"/>
                  </a:lnTo>
                  <a:lnTo>
                    <a:pt x="8045" y="991"/>
                  </a:lnTo>
                  <a:lnTo>
                    <a:pt x="8045" y="1053"/>
                  </a:lnTo>
                  <a:lnTo>
                    <a:pt x="8026" y="1115"/>
                  </a:lnTo>
                  <a:lnTo>
                    <a:pt x="8006" y="1176"/>
                  </a:lnTo>
                  <a:lnTo>
                    <a:pt x="7926" y="1094"/>
                  </a:lnTo>
                  <a:lnTo>
                    <a:pt x="7866" y="1011"/>
                  </a:lnTo>
                  <a:lnTo>
                    <a:pt x="7807" y="929"/>
                  </a:lnTo>
                  <a:lnTo>
                    <a:pt x="7727" y="866"/>
                  </a:lnTo>
                  <a:lnTo>
                    <a:pt x="7667" y="804"/>
                  </a:lnTo>
                  <a:lnTo>
                    <a:pt x="7607" y="742"/>
                  </a:lnTo>
                  <a:lnTo>
                    <a:pt x="7568" y="680"/>
                  </a:lnTo>
                  <a:lnTo>
                    <a:pt x="7508" y="639"/>
                  </a:lnTo>
                  <a:lnTo>
                    <a:pt x="7468" y="577"/>
                  </a:lnTo>
                  <a:lnTo>
                    <a:pt x="7408" y="639"/>
                  </a:lnTo>
                  <a:lnTo>
                    <a:pt x="7388" y="722"/>
                  </a:lnTo>
                  <a:lnTo>
                    <a:pt x="7348" y="783"/>
                  </a:lnTo>
                  <a:lnTo>
                    <a:pt x="7289" y="783"/>
                  </a:lnTo>
                  <a:lnTo>
                    <a:pt x="7209" y="722"/>
                  </a:lnTo>
                  <a:lnTo>
                    <a:pt x="7149" y="722"/>
                  </a:lnTo>
                  <a:lnTo>
                    <a:pt x="7090" y="680"/>
                  </a:lnTo>
                  <a:lnTo>
                    <a:pt x="7070" y="763"/>
                  </a:lnTo>
                  <a:lnTo>
                    <a:pt x="7010" y="845"/>
                  </a:lnTo>
                  <a:lnTo>
                    <a:pt x="6990" y="783"/>
                  </a:lnTo>
                  <a:lnTo>
                    <a:pt x="6950" y="722"/>
                  </a:lnTo>
                  <a:lnTo>
                    <a:pt x="6910" y="660"/>
                  </a:lnTo>
                  <a:lnTo>
                    <a:pt x="6851" y="639"/>
                  </a:lnTo>
                  <a:lnTo>
                    <a:pt x="6771" y="598"/>
                  </a:lnTo>
                  <a:lnTo>
                    <a:pt x="6691" y="577"/>
                  </a:lnTo>
                  <a:lnTo>
                    <a:pt x="6632" y="557"/>
                  </a:lnTo>
                  <a:lnTo>
                    <a:pt x="6572" y="515"/>
                  </a:lnTo>
                  <a:lnTo>
                    <a:pt x="6492" y="474"/>
                  </a:lnTo>
                  <a:lnTo>
                    <a:pt x="6452" y="412"/>
                  </a:lnTo>
                  <a:lnTo>
                    <a:pt x="6393" y="412"/>
                  </a:lnTo>
                  <a:lnTo>
                    <a:pt x="6333" y="433"/>
                  </a:lnTo>
                  <a:lnTo>
                    <a:pt x="6273" y="474"/>
                  </a:lnTo>
                  <a:lnTo>
                    <a:pt x="6253" y="412"/>
                  </a:lnTo>
                  <a:lnTo>
                    <a:pt x="6213" y="350"/>
                  </a:lnTo>
                  <a:lnTo>
                    <a:pt x="6154" y="309"/>
                  </a:lnTo>
                  <a:lnTo>
                    <a:pt x="6094" y="268"/>
                  </a:lnTo>
                  <a:lnTo>
                    <a:pt x="6014" y="330"/>
                  </a:lnTo>
                  <a:lnTo>
                    <a:pt x="5974" y="391"/>
                  </a:lnTo>
                  <a:lnTo>
                    <a:pt x="5935" y="453"/>
                  </a:lnTo>
                  <a:lnTo>
                    <a:pt x="5875" y="495"/>
                  </a:lnTo>
                  <a:lnTo>
                    <a:pt x="5815" y="474"/>
                  </a:lnTo>
                  <a:lnTo>
                    <a:pt x="5755" y="433"/>
                  </a:lnTo>
                  <a:lnTo>
                    <a:pt x="5696" y="433"/>
                  </a:lnTo>
                  <a:lnTo>
                    <a:pt x="5656" y="495"/>
                  </a:lnTo>
                  <a:lnTo>
                    <a:pt x="5596" y="474"/>
                  </a:lnTo>
                  <a:lnTo>
                    <a:pt x="5497" y="412"/>
                  </a:lnTo>
                  <a:lnTo>
                    <a:pt x="5417" y="412"/>
                  </a:lnTo>
                  <a:lnTo>
                    <a:pt x="5337" y="453"/>
                  </a:lnTo>
                  <a:lnTo>
                    <a:pt x="5258" y="515"/>
                  </a:lnTo>
                  <a:lnTo>
                    <a:pt x="5198" y="536"/>
                  </a:lnTo>
                  <a:lnTo>
                    <a:pt x="5138" y="577"/>
                  </a:lnTo>
                  <a:lnTo>
                    <a:pt x="5078" y="598"/>
                  </a:lnTo>
                  <a:lnTo>
                    <a:pt x="5019" y="639"/>
                  </a:lnTo>
                  <a:lnTo>
                    <a:pt x="4939" y="680"/>
                  </a:lnTo>
                  <a:lnTo>
                    <a:pt x="4859" y="639"/>
                  </a:lnTo>
                  <a:lnTo>
                    <a:pt x="4780" y="577"/>
                  </a:lnTo>
                  <a:lnTo>
                    <a:pt x="4700" y="536"/>
                  </a:lnTo>
                  <a:lnTo>
                    <a:pt x="4640" y="474"/>
                  </a:lnTo>
                  <a:lnTo>
                    <a:pt x="4581" y="433"/>
                  </a:lnTo>
                  <a:lnTo>
                    <a:pt x="4541" y="515"/>
                  </a:lnTo>
                  <a:lnTo>
                    <a:pt x="4481" y="557"/>
                  </a:lnTo>
                  <a:lnTo>
                    <a:pt x="4380" y="536"/>
                  </a:lnTo>
                  <a:lnTo>
                    <a:pt x="4321" y="515"/>
                  </a:lnTo>
                  <a:lnTo>
                    <a:pt x="4261" y="557"/>
                  </a:lnTo>
                  <a:lnTo>
                    <a:pt x="4201" y="515"/>
                  </a:lnTo>
                  <a:lnTo>
                    <a:pt x="4161" y="577"/>
                  </a:lnTo>
                  <a:lnTo>
                    <a:pt x="4122" y="639"/>
                  </a:lnTo>
                  <a:lnTo>
                    <a:pt x="4062" y="618"/>
                  </a:lnTo>
                  <a:lnTo>
                    <a:pt x="4002" y="660"/>
                  </a:lnTo>
                  <a:lnTo>
                    <a:pt x="3903" y="639"/>
                  </a:lnTo>
                  <a:lnTo>
                    <a:pt x="3883" y="577"/>
                  </a:lnTo>
                  <a:lnTo>
                    <a:pt x="3823" y="515"/>
                  </a:lnTo>
                  <a:lnTo>
                    <a:pt x="3743" y="577"/>
                  </a:lnTo>
                  <a:lnTo>
                    <a:pt x="3683" y="639"/>
                  </a:lnTo>
                  <a:lnTo>
                    <a:pt x="3604" y="701"/>
                  </a:lnTo>
                  <a:lnTo>
                    <a:pt x="3544" y="742"/>
                  </a:lnTo>
                  <a:lnTo>
                    <a:pt x="3484" y="763"/>
                  </a:lnTo>
                  <a:lnTo>
                    <a:pt x="3425" y="783"/>
                  </a:lnTo>
                  <a:lnTo>
                    <a:pt x="3365" y="804"/>
                  </a:lnTo>
                  <a:lnTo>
                    <a:pt x="3305" y="804"/>
                  </a:lnTo>
                  <a:lnTo>
                    <a:pt x="3245" y="845"/>
                  </a:lnTo>
                  <a:lnTo>
                    <a:pt x="3186" y="825"/>
                  </a:lnTo>
                  <a:lnTo>
                    <a:pt x="3106" y="804"/>
                  </a:lnTo>
                  <a:lnTo>
                    <a:pt x="3046" y="763"/>
                  </a:lnTo>
                  <a:lnTo>
                    <a:pt x="2986" y="742"/>
                  </a:lnTo>
                  <a:lnTo>
                    <a:pt x="2907" y="680"/>
                  </a:lnTo>
                  <a:lnTo>
                    <a:pt x="2847" y="639"/>
                  </a:lnTo>
                  <a:lnTo>
                    <a:pt x="2767" y="557"/>
                  </a:lnTo>
                  <a:lnTo>
                    <a:pt x="2708" y="515"/>
                  </a:lnTo>
                  <a:lnTo>
                    <a:pt x="2648" y="495"/>
                  </a:lnTo>
                  <a:lnTo>
                    <a:pt x="2588" y="474"/>
                  </a:lnTo>
                  <a:lnTo>
                    <a:pt x="2528" y="495"/>
                  </a:lnTo>
                  <a:lnTo>
                    <a:pt x="2469" y="536"/>
                  </a:lnTo>
                  <a:lnTo>
                    <a:pt x="2449" y="598"/>
                  </a:lnTo>
                  <a:lnTo>
                    <a:pt x="2389" y="618"/>
                  </a:lnTo>
                  <a:lnTo>
                    <a:pt x="2309" y="598"/>
                  </a:lnTo>
                  <a:lnTo>
                    <a:pt x="2230" y="577"/>
                  </a:lnTo>
                  <a:lnTo>
                    <a:pt x="2150" y="536"/>
                  </a:lnTo>
                  <a:lnTo>
                    <a:pt x="2070" y="495"/>
                  </a:lnTo>
                  <a:lnTo>
                    <a:pt x="1991" y="495"/>
                  </a:lnTo>
                  <a:lnTo>
                    <a:pt x="1931" y="433"/>
                  </a:lnTo>
                  <a:lnTo>
                    <a:pt x="1871" y="433"/>
                  </a:lnTo>
                  <a:lnTo>
                    <a:pt x="1832" y="495"/>
                  </a:lnTo>
                  <a:lnTo>
                    <a:pt x="1792" y="557"/>
                  </a:lnTo>
                  <a:lnTo>
                    <a:pt x="1732" y="577"/>
                  </a:lnTo>
                  <a:lnTo>
                    <a:pt x="1672" y="577"/>
                  </a:lnTo>
                  <a:lnTo>
                    <a:pt x="1593" y="557"/>
                  </a:lnTo>
                  <a:lnTo>
                    <a:pt x="1533" y="557"/>
                  </a:lnTo>
                  <a:lnTo>
                    <a:pt x="1473" y="577"/>
                  </a:lnTo>
                  <a:lnTo>
                    <a:pt x="1413" y="639"/>
                  </a:lnTo>
                  <a:lnTo>
                    <a:pt x="1354" y="639"/>
                  </a:lnTo>
                  <a:lnTo>
                    <a:pt x="1274" y="660"/>
                  </a:lnTo>
                  <a:lnTo>
                    <a:pt x="1194" y="680"/>
                  </a:lnTo>
                  <a:lnTo>
                    <a:pt x="1135" y="639"/>
                  </a:lnTo>
                  <a:lnTo>
                    <a:pt x="1075" y="639"/>
                  </a:lnTo>
                  <a:lnTo>
                    <a:pt x="1015" y="680"/>
                  </a:lnTo>
                  <a:lnTo>
                    <a:pt x="955" y="680"/>
                  </a:lnTo>
                  <a:lnTo>
                    <a:pt x="876" y="680"/>
                  </a:lnTo>
                  <a:lnTo>
                    <a:pt x="796" y="722"/>
                  </a:lnTo>
                  <a:lnTo>
                    <a:pt x="736" y="742"/>
                  </a:lnTo>
                  <a:lnTo>
                    <a:pt x="657" y="722"/>
                  </a:lnTo>
                  <a:lnTo>
                    <a:pt x="597" y="763"/>
                  </a:lnTo>
                  <a:lnTo>
                    <a:pt x="537" y="783"/>
                  </a:lnTo>
                  <a:lnTo>
                    <a:pt x="477" y="825"/>
                  </a:lnTo>
                  <a:lnTo>
                    <a:pt x="458" y="888"/>
                  </a:lnTo>
                  <a:lnTo>
                    <a:pt x="398" y="908"/>
                  </a:lnTo>
                  <a:lnTo>
                    <a:pt x="378" y="970"/>
                  </a:lnTo>
                  <a:lnTo>
                    <a:pt x="318" y="991"/>
                  </a:lnTo>
                  <a:lnTo>
                    <a:pt x="258" y="991"/>
                  </a:lnTo>
                  <a:lnTo>
                    <a:pt x="199" y="1011"/>
                  </a:lnTo>
                  <a:lnTo>
                    <a:pt x="139" y="1032"/>
                  </a:lnTo>
                  <a:lnTo>
                    <a:pt x="79" y="1053"/>
                  </a:lnTo>
                  <a:lnTo>
                    <a:pt x="19" y="1094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"/>
            <p:cNvSpPr/>
            <p:nvPr/>
          </p:nvSpPr>
          <p:spPr>
            <a:xfrm>
              <a:off x="1887480" y="755640"/>
              <a:ext cx="1355760" cy="63972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"/>
            <p:cNvSpPr txBox="1"/>
            <p:nvPr/>
          </p:nvSpPr>
          <p:spPr>
            <a:xfrm>
              <a:off x="1905120" y="52704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Program 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"/>
            <p:cNvSpPr txBox="1"/>
            <p:nvPr/>
          </p:nvSpPr>
          <p:spPr>
            <a:xfrm>
              <a:off x="3579840" y="2049480"/>
              <a:ext cx="14493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3300"/>
              </a:solidFill>
              <a:round/>
            </a:ln>
            <a:effectLst>
              <a:outerShdw dist="0" dir="0" rotWithShape="0">
                <a:srgbClr val="919191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"/>
            <p:cNvSpPr txBox="1"/>
            <p:nvPr/>
          </p:nvSpPr>
          <p:spPr>
            <a:xfrm>
              <a:off x="358128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Program 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"/>
            <p:cNvSpPr/>
            <p:nvPr/>
          </p:nvSpPr>
          <p:spPr>
            <a:xfrm>
              <a:off x="1887480" y="2049480"/>
              <a:ext cx="135576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"/>
            <p:cNvSpPr txBox="1"/>
            <p:nvPr/>
          </p:nvSpPr>
          <p:spPr>
            <a:xfrm>
              <a:off x="1905120" y="1797120"/>
              <a:ext cx="129528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 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"/>
            <p:cNvSpPr txBox="1"/>
            <p:nvPr/>
          </p:nvSpPr>
          <p:spPr>
            <a:xfrm>
              <a:off x="233280" y="2049480"/>
              <a:ext cx="1442880" cy="687240"/>
            </a:xfrm>
            <a:prstGeom prst="rect">
              <a:avLst/>
            </a:prstGeom>
            <a:solidFill>
              <a:srgbClr val="FFFFCC"/>
            </a:solidFill>
            <a:ln w="25560">
              <a:solidFill>
                <a:srgbClr val="FFFFFF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"/>
            <p:cNvSpPr txBox="1"/>
            <p:nvPr/>
          </p:nvSpPr>
          <p:spPr>
            <a:xfrm>
              <a:off x="228600" y="1797120"/>
              <a:ext cx="13716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Program 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"/>
            <p:cNvSpPr txBox="1"/>
            <p:nvPr/>
          </p:nvSpPr>
          <p:spPr>
            <a:xfrm>
              <a:off x="2201760" y="2932200"/>
              <a:ext cx="928800" cy="399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SharedRec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"/>
            <p:cNvSpPr txBox="1"/>
            <p:nvPr/>
          </p:nvSpPr>
          <p:spPr>
            <a:xfrm>
              <a:off x="2057400" y="3139920"/>
              <a:ext cx="1219320" cy="434880"/>
            </a:xfrm>
            <a:prstGeom prst="rect">
              <a:avLst/>
            </a:prstGeom>
            <a:solidFill>
              <a:srgbClr val="E9FFE9"/>
            </a:solidFill>
            <a:ln w="25560">
              <a:solidFill>
                <a:srgbClr val="676767"/>
              </a:solidFill>
              <a:custDash>
                <a:ds d="198592" sp="198592"/>
              </a:custDash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Mike12345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"/>
            <p:cNvSpPr/>
            <p:nvPr/>
          </p:nvSpPr>
          <p:spPr>
            <a:xfrm flipH="1">
              <a:off x="1020600" y="1387440"/>
              <a:ext cx="89712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"/>
            <p:cNvSpPr/>
            <p:nvPr/>
          </p:nvSpPr>
          <p:spPr>
            <a:xfrm>
              <a:off x="2556000" y="1387440"/>
              <a:ext cx="0" cy="44604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"/>
            <p:cNvSpPr/>
            <p:nvPr/>
          </p:nvSpPr>
          <p:spPr>
            <a:xfrm>
              <a:off x="3220920" y="1387440"/>
              <a:ext cx="1033560" cy="461880"/>
            </a:xfrm>
            <a:prstGeom prst="line">
              <a:avLst/>
            </a:prstGeom>
            <a:ln w="1260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"/>
            <p:cNvSpPr/>
            <p:nvPr/>
          </p:nvSpPr>
          <p:spPr>
            <a:xfrm>
              <a:off x="3251160" y="2660760"/>
              <a:ext cx="1016280" cy="686160"/>
            </a:xfrm>
            <a:custGeom>
              <a:avLst/>
              <a:gdLst/>
              <a:ahLst/>
              <a:rect l="0" t="0" r="r" b="b"/>
              <a:pathLst>
                <a:path fill="none" w="2823" h="1906">
                  <a:moveTo>
                    <a:pt x="0" y="1906"/>
                  </a:moveTo>
                  <a:lnTo>
                    <a:pt x="0" y="1906"/>
                  </a:lnTo>
                  <a:cubicBezTo>
                    <a:pt x="496" y="1906"/>
                    <a:pt x="982" y="1818"/>
                    <a:pt x="1412" y="1651"/>
                  </a:cubicBezTo>
                  <a:cubicBezTo>
                    <a:pt x="1841" y="1483"/>
                    <a:pt x="2197" y="1243"/>
                    <a:pt x="2445" y="953"/>
                  </a:cubicBezTo>
                  <a:cubicBezTo>
                    <a:pt x="2693" y="663"/>
                    <a:pt x="2823" y="335"/>
                    <a:pt x="2823" y="0"/>
                  </a:cubicBezTo>
                </a:path>
              </a:pathLst>
            </a:custGeom>
            <a:ln w="25560">
              <a:solidFill>
                <a:srgbClr val="FF3300"/>
              </a:solidFill>
              <a:round/>
              <a:tailEnd len="med" type="triangle" w="med"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 txBox="1"/>
            <p:nvPr/>
          </p:nvSpPr>
          <p:spPr>
            <a:xfrm>
              <a:off x="3699000" y="3011400"/>
              <a:ext cx="372960" cy="365040"/>
            </a:xfrm>
            <a:prstGeom prst="rect">
              <a:avLst/>
            </a:prstGeom>
            <a:solidFill>
              <a:srgbClr val="114FFB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0" u="none" strike="noStrike">
                  <a:solidFill>
                    <a:srgbClr val="FFFFFF"/>
                  </a:solidFill>
                  <a:effectLst/>
                  <a:uFillTx/>
                  <a:latin typeface="Times New Roman"/>
                  <a:ea typeface="Times New Roman"/>
                </a:rPr>
                <a:t>get</a:t>
              </a:r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9" name=""/>
          <p:cNvSpPr txBox="1"/>
          <p:nvPr/>
        </p:nvSpPr>
        <p:spPr>
          <a:xfrm>
            <a:off x="76320" y="76320"/>
            <a:ext cx="1409760" cy="1447920"/>
          </a:xfrm>
          <a:prstGeom prst="rect">
            <a:avLst/>
          </a:prstGeom>
          <a:solidFill>
            <a:srgbClr val="FFFFDE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Program D moves the value in the shared record to one of its local variables.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