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8" r:id="rId2"/>
    <p:sldId id="284" r:id="rId3"/>
    <p:sldId id="285" r:id="rId4"/>
    <p:sldId id="286" r:id="rId5"/>
    <p:sldId id="287" r:id="rId6"/>
    <p:sldId id="288" r:id="rId7"/>
  </p:sldIdLst>
  <p:sldSz cx="5334000" cy="5334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66FF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>
          <p15:clr>
            <a:srgbClr val="A4A3A4"/>
          </p15:clr>
        </p15:guide>
        <p15:guide id="2" pos="9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66FF"/>
    <a:srgbClr val="E9FFE9"/>
    <a:srgbClr val="FF3300"/>
    <a:srgbClr val="FF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1206" y="144"/>
      </p:cViewPr>
      <p:guideLst>
        <p:guide orient="horz" pos="1230"/>
        <p:guide pos="9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8AEC055-7178-A938-F792-6E6C51C04B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FAB6E76-6CCA-A3E5-64F4-5D630E4D6E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CC3E617-CF16-AB42-5170-D342AA9E91B6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720850" y="692150"/>
            <a:ext cx="3416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3C1EC4DC-E0D1-F2CB-7F70-DCFE646387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C5E78C2-78E3-C856-62B1-3D4140B3FC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8F93C38-56C7-0ED3-BD73-A78941898E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fld id="{193BE127-7201-49F9-A18B-D06C624C18B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6264A93-2F61-176F-0997-1F8C2262AF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57696C-0236-461F-8496-A6092B61CDE9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046D525B-E010-0917-5718-267E8E097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A7CB3C0-91FA-D57C-34A0-AEC23F21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6190C93-78C2-2991-DC8A-2ECF1B09B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D975FBD-0D6B-FBC7-91B3-2D96A5D0F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B911591-5F40-83B3-897C-CE6215D46AC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A3C3F00-60D7-245A-068C-4597874F4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3849687"/>
          </a:xfrm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3BA0C62-8260-BE7E-99F6-5A3B2621D2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51F1DA-8F7E-4EEF-A11B-F1C2049073A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00923BA8-DF63-91C0-36F1-6BD474BFB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E0BEF6B-E656-C82A-CEA4-3C1BEFDEC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3EC3A2B-BA8E-5560-0D2E-FB4971E92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9A031088-7E8A-558F-68D1-3FD54244D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164BE26-158C-88D6-65B3-F20676C5F84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633231A-588D-AE64-36BE-09B9A9B0E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3849687"/>
          </a:xfrm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F48B0B8-2DF0-C4D1-DD57-B7F32887B5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ADFD00-862B-4B9C-9EBA-140937ED973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C3320D9D-79F0-FD02-FE11-A98C614C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40B736-49F3-6758-9185-3AD0AFBAE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C3AAA53-46B8-8367-A275-8A90CCAB9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7E5B216-FC09-28F4-8BED-5EE4682AA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E5F42590-BA15-864B-BCFF-B702420E7F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60CE8371-B3D3-37A9-48A6-1CDF6EA91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3849687"/>
          </a:xfrm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EC7D79F-B0E6-CADE-F96A-DD21ECBD5A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9CE62D-777A-4EDA-96E9-B7007D7CF51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9D28058-FE36-CBA2-46B3-56309E619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A71F370-E852-3A8F-DD8C-CAAE49641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712BD562-032B-BE5C-6EFA-38EBFFEF0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2244129F-AF97-63F3-79DC-5160903A2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DA2771CD-AFCB-D9B5-45E3-AD575B794BB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BA741E6A-4FA2-9C79-CDB2-940AE1F8F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3849687"/>
          </a:xfrm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EAC61BC-5466-A2F6-84A2-AB45548E19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BD367-3CEF-46E2-8026-86F77FB3465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11073172-0C73-FC75-4F28-5FD9D3BE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B6922C8-0AD7-C4D9-ED53-0FF4DCA16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F0DC6D7-CBE7-7E6A-4493-5C873B61C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3305DDEA-A45B-8E40-E801-69841CAB3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167348C8-1C60-FF10-B031-4076348F1C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95592D43-ABF7-E45F-4283-1FE8B042C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3849687"/>
          </a:xfrm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198E25A-D424-3035-8320-F6CDA289C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0AE2E9-03E4-401A-8099-7FA8AAB4726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62EB97C-AA4B-5175-8CEE-C79DCACE6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7C319AB-7FA5-7FAA-9176-01336BBAD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000" i="1">
                <a:latin typeface="Times New Roman" panose="02020603050405020304" pitchFamily="18" charset="0"/>
              </a:rPr>
              <a:t>23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00251048-AED8-93B2-8FF7-8238AB82A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05850"/>
            <a:ext cx="29718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9B54F644-CDDA-12B7-DDE4-F52BE140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38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DB73E968-2A4F-4B9C-2F3E-80481180DA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02E392EF-08F7-3A25-47DE-4BC000D37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3849687"/>
          </a:xfrm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1347-3DAE-CC22-0BBB-4CA61616B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750" y="873125"/>
            <a:ext cx="4000500" cy="185737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BDC95-D7EB-6DF3-56E8-E24DEF135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50" y="2801938"/>
            <a:ext cx="4000500" cy="12874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799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904C-52BD-5AD8-BED7-21E347F4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284163"/>
            <a:ext cx="4600575" cy="1030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2A02C-08A6-CCF2-4944-08517633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13" y="1419225"/>
            <a:ext cx="4600575" cy="3384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229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B205-79BB-E419-75B7-D92A9228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38" y="1330325"/>
            <a:ext cx="4600575" cy="221773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68C32-B2AC-105C-A9A2-FA9871DAD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538" y="3570288"/>
            <a:ext cx="4600575" cy="11668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325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9CD8-4753-7719-938A-367F7B28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284163"/>
            <a:ext cx="4600575" cy="1030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1697-E184-1FFC-24A2-9489EFBFC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6713" y="1419225"/>
            <a:ext cx="2224087" cy="3384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9370E-CA65-04B6-657C-13E1BE97E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43200" y="1419225"/>
            <a:ext cx="2224088" cy="3384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543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4CD1-0732-A1C3-2ED2-9F48B99D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284163"/>
            <a:ext cx="4600575" cy="1030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AB974-FBCE-A803-C503-93603B1DB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713" y="1308100"/>
            <a:ext cx="225742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8665E-746C-CFB3-0DCA-0E8A2A373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6713" y="1947863"/>
            <a:ext cx="2257425" cy="2867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860C3-86CA-EC4D-9E55-F68E43C7C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700338" y="1308100"/>
            <a:ext cx="2266950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57CE0-D0C3-DA43-BC06-8ADA163F5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700338" y="1947863"/>
            <a:ext cx="2266950" cy="2867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552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C46F-90CD-11C6-7750-28395B71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284163"/>
            <a:ext cx="4600575" cy="1030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40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0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E010-0BB2-F9AA-76AB-0D959478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355600"/>
            <a:ext cx="1720850" cy="12446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C70BE-8376-92A9-932E-67B3B7DA1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950" y="768350"/>
            <a:ext cx="2700338" cy="37909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E4CB0-9A60-D593-BDFA-E42EB32A5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6713" y="1600200"/>
            <a:ext cx="1720850" cy="296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87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0A9A-C651-DAFB-0CCD-AFD33E6C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355600"/>
            <a:ext cx="1720850" cy="12446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521DF-33A4-C0A7-3DA3-615331820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266950" y="768350"/>
            <a:ext cx="2700338" cy="379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E305E-3B55-2B4A-753A-AB539478A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6713" y="1600200"/>
            <a:ext cx="1720850" cy="296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94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EEB8-F991-50CE-D137-E672BCDFD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284163"/>
            <a:ext cx="4600575" cy="10302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09FB8-7F68-045B-615B-1847B9EF7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6713" y="1419225"/>
            <a:ext cx="4600575" cy="33845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893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13728-68B1-2DBB-0B92-91BDFB4FD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7938" y="284163"/>
            <a:ext cx="1149350" cy="4519612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37298-EF96-FA61-269F-7C2E34DF8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6713" y="284163"/>
            <a:ext cx="3298825" cy="45196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510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2C9112-CAA3-B5E2-9446-0466CC213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" y="44450"/>
            <a:ext cx="5245100" cy="5245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" name="Group 17">
            <a:extLst>
              <a:ext uri="{FF2B5EF4-FFF2-40B4-BE49-F238E27FC236}">
                <a16:creationId xmlns:a16="http://schemas.microsoft.com/office/drawing/2014/main" id="{4DD04C88-0AE7-53B0-3197-E1F5A21F9DE1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27050"/>
            <a:ext cx="4787900" cy="4108450"/>
            <a:chOff x="144" y="332"/>
            <a:chExt cx="3016" cy="2588"/>
          </a:xfrm>
        </p:grpSpPr>
        <p:sp>
          <p:nvSpPr>
            <p:cNvPr id="3074" name="Rectangle 2">
              <a:extLst>
                <a:ext uri="{FF2B5EF4-FFF2-40B4-BE49-F238E27FC236}">
                  <a16:creationId xmlns:a16="http://schemas.microsoft.com/office/drawing/2014/main" id="{D1A5E181-6BA6-6CEC-9E80-B1C90E0C6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2356"/>
              <a:ext cx="1840" cy="564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>
                  <a:alpha val="50000"/>
                </a:schemeClr>
              </a:outerShdw>
            </a:effectLst>
          </p:spPr>
          <p:txBody>
            <a:bodyPr wrap="none" lIns="114300" tIns="114300" rIns="114300" bIns="114300">
              <a:spAutoFit/>
            </a:bodyPr>
            <a:lstStyle>
              <a:lvl1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WORKING-STORAGE SECTION.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01 SharedRec IS EXTERNAL.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PartA   PIC X(4).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PartB   PIC 9(5).</a:t>
              </a:r>
            </a:p>
          </p:txBody>
        </p:sp>
        <p:sp useBgFill="1">
          <p:nvSpPr>
            <p:cNvPr id="3075" name="Freeform 3">
              <a:extLst>
                <a:ext uri="{FF2B5EF4-FFF2-40B4-BE49-F238E27FC236}">
                  <a16:creationId xmlns:a16="http://schemas.microsoft.com/office/drawing/2014/main" id="{745351DA-D16B-FFB9-118D-35EF64048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" y="1408"/>
              <a:ext cx="2005" cy="394"/>
            </a:xfrm>
            <a:custGeom>
              <a:avLst/>
              <a:gdLst>
                <a:gd name="T0" fmla="*/ 67 w 2005"/>
                <a:gd name="T1" fmla="*/ 98 h 394"/>
                <a:gd name="T2" fmla="*/ 144 w 2005"/>
                <a:gd name="T3" fmla="*/ 60 h 394"/>
                <a:gd name="T4" fmla="*/ 194 w 2005"/>
                <a:gd name="T5" fmla="*/ 74 h 394"/>
                <a:gd name="T6" fmla="*/ 261 w 2005"/>
                <a:gd name="T7" fmla="*/ 70 h 394"/>
                <a:gd name="T8" fmla="*/ 338 w 2005"/>
                <a:gd name="T9" fmla="*/ 60 h 394"/>
                <a:gd name="T10" fmla="*/ 406 w 2005"/>
                <a:gd name="T11" fmla="*/ 28 h 394"/>
                <a:gd name="T12" fmla="*/ 464 w 2005"/>
                <a:gd name="T13" fmla="*/ 60 h 394"/>
                <a:gd name="T14" fmla="*/ 541 w 2005"/>
                <a:gd name="T15" fmla="*/ 60 h 394"/>
                <a:gd name="T16" fmla="*/ 622 w 2005"/>
                <a:gd name="T17" fmla="*/ 42 h 394"/>
                <a:gd name="T18" fmla="*/ 695 w 2005"/>
                <a:gd name="T19" fmla="*/ 70 h 394"/>
                <a:gd name="T20" fmla="*/ 771 w 2005"/>
                <a:gd name="T21" fmla="*/ 98 h 394"/>
                <a:gd name="T22" fmla="*/ 830 w 2005"/>
                <a:gd name="T23" fmla="*/ 51 h 394"/>
                <a:gd name="T24" fmla="*/ 907 w 2005"/>
                <a:gd name="T25" fmla="*/ 23 h 394"/>
                <a:gd name="T26" fmla="*/ 970 w 2005"/>
                <a:gd name="T27" fmla="*/ 70 h 394"/>
                <a:gd name="T28" fmla="*/ 1047 w 2005"/>
                <a:gd name="T29" fmla="*/ 46 h 394"/>
                <a:gd name="T30" fmla="*/ 1132 w 2005"/>
                <a:gd name="T31" fmla="*/ 14 h 394"/>
                <a:gd name="T32" fmla="*/ 1209 w 2005"/>
                <a:gd name="T33" fmla="*/ 4 h 394"/>
                <a:gd name="T34" fmla="*/ 1277 w 2005"/>
                <a:gd name="T35" fmla="*/ 4 h 394"/>
                <a:gd name="T36" fmla="*/ 1354 w 2005"/>
                <a:gd name="T37" fmla="*/ 4 h 394"/>
                <a:gd name="T38" fmla="*/ 1426 w 2005"/>
                <a:gd name="T39" fmla="*/ 18 h 394"/>
                <a:gd name="T40" fmla="*/ 1516 w 2005"/>
                <a:gd name="T41" fmla="*/ 60 h 394"/>
                <a:gd name="T42" fmla="*/ 1588 w 2005"/>
                <a:gd name="T43" fmla="*/ 46 h 394"/>
                <a:gd name="T44" fmla="*/ 1656 w 2005"/>
                <a:gd name="T45" fmla="*/ 14 h 394"/>
                <a:gd name="T46" fmla="*/ 1724 w 2005"/>
                <a:gd name="T47" fmla="*/ 32 h 394"/>
                <a:gd name="T48" fmla="*/ 1796 w 2005"/>
                <a:gd name="T49" fmla="*/ 51 h 394"/>
                <a:gd name="T50" fmla="*/ 1868 w 2005"/>
                <a:gd name="T51" fmla="*/ 42 h 394"/>
                <a:gd name="T52" fmla="*/ 1936 w 2005"/>
                <a:gd name="T53" fmla="*/ 23 h 394"/>
                <a:gd name="T54" fmla="*/ 2004 w 2005"/>
                <a:gd name="T55" fmla="*/ 0 h 394"/>
                <a:gd name="T56" fmla="*/ 1954 w 2005"/>
                <a:gd name="T57" fmla="*/ 346 h 394"/>
                <a:gd name="T58" fmla="*/ 1913 w 2005"/>
                <a:gd name="T59" fmla="*/ 276 h 394"/>
                <a:gd name="T60" fmla="*/ 1873 w 2005"/>
                <a:gd name="T61" fmla="*/ 205 h 394"/>
                <a:gd name="T62" fmla="*/ 1837 w 2005"/>
                <a:gd name="T63" fmla="*/ 163 h 394"/>
                <a:gd name="T64" fmla="*/ 1823 w 2005"/>
                <a:gd name="T65" fmla="*/ 238 h 394"/>
                <a:gd name="T66" fmla="*/ 1769 w 2005"/>
                <a:gd name="T67" fmla="*/ 210 h 394"/>
                <a:gd name="T68" fmla="*/ 1701 w 2005"/>
                <a:gd name="T69" fmla="*/ 145 h 394"/>
                <a:gd name="T70" fmla="*/ 1651 w 2005"/>
                <a:gd name="T71" fmla="*/ 177 h 394"/>
                <a:gd name="T72" fmla="*/ 1588 w 2005"/>
                <a:gd name="T73" fmla="*/ 191 h 394"/>
                <a:gd name="T74" fmla="*/ 1534 w 2005"/>
                <a:gd name="T75" fmla="*/ 135 h 394"/>
                <a:gd name="T76" fmla="*/ 1462 w 2005"/>
                <a:gd name="T77" fmla="*/ 93 h 394"/>
                <a:gd name="T78" fmla="*/ 1408 w 2005"/>
                <a:gd name="T79" fmla="*/ 79 h 394"/>
                <a:gd name="T80" fmla="*/ 1345 w 2005"/>
                <a:gd name="T81" fmla="*/ 102 h 394"/>
                <a:gd name="T82" fmla="*/ 1281 w 2005"/>
                <a:gd name="T83" fmla="*/ 112 h 394"/>
                <a:gd name="T84" fmla="*/ 1191 w 2005"/>
                <a:gd name="T85" fmla="*/ 116 h 394"/>
                <a:gd name="T86" fmla="*/ 1119 w 2005"/>
                <a:gd name="T87" fmla="*/ 154 h 394"/>
                <a:gd name="T88" fmla="*/ 1038 w 2005"/>
                <a:gd name="T89" fmla="*/ 98 h 394"/>
                <a:gd name="T90" fmla="*/ 965 w 2005"/>
                <a:gd name="T91" fmla="*/ 126 h 394"/>
                <a:gd name="T92" fmla="*/ 907 w 2005"/>
                <a:gd name="T93" fmla="*/ 149 h 394"/>
                <a:gd name="T94" fmla="*/ 835 w 2005"/>
                <a:gd name="T95" fmla="*/ 145 h 394"/>
                <a:gd name="T96" fmla="*/ 762 w 2005"/>
                <a:gd name="T97" fmla="*/ 182 h 394"/>
                <a:gd name="T98" fmla="*/ 690 w 2005"/>
                <a:gd name="T99" fmla="*/ 173 h 394"/>
                <a:gd name="T100" fmla="*/ 613 w 2005"/>
                <a:gd name="T101" fmla="*/ 116 h 394"/>
                <a:gd name="T102" fmla="*/ 555 w 2005"/>
                <a:gd name="T103" fmla="*/ 135 h 394"/>
                <a:gd name="T104" fmla="*/ 469 w 2005"/>
                <a:gd name="T105" fmla="*/ 112 h 394"/>
                <a:gd name="T106" fmla="*/ 406 w 2005"/>
                <a:gd name="T107" fmla="*/ 126 h 394"/>
                <a:gd name="T108" fmla="*/ 334 w 2005"/>
                <a:gd name="T109" fmla="*/ 131 h 394"/>
                <a:gd name="T110" fmla="*/ 257 w 2005"/>
                <a:gd name="T111" fmla="*/ 145 h 394"/>
                <a:gd name="T112" fmla="*/ 180 w 2005"/>
                <a:gd name="T113" fmla="*/ 163 h 394"/>
                <a:gd name="T114" fmla="*/ 108 w 2005"/>
                <a:gd name="T115" fmla="*/ 187 h 394"/>
                <a:gd name="T116" fmla="*/ 58 w 2005"/>
                <a:gd name="T117" fmla="*/ 224 h 394"/>
                <a:gd name="T118" fmla="*/ 0 w 2005"/>
                <a:gd name="T119" fmla="*/ 9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05" h="394">
                  <a:moveTo>
                    <a:pt x="0" y="93"/>
                  </a:moveTo>
                  <a:lnTo>
                    <a:pt x="18" y="98"/>
                  </a:lnTo>
                  <a:lnTo>
                    <a:pt x="31" y="98"/>
                  </a:lnTo>
                  <a:lnTo>
                    <a:pt x="49" y="98"/>
                  </a:lnTo>
                  <a:lnTo>
                    <a:pt x="67" y="98"/>
                  </a:lnTo>
                  <a:lnTo>
                    <a:pt x="81" y="93"/>
                  </a:lnTo>
                  <a:lnTo>
                    <a:pt x="94" y="79"/>
                  </a:lnTo>
                  <a:lnTo>
                    <a:pt x="108" y="60"/>
                  </a:lnTo>
                  <a:lnTo>
                    <a:pt x="117" y="42"/>
                  </a:lnTo>
                  <a:lnTo>
                    <a:pt x="144" y="60"/>
                  </a:lnTo>
                  <a:lnTo>
                    <a:pt x="148" y="74"/>
                  </a:lnTo>
                  <a:lnTo>
                    <a:pt x="162" y="88"/>
                  </a:lnTo>
                  <a:lnTo>
                    <a:pt x="176" y="93"/>
                  </a:lnTo>
                  <a:lnTo>
                    <a:pt x="189" y="88"/>
                  </a:lnTo>
                  <a:lnTo>
                    <a:pt x="194" y="74"/>
                  </a:lnTo>
                  <a:lnTo>
                    <a:pt x="207" y="74"/>
                  </a:lnTo>
                  <a:lnTo>
                    <a:pt x="221" y="70"/>
                  </a:lnTo>
                  <a:lnTo>
                    <a:pt x="234" y="60"/>
                  </a:lnTo>
                  <a:lnTo>
                    <a:pt x="252" y="56"/>
                  </a:lnTo>
                  <a:lnTo>
                    <a:pt x="261" y="70"/>
                  </a:lnTo>
                  <a:lnTo>
                    <a:pt x="275" y="70"/>
                  </a:lnTo>
                  <a:lnTo>
                    <a:pt x="288" y="65"/>
                  </a:lnTo>
                  <a:lnTo>
                    <a:pt x="302" y="60"/>
                  </a:lnTo>
                  <a:lnTo>
                    <a:pt x="315" y="70"/>
                  </a:lnTo>
                  <a:lnTo>
                    <a:pt x="338" y="60"/>
                  </a:lnTo>
                  <a:lnTo>
                    <a:pt x="356" y="56"/>
                  </a:lnTo>
                  <a:lnTo>
                    <a:pt x="370" y="51"/>
                  </a:lnTo>
                  <a:lnTo>
                    <a:pt x="379" y="37"/>
                  </a:lnTo>
                  <a:lnTo>
                    <a:pt x="392" y="32"/>
                  </a:lnTo>
                  <a:lnTo>
                    <a:pt x="406" y="28"/>
                  </a:lnTo>
                  <a:lnTo>
                    <a:pt x="419" y="23"/>
                  </a:lnTo>
                  <a:lnTo>
                    <a:pt x="433" y="32"/>
                  </a:lnTo>
                  <a:lnTo>
                    <a:pt x="446" y="42"/>
                  </a:lnTo>
                  <a:lnTo>
                    <a:pt x="451" y="56"/>
                  </a:lnTo>
                  <a:lnTo>
                    <a:pt x="464" y="60"/>
                  </a:lnTo>
                  <a:lnTo>
                    <a:pt x="478" y="74"/>
                  </a:lnTo>
                  <a:lnTo>
                    <a:pt x="491" y="84"/>
                  </a:lnTo>
                  <a:lnTo>
                    <a:pt x="505" y="88"/>
                  </a:lnTo>
                  <a:lnTo>
                    <a:pt x="523" y="74"/>
                  </a:lnTo>
                  <a:lnTo>
                    <a:pt x="541" y="60"/>
                  </a:lnTo>
                  <a:lnTo>
                    <a:pt x="555" y="51"/>
                  </a:lnTo>
                  <a:lnTo>
                    <a:pt x="577" y="51"/>
                  </a:lnTo>
                  <a:lnTo>
                    <a:pt x="595" y="42"/>
                  </a:lnTo>
                  <a:lnTo>
                    <a:pt x="609" y="42"/>
                  </a:lnTo>
                  <a:lnTo>
                    <a:pt x="622" y="42"/>
                  </a:lnTo>
                  <a:lnTo>
                    <a:pt x="640" y="51"/>
                  </a:lnTo>
                  <a:lnTo>
                    <a:pt x="654" y="46"/>
                  </a:lnTo>
                  <a:lnTo>
                    <a:pt x="668" y="60"/>
                  </a:lnTo>
                  <a:lnTo>
                    <a:pt x="681" y="70"/>
                  </a:lnTo>
                  <a:lnTo>
                    <a:pt x="695" y="70"/>
                  </a:lnTo>
                  <a:lnTo>
                    <a:pt x="708" y="79"/>
                  </a:lnTo>
                  <a:lnTo>
                    <a:pt x="722" y="84"/>
                  </a:lnTo>
                  <a:lnTo>
                    <a:pt x="740" y="88"/>
                  </a:lnTo>
                  <a:lnTo>
                    <a:pt x="753" y="93"/>
                  </a:lnTo>
                  <a:lnTo>
                    <a:pt x="771" y="98"/>
                  </a:lnTo>
                  <a:lnTo>
                    <a:pt x="785" y="93"/>
                  </a:lnTo>
                  <a:lnTo>
                    <a:pt x="798" y="84"/>
                  </a:lnTo>
                  <a:lnTo>
                    <a:pt x="812" y="74"/>
                  </a:lnTo>
                  <a:lnTo>
                    <a:pt x="816" y="60"/>
                  </a:lnTo>
                  <a:lnTo>
                    <a:pt x="830" y="51"/>
                  </a:lnTo>
                  <a:lnTo>
                    <a:pt x="848" y="42"/>
                  </a:lnTo>
                  <a:lnTo>
                    <a:pt x="866" y="37"/>
                  </a:lnTo>
                  <a:lnTo>
                    <a:pt x="880" y="32"/>
                  </a:lnTo>
                  <a:lnTo>
                    <a:pt x="893" y="28"/>
                  </a:lnTo>
                  <a:lnTo>
                    <a:pt x="907" y="23"/>
                  </a:lnTo>
                  <a:lnTo>
                    <a:pt x="920" y="23"/>
                  </a:lnTo>
                  <a:lnTo>
                    <a:pt x="929" y="37"/>
                  </a:lnTo>
                  <a:lnTo>
                    <a:pt x="938" y="51"/>
                  </a:lnTo>
                  <a:lnTo>
                    <a:pt x="956" y="60"/>
                  </a:lnTo>
                  <a:lnTo>
                    <a:pt x="970" y="70"/>
                  </a:lnTo>
                  <a:lnTo>
                    <a:pt x="988" y="60"/>
                  </a:lnTo>
                  <a:lnTo>
                    <a:pt x="1002" y="60"/>
                  </a:lnTo>
                  <a:lnTo>
                    <a:pt x="1015" y="56"/>
                  </a:lnTo>
                  <a:lnTo>
                    <a:pt x="1029" y="56"/>
                  </a:lnTo>
                  <a:lnTo>
                    <a:pt x="1047" y="46"/>
                  </a:lnTo>
                  <a:lnTo>
                    <a:pt x="1060" y="42"/>
                  </a:lnTo>
                  <a:lnTo>
                    <a:pt x="1074" y="32"/>
                  </a:lnTo>
                  <a:lnTo>
                    <a:pt x="1096" y="32"/>
                  </a:lnTo>
                  <a:lnTo>
                    <a:pt x="1114" y="23"/>
                  </a:lnTo>
                  <a:lnTo>
                    <a:pt x="1132" y="14"/>
                  </a:lnTo>
                  <a:lnTo>
                    <a:pt x="1146" y="4"/>
                  </a:lnTo>
                  <a:lnTo>
                    <a:pt x="1164" y="14"/>
                  </a:lnTo>
                  <a:lnTo>
                    <a:pt x="1178" y="23"/>
                  </a:lnTo>
                  <a:lnTo>
                    <a:pt x="1191" y="14"/>
                  </a:lnTo>
                  <a:lnTo>
                    <a:pt x="1209" y="4"/>
                  </a:lnTo>
                  <a:lnTo>
                    <a:pt x="1223" y="9"/>
                  </a:lnTo>
                  <a:lnTo>
                    <a:pt x="1241" y="18"/>
                  </a:lnTo>
                  <a:lnTo>
                    <a:pt x="1254" y="18"/>
                  </a:lnTo>
                  <a:lnTo>
                    <a:pt x="1263" y="4"/>
                  </a:lnTo>
                  <a:lnTo>
                    <a:pt x="1277" y="4"/>
                  </a:lnTo>
                  <a:lnTo>
                    <a:pt x="1290" y="4"/>
                  </a:lnTo>
                  <a:lnTo>
                    <a:pt x="1304" y="4"/>
                  </a:lnTo>
                  <a:lnTo>
                    <a:pt x="1317" y="4"/>
                  </a:lnTo>
                  <a:lnTo>
                    <a:pt x="1331" y="0"/>
                  </a:lnTo>
                  <a:lnTo>
                    <a:pt x="1354" y="4"/>
                  </a:lnTo>
                  <a:lnTo>
                    <a:pt x="1367" y="4"/>
                  </a:lnTo>
                  <a:lnTo>
                    <a:pt x="1385" y="14"/>
                  </a:lnTo>
                  <a:lnTo>
                    <a:pt x="1399" y="14"/>
                  </a:lnTo>
                  <a:lnTo>
                    <a:pt x="1412" y="14"/>
                  </a:lnTo>
                  <a:lnTo>
                    <a:pt x="1426" y="18"/>
                  </a:lnTo>
                  <a:lnTo>
                    <a:pt x="1444" y="23"/>
                  </a:lnTo>
                  <a:lnTo>
                    <a:pt x="1457" y="23"/>
                  </a:lnTo>
                  <a:lnTo>
                    <a:pt x="1471" y="28"/>
                  </a:lnTo>
                  <a:lnTo>
                    <a:pt x="1493" y="42"/>
                  </a:lnTo>
                  <a:lnTo>
                    <a:pt x="1516" y="60"/>
                  </a:lnTo>
                  <a:lnTo>
                    <a:pt x="1530" y="60"/>
                  </a:lnTo>
                  <a:lnTo>
                    <a:pt x="1543" y="60"/>
                  </a:lnTo>
                  <a:lnTo>
                    <a:pt x="1557" y="56"/>
                  </a:lnTo>
                  <a:lnTo>
                    <a:pt x="1570" y="51"/>
                  </a:lnTo>
                  <a:lnTo>
                    <a:pt x="1588" y="46"/>
                  </a:lnTo>
                  <a:lnTo>
                    <a:pt x="1602" y="42"/>
                  </a:lnTo>
                  <a:lnTo>
                    <a:pt x="1611" y="28"/>
                  </a:lnTo>
                  <a:lnTo>
                    <a:pt x="1624" y="23"/>
                  </a:lnTo>
                  <a:lnTo>
                    <a:pt x="1638" y="14"/>
                  </a:lnTo>
                  <a:lnTo>
                    <a:pt x="1656" y="14"/>
                  </a:lnTo>
                  <a:lnTo>
                    <a:pt x="1674" y="32"/>
                  </a:lnTo>
                  <a:lnTo>
                    <a:pt x="1679" y="51"/>
                  </a:lnTo>
                  <a:lnTo>
                    <a:pt x="1697" y="37"/>
                  </a:lnTo>
                  <a:lnTo>
                    <a:pt x="1710" y="32"/>
                  </a:lnTo>
                  <a:lnTo>
                    <a:pt x="1724" y="32"/>
                  </a:lnTo>
                  <a:lnTo>
                    <a:pt x="1737" y="37"/>
                  </a:lnTo>
                  <a:lnTo>
                    <a:pt x="1751" y="32"/>
                  </a:lnTo>
                  <a:lnTo>
                    <a:pt x="1764" y="28"/>
                  </a:lnTo>
                  <a:lnTo>
                    <a:pt x="1782" y="42"/>
                  </a:lnTo>
                  <a:lnTo>
                    <a:pt x="1796" y="51"/>
                  </a:lnTo>
                  <a:lnTo>
                    <a:pt x="1809" y="42"/>
                  </a:lnTo>
                  <a:lnTo>
                    <a:pt x="1823" y="42"/>
                  </a:lnTo>
                  <a:lnTo>
                    <a:pt x="1837" y="56"/>
                  </a:lnTo>
                  <a:lnTo>
                    <a:pt x="1850" y="42"/>
                  </a:lnTo>
                  <a:lnTo>
                    <a:pt x="1868" y="42"/>
                  </a:lnTo>
                  <a:lnTo>
                    <a:pt x="1882" y="51"/>
                  </a:lnTo>
                  <a:lnTo>
                    <a:pt x="1895" y="51"/>
                  </a:lnTo>
                  <a:lnTo>
                    <a:pt x="1909" y="37"/>
                  </a:lnTo>
                  <a:lnTo>
                    <a:pt x="1922" y="28"/>
                  </a:lnTo>
                  <a:lnTo>
                    <a:pt x="1936" y="23"/>
                  </a:lnTo>
                  <a:lnTo>
                    <a:pt x="1949" y="28"/>
                  </a:lnTo>
                  <a:lnTo>
                    <a:pt x="1963" y="23"/>
                  </a:lnTo>
                  <a:lnTo>
                    <a:pt x="1976" y="14"/>
                  </a:lnTo>
                  <a:lnTo>
                    <a:pt x="1990" y="4"/>
                  </a:lnTo>
                  <a:lnTo>
                    <a:pt x="2004" y="0"/>
                  </a:lnTo>
                  <a:lnTo>
                    <a:pt x="2004" y="393"/>
                  </a:lnTo>
                  <a:lnTo>
                    <a:pt x="1990" y="388"/>
                  </a:lnTo>
                  <a:lnTo>
                    <a:pt x="1976" y="374"/>
                  </a:lnTo>
                  <a:lnTo>
                    <a:pt x="1963" y="360"/>
                  </a:lnTo>
                  <a:lnTo>
                    <a:pt x="1954" y="346"/>
                  </a:lnTo>
                  <a:lnTo>
                    <a:pt x="1949" y="332"/>
                  </a:lnTo>
                  <a:lnTo>
                    <a:pt x="1945" y="318"/>
                  </a:lnTo>
                  <a:lnTo>
                    <a:pt x="1931" y="299"/>
                  </a:lnTo>
                  <a:lnTo>
                    <a:pt x="1927" y="285"/>
                  </a:lnTo>
                  <a:lnTo>
                    <a:pt x="1913" y="276"/>
                  </a:lnTo>
                  <a:lnTo>
                    <a:pt x="1913" y="262"/>
                  </a:lnTo>
                  <a:lnTo>
                    <a:pt x="1904" y="247"/>
                  </a:lnTo>
                  <a:lnTo>
                    <a:pt x="1895" y="233"/>
                  </a:lnTo>
                  <a:lnTo>
                    <a:pt x="1886" y="219"/>
                  </a:lnTo>
                  <a:lnTo>
                    <a:pt x="1873" y="205"/>
                  </a:lnTo>
                  <a:lnTo>
                    <a:pt x="1859" y="191"/>
                  </a:lnTo>
                  <a:lnTo>
                    <a:pt x="1859" y="177"/>
                  </a:lnTo>
                  <a:lnTo>
                    <a:pt x="1850" y="163"/>
                  </a:lnTo>
                  <a:lnTo>
                    <a:pt x="1841" y="149"/>
                  </a:lnTo>
                  <a:lnTo>
                    <a:pt x="1837" y="163"/>
                  </a:lnTo>
                  <a:lnTo>
                    <a:pt x="1827" y="182"/>
                  </a:lnTo>
                  <a:lnTo>
                    <a:pt x="1823" y="196"/>
                  </a:lnTo>
                  <a:lnTo>
                    <a:pt x="1823" y="210"/>
                  </a:lnTo>
                  <a:lnTo>
                    <a:pt x="1823" y="224"/>
                  </a:lnTo>
                  <a:lnTo>
                    <a:pt x="1823" y="238"/>
                  </a:lnTo>
                  <a:lnTo>
                    <a:pt x="1818" y="252"/>
                  </a:lnTo>
                  <a:lnTo>
                    <a:pt x="1814" y="266"/>
                  </a:lnTo>
                  <a:lnTo>
                    <a:pt x="1796" y="247"/>
                  </a:lnTo>
                  <a:lnTo>
                    <a:pt x="1782" y="229"/>
                  </a:lnTo>
                  <a:lnTo>
                    <a:pt x="1769" y="210"/>
                  </a:lnTo>
                  <a:lnTo>
                    <a:pt x="1751" y="196"/>
                  </a:lnTo>
                  <a:lnTo>
                    <a:pt x="1737" y="182"/>
                  </a:lnTo>
                  <a:lnTo>
                    <a:pt x="1724" y="168"/>
                  </a:lnTo>
                  <a:lnTo>
                    <a:pt x="1715" y="154"/>
                  </a:lnTo>
                  <a:lnTo>
                    <a:pt x="1701" y="145"/>
                  </a:lnTo>
                  <a:lnTo>
                    <a:pt x="1692" y="131"/>
                  </a:lnTo>
                  <a:lnTo>
                    <a:pt x="1679" y="145"/>
                  </a:lnTo>
                  <a:lnTo>
                    <a:pt x="1674" y="163"/>
                  </a:lnTo>
                  <a:lnTo>
                    <a:pt x="1665" y="177"/>
                  </a:lnTo>
                  <a:lnTo>
                    <a:pt x="1651" y="177"/>
                  </a:lnTo>
                  <a:lnTo>
                    <a:pt x="1633" y="163"/>
                  </a:lnTo>
                  <a:lnTo>
                    <a:pt x="1620" y="163"/>
                  </a:lnTo>
                  <a:lnTo>
                    <a:pt x="1606" y="154"/>
                  </a:lnTo>
                  <a:lnTo>
                    <a:pt x="1602" y="173"/>
                  </a:lnTo>
                  <a:lnTo>
                    <a:pt x="1588" y="191"/>
                  </a:lnTo>
                  <a:lnTo>
                    <a:pt x="1584" y="177"/>
                  </a:lnTo>
                  <a:lnTo>
                    <a:pt x="1575" y="163"/>
                  </a:lnTo>
                  <a:lnTo>
                    <a:pt x="1566" y="149"/>
                  </a:lnTo>
                  <a:lnTo>
                    <a:pt x="1552" y="145"/>
                  </a:lnTo>
                  <a:lnTo>
                    <a:pt x="1534" y="135"/>
                  </a:lnTo>
                  <a:lnTo>
                    <a:pt x="1516" y="131"/>
                  </a:lnTo>
                  <a:lnTo>
                    <a:pt x="1503" y="126"/>
                  </a:lnTo>
                  <a:lnTo>
                    <a:pt x="1489" y="116"/>
                  </a:lnTo>
                  <a:lnTo>
                    <a:pt x="1471" y="107"/>
                  </a:lnTo>
                  <a:lnTo>
                    <a:pt x="1462" y="93"/>
                  </a:lnTo>
                  <a:lnTo>
                    <a:pt x="1448" y="93"/>
                  </a:lnTo>
                  <a:lnTo>
                    <a:pt x="1435" y="98"/>
                  </a:lnTo>
                  <a:lnTo>
                    <a:pt x="1421" y="107"/>
                  </a:lnTo>
                  <a:lnTo>
                    <a:pt x="1417" y="93"/>
                  </a:lnTo>
                  <a:lnTo>
                    <a:pt x="1408" y="79"/>
                  </a:lnTo>
                  <a:lnTo>
                    <a:pt x="1394" y="70"/>
                  </a:lnTo>
                  <a:lnTo>
                    <a:pt x="1381" y="60"/>
                  </a:lnTo>
                  <a:lnTo>
                    <a:pt x="1363" y="74"/>
                  </a:lnTo>
                  <a:lnTo>
                    <a:pt x="1354" y="88"/>
                  </a:lnTo>
                  <a:lnTo>
                    <a:pt x="1345" y="102"/>
                  </a:lnTo>
                  <a:lnTo>
                    <a:pt x="1331" y="112"/>
                  </a:lnTo>
                  <a:lnTo>
                    <a:pt x="1317" y="107"/>
                  </a:lnTo>
                  <a:lnTo>
                    <a:pt x="1304" y="98"/>
                  </a:lnTo>
                  <a:lnTo>
                    <a:pt x="1290" y="98"/>
                  </a:lnTo>
                  <a:lnTo>
                    <a:pt x="1281" y="112"/>
                  </a:lnTo>
                  <a:lnTo>
                    <a:pt x="1268" y="107"/>
                  </a:lnTo>
                  <a:lnTo>
                    <a:pt x="1245" y="93"/>
                  </a:lnTo>
                  <a:lnTo>
                    <a:pt x="1227" y="93"/>
                  </a:lnTo>
                  <a:lnTo>
                    <a:pt x="1209" y="102"/>
                  </a:lnTo>
                  <a:lnTo>
                    <a:pt x="1191" y="116"/>
                  </a:lnTo>
                  <a:lnTo>
                    <a:pt x="1178" y="121"/>
                  </a:lnTo>
                  <a:lnTo>
                    <a:pt x="1164" y="131"/>
                  </a:lnTo>
                  <a:lnTo>
                    <a:pt x="1150" y="135"/>
                  </a:lnTo>
                  <a:lnTo>
                    <a:pt x="1137" y="145"/>
                  </a:lnTo>
                  <a:lnTo>
                    <a:pt x="1119" y="154"/>
                  </a:lnTo>
                  <a:lnTo>
                    <a:pt x="1101" y="145"/>
                  </a:lnTo>
                  <a:lnTo>
                    <a:pt x="1083" y="131"/>
                  </a:lnTo>
                  <a:lnTo>
                    <a:pt x="1065" y="121"/>
                  </a:lnTo>
                  <a:lnTo>
                    <a:pt x="1051" y="107"/>
                  </a:lnTo>
                  <a:lnTo>
                    <a:pt x="1038" y="98"/>
                  </a:lnTo>
                  <a:lnTo>
                    <a:pt x="1029" y="116"/>
                  </a:lnTo>
                  <a:lnTo>
                    <a:pt x="1015" y="126"/>
                  </a:lnTo>
                  <a:lnTo>
                    <a:pt x="992" y="121"/>
                  </a:lnTo>
                  <a:lnTo>
                    <a:pt x="979" y="116"/>
                  </a:lnTo>
                  <a:lnTo>
                    <a:pt x="965" y="126"/>
                  </a:lnTo>
                  <a:lnTo>
                    <a:pt x="952" y="116"/>
                  </a:lnTo>
                  <a:lnTo>
                    <a:pt x="943" y="131"/>
                  </a:lnTo>
                  <a:lnTo>
                    <a:pt x="934" y="145"/>
                  </a:lnTo>
                  <a:lnTo>
                    <a:pt x="920" y="140"/>
                  </a:lnTo>
                  <a:lnTo>
                    <a:pt x="907" y="149"/>
                  </a:lnTo>
                  <a:lnTo>
                    <a:pt x="884" y="145"/>
                  </a:lnTo>
                  <a:lnTo>
                    <a:pt x="880" y="131"/>
                  </a:lnTo>
                  <a:lnTo>
                    <a:pt x="866" y="116"/>
                  </a:lnTo>
                  <a:lnTo>
                    <a:pt x="848" y="131"/>
                  </a:lnTo>
                  <a:lnTo>
                    <a:pt x="835" y="145"/>
                  </a:lnTo>
                  <a:lnTo>
                    <a:pt x="816" y="159"/>
                  </a:lnTo>
                  <a:lnTo>
                    <a:pt x="803" y="168"/>
                  </a:lnTo>
                  <a:lnTo>
                    <a:pt x="789" y="173"/>
                  </a:lnTo>
                  <a:lnTo>
                    <a:pt x="776" y="177"/>
                  </a:lnTo>
                  <a:lnTo>
                    <a:pt x="762" y="182"/>
                  </a:lnTo>
                  <a:lnTo>
                    <a:pt x="749" y="182"/>
                  </a:lnTo>
                  <a:lnTo>
                    <a:pt x="735" y="191"/>
                  </a:lnTo>
                  <a:lnTo>
                    <a:pt x="722" y="187"/>
                  </a:lnTo>
                  <a:lnTo>
                    <a:pt x="704" y="182"/>
                  </a:lnTo>
                  <a:lnTo>
                    <a:pt x="690" y="173"/>
                  </a:lnTo>
                  <a:lnTo>
                    <a:pt x="677" y="168"/>
                  </a:lnTo>
                  <a:lnTo>
                    <a:pt x="658" y="154"/>
                  </a:lnTo>
                  <a:lnTo>
                    <a:pt x="645" y="145"/>
                  </a:lnTo>
                  <a:lnTo>
                    <a:pt x="627" y="126"/>
                  </a:lnTo>
                  <a:lnTo>
                    <a:pt x="613" y="116"/>
                  </a:lnTo>
                  <a:lnTo>
                    <a:pt x="600" y="112"/>
                  </a:lnTo>
                  <a:lnTo>
                    <a:pt x="586" y="107"/>
                  </a:lnTo>
                  <a:lnTo>
                    <a:pt x="573" y="112"/>
                  </a:lnTo>
                  <a:lnTo>
                    <a:pt x="559" y="121"/>
                  </a:lnTo>
                  <a:lnTo>
                    <a:pt x="555" y="135"/>
                  </a:lnTo>
                  <a:lnTo>
                    <a:pt x="541" y="140"/>
                  </a:lnTo>
                  <a:lnTo>
                    <a:pt x="523" y="135"/>
                  </a:lnTo>
                  <a:lnTo>
                    <a:pt x="505" y="131"/>
                  </a:lnTo>
                  <a:lnTo>
                    <a:pt x="487" y="121"/>
                  </a:lnTo>
                  <a:lnTo>
                    <a:pt x="469" y="112"/>
                  </a:lnTo>
                  <a:lnTo>
                    <a:pt x="451" y="112"/>
                  </a:lnTo>
                  <a:lnTo>
                    <a:pt x="437" y="98"/>
                  </a:lnTo>
                  <a:lnTo>
                    <a:pt x="424" y="98"/>
                  </a:lnTo>
                  <a:lnTo>
                    <a:pt x="415" y="112"/>
                  </a:lnTo>
                  <a:lnTo>
                    <a:pt x="406" y="126"/>
                  </a:lnTo>
                  <a:lnTo>
                    <a:pt x="392" y="131"/>
                  </a:lnTo>
                  <a:lnTo>
                    <a:pt x="379" y="131"/>
                  </a:lnTo>
                  <a:lnTo>
                    <a:pt x="361" y="126"/>
                  </a:lnTo>
                  <a:lnTo>
                    <a:pt x="347" y="126"/>
                  </a:lnTo>
                  <a:lnTo>
                    <a:pt x="334" y="131"/>
                  </a:lnTo>
                  <a:lnTo>
                    <a:pt x="320" y="145"/>
                  </a:lnTo>
                  <a:lnTo>
                    <a:pt x="306" y="145"/>
                  </a:lnTo>
                  <a:lnTo>
                    <a:pt x="288" y="149"/>
                  </a:lnTo>
                  <a:lnTo>
                    <a:pt x="270" y="154"/>
                  </a:lnTo>
                  <a:lnTo>
                    <a:pt x="257" y="145"/>
                  </a:lnTo>
                  <a:lnTo>
                    <a:pt x="243" y="145"/>
                  </a:lnTo>
                  <a:lnTo>
                    <a:pt x="230" y="154"/>
                  </a:lnTo>
                  <a:lnTo>
                    <a:pt x="216" y="154"/>
                  </a:lnTo>
                  <a:lnTo>
                    <a:pt x="198" y="154"/>
                  </a:lnTo>
                  <a:lnTo>
                    <a:pt x="180" y="163"/>
                  </a:lnTo>
                  <a:lnTo>
                    <a:pt x="167" y="168"/>
                  </a:lnTo>
                  <a:lnTo>
                    <a:pt x="148" y="163"/>
                  </a:lnTo>
                  <a:lnTo>
                    <a:pt x="135" y="173"/>
                  </a:lnTo>
                  <a:lnTo>
                    <a:pt x="121" y="177"/>
                  </a:lnTo>
                  <a:lnTo>
                    <a:pt x="108" y="187"/>
                  </a:lnTo>
                  <a:lnTo>
                    <a:pt x="103" y="201"/>
                  </a:lnTo>
                  <a:lnTo>
                    <a:pt x="90" y="205"/>
                  </a:lnTo>
                  <a:lnTo>
                    <a:pt x="85" y="219"/>
                  </a:lnTo>
                  <a:lnTo>
                    <a:pt x="72" y="224"/>
                  </a:lnTo>
                  <a:lnTo>
                    <a:pt x="58" y="224"/>
                  </a:lnTo>
                  <a:lnTo>
                    <a:pt x="45" y="229"/>
                  </a:lnTo>
                  <a:lnTo>
                    <a:pt x="31" y="233"/>
                  </a:lnTo>
                  <a:lnTo>
                    <a:pt x="18" y="238"/>
                  </a:lnTo>
                  <a:lnTo>
                    <a:pt x="4" y="247"/>
                  </a:lnTo>
                  <a:lnTo>
                    <a:pt x="0" y="93"/>
                  </a:lnTo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" name="Rectangle 4">
              <a:extLst>
                <a:ext uri="{FF2B5EF4-FFF2-40B4-BE49-F238E27FC236}">
                  <a16:creationId xmlns:a16="http://schemas.microsoft.com/office/drawing/2014/main" id="{92A7566C-2886-DB06-E724-6C3450DDB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" y="484"/>
              <a:ext cx="837" cy="38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7" name="Rectangle 5">
              <a:extLst>
                <a:ext uri="{FF2B5EF4-FFF2-40B4-BE49-F238E27FC236}">
                  <a16:creationId xmlns:a16="http://schemas.microsoft.com/office/drawing/2014/main" id="{0AA55562-9C52-FD8D-9408-4B3B64715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A</a:t>
              </a:r>
            </a:p>
          </p:txBody>
        </p:sp>
        <p:sp>
          <p:nvSpPr>
            <p:cNvPr id="3078" name="Rectangle 6">
              <a:extLst>
                <a:ext uri="{FF2B5EF4-FFF2-40B4-BE49-F238E27FC236}">
                  <a16:creationId xmlns:a16="http://schemas.microsoft.com/office/drawing/2014/main" id="{F1F7DFC4-310F-21CA-14CF-72152E597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" y="1299"/>
              <a:ext cx="898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</p:txBody>
        </p:sp>
        <p:sp>
          <p:nvSpPr>
            <p:cNvPr id="3079" name="Rectangle 7">
              <a:extLst>
                <a:ext uri="{FF2B5EF4-FFF2-40B4-BE49-F238E27FC236}">
                  <a16:creationId xmlns:a16="http://schemas.microsoft.com/office/drawing/2014/main" id="{34CD30B5-2889-F1BA-A193-A662D38DA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D</a:t>
              </a:r>
            </a:p>
          </p:txBody>
        </p:sp>
        <p:sp>
          <p:nvSpPr>
            <p:cNvPr id="3080" name="Rectangle 8">
              <a:extLst>
                <a:ext uri="{FF2B5EF4-FFF2-40B4-BE49-F238E27FC236}">
                  <a16:creationId xmlns:a16="http://schemas.microsoft.com/office/drawing/2014/main" id="{8F033945-9E8B-612C-1D74-80FCD12BB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" y="1299"/>
              <a:ext cx="837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" name="Rectangle 9">
              <a:extLst>
                <a:ext uri="{FF2B5EF4-FFF2-40B4-BE49-F238E27FC236}">
                  <a16:creationId xmlns:a16="http://schemas.microsoft.com/office/drawing/2014/main" id="{208CB254-37C8-943B-2E9A-EB516E1CA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C</a:t>
              </a:r>
            </a:p>
          </p:txBody>
        </p:sp>
        <p:sp>
          <p:nvSpPr>
            <p:cNvPr id="3082" name="Rectangle 10">
              <a:extLst>
                <a:ext uri="{FF2B5EF4-FFF2-40B4-BE49-F238E27FC236}">
                  <a16:creationId xmlns:a16="http://schemas.microsoft.com/office/drawing/2014/main" id="{A05985F4-FD21-4602-7876-CB3A191DD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" y="1299"/>
              <a:ext cx="893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  <a:p>
              <a:endParaRPr lang="en-US" altLang="en-US" sz="1200" b="1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en-US" sz="1400">
                  <a:solidFill>
                    <a:schemeClr val="tx1"/>
                  </a:solidFill>
                  <a:latin typeface="Arial" panose="020B0604020202020204" pitchFamily="34" charset="0"/>
                </a:rPr>
                <a:t>   Mike12345</a:t>
              </a:r>
            </a:p>
          </p:txBody>
        </p:sp>
        <p:sp>
          <p:nvSpPr>
            <p:cNvPr id="3083" name="Rectangle 11">
              <a:extLst>
                <a:ext uri="{FF2B5EF4-FFF2-40B4-BE49-F238E27FC236}">
                  <a16:creationId xmlns:a16="http://schemas.microsoft.com/office/drawing/2014/main" id="{CFC23792-A383-3B16-CB5C-8B32BD662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B</a:t>
              </a:r>
            </a:p>
          </p:txBody>
        </p:sp>
        <p:sp>
          <p:nvSpPr>
            <p:cNvPr id="3084" name="Rectangle 12">
              <a:extLst>
                <a:ext uri="{FF2B5EF4-FFF2-40B4-BE49-F238E27FC236}">
                  <a16:creationId xmlns:a16="http://schemas.microsoft.com/office/drawing/2014/main" id="{2EECCEF9-9899-7621-FD9F-BA5CCC052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847"/>
              <a:ext cx="585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latin typeface="Arial" panose="020B0604020202020204" pitchFamily="34" charset="0"/>
                </a:rPr>
                <a:t>SharedRec</a:t>
              </a:r>
            </a:p>
          </p:txBody>
        </p:sp>
        <p:sp>
          <p:nvSpPr>
            <p:cNvPr id="3085" name="Rectangle 13">
              <a:extLst>
                <a:ext uri="{FF2B5EF4-FFF2-40B4-BE49-F238E27FC236}">
                  <a16:creationId xmlns:a16="http://schemas.microsoft.com/office/drawing/2014/main" id="{54925A0D-4BCF-37A5-EF45-7420D272D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986"/>
              <a:ext cx="752" cy="258"/>
            </a:xfrm>
            <a:prstGeom prst="rect">
              <a:avLst/>
            </a:prstGeom>
            <a:solidFill>
              <a:srgbClr val="E9FFE9"/>
            </a:solidFill>
            <a:ln w="25400">
              <a:solidFill>
                <a:srgbClr val="676767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6" name="Line 14">
              <a:extLst>
                <a:ext uri="{FF2B5EF4-FFF2-40B4-BE49-F238E27FC236}">
                  <a16:creationId xmlns:a16="http://schemas.microsoft.com/office/drawing/2014/main" id="{A022AC90-F3EE-A157-C1BE-DC5845740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874"/>
              <a:ext cx="566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7" name="Line 15">
              <a:extLst>
                <a:ext uri="{FF2B5EF4-FFF2-40B4-BE49-F238E27FC236}">
                  <a16:creationId xmlns:a16="http://schemas.microsoft.com/office/drawing/2014/main" id="{12106E79-D8E5-A4E7-CA7E-F0F8D1B4C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874"/>
              <a:ext cx="0" cy="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8" name="Line 16">
              <a:extLst>
                <a:ext uri="{FF2B5EF4-FFF2-40B4-BE49-F238E27FC236}">
                  <a16:creationId xmlns:a16="http://schemas.microsoft.com/office/drawing/2014/main" id="{6561F37F-3C36-0DA9-FE6C-F83307E73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" y="874"/>
              <a:ext cx="649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90" name="AutoShape 18">
            <a:extLst>
              <a:ext uri="{FF2B5EF4-FFF2-40B4-BE49-F238E27FC236}">
                <a16:creationId xmlns:a16="http://schemas.microsoft.com/office/drawing/2014/main" id="{6ACE7544-B224-7FBC-C48D-D536A9B28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82550"/>
            <a:ext cx="1282700" cy="1195917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D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Program A starts running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7" name="Group 17">
            <a:extLst>
              <a:ext uri="{FF2B5EF4-FFF2-40B4-BE49-F238E27FC236}">
                <a16:creationId xmlns:a16="http://schemas.microsoft.com/office/drawing/2014/main" id="{85A4CB65-6DD7-ACEC-F91D-5C16197B5BA5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27050"/>
            <a:ext cx="4787900" cy="4108450"/>
            <a:chOff x="144" y="332"/>
            <a:chExt cx="3016" cy="2588"/>
          </a:xfrm>
        </p:grpSpPr>
        <p:sp>
          <p:nvSpPr>
            <p:cNvPr id="5122" name="Rectangle 2">
              <a:extLst>
                <a:ext uri="{FF2B5EF4-FFF2-40B4-BE49-F238E27FC236}">
                  <a16:creationId xmlns:a16="http://schemas.microsoft.com/office/drawing/2014/main" id="{3FEECC5B-4F26-D7FE-546E-1A5780D08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" y="2356"/>
              <a:ext cx="1840" cy="564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>
                  <a:alpha val="50000"/>
                </a:schemeClr>
              </a:outerShdw>
            </a:effectLst>
          </p:spPr>
          <p:txBody>
            <a:bodyPr wrap="none" lIns="114300" tIns="114300" rIns="114300" bIns="114300">
              <a:spAutoFit/>
            </a:bodyPr>
            <a:lstStyle>
              <a:lvl1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WORKING-STORAGE SECTION.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01 SharedRec IS EXTERNAL.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PartA   PIC X(4).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PartB   PIC 9(5).</a:t>
              </a:r>
            </a:p>
          </p:txBody>
        </p:sp>
        <p:sp useBgFill="1">
          <p:nvSpPr>
            <p:cNvPr id="5123" name="Freeform 3">
              <a:extLst>
                <a:ext uri="{FF2B5EF4-FFF2-40B4-BE49-F238E27FC236}">
                  <a16:creationId xmlns:a16="http://schemas.microsoft.com/office/drawing/2014/main" id="{48F1BA78-593C-FE13-35EE-E5D6F9A1A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" y="1408"/>
              <a:ext cx="2006" cy="394"/>
            </a:xfrm>
            <a:custGeom>
              <a:avLst/>
              <a:gdLst>
                <a:gd name="T0" fmla="*/ 67 w 2006"/>
                <a:gd name="T1" fmla="*/ 98 h 394"/>
                <a:gd name="T2" fmla="*/ 144 w 2006"/>
                <a:gd name="T3" fmla="*/ 60 h 394"/>
                <a:gd name="T4" fmla="*/ 194 w 2006"/>
                <a:gd name="T5" fmla="*/ 74 h 394"/>
                <a:gd name="T6" fmla="*/ 261 w 2006"/>
                <a:gd name="T7" fmla="*/ 70 h 394"/>
                <a:gd name="T8" fmla="*/ 338 w 2006"/>
                <a:gd name="T9" fmla="*/ 60 h 394"/>
                <a:gd name="T10" fmla="*/ 406 w 2006"/>
                <a:gd name="T11" fmla="*/ 28 h 394"/>
                <a:gd name="T12" fmla="*/ 465 w 2006"/>
                <a:gd name="T13" fmla="*/ 60 h 394"/>
                <a:gd name="T14" fmla="*/ 541 w 2006"/>
                <a:gd name="T15" fmla="*/ 60 h 394"/>
                <a:gd name="T16" fmla="*/ 623 w 2006"/>
                <a:gd name="T17" fmla="*/ 42 h 394"/>
                <a:gd name="T18" fmla="*/ 695 w 2006"/>
                <a:gd name="T19" fmla="*/ 70 h 394"/>
                <a:gd name="T20" fmla="*/ 772 w 2006"/>
                <a:gd name="T21" fmla="*/ 98 h 394"/>
                <a:gd name="T22" fmla="*/ 830 w 2006"/>
                <a:gd name="T23" fmla="*/ 51 h 394"/>
                <a:gd name="T24" fmla="*/ 907 w 2006"/>
                <a:gd name="T25" fmla="*/ 23 h 394"/>
                <a:gd name="T26" fmla="*/ 970 w 2006"/>
                <a:gd name="T27" fmla="*/ 70 h 394"/>
                <a:gd name="T28" fmla="*/ 1047 w 2006"/>
                <a:gd name="T29" fmla="*/ 46 h 394"/>
                <a:gd name="T30" fmla="*/ 1133 w 2006"/>
                <a:gd name="T31" fmla="*/ 14 h 394"/>
                <a:gd name="T32" fmla="*/ 1210 w 2006"/>
                <a:gd name="T33" fmla="*/ 4 h 394"/>
                <a:gd name="T34" fmla="*/ 1277 w 2006"/>
                <a:gd name="T35" fmla="*/ 4 h 394"/>
                <a:gd name="T36" fmla="*/ 1354 w 2006"/>
                <a:gd name="T37" fmla="*/ 4 h 394"/>
                <a:gd name="T38" fmla="*/ 1426 w 2006"/>
                <a:gd name="T39" fmla="*/ 18 h 394"/>
                <a:gd name="T40" fmla="*/ 1517 w 2006"/>
                <a:gd name="T41" fmla="*/ 60 h 394"/>
                <a:gd name="T42" fmla="*/ 1589 w 2006"/>
                <a:gd name="T43" fmla="*/ 46 h 394"/>
                <a:gd name="T44" fmla="*/ 1657 w 2006"/>
                <a:gd name="T45" fmla="*/ 14 h 394"/>
                <a:gd name="T46" fmla="*/ 1725 w 2006"/>
                <a:gd name="T47" fmla="*/ 32 h 394"/>
                <a:gd name="T48" fmla="*/ 1797 w 2006"/>
                <a:gd name="T49" fmla="*/ 51 h 394"/>
                <a:gd name="T50" fmla="*/ 1869 w 2006"/>
                <a:gd name="T51" fmla="*/ 42 h 394"/>
                <a:gd name="T52" fmla="*/ 1937 w 2006"/>
                <a:gd name="T53" fmla="*/ 23 h 394"/>
                <a:gd name="T54" fmla="*/ 2005 w 2006"/>
                <a:gd name="T55" fmla="*/ 0 h 394"/>
                <a:gd name="T56" fmla="*/ 1955 w 2006"/>
                <a:gd name="T57" fmla="*/ 346 h 394"/>
                <a:gd name="T58" fmla="*/ 1914 w 2006"/>
                <a:gd name="T59" fmla="*/ 276 h 394"/>
                <a:gd name="T60" fmla="*/ 1874 w 2006"/>
                <a:gd name="T61" fmla="*/ 205 h 394"/>
                <a:gd name="T62" fmla="*/ 1837 w 2006"/>
                <a:gd name="T63" fmla="*/ 163 h 394"/>
                <a:gd name="T64" fmla="*/ 1824 w 2006"/>
                <a:gd name="T65" fmla="*/ 238 h 394"/>
                <a:gd name="T66" fmla="*/ 1770 w 2006"/>
                <a:gd name="T67" fmla="*/ 210 h 394"/>
                <a:gd name="T68" fmla="*/ 1702 w 2006"/>
                <a:gd name="T69" fmla="*/ 145 h 394"/>
                <a:gd name="T70" fmla="*/ 1652 w 2006"/>
                <a:gd name="T71" fmla="*/ 177 h 394"/>
                <a:gd name="T72" fmla="*/ 1589 w 2006"/>
                <a:gd name="T73" fmla="*/ 191 h 394"/>
                <a:gd name="T74" fmla="*/ 1535 w 2006"/>
                <a:gd name="T75" fmla="*/ 135 h 394"/>
                <a:gd name="T76" fmla="*/ 1463 w 2006"/>
                <a:gd name="T77" fmla="*/ 93 h 394"/>
                <a:gd name="T78" fmla="*/ 1408 w 2006"/>
                <a:gd name="T79" fmla="*/ 79 h 394"/>
                <a:gd name="T80" fmla="*/ 1345 w 2006"/>
                <a:gd name="T81" fmla="*/ 102 h 394"/>
                <a:gd name="T82" fmla="*/ 1282 w 2006"/>
                <a:gd name="T83" fmla="*/ 112 h 394"/>
                <a:gd name="T84" fmla="*/ 1192 w 2006"/>
                <a:gd name="T85" fmla="*/ 116 h 394"/>
                <a:gd name="T86" fmla="*/ 1119 w 2006"/>
                <a:gd name="T87" fmla="*/ 154 h 394"/>
                <a:gd name="T88" fmla="*/ 1038 w 2006"/>
                <a:gd name="T89" fmla="*/ 98 h 394"/>
                <a:gd name="T90" fmla="*/ 966 w 2006"/>
                <a:gd name="T91" fmla="*/ 126 h 394"/>
                <a:gd name="T92" fmla="*/ 907 w 2006"/>
                <a:gd name="T93" fmla="*/ 149 h 394"/>
                <a:gd name="T94" fmla="*/ 835 w 2006"/>
                <a:gd name="T95" fmla="*/ 145 h 394"/>
                <a:gd name="T96" fmla="*/ 763 w 2006"/>
                <a:gd name="T97" fmla="*/ 182 h 394"/>
                <a:gd name="T98" fmla="*/ 690 w 2006"/>
                <a:gd name="T99" fmla="*/ 173 h 394"/>
                <a:gd name="T100" fmla="*/ 614 w 2006"/>
                <a:gd name="T101" fmla="*/ 116 h 394"/>
                <a:gd name="T102" fmla="*/ 555 w 2006"/>
                <a:gd name="T103" fmla="*/ 135 h 394"/>
                <a:gd name="T104" fmla="*/ 469 w 2006"/>
                <a:gd name="T105" fmla="*/ 112 h 394"/>
                <a:gd name="T106" fmla="*/ 406 w 2006"/>
                <a:gd name="T107" fmla="*/ 126 h 394"/>
                <a:gd name="T108" fmla="*/ 334 w 2006"/>
                <a:gd name="T109" fmla="*/ 131 h 394"/>
                <a:gd name="T110" fmla="*/ 257 w 2006"/>
                <a:gd name="T111" fmla="*/ 145 h 394"/>
                <a:gd name="T112" fmla="*/ 180 w 2006"/>
                <a:gd name="T113" fmla="*/ 163 h 394"/>
                <a:gd name="T114" fmla="*/ 108 w 2006"/>
                <a:gd name="T115" fmla="*/ 187 h 394"/>
                <a:gd name="T116" fmla="*/ 58 w 2006"/>
                <a:gd name="T117" fmla="*/ 224 h 394"/>
                <a:gd name="T118" fmla="*/ 0 w 2006"/>
                <a:gd name="T119" fmla="*/ 9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06" h="394">
                  <a:moveTo>
                    <a:pt x="0" y="93"/>
                  </a:moveTo>
                  <a:lnTo>
                    <a:pt x="18" y="98"/>
                  </a:lnTo>
                  <a:lnTo>
                    <a:pt x="31" y="98"/>
                  </a:lnTo>
                  <a:lnTo>
                    <a:pt x="49" y="98"/>
                  </a:lnTo>
                  <a:lnTo>
                    <a:pt x="67" y="98"/>
                  </a:lnTo>
                  <a:lnTo>
                    <a:pt x="81" y="93"/>
                  </a:lnTo>
                  <a:lnTo>
                    <a:pt x="94" y="79"/>
                  </a:lnTo>
                  <a:lnTo>
                    <a:pt x="108" y="60"/>
                  </a:lnTo>
                  <a:lnTo>
                    <a:pt x="117" y="42"/>
                  </a:lnTo>
                  <a:lnTo>
                    <a:pt x="144" y="60"/>
                  </a:lnTo>
                  <a:lnTo>
                    <a:pt x="149" y="74"/>
                  </a:lnTo>
                  <a:lnTo>
                    <a:pt x="162" y="88"/>
                  </a:lnTo>
                  <a:lnTo>
                    <a:pt x="176" y="93"/>
                  </a:lnTo>
                  <a:lnTo>
                    <a:pt x="189" y="88"/>
                  </a:lnTo>
                  <a:lnTo>
                    <a:pt x="194" y="74"/>
                  </a:lnTo>
                  <a:lnTo>
                    <a:pt x="207" y="74"/>
                  </a:lnTo>
                  <a:lnTo>
                    <a:pt x="221" y="70"/>
                  </a:lnTo>
                  <a:lnTo>
                    <a:pt x="234" y="60"/>
                  </a:lnTo>
                  <a:lnTo>
                    <a:pt x="252" y="56"/>
                  </a:lnTo>
                  <a:lnTo>
                    <a:pt x="261" y="70"/>
                  </a:lnTo>
                  <a:lnTo>
                    <a:pt x="275" y="70"/>
                  </a:lnTo>
                  <a:lnTo>
                    <a:pt x="289" y="65"/>
                  </a:lnTo>
                  <a:lnTo>
                    <a:pt x="302" y="60"/>
                  </a:lnTo>
                  <a:lnTo>
                    <a:pt x="316" y="70"/>
                  </a:lnTo>
                  <a:lnTo>
                    <a:pt x="338" y="60"/>
                  </a:lnTo>
                  <a:lnTo>
                    <a:pt x="356" y="56"/>
                  </a:lnTo>
                  <a:lnTo>
                    <a:pt x="370" y="51"/>
                  </a:lnTo>
                  <a:lnTo>
                    <a:pt x="379" y="37"/>
                  </a:lnTo>
                  <a:lnTo>
                    <a:pt x="392" y="32"/>
                  </a:lnTo>
                  <a:lnTo>
                    <a:pt x="406" y="28"/>
                  </a:lnTo>
                  <a:lnTo>
                    <a:pt x="419" y="23"/>
                  </a:lnTo>
                  <a:lnTo>
                    <a:pt x="433" y="32"/>
                  </a:lnTo>
                  <a:lnTo>
                    <a:pt x="447" y="42"/>
                  </a:lnTo>
                  <a:lnTo>
                    <a:pt x="451" y="56"/>
                  </a:lnTo>
                  <a:lnTo>
                    <a:pt x="465" y="60"/>
                  </a:lnTo>
                  <a:lnTo>
                    <a:pt x="478" y="74"/>
                  </a:lnTo>
                  <a:lnTo>
                    <a:pt x="492" y="84"/>
                  </a:lnTo>
                  <a:lnTo>
                    <a:pt x="505" y="88"/>
                  </a:lnTo>
                  <a:lnTo>
                    <a:pt x="523" y="74"/>
                  </a:lnTo>
                  <a:lnTo>
                    <a:pt x="541" y="60"/>
                  </a:lnTo>
                  <a:lnTo>
                    <a:pt x="555" y="51"/>
                  </a:lnTo>
                  <a:lnTo>
                    <a:pt x="578" y="51"/>
                  </a:lnTo>
                  <a:lnTo>
                    <a:pt x="596" y="42"/>
                  </a:lnTo>
                  <a:lnTo>
                    <a:pt x="609" y="42"/>
                  </a:lnTo>
                  <a:lnTo>
                    <a:pt x="623" y="42"/>
                  </a:lnTo>
                  <a:lnTo>
                    <a:pt x="641" y="51"/>
                  </a:lnTo>
                  <a:lnTo>
                    <a:pt x="654" y="46"/>
                  </a:lnTo>
                  <a:lnTo>
                    <a:pt x="668" y="60"/>
                  </a:lnTo>
                  <a:lnTo>
                    <a:pt x="681" y="70"/>
                  </a:lnTo>
                  <a:lnTo>
                    <a:pt x="695" y="70"/>
                  </a:lnTo>
                  <a:lnTo>
                    <a:pt x="708" y="79"/>
                  </a:lnTo>
                  <a:lnTo>
                    <a:pt x="722" y="84"/>
                  </a:lnTo>
                  <a:lnTo>
                    <a:pt x="740" y="88"/>
                  </a:lnTo>
                  <a:lnTo>
                    <a:pt x="754" y="93"/>
                  </a:lnTo>
                  <a:lnTo>
                    <a:pt x="772" y="98"/>
                  </a:lnTo>
                  <a:lnTo>
                    <a:pt x="785" y="93"/>
                  </a:lnTo>
                  <a:lnTo>
                    <a:pt x="799" y="84"/>
                  </a:lnTo>
                  <a:lnTo>
                    <a:pt x="812" y="74"/>
                  </a:lnTo>
                  <a:lnTo>
                    <a:pt x="817" y="60"/>
                  </a:lnTo>
                  <a:lnTo>
                    <a:pt x="830" y="51"/>
                  </a:lnTo>
                  <a:lnTo>
                    <a:pt x="848" y="42"/>
                  </a:lnTo>
                  <a:lnTo>
                    <a:pt x="867" y="37"/>
                  </a:lnTo>
                  <a:lnTo>
                    <a:pt x="880" y="32"/>
                  </a:lnTo>
                  <a:lnTo>
                    <a:pt x="894" y="28"/>
                  </a:lnTo>
                  <a:lnTo>
                    <a:pt x="907" y="23"/>
                  </a:lnTo>
                  <a:lnTo>
                    <a:pt x="921" y="23"/>
                  </a:lnTo>
                  <a:lnTo>
                    <a:pt x="930" y="37"/>
                  </a:lnTo>
                  <a:lnTo>
                    <a:pt x="939" y="51"/>
                  </a:lnTo>
                  <a:lnTo>
                    <a:pt x="957" y="60"/>
                  </a:lnTo>
                  <a:lnTo>
                    <a:pt x="970" y="70"/>
                  </a:lnTo>
                  <a:lnTo>
                    <a:pt x="988" y="60"/>
                  </a:lnTo>
                  <a:lnTo>
                    <a:pt x="1002" y="60"/>
                  </a:lnTo>
                  <a:lnTo>
                    <a:pt x="1016" y="56"/>
                  </a:lnTo>
                  <a:lnTo>
                    <a:pt x="1029" y="56"/>
                  </a:lnTo>
                  <a:lnTo>
                    <a:pt x="1047" y="46"/>
                  </a:lnTo>
                  <a:lnTo>
                    <a:pt x="1061" y="42"/>
                  </a:lnTo>
                  <a:lnTo>
                    <a:pt x="1074" y="32"/>
                  </a:lnTo>
                  <a:lnTo>
                    <a:pt x="1097" y="32"/>
                  </a:lnTo>
                  <a:lnTo>
                    <a:pt x="1115" y="23"/>
                  </a:lnTo>
                  <a:lnTo>
                    <a:pt x="1133" y="14"/>
                  </a:lnTo>
                  <a:lnTo>
                    <a:pt x="1147" y="4"/>
                  </a:lnTo>
                  <a:lnTo>
                    <a:pt x="1165" y="14"/>
                  </a:lnTo>
                  <a:lnTo>
                    <a:pt x="1178" y="23"/>
                  </a:lnTo>
                  <a:lnTo>
                    <a:pt x="1192" y="14"/>
                  </a:lnTo>
                  <a:lnTo>
                    <a:pt x="1210" y="4"/>
                  </a:lnTo>
                  <a:lnTo>
                    <a:pt x="1223" y="9"/>
                  </a:lnTo>
                  <a:lnTo>
                    <a:pt x="1241" y="18"/>
                  </a:lnTo>
                  <a:lnTo>
                    <a:pt x="1255" y="18"/>
                  </a:lnTo>
                  <a:lnTo>
                    <a:pt x="1264" y="4"/>
                  </a:lnTo>
                  <a:lnTo>
                    <a:pt x="1277" y="4"/>
                  </a:lnTo>
                  <a:lnTo>
                    <a:pt x="1291" y="4"/>
                  </a:lnTo>
                  <a:lnTo>
                    <a:pt x="1305" y="4"/>
                  </a:lnTo>
                  <a:lnTo>
                    <a:pt x="1318" y="4"/>
                  </a:lnTo>
                  <a:lnTo>
                    <a:pt x="1332" y="0"/>
                  </a:lnTo>
                  <a:lnTo>
                    <a:pt x="1354" y="4"/>
                  </a:lnTo>
                  <a:lnTo>
                    <a:pt x="1368" y="4"/>
                  </a:lnTo>
                  <a:lnTo>
                    <a:pt x="1386" y="14"/>
                  </a:lnTo>
                  <a:lnTo>
                    <a:pt x="1399" y="14"/>
                  </a:lnTo>
                  <a:lnTo>
                    <a:pt x="1413" y="14"/>
                  </a:lnTo>
                  <a:lnTo>
                    <a:pt x="1426" y="18"/>
                  </a:lnTo>
                  <a:lnTo>
                    <a:pt x="1445" y="23"/>
                  </a:lnTo>
                  <a:lnTo>
                    <a:pt x="1458" y="23"/>
                  </a:lnTo>
                  <a:lnTo>
                    <a:pt x="1472" y="28"/>
                  </a:lnTo>
                  <a:lnTo>
                    <a:pt x="1494" y="42"/>
                  </a:lnTo>
                  <a:lnTo>
                    <a:pt x="1517" y="60"/>
                  </a:lnTo>
                  <a:lnTo>
                    <a:pt x="1530" y="60"/>
                  </a:lnTo>
                  <a:lnTo>
                    <a:pt x="1544" y="60"/>
                  </a:lnTo>
                  <a:lnTo>
                    <a:pt x="1557" y="56"/>
                  </a:lnTo>
                  <a:lnTo>
                    <a:pt x="1571" y="51"/>
                  </a:lnTo>
                  <a:lnTo>
                    <a:pt x="1589" y="46"/>
                  </a:lnTo>
                  <a:lnTo>
                    <a:pt x="1603" y="42"/>
                  </a:lnTo>
                  <a:lnTo>
                    <a:pt x="1612" y="28"/>
                  </a:lnTo>
                  <a:lnTo>
                    <a:pt x="1625" y="23"/>
                  </a:lnTo>
                  <a:lnTo>
                    <a:pt x="1639" y="14"/>
                  </a:lnTo>
                  <a:lnTo>
                    <a:pt x="1657" y="14"/>
                  </a:lnTo>
                  <a:lnTo>
                    <a:pt x="1675" y="32"/>
                  </a:lnTo>
                  <a:lnTo>
                    <a:pt x="1679" y="51"/>
                  </a:lnTo>
                  <a:lnTo>
                    <a:pt x="1697" y="37"/>
                  </a:lnTo>
                  <a:lnTo>
                    <a:pt x="1711" y="32"/>
                  </a:lnTo>
                  <a:lnTo>
                    <a:pt x="1725" y="32"/>
                  </a:lnTo>
                  <a:lnTo>
                    <a:pt x="1738" y="37"/>
                  </a:lnTo>
                  <a:lnTo>
                    <a:pt x="1752" y="32"/>
                  </a:lnTo>
                  <a:lnTo>
                    <a:pt x="1765" y="28"/>
                  </a:lnTo>
                  <a:lnTo>
                    <a:pt x="1783" y="42"/>
                  </a:lnTo>
                  <a:lnTo>
                    <a:pt x="1797" y="51"/>
                  </a:lnTo>
                  <a:lnTo>
                    <a:pt x="1810" y="42"/>
                  </a:lnTo>
                  <a:lnTo>
                    <a:pt x="1824" y="42"/>
                  </a:lnTo>
                  <a:lnTo>
                    <a:pt x="1837" y="56"/>
                  </a:lnTo>
                  <a:lnTo>
                    <a:pt x="1851" y="42"/>
                  </a:lnTo>
                  <a:lnTo>
                    <a:pt x="1869" y="42"/>
                  </a:lnTo>
                  <a:lnTo>
                    <a:pt x="1883" y="51"/>
                  </a:lnTo>
                  <a:lnTo>
                    <a:pt x="1896" y="51"/>
                  </a:lnTo>
                  <a:lnTo>
                    <a:pt x="1910" y="37"/>
                  </a:lnTo>
                  <a:lnTo>
                    <a:pt x="1923" y="28"/>
                  </a:lnTo>
                  <a:lnTo>
                    <a:pt x="1937" y="23"/>
                  </a:lnTo>
                  <a:lnTo>
                    <a:pt x="1950" y="28"/>
                  </a:lnTo>
                  <a:lnTo>
                    <a:pt x="1964" y="23"/>
                  </a:lnTo>
                  <a:lnTo>
                    <a:pt x="1977" y="14"/>
                  </a:lnTo>
                  <a:lnTo>
                    <a:pt x="1991" y="4"/>
                  </a:lnTo>
                  <a:lnTo>
                    <a:pt x="2005" y="0"/>
                  </a:lnTo>
                  <a:lnTo>
                    <a:pt x="2005" y="393"/>
                  </a:lnTo>
                  <a:lnTo>
                    <a:pt x="1991" y="388"/>
                  </a:lnTo>
                  <a:lnTo>
                    <a:pt x="1977" y="374"/>
                  </a:lnTo>
                  <a:lnTo>
                    <a:pt x="1964" y="360"/>
                  </a:lnTo>
                  <a:lnTo>
                    <a:pt x="1955" y="346"/>
                  </a:lnTo>
                  <a:lnTo>
                    <a:pt x="1950" y="332"/>
                  </a:lnTo>
                  <a:lnTo>
                    <a:pt x="1946" y="318"/>
                  </a:lnTo>
                  <a:lnTo>
                    <a:pt x="1932" y="299"/>
                  </a:lnTo>
                  <a:lnTo>
                    <a:pt x="1928" y="285"/>
                  </a:lnTo>
                  <a:lnTo>
                    <a:pt x="1914" y="276"/>
                  </a:lnTo>
                  <a:lnTo>
                    <a:pt x="1914" y="262"/>
                  </a:lnTo>
                  <a:lnTo>
                    <a:pt x="1905" y="247"/>
                  </a:lnTo>
                  <a:lnTo>
                    <a:pt x="1896" y="233"/>
                  </a:lnTo>
                  <a:lnTo>
                    <a:pt x="1887" y="219"/>
                  </a:lnTo>
                  <a:lnTo>
                    <a:pt x="1874" y="205"/>
                  </a:lnTo>
                  <a:lnTo>
                    <a:pt x="1860" y="191"/>
                  </a:lnTo>
                  <a:lnTo>
                    <a:pt x="1860" y="177"/>
                  </a:lnTo>
                  <a:lnTo>
                    <a:pt x="1851" y="163"/>
                  </a:lnTo>
                  <a:lnTo>
                    <a:pt x="1842" y="149"/>
                  </a:lnTo>
                  <a:lnTo>
                    <a:pt x="1837" y="163"/>
                  </a:lnTo>
                  <a:lnTo>
                    <a:pt x="1828" y="182"/>
                  </a:lnTo>
                  <a:lnTo>
                    <a:pt x="1824" y="196"/>
                  </a:lnTo>
                  <a:lnTo>
                    <a:pt x="1824" y="210"/>
                  </a:lnTo>
                  <a:lnTo>
                    <a:pt x="1824" y="224"/>
                  </a:lnTo>
                  <a:lnTo>
                    <a:pt x="1824" y="238"/>
                  </a:lnTo>
                  <a:lnTo>
                    <a:pt x="1819" y="252"/>
                  </a:lnTo>
                  <a:lnTo>
                    <a:pt x="1815" y="266"/>
                  </a:lnTo>
                  <a:lnTo>
                    <a:pt x="1797" y="247"/>
                  </a:lnTo>
                  <a:lnTo>
                    <a:pt x="1783" y="229"/>
                  </a:lnTo>
                  <a:lnTo>
                    <a:pt x="1770" y="210"/>
                  </a:lnTo>
                  <a:lnTo>
                    <a:pt x="1752" y="196"/>
                  </a:lnTo>
                  <a:lnTo>
                    <a:pt x="1738" y="182"/>
                  </a:lnTo>
                  <a:lnTo>
                    <a:pt x="1725" y="168"/>
                  </a:lnTo>
                  <a:lnTo>
                    <a:pt x="1715" y="154"/>
                  </a:lnTo>
                  <a:lnTo>
                    <a:pt x="1702" y="145"/>
                  </a:lnTo>
                  <a:lnTo>
                    <a:pt x="1693" y="131"/>
                  </a:lnTo>
                  <a:lnTo>
                    <a:pt x="1679" y="145"/>
                  </a:lnTo>
                  <a:lnTo>
                    <a:pt x="1675" y="163"/>
                  </a:lnTo>
                  <a:lnTo>
                    <a:pt x="1666" y="177"/>
                  </a:lnTo>
                  <a:lnTo>
                    <a:pt x="1652" y="177"/>
                  </a:lnTo>
                  <a:lnTo>
                    <a:pt x="1634" y="163"/>
                  </a:lnTo>
                  <a:lnTo>
                    <a:pt x="1621" y="163"/>
                  </a:lnTo>
                  <a:lnTo>
                    <a:pt x="1607" y="154"/>
                  </a:lnTo>
                  <a:lnTo>
                    <a:pt x="1603" y="173"/>
                  </a:lnTo>
                  <a:lnTo>
                    <a:pt x="1589" y="191"/>
                  </a:lnTo>
                  <a:lnTo>
                    <a:pt x="1585" y="177"/>
                  </a:lnTo>
                  <a:lnTo>
                    <a:pt x="1576" y="163"/>
                  </a:lnTo>
                  <a:lnTo>
                    <a:pt x="1566" y="149"/>
                  </a:lnTo>
                  <a:lnTo>
                    <a:pt x="1553" y="145"/>
                  </a:lnTo>
                  <a:lnTo>
                    <a:pt x="1535" y="135"/>
                  </a:lnTo>
                  <a:lnTo>
                    <a:pt x="1517" y="131"/>
                  </a:lnTo>
                  <a:lnTo>
                    <a:pt x="1503" y="126"/>
                  </a:lnTo>
                  <a:lnTo>
                    <a:pt x="1490" y="116"/>
                  </a:lnTo>
                  <a:lnTo>
                    <a:pt x="1472" y="107"/>
                  </a:lnTo>
                  <a:lnTo>
                    <a:pt x="1463" y="93"/>
                  </a:lnTo>
                  <a:lnTo>
                    <a:pt x="1449" y="93"/>
                  </a:lnTo>
                  <a:lnTo>
                    <a:pt x="1436" y="98"/>
                  </a:lnTo>
                  <a:lnTo>
                    <a:pt x="1422" y="107"/>
                  </a:lnTo>
                  <a:lnTo>
                    <a:pt x="1417" y="93"/>
                  </a:lnTo>
                  <a:lnTo>
                    <a:pt x="1408" y="79"/>
                  </a:lnTo>
                  <a:lnTo>
                    <a:pt x="1395" y="70"/>
                  </a:lnTo>
                  <a:lnTo>
                    <a:pt x="1381" y="60"/>
                  </a:lnTo>
                  <a:lnTo>
                    <a:pt x="1363" y="74"/>
                  </a:lnTo>
                  <a:lnTo>
                    <a:pt x="1354" y="88"/>
                  </a:lnTo>
                  <a:lnTo>
                    <a:pt x="1345" y="102"/>
                  </a:lnTo>
                  <a:lnTo>
                    <a:pt x="1332" y="112"/>
                  </a:lnTo>
                  <a:lnTo>
                    <a:pt x="1318" y="107"/>
                  </a:lnTo>
                  <a:lnTo>
                    <a:pt x="1305" y="98"/>
                  </a:lnTo>
                  <a:lnTo>
                    <a:pt x="1291" y="98"/>
                  </a:lnTo>
                  <a:lnTo>
                    <a:pt x="1282" y="112"/>
                  </a:lnTo>
                  <a:lnTo>
                    <a:pt x="1268" y="107"/>
                  </a:lnTo>
                  <a:lnTo>
                    <a:pt x="1246" y="93"/>
                  </a:lnTo>
                  <a:lnTo>
                    <a:pt x="1228" y="93"/>
                  </a:lnTo>
                  <a:lnTo>
                    <a:pt x="1210" y="102"/>
                  </a:lnTo>
                  <a:lnTo>
                    <a:pt x="1192" y="116"/>
                  </a:lnTo>
                  <a:lnTo>
                    <a:pt x="1178" y="121"/>
                  </a:lnTo>
                  <a:lnTo>
                    <a:pt x="1165" y="131"/>
                  </a:lnTo>
                  <a:lnTo>
                    <a:pt x="1151" y="135"/>
                  </a:lnTo>
                  <a:lnTo>
                    <a:pt x="1137" y="145"/>
                  </a:lnTo>
                  <a:lnTo>
                    <a:pt x="1119" y="154"/>
                  </a:lnTo>
                  <a:lnTo>
                    <a:pt x="1101" y="145"/>
                  </a:lnTo>
                  <a:lnTo>
                    <a:pt x="1083" y="131"/>
                  </a:lnTo>
                  <a:lnTo>
                    <a:pt x="1065" y="121"/>
                  </a:lnTo>
                  <a:lnTo>
                    <a:pt x="1052" y="107"/>
                  </a:lnTo>
                  <a:lnTo>
                    <a:pt x="1038" y="98"/>
                  </a:lnTo>
                  <a:lnTo>
                    <a:pt x="1029" y="116"/>
                  </a:lnTo>
                  <a:lnTo>
                    <a:pt x="1016" y="126"/>
                  </a:lnTo>
                  <a:lnTo>
                    <a:pt x="993" y="121"/>
                  </a:lnTo>
                  <a:lnTo>
                    <a:pt x="979" y="116"/>
                  </a:lnTo>
                  <a:lnTo>
                    <a:pt x="966" y="126"/>
                  </a:lnTo>
                  <a:lnTo>
                    <a:pt x="952" y="116"/>
                  </a:lnTo>
                  <a:lnTo>
                    <a:pt x="943" y="131"/>
                  </a:lnTo>
                  <a:lnTo>
                    <a:pt x="934" y="145"/>
                  </a:lnTo>
                  <a:lnTo>
                    <a:pt x="921" y="140"/>
                  </a:lnTo>
                  <a:lnTo>
                    <a:pt x="907" y="149"/>
                  </a:lnTo>
                  <a:lnTo>
                    <a:pt x="885" y="145"/>
                  </a:lnTo>
                  <a:lnTo>
                    <a:pt x="880" y="131"/>
                  </a:lnTo>
                  <a:lnTo>
                    <a:pt x="867" y="116"/>
                  </a:lnTo>
                  <a:lnTo>
                    <a:pt x="848" y="131"/>
                  </a:lnTo>
                  <a:lnTo>
                    <a:pt x="835" y="145"/>
                  </a:lnTo>
                  <a:lnTo>
                    <a:pt x="817" y="159"/>
                  </a:lnTo>
                  <a:lnTo>
                    <a:pt x="803" y="168"/>
                  </a:lnTo>
                  <a:lnTo>
                    <a:pt x="790" y="173"/>
                  </a:lnTo>
                  <a:lnTo>
                    <a:pt x="776" y="177"/>
                  </a:lnTo>
                  <a:lnTo>
                    <a:pt x="763" y="182"/>
                  </a:lnTo>
                  <a:lnTo>
                    <a:pt x="749" y="182"/>
                  </a:lnTo>
                  <a:lnTo>
                    <a:pt x="736" y="191"/>
                  </a:lnTo>
                  <a:lnTo>
                    <a:pt x="722" y="187"/>
                  </a:lnTo>
                  <a:lnTo>
                    <a:pt x="704" y="182"/>
                  </a:lnTo>
                  <a:lnTo>
                    <a:pt x="690" y="173"/>
                  </a:lnTo>
                  <a:lnTo>
                    <a:pt x="677" y="168"/>
                  </a:lnTo>
                  <a:lnTo>
                    <a:pt x="659" y="154"/>
                  </a:lnTo>
                  <a:lnTo>
                    <a:pt x="645" y="145"/>
                  </a:lnTo>
                  <a:lnTo>
                    <a:pt x="627" y="126"/>
                  </a:lnTo>
                  <a:lnTo>
                    <a:pt x="614" y="116"/>
                  </a:lnTo>
                  <a:lnTo>
                    <a:pt x="600" y="112"/>
                  </a:lnTo>
                  <a:lnTo>
                    <a:pt x="587" y="107"/>
                  </a:lnTo>
                  <a:lnTo>
                    <a:pt x="573" y="112"/>
                  </a:lnTo>
                  <a:lnTo>
                    <a:pt x="559" y="121"/>
                  </a:lnTo>
                  <a:lnTo>
                    <a:pt x="555" y="135"/>
                  </a:lnTo>
                  <a:lnTo>
                    <a:pt x="541" y="140"/>
                  </a:lnTo>
                  <a:lnTo>
                    <a:pt x="523" y="135"/>
                  </a:lnTo>
                  <a:lnTo>
                    <a:pt x="505" y="131"/>
                  </a:lnTo>
                  <a:lnTo>
                    <a:pt x="487" y="121"/>
                  </a:lnTo>
                  <a:lnTo>
                    <a:pt x="469" y="112"/>
                  </a:lnTo>
                  <a:lnTo>
                    <a:pt x="451" y="112"/>
                  </a:lnTo>
                  <a:lnTo>
                    <a:pt x="438" y="98"/>
                  </a:lnTo>
                  <a:lnTo>
                    <a:pt x="424" y="98"/>
                  </a:lnTo>
                  <a:lnTo>
                    <a:pt x="415" y="112"/>
                  </a:lnTo>
                  <a:lnTo>
                    <a:pt x="406" y="126"/>
                  </a:lnTo>
                  <a:lnTo>
                    <a:pt x="392" y="131"/>
                  </a:lnTo>
                  <a:lnTo>
                    <a:pt x="379" y="131"/>
                  </a:lnTo>
                  <a:lnTo>
                    <a:pt x="361" y="126"/>
                  </a:lnTo>
                  <a:lnTo>
                    <a:pt x="347" y="126"/>
                  </a:lnTo>
                  <a:lnTo>
                    <a:pt x="334" y="131"/>
                  </a:lnTo>
                  <a:lnTo>
                    <a:pt x="320" y="145"/>
                  </a:lnTo>
                  <a:lnTo>
                    <a:pt x="307" y="145"/>
                  </a:lnTo>
                  <a:lnTo>
                    <a:pt x="289" y="149"/>
                  </a:lnTo>
                  <a:lnTo>
                    <a:pt x="270" y="154"/>
                  </a:lnTo>
                  <a:lnTo>
                    <a:pt x="257" y="145"/>
                  </a:lnTo>
                  <a:lnTo>
                    <a:pt x="243" y="145"/>
                  </a:lnTo>
                  <a:lnTo>
                    <a:pt x="230" y="154"/>
                  </a:lnTo>
                  <a:lnTo>
                    <a:pt x="216" y="154"/>
                  </a:lnTo>
                  <a:lnTo>
                    <a:pt x="198" y="154"/>
                  </a:lnTo>
                  <a:lnTo>
                    <a:pt x="180" y="163"/>
                  </a:lnTo>
                  <a:lnTo>
                    <a:pt x="167" y="168"/>
                  </a:lnTo>
                  <a:lnTo>
                    <a:pt x="149" y="163"/>
                  </a:lnTo>
                  <a:lnTo>
                    <a:pt x="135" y="173"/>
                  </a:lnTo>
                  <a:lnTo>
                    <a:pt x="121" y="177"/>
                  </a:lnTo>
                  <a:lnTo>
                    <a:pt x="108" y="187"/>
                  </a:lnTo>
                  <a:lnTo>
                    <a:pt x="103" y="201"/>
                  </a:lnTo>
                  <a:lnTo>
                    <a:pt x="90" y="205"/>
                  </a:lnTo>
                  <a:lnTo>
                    <a:pt x="85" y="219"/>
                  </a:lnTo>
                  <a:lnTo>
                    <a:pt x="72" y="224"/>
                  </a:lnTo>
                  <a:lnTo>
                    <a:pt x="58" y="224"/>
                  </a:lnTo>
                  <a:lnTo>
                    <a:pt x="45" y="229"/>
                  </a:lnTo>
                  <a:lnTo>
                    <a:pt x="31" y="233"/>
                  </a:lnTo>
                  <a:lnTo>
                    <a:pt x="18" y="238"/>
                  </a:lnTo>
                  <a:lnTo>
                    <a:pt x="4" y="247"/>
                  </a:lnTo>
                  <a:lnTo>
                    <a:pt x="0" y="93"/>
                  </a:lnTo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4" name="Rectangle 4">
              <a:extLst>
                <a:ext uri="{FF2B5EF4-FFF2-40B4-BE49-F238E27FC236}">
                  <a16:creationId xmlns:a16="http://schemas.microsoft.com/office/drawing/2014/main" id="{8C7BC91C-7BBA-3D28-527B-74CB387B8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484"/>
              <a:ext cx="838" cy="38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5" name="Rectangle 5">
              <a:extLst>
                <a:ext uri="{FF2B5EF4-FFF2-40B4-BE49-F238E27FC236}">
                  <a16:creationId xmlns:a16="http://schemas.microsoft.com/office/drawing/2014/main" id="{E9C012C1-4D24-C20A-ECEA-83E0610CC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latin typeface="Arial" panose="020B0604020202020204" pitchFamily="34" charset="0"/>
                </a:rPr>
                <a:t>Program A</a:t>
              </a:r>
            </a:p>
          </p:txBody>
        </p:sp>
        <p:sp>
          <p:nvSpPr>
            <p:cNvPr id="5126" name="Rectangle 6">
              <a:extLst>
                <a:ext uri="{FF2B5EF4-FFF2-40B4-BE49-F238E27FC236}">
                  <a16:creationId xmlns:a16="http://schemas.microsoft.com/office/drawing/2014/main" id="{718ADB1C-786B-F7B6-963F-380732703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1299"/>
              <a:ext cx="897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</p:txBody>
        </p:sp>
        <p:sp>
          <p:nvSpPr>
            <p:cNvPr id="5127" name="Rectangle 7">
              <a:extLst>
                <a:ext uri="{FF2B5EF4-FFF2-40B4-BE49-F238E27FC236}">
                  <a16:creationId xmlns:a16="http://schemas.microsoft.com/office/drawing/2014/main" id="{496054C1-0CE2-AD1C-D524-C07FDAAD9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D</a:t>
              </a:r>
            </a:p>
          </p:txBody>
        </p:sp>
        <p:sp>
          <p:nvSpPr>
            <p:cNvPr id="5128" name="Rectangle 8">
              <a:extLst>
                <a:ext uri="{FF2B5EF4-FFF2-40B4-BE49-F238E27FC236}">
                  <a16:creationId xmlns:a16="http://schemas.microsoft.com/office/drawing/2014/main" id="{3809BDDF-2268-D81A-CA31-936C7DC9F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1299"/>
              <a:ext cx="838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9" name="Rectangle 9">
              <a:extLst>
                <a:ext uri="{FF2B5EF4-FFF2-40B4-BE49-F238E27FC236}">
                  <a16:creationId xmlns:a16="http://schemas.microsoft.com/office/drawing/2014/main" id="{1EDE0055-71EF-86D8-3F24-ED69448D6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C</a:t>
              </a:r>
            </a:p>
          </p:txBody>
        </p:sp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E67565A2-6A39-9436-0403-24C36C9B4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" y="1299"/>
              <a:ext cx="893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  <a:p>
              <a:endParaRPr lang="en-US" altLang="en-US" sz="1200" b="1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en-US" sz="1400">
                  <a:solidFill>
                    <a:schemeClr val="tx1"/>
                  </a:solidFill>
                  <a:latin typeface="Arial" panose="020B0604020202020204" pitchFamily="34" charset="0"/>
                </a:rPr>
                <a:t>   Mike12345</a:t>
              </a:r>
            </a:p>
          </p:txBody>
        </p:sp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1CD0A98E-1C83-7F22-D962-DDB2FD4A8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B</a:t>
              </a:r>
            </a:p>
          </p:txBody>
        </p:sp>
        <p:sp>
          <p:nvSpPr>
            <p:cNvPr id="5132" name="Rectangle 12">
              <a:extLst>
                <a:ext uri="{FF2B5EF4-FFF2-40B4-BE49-F238E27FC236}">
                  <a16:creationId xmlns:a16="http://schemas.microsoft.com/office/drawing/2014/main" id="{1C361434-8F70-9B89-3C4C-6283F5532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847"/>
              <a:ext cx="585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latin typeface="Arial" panose="020B0604020202020204" pitchFamily="34" charset="0"/>
                </a:rPr>
                <a:t>SharedRec</a:t>
              </a:r>
            </a:p>
          </p:txBody>
        </p:sp>
        <p:sp>
          <p:nvSpPr>
            <p:cNvPr id="5133" name="Rectangle 13">
              <a:extLst>
                <a:ext uri="{FF2B5EF4-FFF2-40B4-BE49-F238E27FC236}">
                  <a16:creationId xmlns:a16="http://schemas.microsoft.com/office/drawing/2014/main" id="{38061171-C515-E34B-1C76-90C94BA29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986"/>
              <a:ext cx="752" cy="258"/>
            </a:xfrm>
            <a:prstGeom prst="rect">
              <a:avLst/>
            </a:prstGeom>
            <a:solidFill>
              <a:srgbClr val="E9FFE9"/>
            </a:solidFill>
            <a:ln w="25400">
              <a:solidFill>
                <a:srgbClr val="676767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4" name="Line 14">
              <a:extLst>
                <a:ext uri="{FF2B5EF4-FFF2-40B4-BE49-F238E27FC236}">
                  <a16:creationId xmlns:a16="http://schemas.microsoft.com/office/drawing/2014/main" id="{7BCC3877-2786-7ADF-8F46-AAE6333FDD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874"/>
              <a:ext cx="565" cy="291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Line 15">
              <a:extLst>
                <a:ext uri="{FF2B5EF4-FFF2-40B4-BE49-F238E27FC236}">
                  <a16:creationId xmlns:a16="http://schemas.microsoft.com/office/drawing/2014/main" id="{03AC3508-0C44-694D-9CF5-1ED2C126A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874"/>
              <a:ext cx="0" cy="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Line 16">
              <a:extLst>
                <a:ext uri="{FF2B5EF4-FFF2-40B4-BE49-F238E27FC236}">
                  <a16:creationId xmlns:a16="http://schemas.microsoft.com/office/drawing/2014/main" id="{9A456522-E0CA-798D-3955-3B2C09A17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874"/>
              <a:ext cx="651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8" name="AutoShape 18">
            <a:extLst>
              <a:ext uri="{FF2B5EF4-FFF2-40B4-BE49-F238E27FC236}">
                <a16:creationId xmlns:a16="http://schemas.microsoft.com/office/drawing/2014/main" id="{032938A1-A42D-1CA1-6851-F03678B3E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82550"/>
            <a:ext cx="1397000" cy="1195917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D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Program A calls Program B which starts to run.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7" name="Group 19">
            <a:extLst>
              <a:ext uri="{FF2B5EF4-FFF2-40B4-BE49-F238E27FC236}">
                <a16:creationId xmlns:a16="http://schemas.microsoft.com/office/drawing/2014/main" id="{01BCE5FA-1D24-4E7E-3294-EEDF4A0B4B98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27050"/>
            <a:ext cx="4787900" cy="4108450"/>
            <a:chOff x="144" y="332"/>
            <a:chExt cx="3016" cy="2588"/>
          </a:xfrm>
        </p:grpSpPr>
        <p:sp>
          <p:nvSpPr>
            <p:cNvPr id="7170" name="Rectangle 2">
              <a:extLst>
                <a:ext uri="{FF2B5EF4-FFF2-40B4-BE49-F238E27FC236}">
                  <a16:creationId xmlns:a16="http://schemas.microsoft.com/office/drawing/2014/main" id="{1FB375A1-8B5B-12EF-B0B1-29B60B9E4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" y="2356"/>
              <a:ext cx="1840" cy="564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>
                  <a:alpha val="50000"/>
                </a:schemeClr>
              </a:outerShdw>
            </a:effectLst>
          </p:spPr>
          <p:txBody>
            <a:bodyPr wrap="none" lIns="114300" tIns="114300" rIns="114300" bIns="114300">
              <a:spAutoFit/>
            </a:bodyPr>
            <a:lstStyle>
              <a:lvl1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WORKING-STORAGE SECTION.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01 SharedRec IS EXTERNAL.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PartA   PIC X(4).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PartB   PIC 9(5).</a:t>
              </a:r>
            </a:p>
          </p:txBody>
        </p:sp>
        <p:sp useBgFill="1">
          <p:nvSpPr>
            <p:cNvPr id="7171" name="Freeform 3">
              <a:extLst>
                <a:ext uri="{FF2B5EF4-FFF2-40B4-BE49-F238E27FC236}">
                  <a16:creationId xmlns:a16="http://schemas.microsoft.com/office/drawing/2014/main" id="{5B4FFCCE-559A-53F6-3DA5-8EC4D72A4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" y="1408"/>
              <a:ext cx="2006" cy="394"/>
            </a:xfrm>
            <a:custGeom>
              <a:avLst/>
              <a:gdLst>
                <a:gd name="T0" fmla="*/ 67 w 2006"/>
                <a:gd name="T1" fmla="*/ 98 h 394"/>
                <a:gd name="T2" fmla="*/ 144 w 2006"/>
                <a:gd name="T3" fmla="*/ 60 h 394"/>
                <a:gd name="T4" fmla="*/ 194 w 2006"/>
                <a:gd name="T5" fmla="*/ 74 h 394"/>
                <a:gd name="T6" fmla="*/ 261 w 2006"/>
                <a:gd name="T7" fmla="*/ 70 h 394"/>
                <a:gd name="T8" fmla="*/ 338 w 2006"/>
                <a:gd name="T9" fmla="*/ 60 h 394"/>
                <a:gd name="T10" fmla="*/ 406 w 2006"/>
                <a:gd name="T11" fmla="*/ 28 h 394"/>
                <a:gd name="T12" fmla="*/ 465 w 2006"/>
                <a:gd name="T13" fmla="*/ 60 h 394"/>
                <a:gd name="T14" fmla="*/ 541 w 2006"/>
                <a:gd name="T15" fmla="*/ 60 h 394"/>
                <a:gd name="T16" fmla="*/ 623 w 2006"/>
                <a:gd name="T17" fmla="*/ 42 h 394"/>
                <a:gd name="T18" fmla="*/ 695 w 2006"/>
                <a:gd name="T19" fmla="*/ 70 h 394"/>
                <a:gd name="T20" fmla="*/ 772 w 2006"/>
                <a:gd name="T21" fmla="*/ 98 h 394"/>
                <a:gd name="T22" fmla="*/ 830 w 2006"/>
                <a:gd name="T23" fmla="*/ 51 h 394"/>
                <a:gd name="T24" fmla="*/ 907 w 2006"/>
                <a:gd name="T25" fmla="*/ 23 h 394"/>
                <a:gd name="T26" fmla="*/ 970 w 2006"/>
                <a:gd name="T27" fmla="*/ 70 h 394"/>
                <a:gd name="T28" fmla="*/ 1047 w 2006"/>
                <a:gd name="T29" fmla="*/ 46 h 394"/>
                <a:gd name="T30" fmla="*/ 1133 w 2006"/>
                <a:gd name="T31" fmla="*/ 14 h 394"/>
                <a:gd name="T32" fmla="*/ 1210 w 2006"/>
                <a:gd name="T33" fmla="*/ 4 h 394"/>
                <a:gd name="T34" fmla="*/ 1277 w 2006"/>
                <a:gd name="T35" fmla="*/ 4 h 394"/>
                <a:gd name="T36" fmla="*/ 1354 w 2006"/>
                <a:gd name="T37" fmla="*/ 4 h 394"/>
                <a:gd name="T38" fmla="*/ 1426 w 2006"/>
                <a:gd name="T39" fmla="*/ 18 h 394"/>
                <a:gd name="T40" fmla="*/ 1517 w 2006"/>
                <a:gd name="T41" fmla="*/ 60 h 394"/>
                <a:gd name="T42" fmla="*/ 1589 w 2006"/>
                <a:gd name="T43" fmla="*/ 46 h 394"/>
                <a:gd name="T44" fmla="*/ 1657 w 2006"/>
                <a:gd name="T45" fmla="*/ 14 h 394"/>
                <a:gd name="T46" fmla="*/ 1725 w 2006"/>
                <a:gd name="T47" fmla="*/ 32 h 394"/>
                <a:gd name="T48" fmla="*/ 1797 w 2006"/>
                <a:gd name="T49" fmla="*/ 51 h 394"/>
                <a:gd name="T50" fmla="*/ 1869 w 2006"/>
                <a:gd name="T51" fmla="*/ 42 h 394"/>
                <a:gd name="T52" fmla="*/ 1937 w 2006"/>
                <a:gd name="T53" fmla="*/ 23 h 394"/>
                <a:gd name="T54" fmla="*/ 2005 w 2006"/>
                <a:gd name="T55" fmla="*/ 0 h 394"/>
                <a:gd name="T56" fmla="*/ 1955 w 2006"/>
                <a:gd name="T57" fmla="*/ 346 h 394"/>
                <a:gd name="T58" fmla="*/ 1914 w 2006"/>
                <a:gd name="T59" fmla="*/ 276 h 394"/>
                <a:gd name="T60" fmla="*/ 1874 w 2006"/>
                <a:gd name="T61" fmla="*/ 205 h 394"/>
                <a:gd name="T62" fmla="*/ 1837 w 2006"/>
                <a:gd name="T63" fmla="*/ 163 h 394"/>
                <a:gd name="T64" fmla="*/ 1824 w 2006"/>
                <a:gd name="T65" fmla="*/ 238 h 394"/>
                <a:gd name="T66" fmla="*/ 1770 w 2006"/>
                <a:gd name="T67" fmla="*/ 210 h 394"/>
                <a:gd name="T68" fmla="*/ 1702 w 2006"/>
                <a:gd name="T69" fmla="*/ 145 h 394"/>
                <a:gd name="T70" fmla="*/ 1652 w 2006"/>
                <a:gd name="T71" fmla="*/ 177 h 394"/>
                <a:gd name="T72" fmla="*/ 1589 w 2006"/>
                <a:gd name="T73" fmla="*/ 191 h 394"/>
                <a:gd name="T74" fmla="*/ 1535 w 2006"/>
                <a:gd name="T75" fmla="*/ 135 h 394"/>
                <a:gd name="T76" fmla="*/ 1463 w 2006"/>
                <a:gd name="T77" fmla="*/ 93 h 394"/>
                <a:gd name="T78" fmla="*/ 1408 w 2006"/>
                <a:gd name="T79" fmla="*/ 79 h 394"/>
                <a:gd name="T80" fmla="*/ 1345 w 2006"/>
                <a:gd name="T81" fmla="*/ 102 h 394"/>
                <a:gd name="T82" fmla="*/ 1282 w 2006"/>
                <a:gd name="T83" fmla="*/ 112 h 394"/>
                <a:gd name="T84" fmla="*/ 1192 w 2006"/>
                <a:gd name="T85" fmla="*/ 116 h 394"/>
                <a:gd name="T86" fmla="*/ 1119 w 2006"/>
                <a:gd name="T87" fmla="*/ 154 h 394"/>
                <a:gd name="T88" fmla="*/ 1038 w 2006"/>
                <a:gd name="T89" fmla="*/ 98 h 394"/>
                <a:gd name="T90" fmla="*/ 966 w 2006"/>
                <a:gd name="T91" fmla="*/ 126 h 394"/>
                <a:gd name="T92" fmla="*/ 907 w 2006"/>
                <a:gd name="T93" fmla="*/ 149 h 394"/>
                <a:gd name="T94" fmla="*/ 835 w 2006"/>
                <a:gd name="T95" fmla="*/ 145 h 394"/>
                <a:gd name="T96" fmla="*/ 763 w 2006"/>
                <a:gd name="T97" fmla="*/ 182 h 394"/>
                <a:gd name="T98" fmla="*/ 690 w 2006"/>
                <a:gd name="T99" fmla="*/ 173 h 394"/>
                <a:gd name="T100" fmla="*/ 614 w 2006"/>
                <a:gd name="T101" fmla="*/ 116 h 394"/>
                <a:gd name="T102" fmla="*/ 555 w 2006"/>
                <a:gd name="T103" fmla="*/ 135 h 394"/>
                <a:gd name="T104" fmla="*/ 469 w 2006"/>
                <a:gd name="T105" fmla="*/ 112 h 394"/>
                <a:gd name="T106" fmla="*/ 406 w 2006"/>
                <a:gd name="T107" fmla="*/ 126 h 394"/>
                <a:gd name="T108" fmla="*/ 334 w 2006"/>
                <a:gd name="T109" fmla="*/ 131 h 394"/>
                <a:gd name="T110" fmla="*/ 257 w 2006"/>
                <a:gd name="T111" fmla="*/ 145 h 394"/>
                <a:gd name="T112" fmla="*/ 180 w 2006"/>
                <a:gd name="T113" fmla="*/ 163 h 394"/>
                <a:gd name="T114" fmla="*/ 108 w 2006"/>
                <a:gd name="T115" fmla="*/ 187 h 394"/>
                <a:gd name="T116" fmla="*/ 58 w 2006"/>
                <a:gd name="T117" fmla="*/ 224 h 394"/>
                <a:gd name="T118" fmla="*/ 0 w 2006"/>
                <a:gd name="T119" fmla="*/ 9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06" h="394">
                  <a:moveTo>
                    <a:pt x="0" y="93"/>
                  </a:moveTo>
                  <a:lnTo>
                    <a:pt x="18" y="98"/>
                  </a:lnTo>
                  <a:lnTo>
                    <a:pt x="31" y="98"/>
                  </a:lnTo>
                  <a:lnTo>
                    <a:pt x="49" y="98"/>
                  </a:lnTo>
                  <a:lnTo>
                    <a:pt x="67" y="98"/>
                  </a:lnTo>
                  <a:lnTo>
                    <a:pt x="81" y="93"/>
                  </a:lnTo>
                  <a:lnTo>
                    <a:pt x="94" y="79"/>
                  </a:lnTo>
                  <a:lnTo>
                    <a:pt x="108" y="60"/>
                  </a:lnTo>
                  <a:lnTo>
                    <a:pt x="117" y="42"/>
                  </a:lnTo>
                  <a:lnTo>
                    <a:pt x="144" y="60"/>
                  </a:lnTo>
                  <a:lnTo>
                    <a:pt x="149" y="74"/>
                  </a:lnTo>
                  <a:lnTo>
                    <a:pt x="162" y="88"/>
                  </a:lnTo>
                  <a:lnTo>
                    <a:pt x="176" y="93"/>
                  </a:lnTo>
                  <a:lnTo>
                    <a:pt x="189" y="88"/>
                  </a:lnTo>
                  <a:lnTo>
                    <a:pt x="194" y="74"/>
                  </a:lnTo>
                  <a:lnTo>
                    <a:pt x="207" y="74"/>
                  </a:lnTo>
                  <a:lnTo>
                    <a:pt x="221" y="70"/>
                  </a:lnTo>
                  <a:lnTo>
                    <a:pt x="234" y="60"/>
                  </a:lnTo>
                  <a:lnTo>
                    <a:pt x="252" y="56"/>
                  </a:lnTo>
                  <a:lnTo>
                    <a:pt x="261" y="70"/>
                  </a:lnTo>
                  <a:lnTo>
                    <a:pt x="275" y="70"/>
                  </a:lnTo>
                  <a:lnTo>
                    <a:pt x="289" y="65"/>
                  </a:lnTo>
                  <a:lnTo>
                    <a:pt x="302" y="60"/>
                  </a:lnTo>
                  <a:lnTo>
                    <a:pt x="316" y="70"/>
                  </a:lnTo>
                  <a:lnTo>
                    <a:pt x="338" y="60"/>
                  </a:lnTo>
                  <a:lnTo>
                    <a:pt x="356" y="56"/>
                  </a:lnTo>
                  <a:lnTo>
                    <a:pt x="370" y="51"/>
                  </a:lnTo>
                  <a:lnTo>
                    <a:pt x="379" y="37"/>
                  </a:lnTo>
                  <a:lnTo>
                    <a:pt x="392" y="32"/>
                  </a:lnTo>
                  <a:lnTo>
                    <a:pt x="406" y="28"/>
                  </a:lnTo>
                  <a:lnTo>
                    <a:pt x="419" y="23"/>
                  </a:lnTo>
                  <a:lnTo>
                    <a:pt x="433" y="32"/>
                  </a:lnTo>
                  <a:lnTo>
                    <a:pt x="447" y="42"/>
                  </a:lnTo>
                  <a:lnTo>
                    <a:pt x="451" y="56"/>
                  </a:lnTo>
                  <a:lnTo>
                    <a:pt x="465" y="60"/>
                  </a:lnTo>
                  <a:lnTo>
                    <a:pt x="478" y="74"/>
                  </a:lnTo>
                  <a:lnTo>
                    <a:pt x="492" y="84"/>
                  </a:lnTo>
                  <a:lnTo>
                    <a:pt x="505" y="88"/>
                  </a:lnTo>
                  <a:lnTo>
                    <a:pt x="523" y="74"/>
                  </a:lnTo>
                  <a:lnTo>
                    <a:pt x="541" y="60"/>
                  </a:lnTo>
                  <a:lnTo>
                    <a:pt x="555" y="51"/>
                  </a:lnTo>
                  <a:lnTo>
                    <a:pt x="578" y="51"/>
                  </a:lnTo>
                  <a:lnTo>
                    <a:pt x="596" y="42"/>
                  </a:lnTo>
                  <a:lnTo>
                    <a:pt x="609" y="42"/>
                  </a:lnTo>
                  <a:lnTo>
                    <a:pt x="623" y="42"/>
                  </a:lnTo>
                  <a:lnTo>
                    <a:pt x="641" y="51"/>
                  </a:lnTo>
                  <a:lnTo>
                    <a:pt x="654" y="46"/>
                  </a:lnTo>
                  <a:lnTo>
                    <a:pt x="668" y="60"/>
                  </a:lnTo>
                  <a:lnTo>
                    <a:pt x="681" y="70"/>
                  </a:lnTo>
                  <a:lnTo>
                    <a:pt x="695" y="70"/>
                  </a:lnTo>
                  <a:lnTo>
                    <a:pt x="708" y="79"/>
                  </a:lnTo>
                  <a:lnTo>
                    <a:pt x="722" y="84"/>
                  </a:lnTo>
                  <a:lnTo>
                    <a:pt x="740" y="88"/>
                  </a:lnTo>
                  <a:lnTo>
                    <a:pt x="754" y="93"/>
                  </a:lnTo>
                  <a:lnTo>
                    <a:pt x="772" y="98"/>
                  </a:lnTo>
                  <a:lnTo>
                    <a:pt x="785" y="93"/>
                  </a:lnTo>
                  <a:lnTo>
                    <a:pt x="799" y="84"/>
                  </a:lnTo>
                  <a:lnTo>
                    <a:pt x="812" y="74"/>
                  </a:lnTo>
                  <a:lnTo>
                    <a:pt x="817" y="60"/>
                  </a:lnTo>
                  <a:lnTo>
                    <a:pt x="830" y="51"/>
                  </a:lnTo>
                  <a:lnTo>
                    <a:pt x="848" y="42"/>
                  </a:lnTo>
                  <a:lnTo>
                    <a:pt x="867" y="37"/>
                  </a:lnTo>
                  <a:lnTo>
                    <a:pt x="880" y="32"/>
                  </a:lnTo>
                  <a:lnTo>
                    <a:pt x="894" y="28"/>
                  </a:lnTo>
                  <a:lnTo>
                    <a:pt x="907" y="23"/>
                  </a:lnTo>
                  <a:lnTo>
                    <a:pt x="921" y="23"/>
                  </a:lnTo>
                  <a:lnTo>
                    <a:pt x="930" y="37"/>
                  </a:lnTo>
                  <a:lnTo>
                    <a:pt x="939" y="51"/>
                  </a:lnTo>
                  <a:lnTo>
                    <a:pt x="957" y="60"/>
                  </a:lnTo>
                  <a:lnTo>
                    <a:pt x="970" y="70"/>
                  </a:lnTo>
                  <a:lnTo>
                    <a:pt x="988" y="60"/>
                  </a:lnTo>
                  <a:lnTo>
                    <a:pt x="1002" y="60"/>
                  </a:lnTo>
                  <a:lnTo>
                    <a:pt x="1016" y="56"/>
                  </a:lnTo>
                  <a:lnTo>
                    <a:pt x="1029" y="56"/>
                  </a:lnTo>
                  <a:lnTo>
                    <a:pt x="1047" y="46"/>
                  </a:lnTo>
                  <a:lnTo>
                    <a:pt x="1061" y="42"/>
                  </a:lnTo>
                  <a:lnTo>
                    <a:pt x="1074" y="32"/>
                  </a:lnTo>
                  <a:lnTo>
                    <a:pt x="1097" y="32"/>
                  </a:lnTo>
                  <a:lnTo>
                    <a:pt x="1115" y="23"/>
                  </a:lnTo>
                  <a:lnTo>
                    <a:pt x="1133" y="14"/>
                  </a:lnTo>
                  <a:lnTo>
                    <a:pt x="1147" y="4"/>
                  </a:lnTo>
                  <a:lnTo>
                    <a:pt x="1165" y="14"/>
                  </a:lnTo>
                  <a:lnTo>
                    <a:pt x="1178" y="23"/>
                  </a:lnTo>
                  <a:lnTo>
                    <a:pt x="1192" y="14"/>
                  </a:lnTo>
                  <a:lnTo>
                    <a:pt x="1210" y="4"/>
                  </a:lnTo>
                  <a:lnTo>
                    <a:pt x="1223" y="9"/>
                  </a:lnTo>
                  <a:lnTo>
                    <a:pt x="1241" y="18"/>
                  </a:lnTo>
                  <a:lnTo>
                    <a:pt x="1255" y="18"/>
                  </a:lnTo>
                  <a:lnTo>
                    <a:pt x="1264" y="4"/>
                  </a:lnTo>
                  <a:lnTo>
                    <a:pt x="1277" y="4"/>
                  </a:lnTo>
                  <a:lnTo>
                    <a:pt x="1291" y="4"/>
                  </a:lnTo>
                  <a:lnTo>
                    <a:pt x="1305" y="4"/>
                  </a:lnTo>
                  <a:lnTo>
                    <a:pt x="1318" y="4"/>
                  </a:lnTo>
                  <a:lnTo>
                    <a:pt x="1332" y="0"/>
                  </a:lnTo>
                  <a:lnTo>
                    <a:pt x="1354" y="4"/>
                  </a:lnTo>
                  <a:lnTo>
                    <a:pt x="1368" y="4"/>
                  </a:lnTo>
                  <a:lnTo>
                    <a:pt x="1386" y="14"/>
                  </a:lnTo>
                  <a:lnTo>
                    <a:pt x="1399" y="14"/>
                  </a:lnTo>
                  <a:lnTo>
                    <a:pt x="1413" y="14"/>
                  </a:lnTo>
                  <a:lnTo>
                    <a:pt x="1426" y="18"/>
                  </a:lnTo>
                  <a:lnTo>
                    <a:pt x="1445" y="23"/>
                  </a:lnTo>
                  <a:lnTo>
                    <a:pt x="1458" y="23"/>
                  </a:lnTo>
                  <a:lnTo>
                    <a:pt x="1472" y="28"/>
                  </a:lnTo>
                  <a:lnTo>
                    <a:pt x="1494" y="42"/>
                  </a:lnTo>
                  <a:lnTo>
                    <a:pt x="1517" y="60"/>
                  </a:lnTo>
                  <a:lnTo>
                    <a:pt x="1530" y="60"/>
                  </a:lnTo>
                  <a:lnTo>
                    <a:pt x="1544" y="60"/>
                  </a:lnTo>
                  <a:lnTo>
                    <a:pt x="1557" y="56"/>
                  </a:lnTo>
                  <a:lnTo>
                    <a:pt x="1571" y="51"/>
                  </a:lnTo>
                  <a:lnTo>
                    <a:pt x="1589" y="46"/>
                  </a:lnTo>
                  <a:lnTo>
                    <a:pt x="1603" y="42"/>
                  </a:lnTo>
                  <a:lnTo>
                    <a:pt x="1612" y="28"/>
                  </a:lnTo>
                  <a:lnTo>
                    <a:pt x="1625" y="23"/>
                  </a:lnTo>
                  <a:lnTo>
                    <a:pt x="1639" y="14"/>
                  </a:lnTo>
                  <a:lnTo>
                    <a:pt x="1657" y="14"/>
                  </a:lnTo>
                  <a:lnTo>
                    <a:pt x="1675" y="32"/>
                  </a:lnTo>
                  <a:lnTo>
                    <a:pt x="1679" y="51"/>
                  </a:lnTo>
                  <a:lnTo>
                    <a:pt x="1697" y="37"/>
                  </a:lnTo>
                  <a:lnTo>
                    <a:pt x="1711" y="32"/>
                  </a:lnTo>
                  <a:lnTo>
                    <a:pt x="1725" y="32"/>
                  </a:lnTo>
                  <a:lnTo>
                    <a:pt x="1738" y="37"/>
                  </a:lnTo>
                  <a:lnTo>
                    <a:pt x="1752" y="32"/>
                  </a:lnTo>
                  <a:lnTo>
                    <a:pt x="1765" y="28"/>
                  </a:lnTo>
                  <a:lnTo>
                    <a:pt x="1783" y="42"/>
                  </a:lnTo>
                  <a:lnTo>
                    <a:pt x="1797" y="51"/>
                  </a:lnTo>
                  <a:lnTo>
                    <a:pt x="1810" y="42"/>
                  </a:lnTo>
                  <a:lnTo>
                    <a:pt x="1824" y="42"/>
                  </a:lnTo>
                  <a:lnTo>
                    <a:pt x="1837" y="56"/>
                  </a:lnTo>
                  <a:lnTo>
                    <a:pt x="1851" y="42"/>
                  </a:lnTo>
                  <a:lnTo>
                    <a:pt x="1869" y="42"/>
                  </a:lnTo>
                  <a:lnTo>
                    <a:pt x="1883" y="51"/>
                  </a:lnTo>
                  <a:lnTo>
                    <a:pt x="1896" y="51"/>
                  </a:lnTo>
                  <a:lnTo>
                    <a:pt x="1910" y="37"/>
                  </a:lnTo>
                  <a:lnTo>
                    <a:pt x="1923" y="28"/>
                  </a:lnTo>
                  <a:lnTo>
                    <a:pt x="1937" y="23"/>
                  </a:lnTo>
                  <a:lnTo>
                    <a:pt x="1950" y="28"/>
                  </a:lnTo>
                  <a:lnTo>
                    <a:pt x="1964" y="23"/>
                  </a:lnTo>
                  <a:lnTo>
                    <a:pt x="1977" y="14"/>
                  </a:lnTo>
                  <a:lnTo>
                    <a:pt x="1991" y="4"/>
                  </a:lnTo>
                  <a:lnTo>
                    <a:pt x="2005" y="0"/>
                  </a:lnTo>
                  <a:lnTo>
                    <a:pt x="2005" y="393"/>
                  </a:lnTo>
                  <a:lnTo>
                    <a:pt x="1991" y="388"/>
                  </a:lnTo>
                  <a:lnTo>
                    <a:pt x="1977" y="374"/>
                  </a:lnTo>
                  <a:lnTo>
                    <a:pt x="1964" y="360"/>
                  </a:lnTo>
                  <a:lnTo>
                    <a:pt x="1955" y="346"/>
                  </a:lnTo>
                  <a:lnTo>
                    <a:pt x="1950" y="332"/>
                  </a:lnTo>
                  <a:lnTo>
                    <a:pt x="1946" y="318"/>
                  </a:lnTo>
                  <a:lnTo>
                    <a:pt x="1932" y="299"/>
                  </a:lnTo>
                  <a:lnTo>
                    <a:pt x="1928" y="285"/>
                  </a:lnTo>
                  <a:lnTo>
                    <a:pt x="1914" y="276"/>
                  </a:lnTo>
                  <a:lnTo>
                    <a:pt x="1914" y="262"/>
                  </a:lnTo>
                  <a:lnTo>
                    <a:pt x="1905" y="247"/>
                  </a:lnTo>
                  <a:lnTo>
                    <a:pt x="1896" y="233"/>
                  </a:lnTo>
                  <a:lnTo>
                    <a:pt x="1887" y="219"/>
                  </a:lnTo>
                  <a:lnTo>
                    <a:pt x="1874" y="205"/>
                  </a:lnTo>
                  <a:lnTo>
                    <a:pt x="1860" y="191"/>
                  </a:lnTo>
                  <a:lnTo>
                    <a:pt x="1860" y="177"/>
                  </a:lnTo>
                  <a:lnTo>
                    <a:pt x="1851" y="163"/>
                  </a:lnTo>
                  <a:lnTo>
                    <a:pt x="1842" y="149"/>
                  </a:lnTo>
                  <a:lnTo>
                    <a:pt x="1837" y="163"/>
                  </a:lnTo>
                  <a:lnTo>
                    <a:pt x="1828" y="182"/>
                  </a:lnTo>
                  <a:lnTo>
                    <a:pt x="1824" y="196"/>
                  </a:lnTo>
                  <a:lnTo>
                    <a:pt x="1824" y="210"/>
                  </a:lnTo>
                  <a:lnTo>
                    <a:pt x="1824" y="224"/>
                  </a:lnTo>
                  <a:lnTo>
                    <a:pt x="1824" y="238"/>
                  </a:lnTo>
                  <a:lnTo>
                    <a:pt x="1819" y="252"/>
                  </a:lnTo>
                  <a:lnTo>
                    <a:pt x="1815" y="266"/>
                  </a:lnTo>
                  <a:lnTo>
                    <a:pt x="1797" y="247"/>
                  </a:lnTo>
                  <a:lnTo>
                    <a:pt x="1783" y="229"/>
                  </a:lnTo>
                  <a:lnTo>
                    <a:pt x="1770" y="210"/>
                  </a:lnTo>
                  <a:lnTo>
                    <a:pt x="1752" y="196"/>
                  </a:lnTo>
                  <a:lnTo>
                    <a:pt x="1738" y="182"/>
                  </a:lnTo>
                  <a:lnTo>
                    <a:pt x="1725" y="168"/>
                  </a:lnTo>
                  <a:lnTo>
                    <a:pt x="1715" y="154"/>
                  </a:lnTo>
                  <a:lnTo>
                    <a:pt x="1702" y="145"/>
                  </a:lnTo>
                  <a:lnTo>
                    <a:pt x="1693" y="131"/>
                  </a:lnTo>
                  <a:lnTo>
                    <a:pt x="1679" y="145"/>
                  </a:lnTo>
                  <a:lnTo>
                    <a:pt x="1675" y="163"/>
                  </a:lnTo>
                  <a:lnTo>
                    <a:pt x="1666" y="177"/>
                  </a:lnTo>
                  <a:lnTo>
                    <a:pt x="1652" y="177"/>
                  </a:lnTo>
                  <a:lnTo>
                    <a:pt x="1634" y="163"/>
                  </a:lnTo>
                  <a:lnTo>
                    <a:pt x="1621" y="163"/>
                  </a:lnTo>
                  <a:lnTo>
                    <a:pt x="1607" y="154"/>
                  </a:lnTo>
                  <a:lnTo>
                    <a:pt x="1603" y="173"/>
                  </a:lnTo>
                  <a:lnTo>
                    <a:pt x="1589" y="191"/>
                  </a:lnTo>
                  <a:lnTo>
                    <a:pt x="1585" y="177"/>
                  </a:lnTo>
                  <a:lnTo>
                    <a:pt x="1576" y="163"/>
                  </a:lnTo>
                  <a:lnTo>
                    <a:pt x="1566" y="149"/>
                  </a:lnTo>
                  <a:lnTo>
                    <a:pt x="1553" y="145"/>
                  </a:lnTo>
                  <a:lnTo>
                    <a:pt x="1535" y="135"/>
                  </a:lnTo>
                  <a:lnTo>
                    <a:pt x="1517" y="131"/>
                  </a:lnTo>
                  <a:lnTo>
                    <a:pt x="1503" y="126"/>
                  </a:lnTo>
                  <a:lnTo>
                    <a:pt x="1490" y="116"/>
                  </a:lnTo>
                  <a:lnTo>
                    <a:pt x="1472" y="107"/>
                  </a:lnTo>
                  <a:lnTo>
                    <a:pt x="1463" y="93"/>
                  </a:lnTo>
                  <a:lnTo>
                    <a:pt x="1449" y="93"/>
                  </a:lnTo>
                  <a:lnTo>
                    <a:pt x="1436" y="98"/>
                  </a:lnTo>
                  <a:lnTo>
                    <a:pt x="1422" y="107"/>
                  </a:lnTo>
                  <a:lnTo>
                    <a:pt x="1417" y="93"/>
                  </a:lnTo>
                  <a:lnTo>
                    <a:pt x="1408" y="79"/>
                  </a:lnTo>
                  <a:lnTo>
                    <a:pt x="1395" y="70"/>
                  </a:lnTo>
                  <a:lnTo>
                    <a:pt x="1381" y="60"/>
                  </a:lnTo>
                  <a:lnTo>
                    <a:pt x="1363" y="74"/>
                  </a:lnTo>
                  <a:lnTo>
                    <a:pt x="1354" y="88"/>
                  </a:lnTo>
                  <a:lnTo>
                    <a:pt x="1345" y="102"/>
                  </a:lnTo>
                  <a:lnTo>
                    <a:pt x="1332" y="112"/>
                  </a:lnTo>
                  <a:lnTo>
                    <a:pt x="1318" y="107"/>
                  </a:lnTo>
                  <a:lnTo>
                    <a:pt x="1305" y="98"/>
                  </a:lnTo>
                  <a:lnTo>
                    <a:pt x="1291" y="98"/>
                  </a:lnTo>
                  <a:lnTo>
                    <a:pt x="1282" y="112"/>
                  </a:lnTo>
                  <a:lnTo>
                    <a:pt x="1268" y="107"/>
                  </a:lnTo>
                  <a:lnTo>
                    <a:pt x="1246" y="93"/>
                  </a:lnTo>
                  <a:lnTo>
                    <a:pt x="1228" y="93"/>
                  </a:lnTo>
                  <a:lnTo>
                    <a:pt x="1210" y="102"/>
                  </a:lnTo>
                  <a:lnTo>
                    <a:pt x="1192" y="116"/>
                  </a:lnTo>
                  <a:lnTo>
                    <a:pt x="1178" y="121"/>
                  </a:lnTo>
                  <a:lnTo>
                    <a:pt x="1165" y="131"/>
                  </a:lnTo>
                  <a:lnTo>
                    <a:pt x="1151" y="135"/>
                  </a:lnTo>
                  <a:lnTo>
                    <a:pt x="1137" y="145"/>
                  </a:lnTo>
                  <a:lnTo>
                    <a:pt x="1119" y="154"/>
                  </a:lnTo>
                  <a:lnTo>
                    <a:pt x="1101" y="145"/>
                  </a:lnTo>
                  <a:lnTo>
                    <a:pt x="1083" y="131"/>
                  </a:lnTo>
                  <a:lnTo>
                    <a:pt x="1065" y="121"/>
                  </a:lnTo>
                  <a:lnTo>
                    <a:pt x="1052" y="107"/>
                  </a:lnTo>
                  <a:lnTo>
                    <a:pt x="1038" y="98"/>
                  </a:lnTo>
                  <a:lnTo>
                    <a:pt x="1029" y="116"/>
                  </a:lnTo>
                  <a:lnTo>
                    <a:pt x="1016" y="126"/>
                  </a:lnTo>
                  <a:lnTo>
                    <a:pt x="993" y="121"/>
                  </a:lnTo>
                  <a:lnTo>
                    <a:pt x="979" y="116"/>
                  </a:lnTo>
                  <a:lnTo>
                    <a:pt x="966" y="126"/>
                  </a:lnTo>
                  <a:lnTo>
                    <a:pt x="952" y="116"/>
                  </a:lnTo>
                  <a:lnTo>
                    <a:pt x="943" y="131"/>
                  </a:lnTo>
                  <a:lnTo>
                    <a:pt x="934" y="145"/>
                  </a:lnTo>
                  <a:lnTo>
                    <a:pt x="921" y="140"/>
                  </a:lnTo>
                  <a:lnTo>
                    <a:pt x="907" y="149"/>
                  </a:lnTo>
                  <a:lnTo>
                    <a:pt x="885" y="145"/>
                  </a:lnTo>
                  <a:lnTo>
                    <a:pt x="880" y="131"/>
                  </a:lnTo>
                  <a:lnTo>
                    <a:pt x="867" y="116"/>
                  </a:lnTo>
                  <a:lnTo>
                    <a:pt x="848" y="131"/>
                  </a:lnTo>
                  <a:lnTo>
                    <a:pt x="835" y="145"/>
                  </a:lnTo>
                  <a:lnTo>
                    <a:pt x="817" y="159"/>
                  </a:lnTo>
                  <a:lnTo>
                    <a:pt x="803" y="168"/>
                  </a:lnTo>
                  <a:lnTo>
                    <a:pt x="790" y="173"/>
                  </a:lnTo>
                  <a:lnTo>
                    <a:pt x="776" y="177"/>
                  </a:lnTo>
                  <a:lnTo>
                    <a:pt x="763" y="182"/>
                  </a:lnTo>
                  <a:lnTo>
                    <a:pt x="749" y="182"/>
                  </a:lnTo>
                  <a:lnTo>
                    <a:pt x="736" y="191"/>
                  </a:lnTo>
                  <a:lnTo>
                    <a:pt x="722" y="187"/>
                  </a:lnTo>
                  <a:lnTo>
                    <a:pt x="704" y="182"/>
                  </a:lnTo>
                  <a:lnTo>
                    <a:pt x="690" y="173"/>
                  </a:lnTo>
                  <a:lnTo>
                    <a:pt x="677" y="168"/>
                  </a:lnTo>
                  <a:lnTo>
                    <a:pt x="659" y="154"/>
                  </a:lnTo>
                  <a:lnTo>
                    <a:pt x="645" y="145"/>
                  </a:lnTo>
                  <a:lnTo>
                    <a:pt x="627" y="126"/>
                  </a:lnTo>
                  <a:lnTo>
                    <a:pt x="614" y="116"/>
                  </a:lnTo>
                  <a:lnTo>
                    <a:pt x="600" y="112"/>
                  </a:lnTo>
                  <a:lnTo>
                    <a:pt x="587" y="107"/>
                  </a:lnTo>
                  <a:lnTo>
                    <a:pt x="573" y="112"/>
                  </a:lnTo>
                  <a:lnTo>
                    <a:pt x="559" y="121"/>
                  </a:lnTo>
                  <a:lnTo>
                    <a:pt x="555" y="135"/>
                  </a:lnTo>
                  <a:lnTo>
                    <a:pt x="541" y="140"/>
                  </a:lnTo>
                  <a:lnTo>
                    <a:pt x="523" y="135"/>
                  </a:lnTo>
                  <a:lnTo>
                    <a:pt x="505" y="131"/>
                  </a:lnTo>
                  <a:lnTo>
                    <a:pt x="487" y="121"/>
                  </a:lnTo>
                  <a:lnTo>
                    <a:pt x="469" y="112"/>
                  </a:lnTo>
                  <a:lnTo>
                    <a:pt x="451" y="112"/>
                  </a:lnTo>
                  <a:lnTo>
                    <a:pt x="438" y="98"/>
                  </a:lnTo>
                  <a:lnTo>
                    <a:pt x="424" y="98"/>
                  </a:lnTo>
                  <a:lnTo>
                    <a:pt x="415" y="112"/>
                  </a:lnTo>
                  <a:lnTo>
                    <a:pt x="406" y="126"/>
                  </a:lnTo>
                  <a:lnTo>
                    <a:pt x="392" y="131"/>
                  </a:lnTo>
                  <a:lnTo>
                    <a:pt x="379" y="131"/>
                  </a:lnTo>
                  <a:lnTo>
                    <a:pt x="361" y="126"/>
                  </a:lnTo>
                  <a:lnTo>
                    <a:pt x="347" y="126"/>
                  </a:lnTo>
                  <a:lnTo>
                    <a:pt x="334" y="131"/>
                  </a:lnTo>
                  <a:lnTo>
                    <a:pt x="320" y="145"/>
                  </a:lnTo>
                  <a:lnTo>
                    <a:pt x="307" y="145"/>
                  </a:lnTo>
                  <a:lnTo>
                    <a:pt x="289" y="149"/>
                  </a:lnTo>
                  <a:lnTo>
                    <a:pt x="270" y="154"/>
                  </a:lnTo>
                  <a:lnTo>
                    <a:pt x="257" y="145"/>
                  </a:lnTo>
                  <a:lnTo>
                    <a:pt x="243" y="145"/>
                  </a:lnTo>
                  <a:lnTo>
                    <a:pt x="230" y="154"/>
                  </a:lnTo>
                  <a:lnTo>
                    <a:pt x="216" y="154"/>
                  </a:lnTo>
                  <a:lnTo>
                    <a:pt x="198" y="154"/>
                  </a:lnTo>
                  <a:lnTo>
                    <a:pt x="180" y="163"/>
                  </a:lnTo>
                  <a:lnTo>
                    <a:pt x="167" y="168"/>
                  </a:lnTo>
                  <a:lnTo>
                    <a:pt x="149" y="163"/>
                  </a:lnTo>
                  <a:lnTo>
                    <a:pt x="135" y="173"/>
                  </a:lnTo>
                  <a:lnTo>
                    <a:pt x="121" y="177"/>
                  </a:lnTo>
                  <a:lnTo>
                    <a:pt x="108" y="187"/>
                  </a:lnTo>
                  <a:lnTo>
                    <a:pt x="103" y="201"/>
                  </a:lnTo>
                  <a:lnTo>
                    <a:pt x="90" y="205"/>
                  </a:lnTo>
                  <a:lnTo>
                    <a:pt x="85" y="219"/>
                  </a:lnTo>
                  <a:lnTo>
                    <a:pt x="72" y="224"/>
                  </a:lnTo>
                  <a:lnTo>
                    <a:pt x="58" y="224"/>
                  </a:lnTo>
                  <a:lnTo>
                    <a:pt x="45" y="229"/>
                  </a:lnTo>
                  <a:lnTo>
                    <a:pt x="31" y="233"/>
                  </a:lnTo>
                  <a:lnTo>
                    <a:pt x="18" y="238"/>
                  </a:lnTo>
                  <a:lnTo>
                    <a:pt x="4" y="247"/>
                  </a:lnTo>
                  <a:lnTo>
                    <a:pt x="0" y="93"/>
                  </a:lnTo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2" name="Rectangle 4">
              <a:extLst>
                <a:ext uri="{FF2B5EF4-FFF2-40B4-BE49-F238E27FC236}">
                  <a16:creationId xmlns:a16="http://schemas.microsoft.com/office/drawing/2014/main" id="{91D4F27F-654A-A4DA-7140-74BC604E2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484"/>
              <a:ext cx="838" cy="38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3" name="Rectangle 5">
              <a:extLst>
                <a:ext uri="{FF2B5EF4-FFF2-40B4-BE49-F238E27FC236}">
                  <a16:creationId xmlns:a16="http://schemas.microsoft.com/office/drawing/2014/main" id="{B6E79F1A-95E0-1AFA-8CF6-B4A37DBEB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latin typeface="Arial" panose="020B0604020202020204" pitchFamily="34" charset="0"/>
                </a:rPr>
                <a:t>Program A</a:t>
              </a:r>
            </a:p>
          </p:txBody>
        </p:sp>
        <p:sp>
          <p:nvSpPr>
            <p:cNvPr id="7174" name="Rectangle 6">
              <a:extLst>
                <a:ext uri="{FF2B5EF4-FFF2-40B4-BE49-F238E27FC236}">
                  <a16:creationId xmlns:a16="http://schemas.microsoft.com/office/drawing/2014/main" id="{00FF2A6A-E5E2-113A-F79E-4003A71F7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1299"/>
              <a:ext cx="897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</p:txBody>
        </p:sp>
        <p:sp>
          <p:nvSpPr>
            <p:cNvPr id="7175" name="Rectangle 7">
              <a:extLst>
                <a:ext uri="{FF2B5EF4-FFF2-40B4-BE49-F238E27FC236}">
                  <a16:creationId xmlns:a16="http://schemas.microsoft.com/office/drawing/2014/main" id="{7ACBF51E-D86E-0B8F-F789-64968CD62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D</a:t>
              </a:r>
            </a:p>
          </p:txBody>
        </p:sp>
        <p:sp>
          <p:nvSpPr>
            <p:cNvPr id="7176" name="Rectangle 8">
              <a:extLst>
                <a:ext uri="{FF2B5EF4-FFF2-40B4-BE49-F238E27FC236}">
                  <a16:creationId xmlns:a16="http://schemas.microsoft.com/office/drawing/2014/main" id="{B3F303E3-489C-0755-B652-90F510F6E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1299"/>
              <a:ext cx="838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Rectangle 9">
              <a:extLst>
                <a:ext uri="{FF2B5EF4-FFF2-40B4-BE49-F238E27FC236}">
                  <a16:creationId xmlns:a16="http://schemas.microsoft.com/office/drawing/2014/main" id="{4E7F7DC0-3179-1CC2-F032-0A69F30B6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C</a:t>
              </a:r>
            </a:p>
          </p:txBody>
        </p:sp>
        <p:sp>
          <p:nvSpPr>
            <p:cNvPr id="7178" name="Rectangle 10">
              <a:extLst>
                <a:ext uri="{FF2B5EF4-FFF2-40B4-BE49-F238E27FC236}">
                  <a16:creationId xmlns:a16="http://schemas.microsoft.com/office/drawing/2014/main" id="{477325F0-F0C2-398D-4DB9-98AE8C541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" y="1299"/>
              <a:ext cx="893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  <a:p>
              <a:endParaRPr lang="en-US" altLang="en-US" sz="1200" b="1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en-US" sz="1400">
                  <a:solidFill>
                    <a:schemeClr val="tx1"/>
                  </a:solidFill>
                  <a:latin typeface="Arial" panose="020B0604020202020204" pitchFamily="34" charset="0"/>
                </a:rPr>
                <a:t>   </a:t>
              </a:r>
              <a:r>
                <a:rPr lang="en-US" altLang="en-US" sz="1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Mike12345</a:t>
              </a:r>
            </a:p>
          </p:txBody>
        </p:sp>
        <p:sp>
          <p:nvSpPr>
            <p:cNvPr id="7179" name="Rectangle 11">
              <a:extLst>
                <a:ext uri="{FF2B5EF4-FFF2-40B4-BE49-F238E27FC236}">
                  <a16:creationId xmlns:a16="http://schemas.microsoft.com/office/drawing/2014/main" id="{134972A3-6D26-1741-DF76-F18310DCD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B</a:t>
              </a:r>
            </a:p>
          </p:txBody>
        </p:sp>
        <p:sp>
          <p:nvSpPr>
            <p:cNvPr id="7180" name="Rectangle 12">
              <a:extLst>
                <a:ext uri="{FF2B5EF4-FFF2-40B4-BE49-F238E27FC236}">
                  <a16:creationId xmlns:a16="http://schemas.microsoft.com/office/drawing/2014/main" id="{543EF25C-B78B-A38C-AE18-14B2D36A4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847"/>
              <a:ext cx="585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SharedRec</a:t>
              </a:r>
            </a:p>
          </p:txBody>
        </p:sp>
        <p:sp>
          <p:nvSpPr>
            <p:cNvPr id="7181" name="Rectangle 13">
              <a:extLst>
                <a:ext uri="{FF2B5EF4-FFF2-40B4-BE49-F238E27FC236}">
                  <a16:creationId xmlns:a16="http://schemas.microsoft.com/office/drawing/2014/main" id="{C8FBC19A-BD39-A9A8-0ECA-65E1989EC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986"/>
              <a:ext cx="752" cy="258"/>
            </a:xfrm>
            <a:prstGeom prst="rect">
              <a:avLst/>
            </a:prstGeom>
            <a:solidFill>
              <a:srgbClr val="E9FFE9"/>
            </a:solidFill>
            <a:ln w="25400">
              <a:solidFill>
                <a:srgbClr val="676767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Mike12345</a:t>
              </a:r>
            </a:p>
          </p:txBody>
        </p:sp>
        <p:sp>
          <p:nvSpPr>
            <p:cNvPr id="7182" name="Line 14">
              <a:extLst>
                <a:ext uri="{FF2B5EF4-FFF2-40B4-BE49-F238E27FC236}">
                  <a16:creationId xmlns:a16="http://schemas.microsoft.com/office/drawing/2014/main" id="{86A08139-A757-F28C-55B2-D9F7BC074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874"/>
              <a:ext cx="565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3" name="Line 15">
              <a:extLst>
                <a:ext uri="{FF2B5EF4-FFF2-40B4-BE49-F238E27FC236}">
                  <a16:creationId xmlns:a16="http://schemas.microsoft.com/office/drawing/2014/main" id="{B4EC2350-CDDA-F0E5-E4F3-8D626CA9D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874"/>
              <a:ext cx="0" cy="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4" name="Line 16">
              <a:extLst>
                <a:ext uri="{FF2B5EF4-FFF2-40B4-BE49-F238E27FC236}">
                  <a16:creationId xmlns:a16="http://schemas.microsoft.com/office/drawing/2014/main" id="{E5D2107E-7150-4B3E-45CD-E05D29CF1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874"/>
              <a:ext cx="651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Arc 17">
              <a:extLst>
                <a:ext uri="{FF2B5EF4-FFF2-40B4-BE49-F238E27FC236}">
                  <a16:creationId xmlns:a16="http://schemas.microsoft.com/office/drawing/2014/main" id="{90CE9782-DE23-3DF3-B9C1-27EB47E15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" y="1676"/>
              <a:ext cx="752" cy="432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rgbClr val="FF3300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Rectangle 18">
              <a:extLst>
                <a:ext uri="{FF2B5EF4-FFF2-40B4-BE49-F238E27FC236}">
                  <a16:creationId xmlns:a16="http://schemas.microsoft.com/office/drawing/2014/main" id="{8A70C47D-2B96-3644-3882-2A84BDB44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" y="1849"/>
              <a:ext cx="245" cy="2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put</a:t>
              </a:r>
            </a:p>
          </p:txBody>
        </p:sp>
      </p:grpSp>
      <p:sp>
        <p:nvSpPr>
          <p:cNvPr id="7188" name="AutoShape 20">
            <a:extLst>
              <a:ext uri="{FF2B5EF4-FFF2-40B4-BE49-F238E27FC236}">
                <a16:creationId xmlns:a16="http://schemas.microsoft.com/office/drawing/2014/main" id="{66575580-45E0-2EA9-EDFE-9AF201E3F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82550"/>
            <a:ext cx="1397000" cy="1195917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D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Program B moves the value Mike12345 to the shared record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3" name="Group 17">
            <a:extLst>
              <a:ext uri="{FF2B5EF4-FFF2-40B4-BE49-F238E27FC236}">
                <a16:creationId xmlns:a16="http://schemas.microsoft.com/office/drawing/2014/main" id="{3038E61E-488C-22D7-D4E5-96FBA1E80A11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27050"/>
            <a:ext cx="4787900" cy="4108450"/>
            <a:chOff x="144" y="332"/>
            <a:chExt cx="3016" cy="2588"/>
          </a:xfrm>
        </p:grpSpPr>
        <p:sp>
          <p:nvSpPr>
            <p:cNvPr id="9218" name="Rectangle 2">
              <a:extLst>
                <a:ext uri="{FF2B5EF4-FFF2-40B4-BE49-F238E27FC236}">
                  <a16:creationId xmlns:a16="http://schemas.microsoft.com/office/drawing/2014/main" id="{673971DE-A12E-D12B-0522-4740C2217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" y="2356"/>
              <a:ext cx="1840" cy="564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>
                  <a:alpha val="50000"/>
                </a:schemeClr>
              </a:outerShdw>
            </a:effectLst>
          </p:spPr>
          <p:txBody>
            <a:bodyPr wrap="none" lIns="114300" tIns="114300" rIns="114300" bIns="114300">
              <a:spAutoFit/>
            </a:bodyPr>
            <a:lstStyle>
              <a:lvl1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WORKING-STORAGE SECTION.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01 SharedRec IS EXTERNAL.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PartA   PIC X(4).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PartB   PIC 9(5).</a:t>
              </a:r>
            </a:p>
          </p:txBody>
        </p:sp>
        <p:sp useBgFill="1">
          <p:nvSpPr>
            <p:cNvPr id="9219" name="Freeform 3">
              <a:extLst>
                <a:ext uri="{FF2B5EF4-FFF2-40B4-BE49-F238E27FC236}">
                  <a16:creationId xmlns:a16="http://schemas.microsoft.com/office/drawing/2014/main" id="{9CCA096C-D402-3605-7BE3-52C59E2E9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" y="1408"/>
              <a:ext cx="2006" cy="394"/>
            </a:xfrm>
            <a:custGeom>
              <a:avLst/>
              <a:gdLst>
                <a:gd name="T0" fmla="*/ 67 w 2006"/>
                <a:gd name="T1" fmla="*/ 98 h 394"/>
                <a:gd name="T2" fmla="*/ 144 w 2006"/>
                <a:gd name="T3" fmla="*/ 60 h 394"/>
                <a:gd name="T4" fmla="*/ 194 w 2006"/>
                <a:gd name="T5" fmla="*/ 74 h 394"/>
                <a:gd name="T6" fmla="*/ 261 w 2006"/>
                <a:gd name="T7" fmla="*/ 70 h 394"/>
                <a:gd name="T8" fmla="*/ 338 w 2006"/>
                <a:gd name="T9" fmla="*/ 60 h 394"/>
                <a:gd name="T10" fmla="*/ 406 w 2006"/>
                <a:gd name="T11" fmla="*/ 28 h 394"/>
                <a:gd name="T12" fmla="*/ 465 w 2006"/>
                <a:gd name="T13" fmla="*/ 60 h 394"/>
                <a:gd name="T14" fmla="*/ 541 w 2006"/>
                <a:gd name="T15" fmla="*/ 60 h 394"/>
                <a:gd name="T16" fmla="*/ 623 w 2006"/>
                <a:gd name="T17" fmla="*/ 42 h 394"/>
                <a:gd name="T18" fmla="*/ 695 w 2006"/>
                <a:gd name="T19" fmla="*/ 70 h 394"/>
                <a:gd name="T20" fmla="*/ 772 w 2006"/>
                <a:gd name="T21" fmla="*/ 98 h 394"/>
                <a:gd name="T22" fmla="*/ 830 w 2006"/>
                <a:gd name="T23" fmla="*/ 51 h 394"/>
                <a:gd name="T24" fmla="*/ 907 w 2006"/>
                <a:gd name="T25" fmla="*/ 23 h 394"/>
                <a:gd name="T26" fmla="*/ 970 w 2006"/>
                <a:gd name="T27" fmla="*/ 70 h 394"/>
                <a:gd name="T28" fmla="*/ 1047 w 2006"/>
                <a:gd name="T29" fmla="*/ 46 h 394"/>
                <a:gd name="T30" fmla="*/ 1133 w 2006"/>
                <a:gd name="T31" fmla="*/ 14 h 394"/>
                <a:gd name="T32" fmla="*/ 1210 w 2006"/>
                <a:gd name="T33" fmla="*/ 4 h 394"/>
                <a:gd name="T34" fmla="*/ 1277 w 2006"/>
                <a:gd name="T35" fmla="*/ 4 h 394"/>
                <a:gd name="T36" fmla="*/ 1354 w 2006"/>
                <a:gd name="T37" fmla="*/ 4 h 394"/>
                <a:gd name="T38" fmla="*/ 1426 w 2006"/>
                <a:gd name="T39" fmla="*/ 18 h 394"/>
                <a:gd name="T40" fmla="*/ 1517 w 2006"/>
                <a:gd name="T41" fmla="*/ 60 h 394"/>
                <a:gd name="T42" fmla="*/ 1589 w 2006"/>
                <a:gd name="T43" fmla="*/ 46 h 394"/>
                <a:gd name="T44" fmla="*/ 1657 w 2006"/>
                <a:gd name="T45" fmla="*/ 14 h 394"/>
                <a:gd name="T46" fmla="*/ 1725 w 2006"/>
                <a:gd name="T47" fmla="*/ 32 h 394"/>
                <a:gd name="T48" fmla="*/ 1797 w 2006"/>
                <a:gd name="T49" fmla="*/ 51 h 394"/>
                <a:gd name="T50" fmla="*/ 1869 w 2006"/>
                <a:gd name="T51" fmla="*/ 42 h 394"/>
                <a:gd name="T52" fmla="*/ 1937 w 2006"/>
                <a:gd name="T53" fmla="*/ 23 h 394"/>
                <a:gd name="T54" fmla="*/ 2005 w 2006"/>
                <a:gd name="T55" fmla="*/ 0 h 394"/>
                <a:gd name="T56" fmla="*/ 1955 w 2006"/>
                <a:gd name="T57" fmla="*/ 346 h 394"/>
                <a:gd name="T58" fmla="*/ 1914 w 2006"/>
                <a:gd name="T59" fmla="*/ 276 h 394"/>
                <a:gd name="T60" fmla="*/ 1874 w 2006"/>
                <a:gd name="T61" fmla="*/ 205 h 394"/>
                <a:gd name="T62" fmla="*/ 1837 w 2006"/>
                <a:gd name="T63" fmla="*/ 163 h 394"/>
                <a:gd name="T64" fmla="*/ 1824 w 2006"/>
                <a:gd name="T65" fmla="*/ 238 h 394"/>
                <a:gd name="T66" fmla="*/ 1770 w 2006"/>
                <a:gd name="T67" fmla="*/ 210 h 394"/>
                <a:gd name="T68" fmla="*/ 1702 w 2006"/>
                <a:gd name="T69" fmla="*/ 145 h 394"/>
                <a:gd name="T70" fmla="*/ 1652 w 2006"/>
                <a:gd name="T71" fmla="*/ 177 h 394"/>
                <a:gd name="T72" fmla="*/ 1589 w 2006"/>
                <a:gd name="T73" fmla="*/ 191 h 394"/>
                <a:gd name="T74" fmla="*/ 1535 w 2006"/>
                <a:gd name="T75" fmla="*/ 135 h 394"/>
                <a:gd name="T76" fmla="*/ 1463 w 2006"/>
                <a:gd name="T77" fmla="*/ 93 h 394"/>
                <a:gd name="T78" fmla="*/ 1408 w 2006"/>
                <a:gd name="T79" fmla="*/ 79 h 394"/>
                <a:gd name="T80" fmla="*/ 1345 w 2006"/>
                <a:gd name="T81" fmla="*/ 102 h 394"/>
                <a:gd name="T82" fmla="*/ 1282 w 2006"/>
                <a:gd name="T83" fmla="*/ 112 h 394"/>
                <a:gd name="T84" fmla="*/ 1192 w 2006"/>
                <a:gd name="T85" fmla="*/ 116 h 394"/>
                <a:gd name="T86" fmla="*/ 1119 w 2006"/>
                <a:gd name="T87" fmla="*/ 154 h 394"/>
                <a:gd name="T88" fmla="*/ 1038 w 2006"/>
                <a:gd name="T89" fmla="*/ 98 h 394"/>
                <a:gd name="T90" fmla="*/ 966 w 2006"/>
                <a:gd name="T91" fmla="*/ 126 h 394"/>
                <a:gd name="T92" fmla="*/ 907 w 2006"/>
                <a:gd name="T93" fmla="*/ 149 h 394"/>
                <a:gd name="T94" fmla="*/ 835 w 2006"/>
                <a:gd name="T95" fmla="*/ 145 h 394"/>
                <a:gd name="T96" fmla="*/ 763 w 2006"/>
                <a:gd name="T97" fmla="*/ 182 h 394"/>
                <a:gd name="T98" fmla="*/ 690 w 2006"/>
                <a:gd name="T99" fmla="*/ 173 h 394"/>
                <a:gd name="T100" fmla="*/ 614 w 2006"/>
                <a:gd name="T101" fmla="*/ 116 h 394"/>
                <a:gd name="T102" fmla="*/ 555 w 2006"/>
                <a:gd name="T103" fmla="*/ 135 h 394"/>
                <a:gd name="T104" fmla="*/ 469 w 2006"/>
                <a:gd name="T105" fmla="*/ 112 h 394"/>
                <a:gd name="T106" fmla="*/ 406 w 2006"/>
                <a:gd name="T107" fmla="*/ 126 h 394"/>
                <a:gd name="T108" fmla="*/ 334 w 2006"/>
                <a:gd name="T109" fmla="*/ 131 h 394"/>
                <a:gd name="T110" fmla="*/ 257 w 2006"/>
                <a:gd name="T111" fmla="*/ 145 h 394"/>
                <a:gd name="T112" fmla="*/ 180 w 2006"/>
                <a:gd name="T113" fmla="*/ 163 h 394"/>
                <a:gd name="T114" fmla="*/ 108 w 2006"/>
                <a:gd name="T115" fmla="*/ 187 h 394"/>
                <a:gd name="T116" fmla="*/ 58 w 2006"/>
                <a:gd name="T117" fmla="*/ 224 h 394"/>
                <a:gd name="T118" fmla="*/ 0 w 2006"/>
                <a:gd name="T119" fmla="*/ 9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06" h="394">
                  <a:moveTo>
                    <a:pt x="0" y="93"/>
                  </a:moveTo>
                  <a:lnTo>
                    <a:pt x="18" y="98"/>
                  </a:lnTo>
                  <a:lnTo>
                    <a:pt x="31" y="98"/>
                  </a:lnTo>
                  <a:lnTo>
                    <a:pt x="49" y="98"/>
                  </a:lnTo>
                  <a:lnTo>
                    <a:pt x="67" y="98"/>
                  </a:lnTo>
                  <a:lnTo>
                    <a:pt x="81" y="93"/>
                  </a:lnTo>
                  <a:lnTo>
                    <a:pt x="94" y="79"/>
                  </a:lnTo>
                  <a:lnTo>
                    <a:pt x="108" y="60"/>
                  </a:lnTo>
                  <a:lnTo>
                    <a:pt x="117" y="42"/>
                  </a:lnTo>
                  <a:lnTo>
                    <a:pt x="144" y="60"/>
                  </a:lnTo>
                  <a:lnTo>
                    <a:pt x="149" y="74"/>
                  </a:lnTo>
                  <a:lnTo>
                    <a:pt x="162" y="88"/>
                  </a:lnTo>
                  <a:lnTo>
                    <a:pt x="176" y="93"/>
                  </a:lnTo>
                  <a:lnTo>
                    <a:pt x="189" y="88"/>
                  </a:lnTo>
                  <a:lnTo>
                    <a:pt x="194" y="74"/>
                  </a:lnTo>
                  <a:lnTo>
                    <a:pt x="207" y="74"/>
                  </a:lnTo>
                  <a:lnTo>
                    <a:pt x="221" y="70"/>
                  </a:lnTo>
                  <a:lnTo>
                    <a:pt x="234" y="60"/>
                  </a:lnTo>
                  <a:lnTo>
                    <a:pt x="252" y="56"/>
                  </a:lnTo>
                  <a:lnTo>
                    <a:pt x="261" y="70"/>
                  </a:lnTo>
                  <a:lnTo>
                    <a:pt x="275" y="70"/>
                  </a:lnTo>
                  <a:lnTo>
                    <a:pt x="289" y="65"/>
                  </a:lnTo>
                  <a:lnTo>
                    <a:pt x="302" y="60"/>
                  </a:lnTo>
                  <a:lnTo>
                    <a:pt x="316" y="70"/>
                  </a:lnTo>
                  <a:lnTo>
                    <a:pt x="338" y="60"/>
                  </a:lnTo>
                  <a:lnTo>
                    <a:pt x="356" y="56"/>
                  </a:lnTo>
                  <a:lnTo>
                    <a:pt x="370" y="51"/>
                  </a:lnTo>
                  <a:lnTo>
                    <a:pt x="379" y="37"/>
                  </a:lnTo>
                  <a:lnTo>
                    <a:pt x="392" y="32"/>
                  </a:lnTo>
                  <a:lnTo>
                    <a:pt x="406" y="28"/>
                  </a:lnTo>
                  <a:lnTo>
                    <a:pt x="419" y="23"/>
                  </a:lnTo>
                  <a:lnTo>
                    <a:pt x="433" y="32"/>
                  </a:lnTo>
                  <a:lnTo>
                    <a:pt x="447" y="42"/>
                  </a:lnTo>
                  <a:lnTo>
                    <a:pt x="451" y="56"/>
                  </a:lnTo>
                  <a:lnTo>
                    <a:pt x="465" y="60"/>
                  </a:lnTo>
                  <a:lnTo>
                    <a:pt x="478" y="74"/>
                  </a:lnTo>
                  <a:lnTo>
                    <a:pt x="492" y="84"/>
                  </a:lnTo>
                  <a:lnTo>
                    <a:pt x="505" y="88"/>
                  </a:lnTo>
                  <a:lnTo>
                    <a:pt x="523" y="74"/>
                  </a:lnTo>
                  <a:lnTo>
                    <a:pt x="541" y="60"/>
                  </a:lnTo>
                  <a:lnTo>
                    <a:pt x="555" y="51"/>
                  </a:lnTo>
                  <a:lnTo>
                    <a:pt x="578" y="51"/>
                  </a:lnTo>
                  <a:lnTo>
                    <a:pt x="596" y="42"/>
                  </a:lnTo>
                  <a:lnTo>
                    <a:pt x="609" y="42"/>
                  </a:lnTo>
                  <a:lnTo>
                    <a:pt x="623" y="42"/>
                  </a:lnTo>
                  <a:lnTo>
                    <a:pt x="641" y="51"/>
                  </a:lnTo>
                  <a:lnTo>
                    <a:pt x="654" y="46"/>
                  </a:lnTo>
                  <a:lnTo>
                    <a:pt x="668" y="60"/>
                  </a:lnTo>
                  <a:lnTo>
                    <a:pt x="681" y="70"/>
                  </a:lnTo>
                  <a:lnTo>
                    <a:pt x="695" y="70"/>
                  </a:lnTo>
                  <a:lnTo>
                    <a:pt x="708" y="79"/>
                  </a:lnTo>
                  <a:lnTo>
                    <a:pt x="722" y="84"/>
                  </a:lnTo>
                  <a:lnTo>
                    <a:pt x="740" y="88"/>
                  </a:lnTo>
                  <a:lnTo>
                    <a:pt x="754" y="93"/>
                  </a:lnTo>
                  <a:lnTo>
                    <a:pt x="772" y="98"/>
                  </a:lnTo>
                  <a:lnTo>
                    <a:pt x="785" y="93"/>
                  </a:lnTo>
                  <a:lnTo>
                    <a:pt x="799" y="84"/>
                  </a:lnTo>
                  <a:lnTo>
                    <a:pt x="812" y="74"/>
                  </a:lnTo>
                  <a:lnTo>
                    <a:pt x="817" y="60"/>
                  </a:lnTo>
                  <a:lnTo>
                    <a:pt x="830" y="51"/>
                  </a:lnTo>
                  <a:lnTo>
                    <a:pt x="848" y="42"/>
                  </a:lnTo>
                  <a:lnTo>
                    <a:pt x="867" y="37"/>
                  </a:lnTo>
                  <a:lnTo>
                    <a:pt x="880" y="32"/>
                  </a:lnTo>
                  <a:lnTo>
                    <a:pt x="894" y="28"/>
                  </a:lnTo>
                  <a:lnTo>
                    <a:pt x="907" y="23"/>
                  </a:lnTo>
                  <a:lnTo>
                    <a:pt x="921" y="23"/>
                  </a:lnTo>
                  <a:lnTo>
                    <a:pt x="930" y="37"/>
                  </a:lnTo>
                  <a:lnTo>
                    <a:pt x="939" y="51"/>
                  </a:lnTo>
                  <a:lnTo>
                    <a:pt x="957" y="60"/>
                  </a:lnTo>
                  <a:lnTo>
                    <a:pt x="970" y="70"/>
                  </a:lnTo>
                  <a:lnTo>
                    <a:pt x="988" y="60"/>
                  </a:lnTo>
                  <a:lnTo>
                    <a:pt x="1002" y="60"/>
                  </a:lnTo>
                  <a:lnTo>
                    <a:pt x="1016" y="56"/>
                  </a:lnTo>
                  <a:lnTo>
                    <a:pt x="1029" y="56"/>
                  </a:lnTo>
                  <a:lnTo>
                    <a:pt x="1047" y="46"/>
                  </a:lnTo>
                  <a:lnTo>
                    <a:pt x="1061" y="42"/>
                  </a:lnTo>
                  <a:lnTo>
                    <a:pt x="1074" y="32"/>
                  </a:lnTo>
                  <a:lnTo>
                    <a:pt x="1097" y="32"/>
                  </a:lnTo>
                  <a:lnTo>
                    <a:pt x="1115" y="23"/>
                  </a:lnTo>
                  <a:lnTo>
                    <a:pt x="1133" y="14"/>
                  </a:lnTo>
                  <a:lnTo>
                    <a:pt x="1147" y="4"/>
                  </a:lnTo>
                  <a:lnTo>
                    <a:pt x="1165" y="14"/>
                  </a:lnTo>
                  <a:lnTo>
                    <a:pt x="1178" y="23"/>
                  </a:lnTo>
                  <a:lnTo>
                    <a:pt x="1192" y="14"/>
                  </a:lnTo>
                  <a:lnTo>
                    <a:pt x="1210" y="4"/>
                  </a:lnTo>
                  <a:lnTo>
                    <a:pt x="1223" y="9"/>
                  </a:lnTo>
                  <a:lnTo>
                    <a:pt x="1241" y="18"/>
                  </a:lnTo>
                  <a:lnTo>
                    <a:pt x="1255" y="18"/>
                  </a:lnTo>
                  <a:lnTo>
                    <a:pt x="1264" y="4"/>
                  </a:lnTo>
                  <a:lnTo>
                    <a:pt x="1277" y="4"/>
                  </a:lnTo>
                  <a:lnTo>
                    <a:pt x="1291" y="4"/>
                  </a:lnTo>
                  <a:lnTo>
                    <a:pt x="1305" y="4"/>
                  </a:lnTo>
                  <a:lnTo>
                    <a:pt x="1318" y="4"/>
                  </a:lnTo>
                  <a:lnTo>
                    <a:pt x="1332" y="0"/>
                  </a:lnTo>
                  <a:lnTo>
                    <a:pt x="1354" y="4"/>
                  </a:lnTo>
                  <a:lnTo>
                    <a:pt x="1368" y="4"/>
                  </a:lnTo>
                  <a:lnTo>
                    <a:pt x="1386" y="14"/>
                  </a:lnTo>
                  <a:lnTo>
                    <a:pt x="1399" y="14"/>
                  </a:lnTo>
                  <a:lnTo>
                    <a:pt x="1413" y="14"/>
                  </a:lnTo>
                  <a:lnTo>
                    <a:pt x="1426" y="18"/>
                  </a:lnTo>
                  <a:lnTo>
                    <a:pt x="1445" y="23"/>
                  </a:lnTo>
                  <a:lnTo>
                    <a:pt x="1458" y="23"/>
                  </a:lnTo>
                  <a:lnTo>
                    <a:pt x="1472" y="28"/>
                  </a:lnTo>
                  <a:lnTo>
                    <a:pt x="1494" y="42"/>
                  </a:lnTo>
                  <a:lnTo>
                    <a:pt x="1517" y="60"/>
                  </a:lnTo>
                  <a:lnTo>
                    <a:pt x="1530" y="60"/>
                  </a:lnTo>
                  <a:lnTo>
                    <a:pt x="1544" y="60"/>
                  </a:lnTo>
                  <a:lnTo>
                    <a:pt x="1557" y="56"/>
                  </a:lnTo>
                  <a:lnTo>
                    <a:pt x="1571" y="51"/>
                  </a:lnTo>
                  <a:lnTo>
                    <a:pt x="1589" y="46"/>
                  </a:lnTo>
                  <a:lnTo>
                    <a:pt x="1603" y="42"/>
                  </a:lnTo>
                  <a:lnTo>
                    <a:pt x="1612" y="28"/>
                  </a:lnTo>
                  <a:lnTo>
                    <a:pt x="1625" y="23"/>
                  </a:lnTo>
                  <a:lnTo>
                    <a:pt x="1639" y="14"/>
                  </a:lnTo>
                  <a:lnTo>
                    <a:pt x="1657" y="14"/>
                  </a:lnTo>
                  <a:lnTo>
                    <a:pt x="1675" y="32"/>
                  </a:lnTo>
                  <a:lnTo>
                    <a:pt x="1679" y="51"/>
                  </a:lnTo>
                  <a:lnTo>
                    <a:pt x="1697" y="37"/>
                  </a:lnTo>
                  <a:lnTo>
                    <a:pt x="1711" y="32"/>
                  </a:lnTo>
                  <a:lnTo>
                    <a:pt x="1725" y="32"/>
                  </a:lnTo>
                  <a:lnTo>
                    <a:pt x="1738" y="37"/>
                  </a:lnTo>
                  <a:lnTo>
                    <a:pt x="1752" y="32"/>
                  </a:lnTo>
                  <a:lnTo>
                    <a:pt x="1765" y="28"/>
                  </a:lnTo>
                  <a:lnTo>
                    <a:pt x="1783" y="42"/>
                  </a:lnTo>
                  <a:lnTo>
                    <a:pt x="1797" y="51"/>
                  </a:lnTo>
                  <a:lnTo>
                    <a:pt x="1810" y="42"/>
                  </a:lnTo>
                  <a:lnTo>
                    <a:pt x="1824" y="42"/>
                  </a:lnTo>
                  <a:lnTo>
                    <a:pt x="1837" y="56"/>
                  </a:lnTo>
                  <a:lnTo>
                    <a:pt x="1851" y="42"/>
                  </a:lnTo>
                  <a:lnTo>
                    <a:pt x="1869" y="42"/>
                  </a:lnTo>
                  <a:lnTo>
                    <a:pt x="1883" y="51"/>
                  </a:lnTo>
                  <a:lnTo>
                    <a:pt x="1896" y="51"/>
                  </a:lnTo>
                  <a:lnTo>
                    <a:pt x="1910" y="37"/>
                  </a:lnTo>
                  <a:lnTo>
                    <a:pt x="1923" y="28"/>
                  </a:lnTo>
                  <a:lnTo>
                    <a:pt x="1937" y="23"/>
                  </a:lnTo>
                  <a:lnTo>
                    <a:pt x="1950" y="28"/>
                  </a:lnTo>
                  <a:lnTo>
                    <a:pt x="1964" y="23"/>
                  </a:lnTo>
                  <a:lnTo>
                    <a:pt x="1977" y="14"/>
                  </a:lnTo>
                  <a:lnTo>
                    <a:pt x="1991" y="4"/>
                  </a:lnTo>
                  <a:lnTo>
                    <a:pt x="2005" y="0"/>
                  </a:lnTo>
                  <a:lnTo>
                    <a:pt x="2005" y="393"/>
                  </a:lnTo>
                  <a:lnTo>
                    <a:pt x="1991" y="388"/>
                  </a:lnTo>
                  <a:lnTo>
                    <a:pt x="1977" y="374"/>
                  </a:lnTo>
                  <a:lnTo>
                    <a:pt x="1964" y="360"/>
                  </a:lnTo>
                  <a:lnTo>
                    <a:pt x="1955" y="346"/>
                  </a:lnTo>
                  <a:lnTo>
                    <a:pt x="1950" y="332"/>
                  </a:lnTo>
                  <a:lnTo>
                    <a:pt x="1946" y="318"/>
                  </a:lnTo>
                  <a:lnTo>
                    <a:pt x="1932" y="299"/>
                  </a:lnTo>
                  <a:lnTo>
                    <a:pt x="1928" y="285"/>
                  </a:lnTo>
                  <a:lnTo>
                    <a:pt x="1914" y="276"/>
                  </a:lnTo>
                  <a:lnTo>
                    <a:pt x="1914" y="262"/>
                  </a:lnTo>
                  <a:lnTo>
                    <a:pt x="1905" y="247"/>
                  </a:lnTo>
                  <a:lnTo>
                    <a:pt x="1896" y="233"/>
                  </a:lnTo>
                  <a:lnTo>
                    <a:pt x="1887" y="219"/>
                  </a:lnTo>
                  <a:lnTo>
                    <a:pt x="1874" y="205"/>
                  </a:lnTo>
                  <a:lnTo>
                    <a:pt x="1860" y="191"/>
                  </a:lnTo>
                  <a:lnTo>
                    <a:pt x="1860" y="177"/>
                  </a:lnTo>
                  <a:lnTo>
                    <a:pt x="1851" y="163"/>
                  </a:lnTo>
                  <a:lnTo>
                    <a:pt x="1842" y="149"/>
                  </a:lnTo>
                  <a:lnTo>
                    <a:pt x="1837" y="163"/>
                  </a:lnTo>
                  <a:lnTo>
                    <a:pt x="1828" y="182"/>
                  </a:lnTo>
                  <a:lnTo>
                    <a:pt x="1824" y="196"/>
                  </a:lnTo>
                  <a:lnTo>
                    <a:pt x="1824" y="210"/>
                  </a:lnTo>
                  <a:lnTo>
                    <a:pt x="1824" y="224"/>
                  </a:lnTo>
                  <a:lnTo>
                    <a:pt x="1824" y="238"/>
                  </a:lnTo>
                  <a:lnTo>
                    <a:pt x="1819" y="252"/>
                  </a:lnTo>
                  <a:lnTo>
                    <a:pt x="1815" y="266"/>
                  </a:lnTo>
                  <a:lnTo>
                    <a:pt x="1797" y="247"/>
                  </a:lnTo>
                  <a:lnTo>
                    <a:pt x="1783" y="229"/>
                  </a:lnTo>
                  <a:lnTo>
                    <a:pt x="1770" y="210"/>
                  </a:lnTo>
                  <a:lnTo>
                    <a:pt x="1752" y="196"/>
                  </a:lnTo>
                  <a:lnTo>
                    <a:pt x="1738" y="182"/>
                  </a:lnTo>
                  <a:lnTo>
                    <a:pt x="1725" y="168"/>
                  </a:lnTo>
                  <a:lnTo>
                    <a:pt x="1715" y="154"/>
                  </a:lnTo>
                  <a:lnTo>
                    <a:pt x="1702" y="145"/>
                  </a:lnTo>
                  <a:lnTo>
                    <a:pt x="1693" y="131"/>
                  </a:lnTo>
                  <a:lnTo>
                    <a:pt x="1679" y="145"/>
                  </a:lnTo>
                  <a:lnTo>
                    <a:pt x="1675" y="163"/>
                  </a:lnTo>
                  <a:lnTo>
                    <a:pt x="1666" y="177"/>
                  </a:lnTo>
                  <a:lnTo>
                    <a:pt x="1652" y="177"/>
                  </a:lnTo>
                  <a:lnTo>
                    <a:pt x="1634" y="163"/>
                  </a:lnTo>
                  <a:lnTo>
                    <a:pt x="1621" y="163"/>
                  </a:lnTo>
                  <a:lnTo>
                    <a:pt x="1607" y="154"/>
                  </a:lnTo>
                  <a:lnTo>
                    <a:pt x="1603" y="173"/>
                  </a:lnTo>
                  <a:lnTo>
                    <a:pt x="1589" y="191"/>
                  </a:lnTo>
                  <a:lnTo>
                    <a:pt x="1585" y="177"/>
                  </a:lnTo>
                  <a:lnTo>
                    <a:pt x="1576" y="163"/>
                  </a:lnTo>
                  <a:lnTo>
                    <a:pt x="1566" y="149"/>
                  </a:lnTo>
                  <a:lnTo>
                    <a:pt x="1553" y="145"/>
                  </a:lnTo>
                  <a:lnTo>
                    <a:pt x="1535" y="135"/>
                  </a:lnTo>
                  <a:lnTo>
                    <a:pt x="1517" y="131"/>
                  </a:lnTo>
                  <a:lnTo>
                    <a:pt x="1503" y="126"/>
                  </a:lnTo>
                  <a:lnTo>
                    <a:pt x="1490" y="116"/>
                  </a:lnTo>
                  <a:lnTo>
                    <a:pt x="1472" y="107"/>
                  </a:lnTo>
                  <a:lnTo>
                    <a:pt x="1463" y="93"/>
                  </a:lnTo>
                  <a:lnTo>
                    <a:pt x="1449" y="93"/>
                  </a:lnTo>
                  <a:lnTo>
                    <a:pt x="1436" y="98"/>
                  </a:lnTo>
                  <a:lnTo>
                    <a:pt x="1422" y="107"/>
                  </a:lnTo>
                  <a:lnTo>
                    <a:pt x="1417" y="93"/>
                  </a:lnTo>
                  <a:lnTo>
                    <a:pt x="1408" y="79"/>
                  </a:lnTo>
                  <a:lnTo>
                    <a:pt x="1395" y="70"/>
                  </a:lnTo>
                  <a:lnTo>
                    <a:pt x="1381" y="60"/>
                  </a:lnTo>
                  <a:lnTo>
                    <a:pt x="1363" y="74"/>
                  </a:lnTo>
                  <a:lnTo>
                    <a:pt x="1354" y="88"/>
                  </a:lnTo>
                  <a:lnTo>
                    <a:pt x="1345" y="102"/>
                  </a:lnTo>
                  <a:lnTo>
                    <a:pt x="1332" y="112"/>
                  </a:lnTo>
                  <a:lnTo>
                    <a:pt x="1318" y="107"/>
                  </a:lnTo>
                  <a:lnTo>
                    <a:pt x="1305" y="98"/>
                  </a:lnTo>
                  <a:lnTo>
                    <a:pt x="1291" y="98"/>
                  </a:lnTo>
                  <a:lnTo>
                    <a:pt x="1282" y="112"/>
                  </a:lnTo>
                  <a:lnTo>
                    <a:pt x="1268" y="107"/>
                  </a:lnTo>
                  <a:lnTo>
                    <a:pt x="1246" y="93"/>
                  </a:lnTo>
                  <a:lnTo>
                    <a:pt x="1228" y="93"/>
                  </a:lnTo>
                  <a:lnTo>
                    <a:pt x="1210" y="102"/>
                  </a:lnTo>
                  <a:lnTo>
                    <a:pt x="1192" y="116"/>
                  </a:lnTo>
                  <a:lnTo>
                    <a:pt x="1178" y="121"/>
                  </a:lnTo>
                  <a:lnTo>
                    <a:pt x="1165" y="131"/>
                  </a:lnTo>
                  <a:lnTo>
                    <a:pt x="1151" y="135"/>
                  </a:lnTo>
                  <a:lnTo>
                    <a:pt x="1137" y="145"/>
                  </a:lnTo>
                  <a:lnTo>
                    <a:pt x="1119" y="154"/>
                  </a:lnTo>
                  <a:lnTo>
                    <a:pt x="1101" y="145"/>
                  </a:lnTo>
                  <a:lnTo>
                    <a:pt x="1083" y="131"/>
                  </a:lnTo>
                  <a:lnTo>
                    <a:pt x="1065" y="121"/>
                  </a:lnTo>
                  <a:lnTo>
                    <a:pt x="1052" y="107"/>
                  </a:lnTo>
                  <a:lnTo>
                    <a:pt x="1038" y="98"/>
                  </a:lnTo>
                  <a:lnTo>
                    <a:pt x="1029" y="116"/>
                  </a:lnTo>
                  <a:lnTo>
                    <a:pt x="1016" y="126"/>
                  </a:lnTo>
                  <a:lnTo>
                    <a:pt x="993" y="121"/>
                  </a:lnTo>
                  <a:lnTo>
                    <a:pt x="979" y="116"/>
                  </a:lnTo>
                  <a:lnTo>
                    <a:pt x="966" y="126"/>
                  </a:lnTo>
                  <a:lnTo>
                    <a:pt x="952" y="116"/>
                  </a:lnTo>
                  <a:lnTo>
                    <a:pt x="943" y="131"/>
                  </a:lnTo>
                  <a:lnTo>
                    <a:pt x="934" y="145"/>
                  </a:lnTo>
                  <a:lnTo>
                    <a:pt x="921" y="140"/>
                  </a:lnTo>
                  <a:lnTo>
                    <a:pt x="907" y="149"/>
                  </a:lnTo>
                  <a:lnTo>
                    <a:pt x="885" y="145"/>
                  </a:lnTo>
                  <a:lnTo>
                    <a:pt x="880" y="131"/>
                  </a:lnTo>
                  <a:lnTo>
                    <a:pt x="867" y="116"/>
                  </a:lnTo>
                  <a:lnTo>
                    <a:pt x="848" y="131"/>
                  </a:lnTo>
                  <a:lnTo>
                    <a:pt x="835" y="145"/>
                  </a:lnTo>
                  <a:lnTo>
                    <a:pt x="817" y="159"/>
                  </a:lnTo>
                  <a:lnTo>
                    <a:pt x="803" y="168"/>
                  </a:lnTo>
                  <a:lnTo>
                    <a:pt x="790" y="173"/>
                  </a:lnTo>
                  <a:lnTo>
                    <a:pt x="776" y="177"/>
                  </a:lnTo>
                  <a:lnTo>
                    <a:pt x="763" y="182"/>
                  </a:lnTo>
                  <a:lnTo>
                    <a:pt x="749" y="182"/>
                  </a:lnTo>
                  <a:lnTo>
                    <a:pt x="736" y="191"/>
                  </a:lnTo>
                  <a:lnTo>
                    <a:pt x="722" y="187"/>
                  </a:lnTo>
                  <a:lnTo>
                    <a:pt x="704" y="182"/>
                  </a:lnTo>
                  <a:lnTo>
                    <a:pt x="690" y="173"/>
                  </a:lnTo>
                  <a:lnTo>
                    <a:pt x="677" y="168"/>
                  </a:lnTo>
                  <a:lnTo>
                    <a:pt x="659" y="154"/>
                  </a:lnTo>
                  <a:lnTo>
                    <a:pt x="645" y="145"/>
                  </a:lnTo>
                  <a:lnTo>
                    <a:pt x="627" y="126"/>
                  </a:lnTo>
                  <a:lnTo>
                    <a:pt x="614" y="116"/>
                  </a:lnTo>
                  <a:lnTo>
                    <a:pt x="600" y="112"/>
                  </a:lnTo>
                  <a:lnTo>
                    <a:pt x="587" y="107"/>
                  </a:lnTo>
                  <a:lnTo>
                    <a:pt x="573" y="112"/>
                  </a:lnTo>
                  <a:lnTo>
                    <a:pt x="559" y="121"/>
                  </a:lnTo>
                  <a:lnTo>
                    <a:pt x="555" y="135"/>
                  </a:lnTo>
                  <a:lnTo>
                    <a:pt x="541" y="140"/>
                  </a:lnTo>
                  <a:lnTo>
                    <a:pt x="523" y="135"/>
                  </a:lnTo>
                  <a:lnTo>
                    <a:pt x="505" y="131"/>
                  </a:lnTo>
                  <a:lnTo>
                    <a:pt x="487" y="121"/>
                  </a:lnTo>
                  <a:lnTo>
                    <a:pt x="469" y="112"/>
                  </a:lnTo>
                  <a:lnTo>
                    <a:pt x="451" y="112"/>
                  </a:lnTo>
                  <a:lnTo>
                    <a:pt x="438" y="98"/>
                  </a:lnTo>
                  <a:lnTo>
                    <a:pt x="424" y="98"/>
                  </a:lnTo>
                  <a:lnTo>
                    <a:pt x="415" y="112"/>
                  </a:lnTo>
                  <a:lnTo>
                    <a:pt x="406" y="126"/>
                  </a:lnTo>
                  <a:lnTo>
                    <a:pt x="392" y="131"/>
                  </a:lnTo>
                  <a:lnTo>
                    <a:pt x="379" y="131"/>
                  </a:lnTo>
                  <a:lnTo>
                    <a:pt x="361" y="126"/>
                  </a:lnTo>
                  <a:lnTo>
                    <a:pt x="347" y="126"/>
                  </a:lnTo>
                  <a:lnTo>
                    <a:pt x="334" y="131"/>
                  </a:lnTo>
                  <a:lnTo>
                    <a:pt x="320" y="145"/>
                  </a:lnTo>
                  <a:lnTo>
                    <a:pt x="307" y="145"/>
                  </a:lnTo>
                  <a:lnTo>
                    <a:pt x="289" y="149"/>
                  </a:lnTo>
                  <a:lnTo>
                    <a:pt x="270" y="154"/>
                  </a:lnTo>
                  <a:lnTo>
                    <a:pt x="257" y="145"/>
                  </a:lnTo>
                  <a:lnTo>
                    <a:pt x="243" y="145"/>
                  </a:lnTo>
                  <a:lnTo>
                    <a:pt x="230" y="154"/>
                  </a:lnTo>
                  <a:lnTo>
                    <a:pt x="216" y="154"/>
                  </a:lnTo>
                  <a:lnTo>
                    <a:pt x="198" y="154"/>
                  </a:lnTo>
                  <a:lnTo>
                    <a:pt x="180" y="163"/>
                  </a:lnTo>
                  <a:lnTo>
                    <a:pt x="167" y="168"/>
                  </a:lnTo>
                  <a:lnTo>
                    <a:pt x="149" y="163"/>
                  </a:lnTo>
                  <a:lnTo>
                    <a:pt x="135" y="173"/>
                  </a:lnTo>
                  <a:lnTo>
                    <a:pt x="121" y="177"/>
                  </a:lnTo>
                  <a:lnTo>
                    <a:pt x="108" y="187"/>
                  </a:lnTo>
                  <a:lnTo>
                    <a:pt x="103" y="201"/>
                  </a:lnTo>
                  <a:lnTo>
                    <a:pt x="90" y="205"/>
                  </a:lnTo>
                  <a:lnTo>
                    <a:pt x="85" y="219"/>
                  </a:lnTo>
                  <a:lnTo>
                    <a:pt x="72" y="224"/>
                  </a:lnTo>
                  <a:lnTo>
                    <a:pt x="58" y="224"/>
                  </a:lnTo>
                  <a:lnTo>
                    <a:pt x="45" y="229"/>
                  </a:lnTo>
                  <a:lnTo>
                    <a:pt x="31" y="233"/>
                  </a:lnTo>
                  <a:lnTo>
                    <a:pt x="18" y="238"/>
                  </a:lnTo>
                  <a:lnTo>
                    <a:pt x="4" y="247"/>
                  </a:lnTo>
                  <a:lnTo>
                    <a:pt x="0" y="93"/>
                  </a:lnTo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" name="Rectangle 4">
              <a:extLst>
                <a:ext uri="{FF2B5EF4-FFF2-40B4-BE49-F238E27FC236}">
                  <a16:creationId xmlns:a16="http://schemas.microsoft.com/office/drawing/2014/main" id="{ED602AC6-C84E-1DBA-C1FE-7DE6F65D6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484"/>
              <a:ext cx="838" cy="38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1" name="Rectangle 5">
              <a:extLst>
                <a:ext uri="{FF2B5EF4-FFF2-40B4-BE49-F238E27FC236}">
                  <a16:creationId xmlns:a16="http://schemas.microsoft.com/office/drawing/2014/main" id="{39A2444F-5B7E-4309-1574-660263E5B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A</a:t>
              </a:r>
            </a:p>
          </p:txBody>
        </p:sp>
        <p:sp>
          <p:nvSpPr>
            <p:cNvPr id="9222" name="Rectangle 6">
              <a:extLst>
                <a:ext uri="{FF2B5EF4-FFF2-40B4-BE49-F238E27FC236}">
                  <a16:creationId xmlns:a16="http://schemas.microsoft.com/office/drawing/2014/main" id="{9C8A0865-CB47-6809-FB44-56C457859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1299"/>
              <a:ext cx="897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</p:txBody>
        </p:sp>
        <p:sp>
          <p:nvSpPr>
            <p:cNvPr id="9223" name="Rectangle 7">
              <a:extLst>
                <a:ext uri="{FF2B5EF4-FFF2-40B4-BE49-F238E27FC236}">
                  <a16:creationId xmlns:a16="http://schemas.microsoft.com/office/drawing/2014/main" id="{746C3BB9-E114-AD9B-69FD-D3B08D73C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D</a:t>
              </a:r>
            </a:p>
          </p:txBody>
        </p:sp>
        <p:sp>
          <p:nvSpPr>
            <p:cNvPr id="9224" name="Rectangle 8">
              <a:extLst>
                <a:ext uri="{FF2B5EF4-FFF2-40B4-BE49-F238E27FC236}">
                  <a16:creationId xmlns:a16="http://schemas.microsoft.com/office/drawing/2014/main" id="{C613B5CE-7231-5AD3-4853-F17477136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1299"/>
              <a:ext cx="838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5" name="Rectangle 9">
              <a:extLst>
                <a:ext uri="{FF2B5EF4-FFF2-40B4-BE49-F238E27FC236}">
                  <a16:creationId xmlns:a16="http://schemas.microsoft.com/office/drawing/2014/main" id="{BB2EE565-D21A-D321-9015-0488E234F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C</a:t>
              </a:r>
            </a:p>
          </p:txBody>
        </p:sp>
        <p:sp>
          <p:nvSpPr>
            <p:cNvPr id="9226" name="Rectangle 10">
              <a:extLst>
                <a:ext uri="{FF2B5EF4-FFF2-40B4-BE49-F238E27FC236}">
                  <a16:creationId xmlns:a16="http://schemas.microsoft.com/office/drawing/2014/main" id="{D02D9EA4-05FC-C320-E3A2-D3785C719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" y="1299"/>
              <a:ext cx="893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  <a:p>
              <a:endParaRPr lang="en-US" altLang="en-US" sz="1200" b="1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en-US" sz="1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   Mike12345</a:t>
              </a:r>
            </a:p>
          </p:txBody>
        </p:sp>
        <p:sp>
          <p:nvSpPr>
            <p:cNvPr id="9227" name="Rectangle 11">
              <a:extLst>
                <a:ext uri="{FF2B5EF4-FFF2-40B4-BE49-F238E27FC236}">
                  <a16:creationId xmlns:a16="http://schemas.microsoft.com/office/drawing/2014/main" id="{A2DFD47B-4B54-F69F-7B04-35A9E4E6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latin typeface="Arial" panose="020B0604020202020204" pitchFamily="34" charset="0"/>
                </a:rPr>
                <a:t>Program B</a:t>
              </a:r>
            </a:p>
          </p:txBody>
        </p:sp>
        <p:sp>
          <p:nvSpPr>
            <p:cNvPr id="9228" name="Rectangle 12">
              <a:extLst>
                <a:ext uri="{FF2B5EF4-FFF2-40B4-BE49-F238E27FC236}">
                  <a16:creationId xmlns:a16="http://schemas.microsoft.com/office/drawing/2014/main" id="{17E18FCC-8C18-BF1F-2EDD-BA2E86C79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847"/>
              <a:ext cx="585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SharedRec</a:t>
              </a:r>
            </a:p>
          </p:txBody>
        </p:sp>
        <p:sp>
          <p:nvSpPr>
            <p:cNvPr id="9229" name="Rectangle 13">
              <a:extLst>
                <a:ext uri="{FF2B5EF4-FFF2-40B4-BE49-F238E27FC236}">
                  <a16:creationId xmlns:a16="http://schemas.microsoft.com/office/drawing/2014/main" id="{CD907E72-60B8-FB52-A506-2FD7FAF11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986"/>
              <a:ext cx="752" cy="258"/>
            </a:xfrm>
            <a:prstGeom prst="rect">
              <a:avLst/>
            </a:prstGeom>
            <a:solidFill>
              <a:srgbClr val="E9FFE9"/>
            </a:solidFill>
            <a:ln w="25400">
              <a:solidFill>
                <a:srgbClr val="676767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Mike12345</a:t>
              </a:r>
            </a:p>
          </p:txBody>
        </p:sp>
        <p:sp>
          <p:nvSpPr>
            <p:cNvPr id="9230" name="Line 14">
              <a:extLst>
                <a:ext uri="{FF2B5EF4-FFF2-40B4-BE49-F238E27FC236}">
                  <a16:creationId xmlns:a16="http://schemas.microsoft.com/office/drawing/2014/main" id="{EB742625-7C59-212E-DDE6-7F4364D54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874"/>
              <a:ext cx="565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Line 15">
              <a:extLst>
                <a:ext uri="{FF2B5EF4-FFF2-40B4-BE49-F238E27FC236}">
                  <a16:creationId xmlns:a16="http://schemas.microsoft.com/office/drawing/2014/main" id="{EFF25CFB-A399-F392-BC28-79BCA021A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874"/>
              <a:ext cx="0" cy="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Line 16">
              <a:extLst>
                <a:ext uri="{FF2B5EF4-FFF2-40B4-BE49-F238E27FC236}">
                  <a16:creationId xmlns:a16="http://schemas.microsoft.com/office/drawing/2014/main" id="{41926CC5-00AB-5EEA-40BE-18EE81B51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874"/>
              <a:ext cx="651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34" name="AutoShape 18">
            <a:extLst>
              <a:ext uri="{FF2B5EF4-FFF2-40B4-BE49-F238E27FC236}">
                <a16:creationId xmlns:a16="http://schemas.microsoft.com/office/drawing/2014/main" id="{A7396E3B-904C-CEFD-52A3-D928975C2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82550"/>
            <a:ext cx="1397000" cy="1195917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D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Control returns to Program A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1" name="Group 17">
            <a:extLst>
              <a:ext uri="{FF2B5EF4-FFF2-40B4-BE49-F238E27FC236}">
                <a16:creationId xmlns:a16="http://schemas.microsoft.com/office/drawing/2014/main" id="{4C6C0F7D-010D-C17B-6591-392129F6D826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27050"/>
            <a:ext cx="4787900" cy="4108450"/>
            <a:chOff x="144" y="332"/>
            <a:chExt cx="3016" cy="2588"/>
          </a:xfrm>
        </p:grpSpPr>
        <p:sp>
          <p:nvSpPr>
            <p:cNvPr id="11266" name="Rectangle 2">
              <a:extLst>
                <a:ext uri="{FF2B5EF4-FFF2-40B4-BE49-F238E27FC236}">
                  <a16:creationId xmlns:a16="http://schemas.microsoft.com/office/drawing/2014/main" id="{B8FA7259-AEA9-364B-D17A-24FDE22F3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" y="2356"/>
              <a:ext cx="1840" cy="564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>
                  <a:alpha val="50000"/>
                </a:schemeClr>
              </a:outerShdw>
            </a:effectLst>
          </p:spPr>
          <p:txBody>
            <a:bodyPr wrap="none" lIns="114300" tIns="114300" rIns="114300" bIns="114300">
              <a:spAutoFit/>
            </a:bodyPr>
            <a:lstStyle>
              <a:lvl1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WORKING-STORAGE SECTION.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01 SharedRec IS EXTERNAL.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PartA   PIC X(4).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PartB   PIC 9(5).</a:t>
              </a:r>
            </a:p>
          </p:txBody>
        </p:sp>
        <p:sp useBgFill="1">
          <p:nvSpPr>
            <p:cNvPr id="11267" name="Freeform 3">
              <a:extLst>
                <a:ext uri="{FF2B5EF4-FFF2-40B4-BE49-F238E27FC236}">
                  <a16:creationId xmlns:a16="http://schemas.microsoft.com/office/drawing/2014/main" id="{892FBE6E-FE0C-E4E1-1189-8EB81AEDA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" y="1408"/>
              <a:ext cx="2006" cy="394"/>
            </a:xfrm>
            <a:custGeom>
              <a:avLst/>
              <a:gdLst>
                <a:gd name="T0" fmla="*/ 67 w 2006"/>
                <a:gd name="T1" fmla="*/ 98 h 394"/>
                <a:gd name="T2" fmla="*/ 144 w 2006"/>
                <a:gd name="T3" fmla="*/ 60 h 394"/>
                <a:gd name="T4" fmla="*/ 194 w 2006"/>
                <a:gd name="T5" fmla="*/ 74 h 394"/>
                <a:gd name="T6" fmla="*/ 261 w 2006"/>
                <a:gd name="T7" fmla="*/ 70 h 394"/>
                <a:gd name="T8" fmla="*/ 338 w 2006"/>
                <a:gd name="T9" fmla="*/ 60 h 394"/>
                <a:gd name="T10" fmla="*/ 406 w 2006"/>
                <a:gd name="T11" fmla="*/ 28 h 394"/>
                <a:gd name="T12" fmla="*/ 465 w 2006"/>
                <a:gd name="T13" fmla="*/ 60 h 394"/>
                <a:gd name="T14" fmla="*/ 541 w 2006"/>
                <a:gd name="T15" fmla="*/ 60 h 394"/>
                <a:gd name="T16" fmla="*/ 623 w 2006"/>
                <a:gd name="T17" fmla="*/ 42 h 394"/>
                <a:gd name="T18" fmla="*/ 695 w 2006"/>
                <a:gd name="T19" fmla="*/ 70 h 394"/>
                <a:gd name="T20" fmla="*/ 772 w 2006"/>
                <a:gd name="T21" fmla="*/ 98 h 394"/>
                <a:gd name="T22" fmla="*/ 830 w 2006"/>
                <a:gd name="T23" fmla="*/ 51 h 394"/>
                <a:gd name="T24" fmla="*/ 907 w 2006"/>
                <a:gd name="T25" fmla="*/ 23 h 394"/>
                <a:gd name="T26" fmla="*/ 970 w 2006"/>
                <a:gd name="T27" fmla="*/ 70 h 394"/>
                <a:gd name="T28" fmla="*/ 1047 w 2006"/>
                <a:gd name="T29" fmla="*/ 46 h 394"/>
                <a:gd name="T30" fmla="*/ 1133 w 2006"/>
                <a:gd name="T31" fmla="*/ 14 h 394"/>
                <a:gd name="T32" fmla="*/ 1210 w 2006"/>
                <a:gd name="T33" fmla="*/ 4 h 394"/>
                <a:gd name="T34" fmla="*/ 1277 w 2006"/>
                <a:gd name="T35" fmla="*/ 4 h 394"/>
                <a:gd name="T36" fmla="*/ 1354 w 2006"/>
                <a:gd name="T37" fmla="*/ 4 h 394"/>
                <a:gd name="T38" fmla="*/ 1426 w 2006"/>
                <a:gd name="T39" fmla="*/ 18 h 394"/>
                <a:gd name="T40" fmla="*/ 1517 w 2006"/>
                <a:gd name="T41" fmla="*/ 60 h 394"/>
                <a:gd name="T42" fmla="*/ 1589 w 2006"/>
                <a:gd name="T43" fmla="*/ 46 h 394"/>
                <a:gd name="T44" fmla="*/ 1657 w 2006"/>
                <a:gd name="T45" fmla="*/ 14 h 394"/>
                <a:gd name="T46" fmla="*/ 1725 w 2006"/>
                <a:gd name="T47" fmla="*/ 32 h 394"/>
                <a:gd name="T48" fmla="*/ 1797 w 2006"/>
                <a:gd name="T49" fmla="*/ 51 h 394"/>
                <a:gd name="T50" fmla="*/ 1869 w 2006"/>
                <a:gd name="T51" fmla="*/ 42 h 394"/>
                <a:gd name="T52" fmla="*/ 1937 w 2006"/>
                <a:gd name="T53" fmla="*/ 23 h 394"/>
                <a:gd name="T54" fmla="*/ 2005 w 2006"/>
                <a:gd name="T55" fmla="*/ 0 h 394"/>
                <a:gd name="T56" fmla="*/ 1955 w 2006"/>
                <a:gd name="T57" fmla="*/ 346 h 394"/>
                <a:gd name="T58" fmla="*/ 1914 w 2006"/>
                <a:gd name="T59" fmla="*/ 276 h 394"/>
                <a:gd name="T60" fmla="*/ 1874 w 2006"/>
                <a:gd name="T61" fmla="*/ 205 h 394"/>
                <a:gd name="T62" fmla="*/ 1837 w 2006"/>
                <a:gd name="T63" fmla="*/ 163 h 394"/>
                <a:gd name="T64" fmla="*/ 1824 w 2006"/>
                <a:gd name="T65" fmla="*/ 238 h 394"/>
                <a:gd name="T66" fmla="*/ 1770 w 2006"/>
                <a:gd name="T67" fmla="*/ 210 h 394"/>
                <a:gd name="T68" fmla="*/ 1702 w 2006"/>
                <a:gd name="T69" fmla="*/ 145 h 394"/>
                <a:gd name="T70" fmla="*/ 1652 w 2006"/>
                <a:gd name="T71" fmla="*/ 177 h 394"/>
                <a:gd name="T72" fmla="*/ 1589 w 2006"/>
                <a:gd name="T73" fmla="*/ 191 h 394"/>
                <a:gd name="T74" fmla="*/ 1535 w 2006"/>
                <a:gd name="T75" fmla="*/ 135 h 394"/>
                <a:gd name="T76" fmla="*/ 1463 w 2006"/>
                <a:gd name="T77" fmla="*/ 93 h 394"/>
                <a:gd name="T78" fmla="*/ 1408 w 2006"/>
                <a:gd name="T79" fmla="*/ 79 h 394"/>
                <a:gd name="T80" fmla="*/ 1345 w 2006"/>
                <a:gd name="T81" fmla="*/ 102 h 394"/>
                <a:gd name="T82" fmla="*/ 1282 w 2006"/>
                <a:gd name="T83" fmla="*/ 112 h 394"/>
                <a:gd name="T84" fmla="*/ 1192 w 2006"/>
                <a:gd name="T85" fmla="*/ 116 h 394"/>
                <a:gd name="T86" fmla="*/ 1119 w 2006"/>
                <a:gd name="T87" fmla="*/ 154 h 394"/>
                <a:gd name="T88" fmla="*/ 1038 w 2006"/>
                <a:gd name="T89" fmla="*/ 98 h 394"/>
                <a:gd name="T90" fmla="*/ 966 w 2006"/>
                <a:gd name="T91" fmla="*/ 126 h 394"/>
                <a:gd name="T92" fmla="*/ 907 w 2006"/>
                <a:gd name="T93" fmla="*/ 149 h 394"/>
                <a:gd name="T94" fmla="*/ 835 w 2006"/>
                <a:gd name="T95" fmla="*/ 145 h 394"/>
                <a:gd name="T96" fmla="*/ 763 w 2006"/>
                <a:gd name="T97" fmla="*/ 182 h 394"/>
                <a:gd name="T98" fmla="*/ 690 w 2006"/>
                <a:gd name="T99" fmla="*/ 173 h 394"/>
                <a:gd name="T100" fmla="*/ 614 w 2006"/>
                <a:gd name="T101" fmla="*/ 116 h 394"/>
                <a:gd name="T102" fmla="*/ 555 w 2006"/>
                <a:gd name="T103" fmla="*/ 135 h 394"/>
                <a:gd name="T104" fmla="*/ 469 w 2006"/>
                <a:gd name="T105" fmla="*/ 112 h 394"/>
                <a:gd name="T106" fmla="*/ 406 w 2006"/>
                <a:gd name="T107" fmla="*/ 126 h 394"/>
                <a:gd name="T108" fmla="*/ 334 w 2006"/>
                <a:gd name="T109" fmla="*/ 131 h 394"/>
                <a:gd name="T110" fmla="*/ 257 w 2006"/>
                <a:gd name="T111" fmla="*/ 145 h 394"/>
                <a:gd name="T112" fmla="*/ 180 w 2006"/>
                <a:gd name="T113" fmla="*/ 163 h 394"/>
                <a:gd name="T114" fmla="*/ 108 w 2006"/>
                <a:gd name="T115" fmla="*/ 187 h 394"/>
                <a:gd name="T116" fmla="*/ 58 w 2006"/>
                <a:gd name="T117" fmla="*/ 224 h 394"/>
                <a:gd name="T118" fmla="*/ 0 w 2006"/>
                <a:gd name="T119" fmla="*/ 9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06" h="394">
                  <a:moveTo>
                    <a:pt x="0" y="93"/>
                  </a:moveTo>
                  <a:lnTo>
                    <a:pt x="18" y="98"/>
                  </a:lnTo>
                  <a:lnTo>
                    <a:pt x="31" y="98"/>
                  </a:lnTo>
                  <a:lnTo>
                    <a:pt x="49" y="98"/>
                  </a:lnTo>
                  <a:lnTo>
                    <a:pt x="67" y="98"/>
                  </a:lnTo>
                  <a:lnTo>
                    <a:pt x="81" y="93"/>
                  </a:lnTo>
                  <a:lnTo>
                    <a:pt x="94" y="79"/>
                  </a:lnTo>
                  <a:lnTo>
                    <a:pt x="108" y="60"/>
                  </a:lnTo>
                  <a:lnTo>
                    <a:pt x="117" y="42"/>
                  </a:lnTo>
                  <a:lnTo>
                    <a:pt x="144" y="60"/>
                  </a:lnTo>
                  <a:lnTo>
                    <a:pt x="149" y="74"/>
                  </a:lnTo>
                  <a:lnTo>
                    <a:pt x="162" y="88"/>
                  </a:lnTo>
                  <a:lnTo>
                    <a:pt x="176" y="93"/>
                  </a:lnTo>
                  <a:lnTo>
                    <a:pt x="189" y="88"/>
                  </a:lnTo>
                  <a:lnTo>
                    <a:pt x="194" y="74"/>
                  </a:lnTo>
                  <a:lnTo>
                    <a:pt x="207" y="74"/>
                  </a:lnTo>
                  <a:lnTo>
                    <a:pt x="221" y="70"/>
                  </a:lnTo>
                  <a:lnTo>
                    <a:pt x="234" y="60"/>
                  </a:lnTo>
                  <a:lnTo>
                    <a:pt x="252" y="56"/>
                  </a:lnTo>
                  <a:lnTo>
                    <a:pt x="261" y="70"/>
                  </a:lnTo>
                  <a:lnTo>
                    <a:pt x="275" y="70"/>
                  </a:lnTo>
                  <a:lnTo>
                    <a:pt x="289" y="65"/>
                  </a:lnTo>
                  <a:lnTo>
                    <a:pt x="302" y="60"/>
                  </a:lnTo>
                  <a:lnTo>
                    <a:pt x="316" y="70"/>
                  </a:lnTo>
                  <a:lnTo>
                    <a:pt x="338" y="60"/>
                  </a:lnTo>
                  <a:lnTo>
                    <a:pt x="356" y="56"/>
                  </a:lnTo>
                  <a:lnTo>
                    <a:pt x="370" y="51"/>
                  </a:lnTo>
                  <a:lnTo>
                    <a:pt x="379" y="37"/>
                  </a:lnTo>
                  <a:lnTo>
                    <a:pt x="392" y="32"/>
                  </a:lnTo>
                  <a:lnTo>
                    <a:pt x="406" y="28"/>
                  </a:lnTo>
                  <a:lnTo>
                    <a:pt x="419" y="23"/>
                  </a:lnTo>
                  <a:lnTo>
                    <a:pt x="433" y="32"/>
                  </a:lnTo>
                  <a:lnTo>
                    <a:pt x="447" y="42"/>
                  </a:lnTo>
                  <a:lnTo>
                    <a:pt x="451" y="56"/>
                  </a:lnTo>
                  <a:lnTo>
                    <a:pt x="465" y="60"/>
                  </a:lnTo>
                  <a:lnTo>
                    <a:pt x="478" y="74"/>
                  </a:lnTo>
                  <a:lnTo>
                    <a:pt x="492" y="84"/>
                  </a:lnTo>
                  <a:lnTo>
                    <a:pt x="505" y="88"/>
                  </a:lnTo>
                  <a:lnTo>
                    <a:pt x="523" y="74"/>
                  </a:lnTo>
                  <a:lnTo>
                    <a:pt x="541" y="60"/>
                  </a:lnTo>
                  <a:lnTo>
                    <a:pt x="555" y="51"/>
                  </a:lnTo>
                  <a:lnTo>
                    <a:pt x="578" y="51"/>
                  </a:lnTo>
                  <a:lnTo>
                    <a:pt x="596" y="42"/>
                  </a:lnTo>
                  <a:lnTo>
                    <a:pt x="609" y="42"/>
                  </a:lnTo>
                  <a:lnTo>
                    <a:pt x="623" y="42"/>
                  </a:lnTo>
                  <a:lnTo>
                    <a:pt x="641" y="51"/>
                  </a:lnTo>
                  <a:lnTo>
                    <a:pt x="654" y="46"/>
                  </a:lnTo>
                  <a:lnTo>
                    <a:pt x="668" y="60"/>
                  </a:lnTo>
                  <a:lnTo>
                    <a:pt x="681" y="70"/>
                  </a:lnTo>
                  <a:lnTo>
                    <a:pt x="695" y="70"/>
                  </a:lnTo>
                  <a:lnTo>
                    <a:pt x="708" y="79"/>
                  </a:lnTo>
                  <a:lnTo>
                    <a:pt x="722" y="84"/>
                  </a:lnTo>
                  <a:lnTo>
                    <a:pt x="740" y="88"/>
                  </a:lnTo>
                  <a:lnTo>
                    <a:pt x="754" y="93"/>
                  </a:lnTo>
                  <a:lnTo>
                    <a:pt x="772" y="98"/>
                  </a:lnTo>
                  <a:lnTo>
                    <a:pt x="785" y="93"/>
                  </a:lnTo>
                  <a:lnTo>
                    <a:pt x="799" y="84"/>
                  </a:lnTo>
                  <a:lnTo>
                    <a:pt x="812" y="74"/>
                  </a:lnTo>
                  <a:lnTo>
                    <a:pt x="817" y="60"/>
                  </a:lnTo>
                  <a:lnTo>
                    <a:pt x="830" y="51"/>
                  </a:lnTo>
                  <a:lnTo>
                    <a:pt x="848" y="42"/>
                  </a:lnTo>
                  <a:lnTo>
                    <a:pt x="867" y="37"/>
                  </a:lnTo>
                  <a:lnTo>
                    <a:pt x="880" y="32"/>
                  </a:lnTo>
                  <a:lnTo>
                    <a:pt x="894" y="28"/>
                  </a:lnTo>
                  <a:lnTo>
                    <a:pt x="907" y="23"/>
                  </a:lnTo>
                  <a:lnTo>
                    <a:pt x="921" y="23"/>
                  </a:lnTo>
                  <a:lnTo>
                    <a:pt x="930" y="37"/>
                  </a:lnTo>
                  <a:lnTo>
                    <a:pt x="939" y="51"/>
                  </a:lnTo>
                  <a:lnTo>
                    <a:pt x="957" y="60"/>
                  </a:lnTo>
                  <a:lnTo>
                    <a:pt x="970" y="70"/>
                  </a:lnTo>
                  <a:lnTo>
                    <a:pt x="988" y="60"/>
                  </a:lnTo>
                  <a:lnTo>
                    <a:pt x="1002" y="60"/>
                  </a:lnTo>
                  <a:lnTo>
                    <a:pt x="1016" y="56"/>
                  </a:lnTo>
                  <a:lnTo>
                    <a:pt x="1029" y="56"/>
                  </a:lnTo>
                  <a:lnTo>
                    <a:pt x="1047" y="46"/>
                  </a:lnTo>
                  <a:lnTo>
                    <a:pt x="1061" y="42"/>
                  </a:lnTo>
                  <a:lnTo>
                    <a:pt x="1074" y="32"/>
                  </a:lnTo>
                  <a:lnTo>
                    <a:pt x="1097" y="32"/>
                  </a:lnTo>
                  <a:lnTo>
                    <a:pt x="1115" y="23"/>
                  </a:lnTo>
                  <a:lnTo>
                    <a:pt x="1133" y="14"/>
                  </a:lnTo>
                  <a:lnTo>
                    <a:pt x="1147" y="4"/>
                  </a:lnTo>
                  <a:lnTo>
                    <a:pt x="1165" y="14"/>
                  </a:lnTo>
                  <a:lnTo>
                    <a:pt x="1178" y="23"/>
                  </a:lnTo>
                  <a:lnTo>
                    <a:pt x="1192" y="14"/>
                  </a:lnTo>
                  <a:lnTo>
                    <a:pt x="1210" y="4"/>
                  </a:lnTo>
                  <a:lnTo>
                    <a:pt x="1223" y="9"/>
                  </a:lnTo>
                  <a:lnTo>
                    <a:pt x="1241" y="18"/>
                  </a:lnTo>
                  <a:lnTo>
                    <a:pt x="1255" y="18"/>
                  </a:lnTo>
                  <a:lnTo>
                    <a:pt x="1264" y="4"/>
                  </a:lnTo>
                  <a:lnTo>
                    <a:pt x="1277" y="4"/>
                  </a:lnTo>
                  <a:lnTo>
                    <a:pt x="1291" y="4"/>
                  </a:lnTo>
                  <a:lnTo>
                    <a:pt x="1305" y="4"/>
                  </a:lnTo>
                  <a:lnTo>
                    <a:pt x="1318" y="4"/>
                  </a:lnTo>
                  <a:lnTo>
                    <a:pt x="1332" y="0"/>
                  </a:lnTo>
                  <a:lnTo>
                    <a:pt x="1354" y="4"/>
                  </a:lnTo>
                  <a:lnTo>
                    <a:pt x="1368" y="4"/>
                  </a:lnTo>
                  <a:lnTo>
                    <a:pt x="1386" y="14"/>
                  </a:lnTo>
                  <a:lnTo>
                    <a:pt x="1399" y="14"/>
                  </a:lnTo>
                  <a:lnTo>
                    <a:pt x="1413" y="14"/>
                  </a:lnTo>
                  <a:lnTo>
                    <a:pt x="1426" y="18"/>
                  </a:lnTo>
                  <a:lnTo>
                    <a:pt x="1445" y="23"/>
                  </a:lnTo>
                  <a:lnTo>
                    <a:pt x="1458" y="23"/>
                  </a:lnTo>
                  <a:lnTo>
                    <a:pt x="1472" y="28"/>
                  </a:lnTo>
                  <a:lnTo>
                    <a:pt x="1494" y="42"/>
                  </a:lnTo>
                  <a:lnTo>
                    <a:pt x="1517" y="60"/>
                  </a:lnTo>
                  <a:lnTo>
                    <a:pt x="1530" y="60"/>
                  </a:lnTo>
                  <a:lnTo>
                    <a:pt x="1544" y="60"/>
                  </a:lnTo>
                  <a:lnTo>
                    <a:pt x="1557" y="56"/>
                  </a:lnTo>
                  <a:lnTo>
                    <a:pt x="1571" y="51"/>
                  </a:lnTo>
                  <a:lnTo>
                    <a:pt x="1589" y="46"/>
                  </a:lnTo>
                  <a:lnTo>
                    <a:pt x="1603" y="42"/>
                  </a:lnTo>
                  <a:lnTo>
                    <a:pt x="1612" y="28"/>
                  </a:lnTo>
                  <a:lnTo>
                    <a:pt x="1625" y="23"/>
                  </a:lnTo>
                  <a:lnTo>
                    <a:pt x="1639" y="14"/>
                  </a:lnTo>
                  <a:lnTo>
                    <a:pt x="1657" y="14"/>
                  </a:lnTo>
                  <a:lnTo>
                    <a:pt x="1675" y="32"/>
                  </a:lnTo>
                  <a:lnTo>
                    <a:pt x="1679" y="51"/>
                  </a:lnTo>
                  <a:lnTo>
                    <a:pt x="1697" y="37"/>
                  </a:lnTo>
                  <a:lnTo>
                    <a:pt x="1711" y="32"/>
                  </a:lnTo>
                  <a:lnTo>
                    <a:pt x="1725" y="32"/>
                  </a:lnTo>
                  <a:lnTo>
                    <a:pt x="1738" y="37"/>
                  </a:lnTo>
                  <a:lnTo>
                    <a:pt x="1752" y="32"/>
                  </a:lnTo>
                  <a:lnTo>
                    <a:pt x="1765" y="28"/>
                  </a:lnTo>
                  <a:lnTo>
                    <a:pt x="1783" y="42"/>
                  </a:lnTo>
                  <a:lnTo>
                    <a:pt x="1797" y="51"/>
                  </a:lnTo>
                  <a:lnTo>
                    <a:pt x="1810" y="42"/>
                  </a:lnTo>
                  <a:lnTo>
                    <a:pt x="1824" y="42"/>
                  </a:lnTo>
                  <a:lnTo>
                    <a:pt x="1837" y="56"/>
                  </a:lnTo>
                  <a:lnTo>
                    <a:pt x="1851" y="42"/>
                  </a:lnTo>
                  <a:lnTo>
                    <a:pt x="1869" y="42"/>
                  </a:lnTo>
                  <a:lnTo>
                    <a:pt x="1883" y="51"/>
                  </a:lnTo>
                  <a:lnTo>
                    <a:pt x="1896" y="51"/>
                  </a:lnTo>
                  <a:lnTo>
                    <a:pt x="1910" y="37"/>
                  </a:lnTo>
                  <a:lnTo>
                    <a:pt x="1923" y="28"/>
                  </a:lnTo>
                  <a:lnTo>
                    <a:pt x="1937" y="23"/>
                  </a:lnTo>
                  <a:lnTo>
                    <a:pt x="1950" y="28"/>
                  </a:lnTo>
                  <a:lnTo>
                    <a:pt x="1964" y="23"/>
                  </a:lnTo>
                  <a:lnTo>
                    <a:pt x="1977" y="14"/>
                  </a:lnTo>
                  <a:lnTo>
                    <a:pt x="1991" y="4"/>
                  </a:lnTo>
                  <a:lnTo>
                    <a:pt x="2005" y="0"/>
                  </a:lnTo>
                  <a:lnTo>
                    <a:pt x="2005" y="393"/>
                  </a:lnTo>
                  <a:lnTo>
                    <a:pt x="1991" y="388"/>
                  </a:lnTo>
                  <a:lnTo>
                    <a:pt x="1977" y="374"/>
                  </a:lnTo>
                  <a:lnTo>
                    <a:pt x="1964" y="360"/>
                  </a:lnTo>
                  <a:lnTo>
                    <a:pt x="1955" y="346"/>
                  </a:lnTo>
                  <a:lnTo>
                    <a:pt x="1950" y="332"/>
                  </a:lnTo>
                  <a:lnTo>
                    <a:pt x="1946" y="318"/>
                  </a:lnTo>
                  <a:lnTo>
                    <a:pt x="1932" y="299"/>
                  </a:lnTo>
                  <a:lnTo>
                    <a:pt x="1928" y="285"/>
                  </a:lnTo>
                  <a:lnTo>
                    <a:pt x="1914" y="276"/>
                  </a:lnTo>
                  <a:lnTo>
                    <a:pt x="1914" y="262"/>
                  </a:lnTo>
                  <a:lnTo>
                    <a:pt x="1905" y="247"/>
                  </a:lnTo>
                  <a:lnTo>
                    <a:pt x="1896" y="233"/>
                  </a:lnTo>
                  <a:lnTo>
                    <a:pt x="1887" y="219"/>
                  </a:lnTo>
                  <a:lnTo>
                    <a:pt x="1874" y="205"/>
                  </a:lnTo>
                  <a:lnTo>
                    <a:pt x="1860" y="191"/>
                  </a:lnTo>
                  <a:lnTo>
                    <a:pt x="1860" y="177"/>
                  </a:lnTo>
                  <a:lnTo>
                    <a:pt x="1851" y="163"/>
                  </a:lnTo>
                  <a:lnTo>
                    <a:pt x="1842" y="149"/>
                  </a:lnTo>
                  <a:lnTo>
                    <a:pt x="1837" y="163"/>
                  </a:lnTo>
                  <a:lnTo>
                    <a:pt x="1828" y="182"/>
                  </a:lnTo>
                  <a:lnTo>
                    <a:pt x="1824" y="196"/>
                  </a:lnTo>
                  <a:lnTo>
                    <a:pt x="1824" y="210"/>
                  </a:lnTo>
                  <a:lnTo>
                    <a:pt x="1824" y="224"/>
                  </a:lnTo>
                  <a:lnTo>
                    <a:pt x="1824" y="238"/>
                  </a:lnTo>
                  <a:lnTo>
                    <a:pt x="1819" y="252"/>
                  </a:lnTo>
                  <a:lnTo>
                    <a:pt x="1815" y="266"/>
                  </a:lnTo>
                  <a:lnTo>
                    <a:pt x="1797" y="247"/>
                  </a:lnTo>
                  <a:lnTo>
                    <a:pt x="1783" y="229"/>
                  </a:lnTo>
                  <a:lnTo>
                    <a:pt x="1770" y="210"/>
                  </a:lnTo>
                  <a:lnTo>
                    <a:pt x="1752" y="196"/>
                  </a:lnTo>
                  <a:lnTo>
                    <a:pt x="1738" y="182"/>
                  </a:lnTo>
                  <a:lnTo>
                    <a:pt x="1725" y="168"/>
                  </a:lnTo>
                  <a:lnTo>
                    <a:pt x="1715" y="154"/>
                  </a:lnTo>
                  <a:lnTo>
                    <a:pt x="1702" y="145"/>
                  </a:lnTo>
                  <a:lnTo>
                    <a:pt x="1693" y="131"/>
                  </a:lnTo>
                  <a:lnTo>
                    <a:pt x="1679" y="145"/>
                  </a:lnTo>
                  <a:lnTo>
                    <a:pt x="1675" y="163"/>
                  </a:lnTo>
                  <a:lnTo>
                    <a:pt x="1666" y="177"/>
                  </a:lnTo>
                  <a:lnTo>
                    <a:pt x="1652" y="177"/>
                  </a:lnTo>
                  <a:lnTo>
                    <a:pt x="1634" y="163"/>
                  </a:lnTo>
                  <a:lnTo>
                    <a:pt x="1621" y="163"/>
                  </a:lnTo>
                  <a:lnTo>
                    <a:pt x="1607" y="154"/>
                  </a:lnTo>
                  <a:lnTo>
                    <a:pt x="1603" y="173"/>
                  </a:lnTo>
                  <a:lnTo>
                    <a:pt x="1589" y="191"/>
                  </a:lnTo>
                  <a:lnTo>
                    <a:pt x="1585" y="177"/>
                  </a:lnTo>
                  <a:lnTo>
                    <a:pt x="1576" y="163"/>
                  </a:lnTo>
                  <a:lnTo>
                    <a:pt x="1566" y="149"/>
                  </a:lnTo>
                  <a:lnTo>
                    <a:pt x="1553" y="145"/>
                  </a:lnTo>
                  <a:lnTo>
                    <a:pt x="1535" y="135"/>
                  </a:lnTo>
                  <a:lnTo>
                    <a:pt x="1517" y="131"/>
                  </a:lnTo>
                  <a:lnTo>
                    <a:pt x="1503" y="126"/>
                  </a:lnTo>
                  <a:lnTo>
                    <a:pt x="1490" y="116"/>
                  </a:lnTo>
                  <a:lnTo>
                    <a:pt x="1472" y="107"/>
                  </a:lnTo>
                  <a:lnTo>
                    <a:pt x="1463" y="93"/>
                  </a:lnTo>
                  <a:lnTo>
                    <a:pt x="1449" y="93"/>
                  </a:lnTo>
                  <a:lnTo>
                    <a:pt x="1436" y="98"/>
                  </a:lnTo>
                  <a:lnTo>
                    <a:pt x="1422" y="107"/>
                  </a:lnTo>
                  <a:lnTo>
                    <a:pt x="1417" y="93"/>
                  </a:lnTo>
                  <a:lnTo>
                    <a:pt x="1408" y="79"/>
                  </a:lnTo>
                  <a:lnTo>
                    <a:pt x="1395" y="70"/>
                  </a:lnTo>
                  <a:lnTo>
                    <a:pt x="1381" y="60"/>
                  </a:lnTo>
                  <a:lnTo>
                    <a:pt x="1363" y="74"/>
                  </a:lnTo>
                  <a:lnTo>
                    <a:pt x="1354" y="88"/>
                  </a:lnTo>
                  <a:lnTo>
                    <a:pt x="1345" y="102"/>
                  </a:lnTo>
                  <a:lnTo>
                    <a:pt x="1332" y="112"/>
                  </a:lnTo>
                  <a:lnTo>
                    <a:pt x="1318" y="107"/>
                  </a:lnTo>
                  <a:lnTo>
                    <a:pt x="1305" y="98"/>
                  </a:lnTo>
                  <a:lnTo>
                    <a:pt x="1291" y="98"/>
                  </a:lnTo>
                  <a:lnTo>
                    <a:pt x="1282" y="112"/>
                  </a:lnTo>
                  <a:lnTo>
                    <a:pt x="1268" y="107"/>
                  </a:lnTo>
                  <a:lnTo>
                    <a:pt x="1246" y="93"/>
                  </a:lnTo>
                  <a:lnTo>
                    <a:pt x="1228" y="93"/>
                  </a:lnTo>
                  <a:lnTo>
                    <a:pt x="1210" y="102"/>
                  </a:lnTo>
                  <a:lnTo>
                    <a:pt x="1192" y="116"/>
                  </a:lnTo>
                  <a:lnTo>
                    <a:pt x="1178" y="121"/>
                  </a:lnTo>
                  <a:lnTo>
                    <a:pt x="1165" y="131"/>
                  </a:lnTo>
                  <a:lnTo>
                    <a:pt x="1151" y="135"/>
                  </a:lnTo>
                  <a:lnTo>
                    <a:pt x="1137" y="145"/>
                  </a:lnTo>
                  <a:lnTo>
                    <a:pt x="1119" y="154"/>
                  </a:lnTo>
                  <a:lnTo>
                    <a:pt x="1101" y="145"/>
                  </a:lnTo>
                  <a:lnTo>
                    <a:pt x="1083" y="131"/>
                  </a:lnTo>
                  <a:lnTo>
                    <a:pt x="1065" y="121"/>
                  </a:lnTo>
                  <a:lnTo>
                    <a:pt x="1052" y="107"/>
                  </a:lnTo>
                  <a:lnTo>
                    <a:pt x="1038" y="98"/>
                  </a:lnTo>
                  <a:lnTo>
                    <a:pt x="1029" y="116"/>
                  </a:lnTo>
                  <a:lnTo>
                    <a:pt x="1016" y="126"/>
                  </a:lnTo>
                  <a:lnTo>
                    <a:pt x="993" y="121"/>
                  </a:lnTo>
                  <a:lnTo>
                    <a:pt x="979" y="116"/>
                  </a:lnTo>
                  <a:lnTo>
                    <a:pt x="966" y="126"/>
                  </a:lnTo>
                  <a:lnTo>
                    <a:pt x="952" y="116"/>
                  </a:lnTo>
                  <a:lnTo>
                    <a:pt x="943" y="131"/>
                  </a:lnTo>
                  <a:lnTo>
                    <a:pt x="934" y="145"/>
                  </a:lnTo>
                  <a:lnTo>
                    <a:pt x="921" y="140"/>
                  </a:lnTo>
                  <a:lnTo>
                    <a:pt x="907" y="149"/>
                  </a:lnTo>
                  <a:lnTo>
                    <a:pt x="885" y="145"/>
                  </a:lnTo>
                  <a:lnTo>
                    <a:pt x="880" y="131"/>
                  </a:lnTo>
                  <a:lnTo>
                    <a:pt x="867" y="116"/>
                  </a:lnTo>
                  <a:lnTo>
                    <a:pt x="848" y="131"/>
                  </a:lnTo>
                  <a:lnTo>
                    <a:pt x="835" y="145"/>
                  </a:lnTo>
                  <a:lnTo>
                    <a:pt x="817" y="159"/>
                  </a:lnTo>
                  <a:lnTo>
                    <a:pt x="803" y="168"/>
                  </a:lnTo>
                  <a:lnTo>
                    <a:pt x="790" y="173"/>
                  </a:lnTo>
                  <a:lnTo>
                    <a:pt x="776" y="177"/>
                  </a:lnTo>
                  <a:lnTo>
                    <a:pt x="763" y="182"/>
                  </a:lnTo>
                  <a:lnTo>
                    <a:pt x="749" y="182"/>
                  </a:lnTo>
                  <a:lnTo>
                    <a:pt x="736" y="191"/>
                  </a:lnTo>
                  <a:lnTo>
                    <a:pt x="722" y="187"/>
                  </a:lnTo>
                  <a:lnTo>
                    <a:pt x="704" y="182"/>
                  </a:lnTo>
                  <a:lnTo>
                    <a:pt x="690" y="173"/>
                  </a:lnTo>
                  <a:lnTo>
                    <a:pt x="677" y="168"/>
                  </a:lnTo>
                  <a:lnTo>
                    <a:pt x="659" y="154"/>
                  </a:lnTo>
                  <a:lnTo>
                    <a:pt x="645" y="145"/>
                  </a:lnTo>
                  <a:lnTo>
                    <a:pt x="627" y="126"/>
                  </a:lnTo>
                  <a:lnTo>
                    <a:pt x="614" y="116"/>
                  </a:lnTo>
                  <a:lnTo>
                    <a:pt x="600" y="112"/>
                  </a:lnTo>
                  <a:lnTo>
                    <a:pt x="587" y="107"/>
                  </a:lnTo>
                  <a:lnTo>
                    <a:pt x="573" y="112"/>
                  </a:lnTo>
                  <a:lnTo>
                    <a:pt x="559" y="121"/>
                  </a:lnTo>
                  <a:lnTo>
                    <a:pt x="555" y="135"/>
                  </a:lnTo>
                  <a:lnTo>
                    <a:pt x="541" y="140"/>
                  </a:lnTo>
                  <a:lnTo>
                    <a:pt x="523" y="135"/>
                  </a:lnTo>
                  <a:lnTo>
                    <a:pt x="505" y="131"/>
                  </a:lnTo>
                  <a:lnTo>
                    <a:pt x="487" y="121"/>
                  </a:lnTo>
                  <a:lnTo>
                    <a:pt x="469" y="112"/>
                  </a:lnTo>
                  <a:lnTo>
                    <a:pt x="451" y="112"/>
                  </a:lnTo>
                  <a:lnTo>
                    <a:pt x="438" y="98"/>
                  </a:lnTo>
                  <a:lnTo>
                    <a:pt x="424" y="98"/>
                  </a:lnTo>
                  <a:lnTo>
                    <a:pt x="415" y="112"/>
                  </a:lnTo>
                  <a:lnTo>
                    <a:pt x="406" y="126"/>
                  </a:lnTo>
                  <a:lnTo>
                    <a:pt x="392" y="131"/>
                  </a:lnTo>
                  <a:lnTo>
                    <a:pt x="379" y="131"/>
                  </a:lnTo>
                  <a:lnTo>
                    <a:pt x="361" y="126"/>
                  </a:lnTo>
                  <a:lnTo>
                    <a:pt x="347" y="126"/>
                  </a:lnTo>
                  <a:lnTo>
                    <a:pt x="334" y="131"/>
                  </a:lnTo>
                  <a:lnTo>
                    <a:pt x="320" y="145"/>
                  </a:lnTo>
                  <a:lnTo>
                    <a:pt x="307" y="145"/>
                  </a:lnTo>
                  <a:lnTo>
                    <a:pt x="289" y="149"/>
                  </a:lnTo>
                  <a:lnTo>
                    <a:pt x="270" y="154"/>
                  </a:lnTo>
                  <a:lnTo>
                    <a:pt x="257" y="145"/>
                  </a:lnTo>
                  <a:lnTo>
                    <a:pt x="243" y="145"/>
                  </a:lnTo>
                  <a:lnTo>
                    <a:pt x="230" y="154"/>
                  </a:lnTo>
                  <a:lnTo>
                    <a:pt x="216" y="154"/>
                  </a:lnTo>
                  <a:lnTo>
                    <a:pt x="198" y="154"/>
                  </a:lnTo>
                  <a:lnTo>
                    <a:pt x="180" y="163"/>
                  </a:lnTo>
                  <a:lnTo>
                    <a:pt x="167" y="168"/>
                  </a:lnTo>
                  <a:lnTo>
                    <a:pt x="149" y="163"/>
                  </a:lnTo>
                  <a:lnTo>
                    <a:pt x="135" y="173"/>
                  </a:lnTo>
                  <a:lnTo>
                    <a:pt x="121" y="177"/>
                  </a:lnTo>
                  <a:lnTo>
                    <a:pt x="108" y="187"/>
                  </a:lnTo>
                  <a:lnTo>
                    <a:pt x="103" y="201"/>
                  </a:lnTo>
                  <a:lnTo>
                    <a:pt x="90" y="205"/>
                  </a:lnTo>
                  <a:lnTo>
                    <a:pt x="85" y="219"/>
                  </a:lnTo>
                  <a:lnTo>
                    <a:pt x="72" y="224"/>
                  </a:lnTo>
                  <a:lnTo>
                    <a:pt x="58" y="224"/>
                  </a:lnTo>
                  <a:lnTo>
                    <a:pt x="45" y="229"/>
                  </a:lnTo>
                  <a:lnTo>
                    <a:pt x="31" y="233"/>
                  </a:lnTo>
                  <a:lnTo>
                    <a:pt x="18" y="238"/>
                  </a:lnTo>
                  <a:lnTo>
                    <a:pt x="4" y="247"/>
                  </a:lnTo>
                  <a:lnTo>
                    <a:pt x="0" y="93"/>
                  </a:lnTo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8" name="Rectangle 4">
              <a:extLst>
                <a:ext uri="{FF2B5EF4-FFF2-40B4-BE49-F238E27FC236}">
                  <a16:creationId xmlns:a16="http://schemas.microsoft.com/office/drawing/2014/main" id="{13722FCD-28B4-27A4-2C2B-785C35847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484"/>
              <a:ext cx="838" cy="38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95859BF3-8484-FA81-C7F8-49532E8BA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A</a:t>
              </a:r>
            </a:p>
          </p:txBody>
        </p:sp>
        <p:sp>
          <p:nvSpPr>
            <p:cNvPr id="11270" name="Rectangle 6">
              <a:extLst>
                <a:ext uri="{FF2B5EF4-FFF2-40B4-BE49-F238E27FC236}">
                  <a16:creationId xmlns:a16="http://schemas.microsoft.com/office/drawing/2014/main" id="{5E3F7605-BB34-B8A8-D01E-349E486FE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1299"/>
              <a:ext cx="897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</p:txBody>
        </p:sp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97644921-5C8B-A56A-A3B0-7EFB6B32B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D</a:t>
              </a:r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37A00C59-C84C-75F5-D145-92E4AC19B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1299"/>
              <a:ext cx="838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A7C27457-C30C-A1E1-6122-2D0CA1DFE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C</a:t>
              </a:r>
            </a:p>
          </p:txBody>
        </p:sp>
        <p:sp>
          <p:nvSpPr>
            <p:cNvPr id="11274" name="Rectangle 10">
              <a:extLst>
                <a:ext uri="{FF2B5EF4-FFF2-40B4-BE49-F238E27FC236}">
                  <a16:creationId xmlns:a16="http://schemas.microsoft.com/office/drawing/2014/main" id="{FEC93D4F-5230-0360-D8F5-3943B1313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" y="1299"/>
              <a:ext cx="893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  <a:p>
              <a:endParaRPr lang="en-US" altLang="en-US" sz="1200" b="1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en-US" sz="1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   Mike12345</a:t>
              </a:r>
            </a:p>
          </p:txBody>
        </p:sp>
        <p:sp>
          <p:nvSpPr>
            <p:cNvPr id="11275" name="Rectangle 11">
              <a:extLst>
                <a:ext uri="{FF2B5EF4-FFF2-40B4-BE49-F238E27FC236}">
                  <a16:creationId xmlns:a16="http://schemas.microsoft.com/office/drawing/2014/main" id="{A1885D93-01A0-4CBB-BD5D-DBDD31BF5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latin typeface="Arial" panose="020B0604020202020204" pitchFamily="34" charset="0"/>
                </a:rPr>
                <a:t>Program B</a:t>
              </a:r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D4195390-688F-24A3-FA04-F8D8E655A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847"/>
              <a:ext cx="585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SharedRec</a:t>
              </a:r>
            </a:p>
          </p:txBody>
        </p:sp>
        <p:sp>
          <p:nvSpPr>
            <p:cNvPr id="11277" name="Rectangle 13">
              <a:extLst>
                <a:ext uri="{FF2B5EF4-FFF2-40B4-BE49-F238E27FC236}">
                  <a16:creationId xmlns:a16="http://schemas.microsoft.com/office/drawing/2014/main" id="{92766406-F11C-15F6-6C90-C3281B246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986"/>
              <a:ext cx="752" cy="258"/>
            </a:xfrm>
            <a:prstGeom prst="rect">
              <a:avLst/>
            </a:prstGeom>
            <a:solidFill>
              <a:srgbClr val="E9FFE9"/>
            </a:solidFill>
            <a:ln w="25400">
              <a:solidFill>
                <a:srgbClr val="676767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Mike12345</a:t>
              </a:r>
            </a:p>
          </p:txBody>
        </p:sp>
        <p:sp>
          <p:nvSpPr>
            <p:cNvPr id="11278" name="Line 14">
              <a:extLst>
                <a:ext uri="{FF2B5EF4-FFF2-40B4-BE49-F238E27FC236}">
                  <a16:creationId xmlns:a16="http://schemas.microsoft.com/office/drawing/2014/main" id="{3F12207E-D451-1543-48BC-F11269D51A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874"/>
              <a:ext cx="565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Line 15">
              <a:extLst>
                <a:ext uri="{FF2B5EF4-FFF2-40B4-BE49-F238E27FC236}">
                  <a16:creationId xmlns:a16="http://schemas.microsoft.com/office/drawing/2014/main" id="{D5DAF062-728E-0478-F113-954FB9158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874"/>
              <a:ext cx="0" cy="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Line 16">
              <a:extLst>
                <a:ext uri="{FF2B5EF4-FFF2-40B4-BE49-F238E27FC236}">
                  <a16:creationId xmlns:a16="http://schemas.microsoft.com/office/drawing/2014/main" id="{97E6098C-3DF8-ECDB-1740-8F8F809D6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874"/>
              <a:ext cx="651" cy="291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82" name="AutoShape 18">
            <a:extLst>
              <a:ext uri="{FF2B5EF4-FFF2-40B4-BE49-F238E27FC236}">
                <a16:creationId xmlns:a16="http://schemas.microsoft.com/office/drawing/2014/main" id="{6ECCC556-6555-E4ED-8C55-005C27834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82550"/>
            <a:ext cx="1397000" cy="1195917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D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Program A calls Program D which starts to run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1" name="Group 19">
            <a:extLst>
              <a:ext uri="{FF2B5EF4-FFF2-40B4-BE49-F238E27FC236}">
                <a16:creationId xmlns:a16="http://schemas.microsoft.com/office/drawing/2014/main" id="{D0F1D550-90AF-4026-2A53-519FBA87047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27050"/>
            <a:ext cx="4787900" cy="4108450"/>
            <a:chOff x="144" y="332"/>
            <a:chExt cx="3016" cy="2588"/>
          </a:xfrm>
        </p:grpSpPr>
        <p:sp>
          <p:nvSpPr>
            <p:cNvPr id="13314" name="Rectangle 2">
              <a:extLst>
                <a:ext uri="{FF2B5EF4-FFF2-40B4-BE49-F238E27FC236}">
                  <a16:creationId xmlns:a16="http://schemas.microsoft.com/office/drawing/2014/main" id="{4A655E74-7973-49D7-0458-2707553A8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" y="2356"/>
              <a:ext cx="1840" cy="564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>
                  <a:alpha val="50000"/>
                </a:schemeClr>
              </a:outerShdw>
            </a:effectLst>
          </p:spPr>
          <p:txBody>
            <a:bodyPr wrap="none" lIns="114300" tIns="114300" rIns="114300" bIns="114300">
              <a:spAutoFit/>
            </a:bodyPr>
            <a:lstStyle>
              <a:lvl1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33375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WORKING-STORAGE SECTION.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01 SharedRec IS EXTERNAL.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PartA   PIC X(4).</a:t>
              </a:r>
            </a:p>
            <a:p>
              <a:pPr>
                <a:lnSpc>
                  <a:spcPct val="75000"/>
                </a:lnSpc>
              </a:pPr>
              <a:r>
                <a:rPr lang="en-US" altLang="en-US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02 PartB   PIC 9(5).</a:t>
              </a:r>
            </a:p>
          </p:txBody>
        </p:sp>
        <p:sp useBgFill="1">
          <p:nvSpPr>
            <p:cNvPr id="13315" name="Freeform 3">
              <a:extLst>
                <a:ext uri="{FF2B5EF4-FFF2-40B4-BE49-F238E27FC236}">
                  <a16:creationId xmlns:a16="http://schemas.microsoft.com/office/drawing/2014/main" id="{90D26415-E6D4-54A8-2912-A7D7851F1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" y="1408"/>
              <a:ext cx="2006" cy="394"/>
            </a:xfrm>
            <a:custGeom>
              <a:avLst/>
              <a:gdLst>
                <a:gd name="T0" fmla="*/ 67 w 2006"/>
                <a:gd name="T1" fmla="*/ 98 h 394"/>
                <a:gd name="T2" fmla="*/ 144 w 2006"/>
                <a:gd name="T3" fmla="*/ 60 h 394"/>
                <a:gd name="T4" fmla="*/ 194 w 2006"/>
                <a:gd name="T5" fmla="*/ 74 h 394"/>
                <a:gd name="T6" fmla="*/ 261 w 2006"/>
                <a:gd name="T7" fmla="*/ 70 h 394"/>
                <a:gd name="T8" fmla="*/ 338 w 2006"/>
                <a:gd name="T9" fmla="*/ 60 h 394"/>
                <a:gd name="T10" fmla="*/ 406 w 2006"/>
                <a:gd name="T11" fmla="*/ 28 h 394"/>
                <a:gd name="T12" fmla="*/ 465 w 2006"/>
                <a:gd name="T13" fmla="*/ 60 h 394"/>
                <a:gd name="T14" fmla="*/ 541 w 2006"/>
                <a:gd name="T15" fmla="*/ 60 h 394"/>
                <a:gd name="T16" fmla="*/ 623 w 2006"/>
                <a:gd name="T17" fmla="*/ 42 h 394"/>
                <a:gd name="T18" fmla="*/ 695 w 2006"/>
                <a:gd name="T19" fmla="*/ 70 h 394"/>
                <a:gd name="T20" fmla="*/ 772 w 2006"/>
                <a:gd name="T21" fmla="*/ 98 h 394"/>
                <a:gd name="T22" fmla="*/ 830 w 2006"/>
                <a:gd name="T23" fmla="*/ 51 h 394"/>
                <a:gd name="T24" fmla="*/ 907 w 2006"/>
                <a:gd name="T25" fmla="*/ 23 h 394"/>
                <a:gd name="T26" fmla="*/ 970 w 2006"/>
                <a:gd name="T27" fmla="*/ 70 h 394"/>
                <a:gd name="T28" fmla="*/ 1047 w 2006"/>
                <a:gd name="T29" fmla="*/ 46 h 394"/>
                <a:gd name="T30" fmla="*/ 1133 w 2006"/>
                <a:gd name="T31" fmla="*/ 14 h 394"/>
                <a:gd name="T32" fmla="*/ 1210 w 2006"/>
                <a:gd name="T33" fmla="*/ 4 h 394"/>
                <a:gd name="T34" fmla="*/ 1277 w 2006"/>
                <a:gd name="T35" fmla="*/ 4 h 394"/>
                <a:gd name="T36" fmla="*/ 1354 w 2006"/>
                <a:gd name="T37" fmla="*/ 4 h 394"/>
                <a:gd name="T38" fmla="*/ 1426 w 2006"/>
                <a:gd name="T39" fmla="*/ 18 h 394"/>
                <a:gd name="T40" fmla="*/ 1517 w 2006"/>
                <a:gd name="T41" fmla="*/ 60 h 394"/>
                <a:gd name="T42" fmla="*/ 1589 w 2006"/>
                <a:gd name="T43" fmla="*/ 46 h 394"/>
                <a:gd name="T44" fmla="*/ 1657 w 2006"/>
                <a:gd name="T45" fmla="*/ 14 h 394"/>
                <a:gd name="T46" fmla="*/ 1725 w 2006"/>
                <a:gd name="T47" fmla="*/ 32 h 394"/>
                <a:gd name="T48" fmla="*/ 1797 w 2006"/>
                <a:gd name="T49" fmla="*/ 51 h 394"/>
                <a:gd name="T50" fmla="*/ 1869 w 2006"/>
                <a:gd name="T51" fmla="*/ 42 h 394"/>
                <a:gd name="T52" fmla="*/ 1937 w 2006"/>
                <a:gd name="T53" fmla="*/ 23 h 394"/>
                <a:gd name="T54" fmla="*/ 2005 w 2006"/>
                <a:gd name="T55" fmla="*/ 0 h 394"/>
                <a:gd name="T56" fmla="*/ 1955 w 2006"/>
                <a:gd name="T57" fmla="*/ 346 h 394"/>
                <a:gd name="T58" fmla="*/ 1914 w 2006"/>
                <a:gd name="T59" fmla="*/ 276 h 394"/>
                <a:gd name="T60" fmla="*/ 1874 w 2006"/>
                <a:gd name="T61" fmla="*/ 205 h 394"/>
                <a:gd name="T62" fmla="*/ 1837 w 2006"/>
                <a:gd name="T63" fmla="*/ 163 h 394"/>
                <a:gd name="T64" fmla="*/ 1824 w 2006"/>
                <a:gd name="T65" fmla="*/ 238 h 394"/>
                <a:gd name="T66" fmla="*/ 1770 w 2006"/>
                <a:gd name="T67" fmla="*/ 210 h 394"/>
                <a:gd name="T68" fmla="*/ 1702 w 2006"/>
                <a:gd name="T69" fmla="*/ 145 h 394"/>
                <a:gd name="T70" fmla="*/ 1652 w 2006"/>
                <a:gd name="T71" fmla="*/ 177 h 394"/>
                <a:gd name="T72" fmla="*/ 1589 w 2006"/>
                <a:gd name="T73" fmla="*/ 191 h 394"/>
                <a:gd name="T74" fmla="*/ 1535 w 2006"/>
                <a:gd name="T75" fmla="*/ 135 h 394"/>
                <a:gd name="T76" fmla="*/ 1463 w 2006"/>
                <a:gd name="T77" fmla="*/ 93 h 394"/>
                <a:gd name="T78" fmla="*/ 1408 w 2006"/>
                <a:gd name="T79" fmla="*/ 79 h 394"/>
                <a:gd name="T80" fmla="*/ 1345 w 2006"/>
                <a:gd name="T81" fmla="*/ 102 h 394"/>
                <a:gd name="T82" fmla="*/ 1282 w 2006"/>
                <a:gd name="T83" fmla="*/ 112 h 394"/>
                <a:gd name="T84" fmla="*/ 1192 w 2006"/>
                <a:gd name="T85" fmla="*/ 116 h 394"/>
                <a:gd name="T86" fmla="*/ 1119 w 2006"/>
                <a:gd name="T87" fmla="*/ 154 h 394"/>
                <a:gd name="T88" fmla="*/ 1038 w 2006"/>
                <a:gd name="T89" fmla="*/ 98 h 394"/>
                <a:gd name="T90" fmla="*/ 966 w 2006"/>
                <a:gd name="T91" fmla="*/ 126 h 394"/>
                <a:gd name="T92" fmla="*/ 907 w 2006"/>
                <a:gd name="T93" fmla="*/ 149 h 394"/>
                <a:gd name="T94" fmla="*/ 835 w 2006"/>
                <a:gd name="T95" fmla="*/ 145 h 394"/>
                <a:gd name="T96" fmla="*/ 763 w 2006"/>
                <a:gd name="T97" fmla="*/ 182 h 394"/>
                <a:gd name="T98" fmla="*/ 690 w 2006"/>
                <a:gd name="T99" fmla="*/ 173 h 394"/>
                <a:gd name="T100" fmla="*/ 614 w 2006"/>
                <a:gd name="T101" fmla="*/ 116 h 394"/>
                <a:gd name="T102" fmla="*/ 555 w 2006"/>
                <a:gd name="T103" fmla="*/ 135 h 394"/>
                <a:gd name="T104" fmla="*/ 469 w 2006"/>
                <a:gd name="T105" fmla="*/ 112 h 394"/>
                <a:gd name="T106" fmla="*/ 406 w 2006"/>
                <a:gd name="T107" fmla="*/ 126 h 394"/>
                <a:gd name="T108" fmla="*/ 334 w 2006"/>
                <a:gd name="T109" fmla="*/ 131 h 394"/>
                <a:gd name="T110" fmla="*/ 257 w 2006"/>
                <a:gd name="T111" fmla="*/ 145 h 394"/>
                <a:gd name="T112" fmla="*/ 180 w 2006"/>
                <a:gd name="T113" fmla="*/ 163 h 394"/>
                <a:gd name="T114" fmla="*/ 108 w 2006"/>
                <a:gd name="T115" fmla="*/ 187 h 394"/>
                <a:gd name="T116" fmla="*/ 58 w 2006"/>
                <a:gd name="T117" fmla="*/ 224 h 394"/>
                <a:gd name="T118" fmla="*/ 0 w 2006"/>
                <a:gd name="T119" fmla="*/ 9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06" h="394">
                  <a:moveTo>
                    <a:pt x="0" y="93"/>
                  </a:moveTo>
                  <a:lnTo>
                    <a:pt x="18" y="98"/>
                  </a:lnTo>
                  <a:lnTo>
                    <a:pt x="31" y="98"/>
                  </a:lnTo>
                  <a:lnTo>
                    <a:pt x="49" y="98"/>
                  </a:lnTo>
                  <a:lnTo>
                    <a:pt x="67" y="98"/>
                  </a:lnTo>
                  <a:lnTo>
                    <a:pt x="81" y="93"/>
                  </a:lnTo>
                  <a:lnTo>
                    <a:pt x="94" y="79"/>
                  </a:lnTo>
                  <a:lnTo>
                    <a:pt x="108" y="60"/>
                  </a:lnTo>
                  <a:lnTo>
                    <a:pt x="117" y="42"/>
                  </a:lnTo>
                  <a:lnTo>
                    <a:pt x="144" y="60"/>
                  </a:lnTo>
                  <a:lnTo>
                    <a:pt x="149" y="74"/>
                  </a:lnTo>
                  <a:lnTo>
                    <a:pt x="162" y="88"/>
                  </a:lnTo>
                  <a:lnTo>
                    <a:pt x="176" y="93"/>
                  </a:lnTo>
                  <a:lnTo>
                    <a:pt x="189" y="88"/>
                  </a:lnTo>
                  <a:lnTo>
                    <a:pt x="194" y="74"/>
                  </a:lnTo>
                  <a:lnTo>
                    <a:pt x="207" y="74"/>
                  </a:lnTo>
                  <a:lnTo>
                    <a:pt x="221" y="70"/>
                  </a:lnTo>
                  <a:lnTo>
                    <a:pt x="234" y="60"/>
                  </a:lnTo>
                  <a:lnTo>
                    <a:pt x="252" y="56"/>
                  </a:lnTo>
                  <a:lnTo>
                    <a:pt x="261" y="70"/>
                  </a:lnTo>
                  <a:lnTo>
                    <a:pt x="275" y="70"/>
                  </a:lnTo>
                  <a:lnTo>
                    <a:pt x="289" y="65"/>
                  </a:lnTo>
                  <a:lnTo>
                    <a:pt x="302" y="60"/>
                  </a:lnTo>
                  <a:lnTo>
                    <a:pt x="316" y="70"/>
                  </a:lnTo>
                  <a:lnTo>
                    <a:pt x="338" y="60"/>
                  </a:lnTo>
                  <a:lnTo>
                    <a:pt x="356" y="56"/>
                  </a:lnTo>
                  <a:lnTo>
                    <a:pt x="370" y="51"/>
                  </a:lnTo>
                  <a:lnTo>
                    <a:pt x="379" y="37"/>
                  </a:lnTo>
                  <a:lnTo>
                    <a:pt x="392" y="32"/>
                  </a:lnTo>
                  <a:lnTo>
                    <a:pt x="406" y="28"/>
                  </a:lnTo>
                  <a:lnTo>
                    <a:pt x="419" y="23"/>
                  </a:lnTo>
                  <a:lnTo>
                    <a:pt x="433" y="32"/>
                  </a:lnTo>
                  <a:lnTo>
                    <a:pt x="447" y="42"/>
                  </a:lnTo>
                  <a:lnTo>
                    <a:pt x="451" y="56"/>
                  </a:lnTo>
                  <a:lnTo>
                    <a:pt x="465" y="60"/>
                  </a:lnTo>
                  <a:lnTo>
                    <a:pt x="478" y="74"/>
                  </a:lnTo>
                  <a:lnTo>
                    <a:pt x="492" y="84"/>
                  </a:lnTo>
                  <a:lnTo>
                    <a:pt x="505" y="88"/>
                  </a:lnTo>
                  <a:lnTo>
                    <a:pt x="523" y="74"/>
                  </a:lnTo>
                  <a:lnTo>
                    <a:pt x="541" y="60"/>
                  </a:lnTo>
                  <a:lnTo>
                    <a:pt x="555" y="51"/>
                  </a:lnTo>
                  <a:lnTo>
                    <a:pt x="578" y="51"/>
                  </a:lnTo>
                  <a:lnTo>
                    <a:pt x="596" y="42"/>
                  </a:lnTo>
                  <a:lnTo>
                    <a:pt x="609" y="42"/>
                  </a:lnTo>
                  <a:lnTo>
                    <a:pt x="623" y="42"/>
                  </a:lnTo>
                  <a:lnTo>
                    <a:pt x="641" y="51"/>
                  </a:lnTo>
                  <a:lnTo>
                    <a:pt x="654" y="46"/>
                  </a:lnTo>
                  <a:lnTo>
                    <a:pt x="668" y="60"/>
                  </a:lnTo>
                  <a:lnTo>
                    <a:pt x="681" y="70"/>
                  </a:lnTo>
                  <a:lnTo>
                    <a:pt x="695" y="70"/>
                  </a:lnTo>
                  <a:lnTo>
                    <a:pt x="708" y="79"/>
                  </a:lnTo>
                  <a:lnTo>
                    <a:pt x="722" y="84"/>
                  </a:lnTo>
                  <a:lnTo>
                    <a:pt x="740" y="88"/>
                  </a:lnTo>
                  <a:lnTo>
                    <a:pt x="754" y="93"/>
                  </a:lnTo>
                  <a:lnTo>
                    <a:pt x="772" y="98"/>
                  </a:lnTo>
                  <a:lnTo>
                    <a:pt x="785" y="93"/>
                  </a:lnTo>
                  <a:lnTo>
                    <a:pt x="799" y="84"/>
                  </a:lnTo>
                  <a:lnTo>
                    <a:pt x="812" y="74"/>
                  </a:lnTo>
                  <a:lnTo>
                    <a:pt x="817" y="60"/>
                  </a:lnTo>
                  <a:lnTo>
                    <a:pt x="830" y="51"/>
                  </a:lnTo>
                  <a:lnTo>
                    <a:pt x="848" y="42"/>
                  </a:lnTo>
                  <a:lnTo>
                    <a:pt x="867" y="37"/>
                  </a:lnTo>
                  <a:lnTo>
                    <a:pt x="880" y="32"/>
                  </a:lnTo>
                  <a:lnTo>
                    <a:pt x="894" y="28"/>
                  </a:lnTo>
                  <a:lnTo>
                    <a:pt x="907" y="23"/>
                  </a:lnTo>
                  <a:lnTo>
                    <a:pt x="921" y="23"/>
                  </a:lnTo>
                  <a:lnTo>
                    <a:pt x="930" y="37"/>
                  </a:lnTo>
                  <a:lnTo>
                    <a:pt x="939" y="51"/>
                  </a:lnTo>
                  <a:lnTo>
                    <a:pt x="957" y="60"/>
                  </a:lnTo>
                  <a:lnTo>
                    <a:pt x="970" y="70"/>
                  </a:lnTo>
                  <a:lnTo>
                    <a:pt x="988" y="60"/>
                  </a:lnTo>
                  <a:lnTo>
                    <a:pt x="1002" y="60"/>
                  </a:lnTo>
                  <a:lnTo>
                    <a:pt x="1016" y="56"/>
                  </a:lnTo>
                  <a:lnTo>
                    <a:pt x="1029" y="56"/>
                  </a:lnTo>
                  <a:lnTo>
                    <a:pt x="1047" y="46"/>
                  </a:lnTo>
                  <a:lnTo>
                    <a:pt x="1061" y="42"/>
                  </a:lnTo>
                  <a:lnTo>
                    <a:pt x="1074" y="32"/>
                  </a:lnTo>
                  <a:lnTo>
                    <a:pt x="1097" y="32"/>
                  </a:lnTo>
                  <a:lnTo>
                    <a:pt x="1115" y="23"/>
                  </a:lnTo>
                  <a:lnTo>
                    <a:pt x="1133" y="14"/>
                  </a:lnTo>
                  <a:lnTo>
                    <a:pt x="1147" y="4"/>
                  </a:lnTo>
                  <a:lnTo>
                    <a:pt x="1165" y="14"/>
                  </a:lnTo>
                  <a:lnTo>
                    <a:pt x="1178" y="23"/>
                  </a:lnTo>
                  <a:lnTo>
                    <a:pt x="1192" y="14"/>
                  </a:lnTo>
                  <a:lnTo>
                    <a:pt x="1210" y="4"/>
                  </a:lnTo>
                  <a:lnTo>
                    <a:pt x="1223" y="9"/>
                  </a:lnTo>
                  <a:lnTo>
                    <a:pt x="1241" y="18"/>
                  </a:lnTo>
                  <a:lnTo>
                    <a:pt x="1255" y="18"/>
                  </a:lnTo>
                  <a:lnTo>
                    <a:pt x="1264" y="4"/>
                  </a:lnTo>
                  <a:lnTo>
                    <a:pt x="1277" y="4"/>
                  </a:lnTo>
                  <a:lnTo>
                    <a:pt x="1291" y="4"/>
                  </a:lnTo>
                  <a:lnTo>
                    <a:pt x="1305" y="4"/>
                  </a:lnTo>
                  <a:lnTo>
                    <a:pt x="1318" y="4"/>
                  </a:lnTo>
                  <a:lnTo>
                    <a:pt x="1332" y="0"/>
                  </a:lnTo>
                  <a:lnTo>
                    <a:pt x="1354" y="4"/>
                  </a:lnTo>
                  <a:lnTo>
                    <a:pt x="1368" y="4"/>
                  </a:lnTo>
                  <a:lnTo>
                    <a:pt x="1386" y="14"/>
                  </a:lnTo>
                  <a:lnTo>
                    <a:pt x="1399" y="14"/>
                  </a:lnTo>
                  <a:lnTo>
                    <a:pt x="1413" y="14"/>
                  </a:lnTo>
                  <a:lnTo>
                    <a:pt x="1426" y="18"/>
                  </a:lnTo>
                  <a:lnTo>
                    <a:pt x="1445" y="23"/>
                  </a:lnTo>
                  <a:lnTo>
                    <a:pt x="1458" y="23"/>
                  </a:lnTo>
                  <a:lnTo>
                    <a:pt x="1472" y="28"/>
                  </a:lnTo>
                  <a:lnTo>
                    <a:pt x="1494" y="42"/>
                  </a:lnTo>
                  <a:lnTo>
                    <a:pt x="1517" y="60"/>
                  </a:lnTo>
                  <a:lnTo>
                    <a:pt x="1530" y="60"/>
                  </a:lnTo>
                  <a:lnTo>
                    <a:pt x="1544" y="60"/>
                  </a:lnTo>
                  <a:lnTo>
                    <a:pt x="1557" y="56"/>
                  </a:lnTo>
                  <a:lnTo>
                    <a:pt x="1571" y="51"/>
                  </a:lnTo>
                  <a:lnTo>
                    <a:pt x="1589" y="46"/>
                  </a:lnTo>
                  <a:lnTo>
                    <a:pt x="1603" y="42"/>
                  </a:lnTo>
                  <a:lnTo>
                    <a:pt x="1612" y="28"/>
                  </a:lnTo>
                  <a:lnTo>
                    <a:pt x="1625" y="23"/>
                  </a:lnTo>
                  <a:lnTo>
                    <a:pt x="1639" y="14"/>
                  </a:lnTo>
                  <a:lnTo>
                    <a:pt x="1657" y="14"/>
                  </a:lnTo>
                  <a:lnTo>
                    <a:pt x="1675" y="32"/>
                  </a:lnTo>
                  <a:lnTo>
                    <a:pt x="1679" y="51"/>
                  </a:lnTo>
                  <a:lnTo>
                    <a:pt x="1697" y="37"/>
                  </a:lnTo>
                  <a:lnTo>
                    <a:pt x="1711" y="32"/>
                  </a:lnTo>
                  <a:lnTo>
                    <a:pt x="1725" y="32"/>
                  </a:lnTo>
                  <a:lnTo>
                    <a:pt x="1738" y="37"/>
                  </a:lnTo>
                  <a:lnTo>
                    <a:pt x="1752" y="32"/>
                  </a:lnTo>
                  <a:lnTo>
                    <a:pt x="1765" y="28"/>
                  </a:lnTo>
                  <a:lnTo>
                    <a:pt x="1783" y="42"/>
                  </a:lnTo>
                  <a:lnTo>
                    <a:pt x="1797" y="51"/>
                  </a:lnTo>
                  <a:lnTo>
                    <a:pt x="1810" y="42"/>
                  </a:lnTo>
                  <a:lnTo>
                    <a:pt x="1824" y="42"/>
                  </a:lnTo>
                  <a:lnTo>
                    <a:pt x="1837" y="56"/>
                  </a:lnTo>
                  <a:lnTo>
                    <a:pt x="1851" y="42"/>
                  </a:lnTo>
                  <a:lnTo>
                    <a:pt x="1869" y="42"/>
                  </a:lnTo>
                  <a:lnTo>
                    <a:pt x="1883" y="51"/>
                  </a:lnTo>
                  <a:lnTo>
                    <a:pt x="1896" y="51"/>
                  </a:lnTo>
                  <a:lnTo>
                    <a:pt x="1910" y="37"/>
                  </a:lnTo>
                  <a:lnTo>
                    <a:pt x="1923" y="28"/>
                  </a:lnTo>
                  <a:lnTo>
                    <a:pt x="1937" y="23"/>
                  </a:lnTo>
                  <a:lnTo>
                    <a:pt x="1950" y="28"/>
                  </a:lnTo>
                  <a:lnTo>
                    <a:pt x="1964" y="23"/>
                  </a:lnTo>
                  <a:lnTo>
                    <a:pt x="1977" y="14"/>
                  </a:lnTo>
                  <a:lnTo>
                    <a:pt x="1991" y="4"/>
                  </a:lnTo>
                  <a:lnTo>
                    <a:pt x="2005" y="0"/>
                  </a:lnTo>
                  <a:lnTo>
                    <a:pt x="2005" y="393"/>
                  </a:lnTo>
                  <a:lnTo>
                    <a:pt x="1991" y="388"/>
                  </a:lnTo>
                  <a:lnTo>
                    <a:pt x="1977" y="374"/>
                  </a:lnTo>
                  <a:lnTo>
                    <a:pt x="1964" y="360"/>
                  </a:lnTo>
                  <a:lnTo>
                    <a:pt x="1955" y="346"/>
                  </a:lnTo>
                  <a:lnTo>
                    <a:pt x="1950" y="332"/>
                  </a:lnTo>
                  <a:lnTo>
                    <a:pt x="1946" y="318"/>
                  </a:lnTo>
                  <a:lnTo>
                    <a:pt x="1932" y="299"/>
                  </a:lnTo>
                  <a:lnTo>
                    <a:pt x="1928" y="285"/>
                  </a:lnTo>
                  <a:lnTo>
                    <a:pt x="1914" y="276"/>
                  </a:lnTo>
                  <a:lnTo>
                    <a:pt x="1914" y="262"/>
                  </a:lnTo>
                  <a:lnTo>
                    <a:pt x="1905" y="247"/>
                  </a:lnTo>
                  <a:lnTo>
                    <a:pt x="1896" y="233"/>
                  </a:lnTo>
                  <a:lnTo>
                    <a:pt x="1887" y="219"/>
                  </a:lnTo>
                  <a:lnTo>
                    <a:pt x="1874" y="205"/>
                  </a:lnTo>
                  <a:lnTo>
                    <a:pt x="1860" y="191"/>
                  </a:lnTo>
                  <a:lnTo>
                    <a:pt x="1860" y="177"/>
                  </a:lnTo>
                  <a:lnTo>
                    <a:pt x="1851" y="163"/>
                  </a:lnTo>
                  <a:lnTo>
                    <a:pt x="1842" y="149"/>
                  </a:lnTo>
                  <a:lnTo>
                    <a:pt x="1837" y="163"/>
                  </a:lnTo>
                  <a:lnTo>
                    <a:pt x="1828" y="182"/>
                  </a:lnTo>
                  <a:lnTo>
                    <a:pt x="1824" y="196"/>
                  </a:lnTo>
                  <a:lnTo>
                    <a:pt x="1824" y="210"/>
                  </a:lnTo>
                  <a:lnTo>
                    <a:pt x="1824" y="224"/>
                  </a:lnTo>
                  <a:lnTo>
                    <a:pt x="1824" y="238"/>
                  </a:lnTo>
                  <a:lnTo>
                    <a:pt x="1819" y="252"/>
                  </a:lnTo>
                  <a:lnTo>
                    <a:pt x="1815" y="266"/>
                  </a:lnTo>
                  <a:lnTo>
                    <a:pt x="1797" y="247"/>
                  </a:lnTo>
                  <a:lnTo>
                    <a:pt x="1783" y="229"/>
                  </a:lnTo>
                  <a:lnTo>
                    <a:pt x="1770" y="210"/>
                  </a:lnTo>
                  <a:lnTo>
                    <a:pt x="1752" y="196"/>
                  </a:lnTo>
                  <a:lnTo>
                    <a:pt x="1738" y="182"/>
                  </a:lnTo>
                  <a:lnTo>
                    <a:pt x="1725" y="168"/>
                  </a:lnTo>
                  <a:lnTo>
                    <a:pt x="1715" y="154"/>
                  </a:lnTo>
                  <a:lnTo>
                    <a:pt x="1702" y="145"/>
                  </a:lnTo>
                  <a:lnTo>
                    <a:pt x="1693" y="131"/>
                  </a:lnTo>
                  <a:lnTo>
                    <a:pt x="1679" y="145"/>
                  </a:lnTo>
                  <a:lnTo>
                    <a:pt x="1675" y="163"/>
                  </a:lnTo>
                  <a:lnTo>
                    <a:pt x="1666" y="177"/>
                  </a:lnTo>
                  <a:lnTo>
                    <a:pt x="1652" y="177"/>
                  </a:lnTo>
                  <a:lnTo>
                    <a:pt x="1634" y="163"/>
                  </a:lnTo>
                  <a:lnTo>
                    <a:pt x="1621" y="163"/>
                  </a:lnTo>
                  <a:lnTo>
                    <a:pt x="1607" y="154"/>
                  </a:lnTo>
                  <a:lnTo>
                    <a:pt x="1603" y="173"/>
                  </a:lnTo>
                  <a:lnTo>
                    <a:pt x="1589" y="191"/>
                  </a:lnTo>
                  <a:lnTo>
                    <a:pt x="1585" y="177"/>
                  </a:lnTo>
                  <a:lnTo>
                    <a:pt x="1576" y="163"/>
                  </a:lnTo>
                  <a:lnTo>
                    <a:pt x="1566" y="149"/>
                  </a:lnTo>
                  <a:lnTo>
                    <a:pt x="1553" y="145"/>
                  </a:lnTo>
                  <a:lnTo>
                    <a:pt x="1535" y="135"/>
                  </a:lnTo>
                  <a:lnTo>
                    <a:pt x="1517" y="131"/>
                  </a:lnTo>
                  <a:lnTo>
                    <a:pt x="1503" y="126"/>
                  </a:lnTo>
                  <a:lnTo>
                    <a:pt x="1490" y="116"/>
                  </a:lnTo>
                  <a:lnTo>
                    <a:pt x="1472" y="107"/>
                  </a:lnTo>
                  <a:lnTo>
                    <a:pt x="1463" y="93"/>
                  </a:lnTo>
                  <a:lnTo>
                    <a:pt x="1449" y="93"/>
                  </a:lnTo>
                  <a:lnTo>
                    <a:pt x="1436" y="98"/>
                  </a:lnTo>
                  <a:lnTo>
                    <a:pt x="1422" y="107"/>
                  </a:lnTo>
                  <a:lnTo>
                    <a:pt x="1417" y="93"/>
                  </a:lnTo>
                  <a:lnTo>
                    <a:pt x="1408" y="79"/>
                  </a:lnTo>
                  <a:lnTo>
                    <a:pt x="1395" y="70"/>
                  </a:lnTo>
                  <a:lnTo>
                    <a:pt x="1381" y="60"/>
                  </a:lnTo>
                  <a:lnTo>
                    <a:pt x="1363" y="74"/>
                  </a:lnTo>
                  <a:lnTo>
                    <a:pt x="1354" y="88"/>
                  </a:lnTo>
                  <a:lnTo>
                    <a:pt x="1345" y="102"/>
                  </a:lnTo>
                  <a:lnTo>
                    <a:pt x="1332" y="112"/>
                  </a:lnTo>
                  <a:lnTo>
                    <a:pt x="1318" y="107"/>
                  </a:lnTo>
                  <a:lnTo>
                    <a:pt x="1305" y="98"/>
                  </a:lnTo>
                  <a:lnTo>
                    <a:pt x="1291" y="98"/>
                  </a:lnTo>
                  <a:lnTo>
                    <a:pt x="1282" y="112"/>
                  </a:lnTo>
                  <a:lnTo>
                    <a:pt x="1268" y="107"/>
                  </a:lnTo>
                  <a:lnTo>
                    <a:pt x="1246" y="93"/>
                  </a:lnTo>
                  <a:lnTo>
                    <a:pt x="1228" y="93"/>
                  </a:lnTo>
                  <a:lnTo>
                    <a:pt x="1210" y="102"/>
                  </a:lnTo>
                  <a:lnTo>
                    <a:pt x="1192" y="116"/>
                  </a:lnTo>
                  <a:lnTo>
                    <a:pt x="1178" y="121"/>
                  </a:lnTo>
                  <a:lnTo>
                    <a:pt x="1165" y="131"/>
                  </a:lnTo>
                  <a:lnTo>
                    <a:pt x="1151" y="135"/>
                  </a:lnTo>
                  <a:lnTo>
                    <a:pt x="1137" y="145"/>
                  </a:lnTo>
                  <a:lnTo>
                    <a:pt x="1119" y="154"/>
                  </a:lnTo>
                  <a:lnTo>
                    <a:pt x="1101" y="145"/>
                  </a:lnTo>
                  <a:lnTo>
                    <a:pt x="1083" y="131"/>
                  </a:lnTo>
                  <a:lnTo>
                    <a:pt x="1065" y="121"/>
                  </a:lnTo>
                  <a:lnTo>
                    <a:pt x="1052" y="107"/>
                  </a:lnTo>
                  <a:lnTo>
                    <a:pt x="1038" y="98"/>
                  </a:lnTo>
                  <a:lnTo>
                    <a:pt x="1029" y="116"/>
                  </a:lnTo>
                  <a:lnTo>
                    <a:pt x="1016" y="126"/>
                  </a:lnTo>
                  <a:lnTo>
                    <a:pt x="993" y="121"/>
                  </a:lnTo>
                  <a:lnTo>
                    <a:pt x="979" y="116"/>
                  </a:lnTo>
                  <a:lnTo>
                    <a:pt x="966" y="126"/>
                  </a:lnTo>
                  <a:lnTo>
                    <a:pt x="952" y="116"/>
                  </a:lnTo>
                  <a:lnTo>
                    <a:pt x="943" y="131"/>
                  </a:lnTo>
                  <a:lnTo>
                    <a:pt x="934" y="145"/>
                  </a:lnTo>
                  <a:lnTo>
                    <a:pt x="921" y="140"/>
                  </a:lnTo>
                  <a:lnTo>
                    <a:pt x="907" y="149"/>
                  </a:lnTo>
                  <a:lnTo>
                    <a:pt x="885" y="145"/>
                  </a:lnTo>
                  <a:lnTo>
                    <a:pt x="880" y="131"/>
                  </a:lnTo>
                  <a:lnTo>
                    <a:pt x="867" y="116"/>
                  </a:lnTo>
                  <a:lnTo>
                    <a:pt x="848" y="131"/>
                  </a:lnTo>
                  <a:lnTo>
                    <a:pt x="835" y="145"/>
                  </a:lnTo>
                  <a:lnTo>
                    <a:pt x="817" y="159"/>
                  </a:lnTo>
                  <a:lnTo>
                    <a:pt x="803" y="168"/>
                  </a:lnTo>
                  <a:lnTo>
                    <a:pt x="790" y="173"/>
                  </a:lnTo>
                  <a:lnTo>
                    <a:pt x="776" y="177"/>
                  </a:lnTo>
                  <a:lnTo>
                    <a:pt x="763" y="182"/>
                  </a:lnTo>
                  <a:lnTo>
                    <a:pt x="749" y="182"/>
                  </a:lnTo>
                  <a:lnTo>
                    <a:pt x="736" y="191"/>
                  </a:lnTo>
                  <a:lnTo>
                    <a:pt x="722" y="187"/>
                  </a:lnTo>
                  <a:lnTo>
                    <a:pt x="704" y="182"/>
                  </a:lnTo>
                  <a:lnTo>
                    <a:pt x="690" y="173"/>
                  </a:lnTo>
                  <a:lnTo>
                    <a:pt x="677" y="168"/>
                  </a:lnTo>
                  <a:lnTo>
                    <a:pt x="659" y="154"/>
                  </a:lnTo>
                  <a:lnTo>
                    <a:pt x="645" y="145"/>
                  </a:lnTo>
                  <a:lnTo>
                    <a:pt x="627" y="126"/>
                  </a:lnTo>
                  <a:lnTo>
                    <a:pt x="614" y="116"/>
                  </a:lnTo>
                  <a:lnTo>
                    <a:pt x="600" y="112"/>
                  </a:lnTo>
                  <a:lnTo>
                    <a:pt x="587" y="107"/>
                  </a:lnTo>
                  <a:lnTo>
                    <a:pt x="573" y="112"/>
                  </a:lnTo>
                  <a:lnTo>
                    <a:pt x="559" y="121"/>
                  </a:lnTo>
                  <a:lnTo>
                    <a:pt x="555" y="135"/>
                  </a:lnTo>
                  <a:lnTo>
                    <a:pt x="541" y="140"/>
                  </a:lnTo>
                  <a:lnTo>
                    <a:pt x="523" y="135"/>
                  </a:lnTo>
                  <a:lnTo>
                    <a:pt x="505" y="131"/>
                  </a:lnTo>
                  <a:lnTo>
                    <a:pt x="487" y="121"/>
                  </a:lnTo>
                  <a:lnTo>
                    <a:pt x="469" y="112"/>
                  </a:lnTo>
                  <a:lnTo>
                    <a:pt x="451" y="112"/>
                  </a:lnTo>
                  <a:lnTo>
                    <a:pt x="438" y="98"/>
                  </a:lnTo>
                  <a:lnTo>
                    <a:pt x="424" y="98"/>
                  </a:lnTo>
                  <a:lnTo>
                    <a:pt x="415" y="112"/>
                  </a:lnTo>
                  <a:lnTo>
                    <a:pt x="406" y="126"/>
                  </a:lnTo>
                  <a:lnTo>
                    <a:pt x="392" y="131"/>
                  </a:lnTo>
                  <a:lnTo>
                    <a:pt x="379" y="131"/>
                  </a:lnTo>
                  <a:lnTo>
                    <a:pt x="361" y="126"/>
                  </a:lnTo>
                  <a:lnTo>
                    <a:pt x="347" y="126"/>
                  </a:lnTo>
                  <a:lnTo>
                    <a:pt x="334" y="131"/>
                  </a:lnTo>
                  <a:lnTo>
                    <a:pt x="320" y="145"/>
                  </a:lnTo>
                  <a:lnTo>
                    <a:pt x="307" y="145"/>
                  </a:lnTo>
                  <a:lnTo>
                    <a:pt x="289" y="149"/>
                  </a:lnTo>
                  <a:lnTo>
                    <a:pt x="270" y="154"/>
                  </a:lnTo>
                  <a:lnTo>
                    <a:pt x="257" y="145"/>
                  </a:lnTo>
                  <a:lnTo>
                    <a:pt x="243" y="145"/>
                  </a:lnTo>
                  <a:lnTo>
                    <a:pt x="230" y="154"/>
                  </a:lnTo>
                  <a:lnTo>
                    <a:pt x="216" y="154"/>
                  </a:lnTo>
                  <a:lnTo>
                    <a:pt x="198" y="154"/>
                  </a:lnTo>
                  <a:lnTo>
                    <a:pt x="180" y="163"/>
                  </a:lnTo>
                  <a:lnTo>
                    <a:pt x="167" y="168"/>
                  </a:lnTo>
                  <a:lnTo>
                    <a:pt x="149" y="163"/>
                  </a:lnTo>
                  <a:lnTo>
                    <a:pt x="135" y="173"/>
                  </a:lnTo>
                  <a:lnTo>
                    <a:pt x="121" y="177"/>
                  </a:lnTo>
                  <a:lnTo>
                    <a:pt x="108" y="187"/>
                  </a:lnTo>
                  <a:lnTo>
                    <a:pt x="103" y="201"/>
                  </a:lnTo>
                  <a:lnTo>
                    <a:pt x="90" y="205"/>
                  </a:lnTo>
                  <a:lnTo>
                    <a:pt x="85" y="219"/>
                  </a:lnTo>
                  <a:lnTo>
                    <a:pt x="72" y="224"/>
                  </a:lnTo>
                  <a:lnTo>
                    <a:pt x="58" y="224"/>
                  </a:lnTo>
                  <a:lnTo>
                    <a:pt x="45" y="229"/>
                  </a:lnTo>
                  <a:lnTo>
                    <a:pt x="31" y="233"/>
                  </a:lnTo>
                  <a:lnTo>
                    <a:pt x="18" y="238"/>
                  </a:lnTo>
                  <a:lnTo>
                    <a:pt x="4" y="247"/>
                  </a:lnTo>
                  <a:lnTo>
                    <a:pt x="0" y="93"/>
                  </a:lnTo>
                </a:path>
              </a:pathLst>
            </a:cu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6" name="Rectangle 4">
              <a:extLst>
                <a:ext uri="{FF2B5EF4-FFF2-40B4-BE49-F238E27FC236}">
                  <a16:creationId xmlns:a16="http://schemas.microsoft.com/office/drawing/2014/main" id="{24A5087E-7393-0990-93E0-FE5D5C4DD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484"/>
              <a:ext cx="838" cy="38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7" name="Rectangle 5">
              <a:extLst>
                <a:ext uri="{FF2B5EF4-FFF2-40B4-BE49-F238E27FC236}">
                  <a16:creationId xmlns:a16="http://schemas.microsoft.com/office/drawing/2014/main" id="{14BD538E-3C66-53D6-9D2F-7307FD7A1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A</a:t>
              </a:r>
            </a:p>
          </p:txBody>
        </p:sp>
        <p:sp>
          <p:nvSpPr>
            <p:cNvPr id="13318" name="Rectangle 6">
              <a:extLst>
                <a:ext uri="{FF2B5EF4-FFF2-40B4-BE49-F238E27FC236}">
                  <a16:creationId xmlns:a16="http://schemas.microsoft.com/office/drawing/2014/main" id="{912EA1E9-EB3E-DC85-7CC3-C2F6EE3BD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1299"/>
              <a:ext cx="897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FF33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  <a:p>
              <a:endParaRPr lang="en-US" altLang="en-US" sz="1200" b="1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en-US" sz="1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Mike12345</a:t>
              </a:r>
            </a:p>
          </p:txBody>
        </p:sp>
        <p:sp>
          <p:nvSpPr>
            <p:cNvPr id="13319" name="Rectangle 7">
              <a:extLst>
                <a:ext uri="{FF2B5EF4-FFF2-40B4-BE49-F238E27FC236}">
                  <a16:creationId xmlns:a16="http://schemas.microsoft.com/office/drawing/2014/main" id="{F136C91B-0717-6A7F-1F11-FF0302B57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Program D</a:t>
              </a:r>
            </a:p>
          </p:txBody>
        </p:sp>
        <p:sp>
          <p:nvSpPr>
            <p:cNvPr id="13320" name="Rectangle 8">
              <a:extLst>
                <a:ext uri="{FF2B5EF4-FFF2-40B4-BE49-F238E27FC236}">
                  <a16:creationId xmlns:a16="http://schemas.microsoft.com/office/drawing/2014/main" id="{51C0224D-A04B-EFBC-545A-B418FEA5F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1299"/>
              <a:ext cx="838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1" name="Rectangle 9">
              <a:extLst>
                <a:ext uri="{FF2B5EF4-FFF2-40B4-BE49-F238E27FC236}">
                  <a16:creationId xmlns:a16="http://schemas.microsoft.com/office/drawing/2014/main" id="{F7F9C3B1-2567-4270-566B-13E53FD1F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32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2"/>
                  </a:solidFill>
                  <a:latin typeface="Arial" panose="020B0604020202020204" pitchFamily="34" charset="0"/>
                </a:rPr>
                <a:t>Program C</a:t>
              </a:r>
            </a:p>
          </p:txBody>
        </p:sp>
        <p:sp>
          <p:nvSpPr>
            <p:cNvPr id="13322" name="Rectangle 10">
              <a:extLst>
                <a:ext uri="{FF2B5EF4-FFF2-40B4-BE49-F238E27FC236}">
                  <a16:creationId xmlns:a16="http://schemas.microsoft.com/office/drawing/2014/main" id="{DC6062B4-EADD-E2C5-17C5-A94E26AB0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" y="1299"/>
              <a:ext cx="893" cy="4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200" b="1">
                  <a:solidFill>
                    <a:schemeClr val="tx1"/>
                  </a:solidFill>
                  <a:latin typeface="Arial" panose="020B0604020202020204" pitchFamily="34" charset="0"/>
                </a:rPr>
                <a:t>01 SharedRec etc</a:t>
              </a:r>
            </a:p>
            <a:p>
              <a:endParaRPr lang="en-US" altLang="en-US" sz="1200" b="1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en-US" sz="1400"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</a:rPr>
                <a:t>   Mike12345</a:t>
              </a:r>
            </a:p>
          </p:txBody>
        </p:sp>
        <p:sp>
          <p:nvSpPr>
            <p:cNvPr id="13323" name="Rectangle 11">
              <a:extLst>
                <a:ext uri="{FF2B5EF4-FFF2-40B4-BE49-F238E27FC236}">
                  <a16:creationId xmlns:a16="http://schemas.microsoft.com/office/drawing/2014/main" id="{3AFF0B61-EEEC-6E3B-57F9-D1A2B10B4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132"/>
              <a:ext cx="86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latin typeface="Arial" panose="020B0604020202020204" pitchFamily="34" charset="0"/>
                </a:rPr>
                <a:t>Program B</a:t>
              </a:r>
            </a:p>
          </p:txBody>
        </p:sp>
        <p:sp>
          <p:nvSpPr>
            <p:cNvPr id="13324" name="Rectangle 12">
              <a:extLst>
                <a:ext uri="{FF2B5EF4-FFF2-40B4-BE49-F238E27FC236}">
                  <a16:creationId xmlns:a16="http://schemas.microsoft.com/office/drawing/2014/main" id="{05459F8D-D05E-C665-EB19-175453BD0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847"/>
              <a:ext cx="585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 sz="14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SharedRec</a:t>
              </a:r>
            </a:p>
          </p:txBody>
        </p:sp>
        <p:sp>
          <p:nvSpPr>
            <p:cNvPr id="13325" name="Rectangle 13">
              <a:extLst>
                <a:ext uri="{FF2B5EF4-FFF2-40B4-BE49-F238E27FC236}">
                  <a16:creationId xmlns:a16="http://schemas.microsoft.com/office/drawing/2014/main" id="{D7173705-1850-C5AF-435F-BD48CC087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986"/>
              <a:ext cx="752" cy="258"/>
            </a:xfrm>
            <a:prstGeom prst="rect">
              <a:avLst/>
            </a:prstGeom>
            <a:solidFill>
              <a:srgbClr val="E9FFE9"/>
            </a:solidFill>
            <a:ln w="25400">
              <a:solidFill>
                <a:srgbClr val="676767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Mike12345</a:t>
              </a:r>
            </a:p>
          </p:txBody>
        </p:sp>
        <p:sp>
          <p:nvSpPr>
            <p:cNvPr id="13326" name="Line 14">
              <a:extLst>
                <a:ext uri="{FF2B5EF4-FFF2-40B4-BE49-F238E27FC236}">
                  <a16:creationId xmlns:a16="http://schemas.microsoft.com/office/drawing/2014/main" id="{8FFC8E6D-7C2B-0A26-7E4E-8202733C5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874"/>
              <a:ext cx="565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15">
              <a:extLst>
                <a:ext uri="{FF2B5EF4-FFF2-40B4-BE49-F238E27FC236}">
                  <a16:creationId xmlns:a16="http://schemas.microsoft.com/office/drawing/2014/main" id="{28C29ADA-6625-6C3D-A034-9D92A1FAA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874"/>
              <a:ext cx="0" cy="2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16">
              <a:extLst>
                <a:ext uri="{FF2B5EF4-FFF2-40B4-BE49-F238E27FC236}">
                  <a16:creationId xmlns:a16="http://schemas.microsoft.com/office/drawing/2014/main" id="{A659F958-FD69-86CF-2FFC-C8DAAAF43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874"/>
              <a:ext cx="651" cy="2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Arc 17">
              <a:extLst>
                <a:ext uri="{FF2B5EF4-FFF2-40B4-BE49-F238E27FC236}">
                  <a16:creationId xmlns:a16="http://schemas.microsoft.com/office/drawing/2014/main" id="{9F63A5D8-22C6-7BAC-16C7-23A8C9369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1676"/>
              <a:ext cx="640" cy="432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rgbClr val="FF3300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Rectangle 18">
              <a:extLst>
                <a:ext uri="{FF2B5EF4-FFF2-40B4-BE49-F238E27FC236}">
                  <a16:creationId xmlns:a16="http://schemas.microsoft.com/office/drawing/2014/main" id="{2B21CBEA-2B90-224E-BB52-3D3DA89D6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1897"/>
              <a:ext cx="235" cy="2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get</a:t>
              </a:r>
            </a:p>
          </p:txBody>
        </p:sp>
      </p:grpSp>
      <p:sp>
        <p:nvSpPr>
          <p:cNvPr id="13332" name="AutoShape 20">
            <a:extLst>
              <a:ext uri="{FF2B5EF4-FFF2-40B4-BE49-F238E27FC236}">
                <a16:creationId xmlns:a16="http://schemas.microsoft.com/office/drawing/2014/main" id="{31BCB37D-61EA-D928-8393-ACCFEA77A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82550"/>
            <a:ext cx="1397000" cy="1195917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D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  <a:latin typeface="Arial" panose="020B0604020202020204" pitchFamily="34" charset="0"/>
              </a:rPr>
              <a:t>Program D moves the value in the shared record to one of its local variables.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66FF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66FF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C:\PPT95\Templates\Blank Presentation.pot</Template>
  <TotalTime>68</TotalTime>
  <Words>307</Words>
  <Application>Microsoft Office PowerPoint</Application>
  <PresentationFormat>Custom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13</cp:revision>
  <dcterms:created xsi:type="dcterms:W3CDTF">1995-06-17T23:31:02Z</dcterms:created>
  <dcterms:modified xsi:type="dcterms:W3CDTF">2026-05-13T01:06:37Z</dcterms:modified>
</cp:coreProperties>
</file>