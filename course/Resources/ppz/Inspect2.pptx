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4572000" cy="1143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28600" y="-172080"/>
            <a:ext cx="411444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28600" y="267120"/>
            <a:ext cx="4114440" cy="66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572000" cy="1143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4680" y="4680"/>
            <a:ext cx="4562640" cy="113364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28600" y="45360"/>
            <a:ext cx="4114440" cy="19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28600" y="267120"/>
            <a:ext cx="4114440" cy="66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81000" y="46080"/>
            <a:ext cx="218448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Converting example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123840" y="403200"/>
            <a:ext cx="4410000" cy="48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INSPECT StringData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CONVERTING "fxtd" TO "</a:t>
            </a:r>
            <a:r>
              <a:rPr lang="en-US" sz="16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ZYAB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81000" y="46080"/>
            <a:ext cx="364824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Each subject character is associated with its target character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123840" y="403200"/>
            <a:ext cx="4410000" cy="48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INSPECT StringData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CONVERTING "fxtd" TO "</a:t>
            </a:r>
            <a:r>
              <a:rPr lang="en-US" sz="16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ZYAB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2506680" y="298440"/>
            <a:ext cx="1200600" cy="365040"/>
          </a:xfrm>
          <a:custGeom>
            <a:avLst/>
            <a:gdLst/>
            <a:ahLst/>
            <a:rect l="0" t="0" r="r" b="b"/>
            <a:pathLst>
              <a:path fill="none" w="3335" h="1014">
                <a:moveTo>
                  <a:pt x="3335" y="1014"/>
                </a:moveTo>
                <a:lnTo>
                  <a:pt x="3335" y="1014"/>
                </a:lnTo>
                <a:lnTo>
                  <a:pt x="3335" y="1014"/>
                </a:lnTo>
                <a:cubicBezTo>
                  <a:pt x="3335" y="836"/>
                  <a:pt x="3258" y="661"/>
                  <a:pt x="3112" y="507"/>
                </a:cubicBezTo>
                <a:cubicBezTo>
                  <a:pt x="2965" y="353"/>
                  <a:pt x="2755" y="225"/>
                  <a:pt x="2501" y="136"/>
                </a:cubicBezTo>
                <a:cubicBezTo>
                  <a:pt x="2248" y="47"/>
                  <a:pt x="1960" y="0"/>
                  <a:pt x="1667" y="0"/>
                </a:cubicBezTo>
                <a:cubicBezTo>
                  <a:pt x="1375" y="0"/>
                  <a:pt x="1087" y="47"/>
                  <a:pt x="834" y="136"/>
                </a:cubicBezTo>
                <a:cubicBezTo>
                  <a:pt x="580" y="225"/>
                  <a:pt x="370" y="353"/>
                  <a:pt x="223" y="507"/>
                </a:cubicBezTo>
                <a:cubicBezTo>
                  <a:pt x="77" y="661"/>
                  <a:pt x="0" y="836"/>
                  <a:pt x="0" y="1014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 txBox="1"/>
          <p:nvPr/>
        </p:nvSpPr>
        <p:spPr>
          <a:xfrm>
            <a:off x="123840" y="403200"/>
            <a:ext cx="4410000" cy="48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INSPECT StringData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CONVERTING "fxtd" TO "</a:t>
            </a:r>
            <a:r>
              <a:rPr lang="en-US" sz="16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ZYAB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2506680" y="298440"/>
            <a:ext cx="1200600" cy="365040"/>
          </a:xfrm>
          <a:custGeom>
            <a:avLst/>
            <a:gdLst/>
            <a:ahLst/>
            <a:rect l="0" t="0" r="r" b="b"/>
            <a:pathLst>
              <a:path fill="none" w="3335" h="1014">
                <a:moveTo>
                  <a:pt x="3335" y="1014"/>
                </a:moveTo>
                <a:lnTo>
                  <a:pt x="3335" y="1014"/>
                </a:lnTo>
                <a:lnTo>
                  <a:pt x="3335" y="1014"/>
                </a:lnTo>
                <a:cubicBezTo>
                  <a:pt x="3335" y="836"/>
                  <a:pt x="3258" y="661"/>
                  <a:pt x="3112" y="507"/>
                </a:cubicBezTo>
                <a:cubicBezTo>
                  <a:pt x="2965" y="353"/>
                  <a:pt x="2755" y="225"/>
                  <a:pt x="2501" y="136"/>
                </a:cubicBezTo>
                <a:cubicBezTo>
                  <a:pt x="2248" y="47"/>
                  <a:pt x="1960" y="0"/>
                  <a:pt x="1667" y="0"/>
                </a:cubicBezTo>
                <a:cubicBezTo>
                  <a:pt x="1375" y="0"/>
                  <a:pt x="1087" y="47"/>
                  <a:pt x="834" y="136"/>
                </a:cubicBezTo>
                <a:cubicBezTo>
                  <a:pt x="580" y="225"/>
                  <a:pt x="370" y="353"/>
                  <a:pt x="223" y="507"/>
                </a:cubicBezTo>
                <a:cubicBezTo>
                  <a:pt x="77" y="661"/>
                  <a:pt x="0" y="836"/>
                  <a:pt x="0" y="1014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2616120" y="227160"/>
            <a:ext cx="1206720" cy="451080"/>
          </a:xfrm>
          <a:custGeom>
            <a:avLst/>
            <a:gdLst/>
            <a:ahLst/>
            <a:rect l="0" t="0" r="r" b="b"/>
            <a:pathLst>
              <a:path fill="none" w="3352" h="1253">
                <a:moveTo>
                  <a:pt x="3352" y="1253"/>
                </a:moveTo>
                <a:lnTo>
                  <a:pt x="3352" y="1253"/>
                </a:lnTo>
                <a:lnTo>
                  <a:pt x="3352" y="1253"/>
                </a:lnTo>
                <a:cubicBezTo>
                  <a:pt x="3352" y="1033"/>
                  <a:pt x="3275" y="817"/>
                  <a:pt x="3127" y="626"/>
                </a:cubicBezTo>
                <a:cubicBezTo>
                  <a:pt x="2980" y="436"/>
                  <a:pt x="2769" y="278"/>
                  <a:pt x="2514" y="168"/>
                </a:cubicBezTo>
                <a:cubicBezTo>
                  <a:pt x="2259" y="58"/>
                  <a:pt x="1970" y="0"/>
                  <a:pt x="1676" y="0"/>
                </a:cubicBezTo>
                <a:cubicBezTo>
                  <a:pt x="1382" y="0"/>
                  <a:pt x="1093" y="58"/>
                  <a:pt x="838" y="168"/>
                </a:cubicBezTo>
                <a:cubicBezTo>
                  <a:pt x="583" y="278"/>
                  <a:pt x="372" y="436"/>
                  <a:pt x="225" y="626"/>
                </a:cubicBezTo>
                <a:cubicBezTo>
                  <a:pt x="77" y="817"/>
                  <a:pt x="0" y="1033"/>
                  <a:pt x="0" y="1253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81000" y="46080"/>
            <a:ext cx="364824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Each subject character is associated with its target character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 txBox="1"/>
          <p:nvPr/>
        </p:nvSpPr>
        <p:spPr>
          <a:xfrm>
            <a:off x="123840" y="403200"/>
            <a:ext cx="4410000" cy="48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INSPECT StringData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CONVERTING "fxtd" TO "</a:t>
            </a:r>
            <a:r>
              <a:rPr lang="en-US" sz="16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ZYAB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2506680" y="298440"/>
            <a:ext cx="1200600" cy="365040"/>
          </a:xfrm>
          <a:custGeom>
            <a:avLst/>
            <a:gdLst/>
            <a:ahLst/>
            <a:rect l="0" t="0" r="r" b="b"/>
            <a:pathLst>
              <a:path fill="none" w="3335" h="1014">
                <a:moveTo>
                  <a:pt x="3335" y="1014"/>
                </a:moveTo>
                <a:lnTo>
                  <a:pt x="3335" y="1014"/>
                </a:lnTo>
                <a:lnTo>
                  <a:pt x="3335" y="1014"/>
                </a:lnTo>
                <a:cubicBezTo>
                  <a:pt x="3335" y="836"/>
                  <a:pt x="3258" y="661"/>
                  <a:pt x="3112" y="507"/>
                </a:cubicBezTo>
                <a:cubicBezTo>
                  <a:pt x="2965" y="353"/>
                  <a:pt x="2755" y="225"/>
                  <a:pt x="2501" y="136"/>
                </a:cubicBezTo>
                <a:cubicBezTo>
                  <a:pt x="2248" y="47"/>
                  <a:pt x="1960" y="0"/>
                  <a:pt x="1667" y="0"/>
                </a:cubicBezTo>
                <a:cubicBezTo>
                  <a:pt x="1375" y="0"/>
                  <a:pt x="1087" y="47"/>
                  <a:pt x="834" y="136"/>
                </a:cubicBezTo>
                <a:cubicBezTo>
                  <a:pt x="580" y="225"/>
                  <a:pt x="370" y="353"/>
                  <a:pt x="223" y="507"/>
                </a:cubicBezTo>
                <a:cubicBezTo>
                  <a:pt x="77" y="661"/>
                  <a:pt x="0" y="836"/>
                  <a:pt x="0" y="1014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2616120" y="227160"/>
            <a:ext cx="1206720" cy="451080"/>
          </a:xfrm>
          <a:custGeom>
            <a:avLst/>
            <a:gdLst/>
            <a:ahLst/>
            <a:rect l="0" t="0" r="r" b="b"/>
            <a:pathLst>
              <a:path fill="none" w="3352" h="1253">
                <a:moveTo>
                  <a:pt x="3352" y="1253"/>
                </a:moveTo>
                <a:lnTo>
                  <a:pt x="3352" y="1253"/>
                </a:lnTo>
                <a:lnTo>
                  <a:pt x="3352" y="1253"/>
                </a:lnTo>
                <a:cubicBezTo>
                  <a:pt x="3352" y="1033"/>
                  <a:pt x="3275" y="817"/>
                  <a:pt x="3127" y="626"/>
                </a:cubicBezTo>
                <a:cubicBezTo>
                  <a:pt x="2980" y="436"/>
                  <a:pt x="2769" y="278"/>
                  <a:pt x="2514" y="168"/>
                </a:cubicBezTo>
                <a:cubicBezTo>
                  <a:pt x="2259" y="58"/>
                  <a:pt x="1970" y="0"/>
                  <a:pt x="1676" y="0"/>
                </a:cubicBezTo>
                <a:cubicBezTo>
                  <a:pt x="1382" y="0"/>
                  <a:pt x="1093" y="58"/>
                  <a:pt x="838" y="168"/>
                </a:cubicBezTo>
                <a:cubicBezTo>
                  <a:pt x="583" y="278"/>
                  <a:pt x="372" y="436"/>
                  <a:pt x="225" y="626"/>
                </a:cubicBezTo>
                <a:cubicBezTo>
                  <a:pt x="77" y="817"/>
                  <a:pt x="0" y="1033"/>
                  <a:pt x="0" y="1253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2749680" y="114480"/>
            <a:ext cx="1206720" cy="550440"/>
          </a:xfrm>
          <a:custGeom>
            <a:avLst/>
            <a:gdLst/>
            <a:ahLst/>
            <a:rect l="0" t="0" r="r" b="b"/>
            <a:pathLst>
              <a:path fill="none" w="3352" h="1529">
                <a:moveTo>
                  <a:pt x="3352" y="1529"/>
                </a:moveTo>
                <a:lnTo>
                  <a:pt x="3352" y="1529"/>
                </a:lnTo>
                <a:lnTo>
                  <a:pt x="3352" y="1529"/>
                </a:lnTo>
                <a:cubicBezTo>
                  <a:pt x="3352" y="1261"/>
                  <a:pt x="3275" y="997"/>
                  <a:pt x="3127" y="764"/>
                </a:cubicBezTo>
                <a:cubicBezTo>
                  <a:pt x="2980" y="532"/>
                  <a:pt x="2769" y="339"/>
                  <a:pt x="2514" y="204"/>
                </a:cubicBezTo>
                <a:cubicBezTo>
                  <a:pt x="2259" y="70"/>
                  <a:pt x="1970" y="0"/>
                  <a:pt x="1676" y="0"/>
                </a:cubicBezTo>
                <a:cubicBezTo>
                  <a:pt x="1382" y="0"/>
                  <a:pt x="1093" y="70"/>
                  <a:pt x="838" y="204"/>
                </a:cubicBezTo>
                <a:cubicBezTo>
                  <a:pt x="583" y="339"/>
                  <a:pt x="372" y="532"/>
                  <a:pt x="225" y="764"/>
                </a:cubicBezTo>
                <a:cubicBezTo>
                  <a:pt x="77" y="997"/>
                  <a:pt x="0" y="1261"/>
                  <a:pt x="0" y="1529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81000" y="46080"/>
            <a:ext cx="364824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Each subject character is associated with its target character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 txBox="1"/>
          <p:nvPr/>
        </p:nvSpPr>
        <p:spPr>
          <a:xfrm>
            <a:off x="123840" y="403200"/>
            <a:ext cx="4410000" cy="48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INSPECT StringData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CONVERTING "fxtd" TO "</a:t>
            </a:r>
            <a:r>
              <a:rPr lang="en-US" sz="16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ZYAB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3" name=""/>
          <p:cNvGrpSpPr/>
          <p:nvPr/>
        </p:nvGrpSpPr>
        <p:grpSpPr>
          <a:xfrm>
            <a:off x="2506680" y="114480"/>
            <a:ext cx="1551240" cy="563760"/>
            <a:chOff x="2506680" y="114480"/>
            <a:chExt cx="1551240" cy="563760"/>
          </a:xfrm>
        </p:grpSpPr>
        <p:sp>
          <p:nvSpPr>
            <p:cNvPr id="24" name=""/>
            <p:cNvSpPr/>
            <p:nvPr/>
          </p:nvSpPr>
          <p:spPr>
            <a:xfrm>
              <a:off x="2506680" y="298440"/>
              <a:ext cx="1200600" cy="365040"/>
            </a:xfrm>
            <a:custGeom>
              <a:avLst/>
              <a:gdLst/>
              <a:ahLst/>
              <a:rect l="0" t="0" r="r" b="b"/>
              <a:pathLst>
                <a:path fill="none" w="3335" h="1014">
                  <a:moveTo>
                    <a:pt x="3335" y="1014"/>
                  </a:moveTo>
                  <a:lnTo>
                    <a:pt x="3335" y="1014"/>
                  </a:lnTo>
                  <a:lnTo>
                    <a:pt x="3335" y="1014"/>
                  </a:lnTo>
                  <a:cubicBezTo>
                    <a:pt x="3335" y="836"/>
                    <a:pt x="3258" y="661"/>
                    <a:pt x="3112" y="507"/>
                  </a:cubicBezTo>
                  <a:cubicBezTo>
                    <a:pt x="2965" y="353"/>
                    <a:pt x="2755" y="225"/>
                    <a:pt x="2501" y="136"/>
                  </a:cubicBezTo>
                  <a:cubicBezTo>
                    <a:pt x="2248" y="47"/>
                    <a:pt x="1960" y="0"/>
                    <a:pt x="1667" y="0"/>
                  </a:cubicBezTo>
                  <a:cubicBezTo>
                    <a:pt x="1375" y="0"/>
                    <a:pt x="1087" y="47"/>
                    <a:pt x="834" y="136"/>
                  </a:cubicBezTo>
                  <a:cubicBezTo>
                    <a:pt x="580" y="225"/>
                    <a:pt x="370" y="353"/>
                    <a:pt x="223" y="507"/>
                  </a:cubicBezTo>
                  <a:cubicBezTo>
                    <a:pt x="77" y="661"/>
                    <a:pt x="0" y="836"/>
                    <a:pt x="0" y="1014"/>
                  </a:cubicBezTo>
                </a:path>
              </a:pathLst>
            </a:custGeom>
            <a:ln w="12600">
              <a:solidFill>
                <a:srgbClr val="CC000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" name=""/>
            <p:cNvSpPr/>
            <p:nvPr/>
          </p:nvSpPr>
          <p:spPr>
            <a:xfrm>
              <a:off x="2616120" y="227160"/>
              <a:ext cx="1206720" cy="451080"/>
            </a:xfrm>
            <a:custGeom>
              <a:avLst/>
              <a:gdLst/>
              <a:ahLst/>
              <a:rect l="0" t="0" r="r" b="b"/>
              <a:pathLst>
                <a:path fill="none" w="3352" h="1253">
                  <a:moveTo>
                    <a:pt x="3352" y="1253"/>
                  </a:moveTo>
                  <a:lnTo>
                    <a:pt x="3352" y="1253"/>
                  </a:lnTo>
                  <a:lnTo>
                    <a:pt x="3352" y="1253"/>
                  </a:lnTo>
                  <a:cubicBezTo>
                    <a:pt x="3352" y="1033"/>
                    <a:pt x="3275" y="817"/>
                    <a:pt x="3127" y="626"/>
                  </a:cubicBezTo>
                  <a:cubicBezTo>
                    <a:pt x="2980" y="436"/>
                    <a:pt x="2769" y="278"/>
                    <a:pt x="2514" y="168"/>
                  </a:cubicBezTo>
                  <a:cubicBezTo>
                    <a:pt x="2259" y="58"/>
                    <a:pt x="1970" y="0"/>
                    <a:pt x="1676" y="0"/>
                  </a:cubicBezTo>
                  <a:cubicBezTo>
                    <a:pt x="1382" y="0"/>
                    <a:pt x="1093" y="58"/>
                    <a:pt x="838" y="168"/>
                  </a:cubicBezTo>
                  <a:cubicBezTo>
                    <a:pt x="583" y="278"/>
                    <a:pt x="372" y="436"/>
                    <a:pt x="225" y="626"/>
                  </a:cubicBezTo>
                  <a:cubicBezTo>
                    <a:pt x="77" y="817"/>
                    <a:pt x="0" y="1033"/>
                    <a:pt x="0" y="1253"/>
                  </a:cubicBezTo>
                </a:path>
              </a:pathLst>
            </a:custGeom>
            <a:ln w="12600">
              <a:solidFill>
                <a:srgbClr val="CC000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"/>
            <p:cNvSpPr/>
            <p:nvPr/>
          </p:nvSpPr>
          <p:spPr>
            <a:xfrm>
              <a:off x="2749680" y="114480"/>
              <a:ext cx="1206720" cy="550440"/>
            </a:xfrm>
            <a:custGeom>
              <a:avLst/>
              <a:gdLst/>
              <a:ahLst/>
              <a:rect l="0" t="0" r="r" b="b"/>
              <a:pathLst>
                <a:path fill="none" w="3352" h="1529">
                  <a:moveTo>
                    <a:pt x="3352" y="1529"/>
                  </a:moveTo>
                  <a:lnTo>
                    <a:pt x="3352" y="1529"/>
                  </a:lnTo>
                  <a:lnTo>
                    <a:pt x="3352" y="1529"/>
                  </a:lnTo>
                  <a:cubicBezTo>
                    <a:pt x="3352" y="1261"/>
                    <a:pt x="3275" y="997"/>
                    <a:pt x="3127" y="764"/>
                  </a:cubicBezTo>
                  <a:cubicBezTo>
                    <a:pt x="2980" y="532"/>
                    <a:pt x="2769" y="339"/>
                    <a:pt x="2514" y="204"/>
                  </a:cubicBezTo>
                  <a:cubicBezTo>
                    <a:pt x="2259" y="70"/>
                    <a:pt x="1970" y="0"/>
                    <a:pt x="1676" y="0"/>
                  </a:cubicBezTo>
                  <a:cubicBezTo>
                    <a:pt x="1382" y="0"/>
                    <a:pt x="1093" y="70"/>
                    <a:pt x="838" y="204"/>
                  </a:cubicBezTo>
                  <a:cubicBezTo>
                    <a:pt x="583" y="339"/>
                    <a:pt x="372" y="532"/>
                    <a:pt x="225" y="764"/>
                  </a:cubicBezTo>
                  <a:cubicBezTo>
                    <a:pt x="77" y="997"/>
                    <a:pt x="0" y="1261"/>
                    <a:pt x="0" y="1529"/>
                  </a:cubicBezTo>
                </a:path>
              </a:pathLst>
            </a:custGeom>
            <a:ln w="12600">
              <a:solidFill>
                <a:srgbClr val="CC000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"/>
            <p:cNvSpPr/>
            <p:nvPr/>
          </p:nvSpPr>
          <p:spPr>
            <a:xfrm>
              <a:off x="2868480" y="114480"/>
              <a:ext cx="1189440" cy="532080"/>
            </a:xfrm>
            <a:custGeom>
              <a:avLst/>
              <a:gdLst/>
              <a:ahLst/>
              <a:rect l="0" t="0" r="r" b="b"/>
              <a:pathLst>
                <a:path fill="none" w="3304" h="1478">
                  <a:moveTo>
                    <a:pt x="3304" y="1478"/>
                  </a:moveTo>
                  <a:lnTo>
                    <a:pt x="3304" y="1478"/>
                  </a:lnTo>
                  <a:lnTo>
                    <a:pt x="3304" y="1478"/>
                  </a:lnTo>
                  <a:cubicBezTo>
                    <a:pt x="3304" y="1219"/>
                    <a:pt x="3228" y="964"/>
                    <a:pt x="3083" y="739"/>
                  </a:cubicBezTo>
                  <a:cubicBezTo>
                    <a:pt x="2938" y="514"/>
                    <a:pt x="2729" y="328"/>
                    <a:pt x="2478" y="198"/>
                  </a:cubicBezTo>
                  <a:cubicBezTo>
                    <a:pt x="2227" y="68"/>
                    <a:pt x="1942" y="0"/>
                    <a:pt x="1652" y="0"/>
                  </a:cubicBezTo>
                  <a:cubicBezTo>
                    <a:pt x="1362" y="0"/>
                    <a:pt x="1077" y="68"/>
                    <a:pt x="826" y="198"/>
                  </a:cubicBezTo>
                  <a:cubicBezTo>
                    <a:pt x="575" y="328"/>
                    <a:pt x="366" y="514"/>
                    <a:pt x="221" y="739"/>
                  </a:cubicBezTo>
                  <a:cubicBezTo>
                    <a:pt x="76" y="964"/>
                    <a:pt x="0" y="1219"/>
                    <a:pt x="0" y="1478"/>
                  </a:cubicBezTo>
                </a:path>
              </a:pathLst>
            </a:custGeom>
            <a:ln w="12600">
              <a:solidFill>
                <a:srgbClr val="CC0000"/>
              </a:solidFill>
              <a:round/>
              <a:tailEnd len="med" type="triangle" w="med"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8" name=""/>
          <p:cNvSpPr txBox="1"/>
          <p:nvPr/>
        </p:nvSpPr>
        <p:spPr>
          <a:xfrm>
            <a:off x="81000" y="46080"/>
            <a:ext cx="364824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Each subject character is associated with its target character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"/>
          <p:cNvGrpSpPr/>
          <p:nvPr/>
        </p:nvGrpSpPr>
        <p:grpSpPr>
          <a:xfrm>
            <a:off x="85680" y="692280"/>
            <a:ext cx="4390920" cy="330120"/>
            <a:chOff x="85680" y="692280"/>
            <a:chExt cx="4390920" cy="330120"/>
          </a:xfrm>
        </p:grpSpPr>
        <p:sp>
          <p:nvSpPr>
            <p:cNvPr id="30" name=""/>
            <p:cNvSpPr/>
            <p:nvPr/>
          </p:nvSpPr>
          <p:spPr>
            <a:xfrm>
              <a:off x="85680" y="692280"/>
              <a:ext cx="4390920" cy="330120"/>
            </a:xfrm>
            <a:prstGeom prst="rect">
              <a:avLst/>
            </a:prstGeom>
            <a:solidFill>
              <a:srgbClr val="FFFFFF"/>
            </a:solidFill>
            <a:ln w="25560">
              <a:solidFill>
                <a:srgbClr val="969696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" name=""/>
            <p:cNvSpPr/>
            <p:nvPr/>
          </p:nvSpPr>
          <p:spPr>
            <a:xfrm>
              <a:off x="39060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" name=""/>
            <p:cNvSpPr/>
            <p:nvPr/>
          </p:nvSpPr>
          <p:spPr>
            <a:xfrm>
              <a:off x="69516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" name=""/>
            <p:cNvSpPr/>
            <p:nvPr/>
          </p:nvSpPr>
          <p:spPr>
            <a:xfrm>
              <a:off x="99360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" name=""/>
            <p:cNvSpPr/>
            <p:nvPr/>
          </p:nvSpPr>
          <p:spPr>
            <a:xfrm>
              <a:off x="129528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" name=""/>
            <p:cNvSpPr/>
            <p:nvPr/>
          </p:nvSpPr>
          <p:spPr>
            <a:xfrm>
              <a:off x="156996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"/>
            <p:cNvSpPr/>
            <p:nvPr/>
          </p:nvSpPr>
          <p:spPr>
            <a:xfrm>
              <a:off x="184644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"/>
            <p:cNvSpPr/>
            <p:nvPr/>
          </p:nvSpPr>
          <p:spPr>
            <a:xfrm>
              <a:off x="212724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"/>
            <p:cNvSpPr/>
            <p:nvPr/>
          </p:nvSpPr>
          <p:spPr>
            <a:xfrm>
              <a:off x="241776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" name=""/>
            <p:cNvSpPr/>
            <p:nvPr/>
          </p:nvSpPr>
          <p:spPr>
            <a:xfrm>
              <a:off x="413856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" name=""/>
            <p:cNvSpPr/>
            <p:nvPr/>
          </p:nvSpPr>
          <p:spPr>
            <a:xfrm>
              <a:off x="385920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" name=""/>
            <p:cNvSpPr/>
            <p:nvPr/>
          </p:nvSpPr>
          <p:spPr>
            <a:xfrm>
              <a:off x="357516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"/>
            <p:cNvSpPr/>
            <p:nvPr/>
          </p:nvSpPr>
          <p:spPr>
            <a:xfrm>
              <a:off x="329868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"/>
            <p:cNvSpPr/>
            <p:nvPr/>
          </p:nvSpPr>
          <p:spPr>
            <a:xfrm>
              <a:off x="300204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"/>
            <p:cNvSpPr/>
            <p:nvPr/>
          </p:nvSpPr>
          <p:spPr>
            <a:xfrm>
              <a:off x="270972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" name=""/>
          <p:cNvSpPr txBox="1"/>
          <p:nvPr/>
        </p:nvSpPr>
        <p:spPr>
          <a:xfrm>
            <a:off x="19080" y="422280"/>
            <a:ext cx="306540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StringData    PIC X(15).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81080" y="660240"/>
            <a:ext cx="418140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768"/>
              </a:spcBef>
              <a:spcAft>
                <a:spcPts val="768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   x  p   f   p  d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   p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   x   t  d   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81000" y="46080"/>
            <a:ext cx="91440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Before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"/>
          <p:cNvGrpSpPr/>
          <p:nvPr/>
        </p:nvGrpSpPr>
        <p:grpSpPr>
          <a:xfrm>
            <a:off x="85680" y="692280"/>
            <a:ext cx="4390920" cy="330120"/>
            <a:chOff x="85680" y="692280"/>
            <a:chExt cx="4390920" cy="330120"/>
          </a:xfrm>
        </p:grpSpPr>
        <p:sp>
          <p:nvSpPr>
            <p:cNvPr id="49" name=""/>
            <p:cNvSpPr/>
            <p:nvPr/>
          </p:nvSpPr>
          <p:spPr>
            <a:xfrm>
              <a:off x="85680" y="692280"/>
              <a:ext cx="4390920" cy="330120"/>
            </a:xfrm>
            <a:prstGeom prst="rect">
              <a:avLst/>
            </a:prstGeom>
            <a:solidFill>
              <a:srgbClr val="FFFFFF"/>
            </a:solidFill>
            <a:ln w="25560">
              <a:solidFill>
                <a:srgbClr val="969696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"/>
            <p:cNvSpPr/>
            <p:nvPr/>
          </p:nvSpPr>
          <p:spPr>
            <a:xfrm>
              <a:off x="39060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" name=""/>
            <p:cNvSpPr/>
            <p:nvPr/>
          </p:nvSpPr>
          <p:spPr>
            <a:xfrm>
              <a:off x="69516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" name=""/>
            <p:cNvSpPr/>
            <p:nvPr/>
          </p:nvSpPr>
          <p:spPr>
            <a:xfrm>
              <a:off x="99360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" name=""/>
            <p:cNvSpPr/>
            <p:nvPr/>
          </p:nvSpPr>
          <p:spPr>
            <a:xfrm>
              <a:off x="129528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"/>
            <p:cNvSpPr/>
            <p:nvPr/>
          </p:nvSpPr>
          <p:spPr>
            <a:xfrm>
              <a:off x="156996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"/>
            <p:cNvSpPr/>
            <p:nvPr/>
          </p:nvSpPr>
          <p:spPr>
            <a:xfrm>
              <a:off x="184644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"/>
            <p:cNvSpPr/>
            <p:nvPr/>
          </p:nvSpPr>
          <p:spPr>
            <a:xfrm>
              <a:off x="212724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"/>
            <p:cNvSpPr/>
            <p:nvPr/>
          </p:nvSpPr>
          <p:spPr>
            <a:xfrm>
              <a:off x="241776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" name=""/>
            <p:cNvSpPr/>
            <p:nvPr/>
          </p:nvSpPr>
          <p:spPr>
            <a:xfrm>
              <a:off x="413856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"/>
            <p:cNvSpPr/>
            <p:nvPr/>
          </p:nvSpPr>
          <p:spPr>
            <a:xfrm>
              <a:off x="385920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"/>
            <p:cNvSpPr/>
            <p:nvPr/>
          </p:nvSpPr>
          <p:spPr>
            <a:xfrm>
              <a:off x="357516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"/>
            <p:cNvSpPr/>
            <p:nvPr/>
          </p:nvSpPr>
          <p:spPr>
            <a:xfrm>
              <a:off x="329868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"/>
            <p:cNvSpPr/>
            <p:nvPr/>
          </p:nvSpPr>
          <p:spPr>
            <a:xfrm>
              <a:off x="300204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" name=""/>
            <p:cNvSpPr/>
            <p:nvPr/>
          </p:nvSpPr>
          <p:spPr>
            <a:xfrm>
              <a:off x="270972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"/>
          <p:cNvSpPr txBox="1"/>
          <p:nvPr/>
        </p:nvSpPr>
        <p:spPr>
          <a:xfrm>
            <a:off x="19080" y="422280"/>
            <a:ext cx="306540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StringData    PIC X(15).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81080" y="660240"/>
            <a:ext cx="418464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768"/>
              </a:spcBef>
              <a:spcAft>
                <a:spcPts val="768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   </a:t>
            </a: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Y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p  </a:t>
            </a: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Z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p  </a:t>
            </a: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B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A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  p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Z  Y  A  B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81000" y="46080"/>
            <a:ext cx="72396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After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"/>
          <p:cNvGrpSpPr/>
          <p:nvPr/>
        </p:nvGrpSpPr>
        <p:grpSpPr>
          <a:xfrm>
            <a:off x="85680" y="692280"/>
            <a:ext cx="4390920" cy="330120"/>
            <a:chOff x="85680" y="692280"/>
            <a:chExt cx="4390920" cy="330120"/>
          </a:xfrm>
        </p:grpSpPr>
        <p:sp>
          <p:nvSpPr>
            <p:cNvPr id="68" name=""/>
            <p:cNvSpPr/>
            <p:nvPr/>
          </p:nvSpPr>
          <p:spPr>
            <a:xfrm>
              <a:off x="85680" y="692280"/>
              <a:ext cx="4390920" cy="330120"/>
            </a:xfrm>
            <a:prstGeom prst="rect">
              <a:avLst/>
            </a:prstGeom>
            <a:solidFill>
              <a:srgbClr val="FFFFFF"/>
            </a:solidFill>
            <a:ln w="25560">
              <a:solidFill>
                <a:srgbClr val="969696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"/>
            <p:cNvSpPr/>
            <p:nvPr/>
          </p:nvSpPr>
          <p:spPr>
            <a:xfrm>
              <a:off x="39060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"/>
            <p:cNvSpPr/>
            <p:nvPr/>
          </p:nvSpPr>
          <p:spPr>
            <a:xfrm>
              <a:off x="69516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"/>
            <p:cNvSpPr/>
            <p:nvPr/>
          </p:nvSpPr>
          <p:spPr>
            <a:xfrm>
              <a:off x="99360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"/>
            <p:cNvSpPr/>
            <p:nvPr/>
          </p:nvSpPr>
          <p:spPr>
            <a:xfrm>
              <a:off x="129528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"/>
            <p:cNvSpPr/>
            <p:nvPr/>
          </p:nvSpPr>
          <p:spPr>
            <a:xfrm>
              <a:off x="156996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"/>
            <p:cNvSpPr/>
            <p:nvPr/>
          </p:nvSpPr>
          <p:spPr>
            <a:xfrm>
              <a:off x="184644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"/>
            <p:cNvSpPr/>
            <p:nvPr/>
          </p:nvSpPr>
          <p:spPr>
            <a:xfrm>
              <a:off x="212724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"/>
            <p:cNvSpPr/>
            <p:nvPr/>
          </p:nvSpPr>
          <p:spPr>
            <a:xfrm>
              <a:off x="241776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"/>
            <p:cNvSpPr/>
            <p:nvPr/>
          </p:nvSpPr>
          <p:spPr>
            <a:xfrm>
              <a:off x="413856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"/>
            <p:cNvSpPr/>
            <p:nvPr/>
          </p:nvSpPr>
          <p:spPr>
            <a:xfrm>
              <a:off x="385920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"/>
            <p:cNvSpPr/>
            <p:nvPr/>
          </p:nvSpPr>
          <p:spPr>
            <a:xfrm>
              <a:off x="357516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"/>
            <p:cNvSpPr/>
            <p:nvPr/>
          </p:nvSpPr>
          <p:spPr>
            <a:xfrm>
              <a:off x="329868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"/>
            <p:cNvSpPr/>
            <p:nvPr/>
          </p:nvSpPr>
          <p:spPr>
            <a:xfrm>
              <a:off x="300204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"/>
            <p:cNvSpPr/>
            <p:nvPr/>
          </p:nvSpPr>
          <p:spPr>
            <a:xfrm>
              <a:off x="270972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"/>
          <p:cNvSpPr txBox="1"/>
          <p:nvPr/>
        </p:nvSpPr>
        <p:spPr>
          <a:xfrm>
            <a:off x="19080" y="422280"/>
            <a:ext cx="306540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StringData    PIC X(15).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181080" y="660240"/>
            <a:ext cx="418140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768"/>
              </a:spcBef>
              <a:spcAft>
                <a:spcPts val="768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   x  p   f   p  d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   p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   x   t  d   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81000" y="46080"/>
            <a:ext cx="91440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Before 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"/>
          <p:cNvGrpSpPr/>
          <p:nvPr/>
        </p:nvGrpSpPr>
        <p:grpSpPr>
          <a:xfrm>
            <a:off x="85680" y="692280"/>
            <a:ext cx="4390920" cy="330120"/>
            <a:chOff x="85680" y="692280"/>
            <a:chExt cx="4390920" cy="330120"/>
          </a:xfrm>
        </p:grpSpPr>
        <p:sp>
          <p:nvSpPr>
            <p:cNvPr id="87" name=""/>
            <p:cNvSpPr/>
            <p:nvPr/>
          </p:nvSpPr>
          <p:spPr>
            <a:xfrm>
              <a:off x="85680" y="692280"/>
              <a:ext cx="4390920" cy="330120"/>
            </a:xfrm>
            <a:prstGeom prst="rect">
              <a:avLst/>
            </a:prstGeom>
            <a:solidFill>
              <a:srgbClr val="FFFFFF"/>
            </a:solidFill>
            <a:ln w="25560">
              <a:solidFill>
                <a:srgbClr val="969696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"/>
            <p:cNvSpPr/>
            <p:nvPr/>
          </p:nvSpPr>
          <p:spPr>
            <a:xfrm>
              <a:off x="39060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"/>
            <p:cNvSpPr/>
            <p:nvPr/>
          </p:nvSpPr>
          <p:spPr>
            <a:xfrm>
              <a:off x="69516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"/>
            <p:cNvSpPr/>
            <p:nvPr/>
          </p:nvSpPr>
          <p:spPr>
            <a:xfrm>
              <a:off x="99360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"/>
            <p:cNvSpPr/>
            <p:nvPr/>
          </p:nvSpPr>
          <p:spPr>
            <a:xfrm>
              <a:off x="129528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"/>
            <p:cNvSpPr/>
            <p:nvPr/>
          </p:nvSpPr>
          <p:spPr>
            <a:xfrm>
              <a:off x="156996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"/>
            <p:cNvSpPr/>
            <p:nvPr/>
          </p:nvSpPr>
          <p:spPr>
            <a:xfrm>
              <a:off x="184644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"/>
            <p:cNvSpPr/>
            <p:nvPr/>
          </p:nvSpPr>
          <p:spPr>
            <a:xfrm>
              <a:off x="212724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"/>
            <p:cNvSpPr/>
            <p:nvPr/>
          </p:nvSpPr>
          <p:spPr>
            <a:xfrm>
              <a:off x="241776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"/>
            <p:cNvSpPr/>
            <p:nvPr/>
          </p:nvSpPr>
          <p:spPr>
            <a:xfrm>
              <a:off x="413856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"/>
            <p:cNvSpPr/>
            <p:nvPr/>
          </p:nvSpPr>
          <p:spPr>
            <a:xfrm>
              <a:off x="385920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" name=""/>
            <p:cNvSpPr/>
            <p:nvPr/>
          </p:nvSpPr>
          <p:spPr>
            <a:xfrm>
              <a:off x="357516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" name=""/>
            <p:cNvSpPr/>
            <p:nvPr/>
          </p:nvSpPr>
          <p:spPr>
            <a:xfrm>
              <a:off x="329868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" name=""/>
            <p:cNvSpPr/>
            <p:nvPr/>
          </p:nvSpPr>
          <p:spPr>
            <a:xfrm>
              <a:off x="300204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" name=""/>
            <p:cNvSpPr/>
            <p:nvPr/>
          </p:nvSpPr>
          <p:spPr>
            <a:xfrm>
              <a:off x="270972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2" name=""/>
          <p:cNvSpPr txBox="1"/>
          <p:nvPr/>
        </p:nvSpPr>
        <p:spPr>
          <a:xfrm>
            <a:off x="19080" y="422280"/>
            <a:ext cx="306540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StringData    PIC X(15).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181080" y="660240"/>
            <a:ext cx="414504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768"/>
              </a:spcBef>
              <a:spcAft>
                <a:spcPts val="768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   x  p   f   p  d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   p </a:t>
            </a: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Z  Y  A  B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81000" y="46080"/>
            <a:ext cx="72396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After 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"/>
          <p:cNvGrpSpPr/>
          <p:nvPr/>
        </p:nvGrpSpPr>
        <p:grpSpPr>
          <a:xfrm>
            <a:off x="85680" y="692280"/>
            <a:ext cx="4390920" cy="330120"/>
            <a:chOff x="85680" y="692280"/>
            <a:chExt cx="4390920" cy="330120"/>
          </a:xfrm>
        </p:grpSpPr>
        <p:sp>
          <p:nvSpPr>
            <p:cNvPr id="106" name=""/>
            <p:cNvSpPr/>
            <p:nvPr/>
          </p:nvSpPr>
          <p:spPr>
            <a:xfrm>
              <a:off x="85680" y="692280"/>
              <a:ext cx="4390920" cy="330120"/>
            </a:xfrm>
            <a:prstGeom prst="rect">
              <a:avLst/>
            </a:prstGeom>
            <a:solidFill>
              <a:srgbClr val="FFFFFF"/>
            </a:solidFill>
            <a:ln w="25560">
              <a:solidFill>
                <a:srgbClr val="969696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"/>
            <p:cNvSpPr/>
            <p:nvPr/>
          </p:nvSpPr>
          <p:spPr>
            <a:xfrm>
              <a:off x="39060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"/>
            <p:cNvSpPr/>
            <p:nvPr/>
          </p:nvSpPr>
          <p:spPr>
            <a:xfrm>
              <a:off x="69516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"/>
            <p:cNvSpPr/>
            <p:nvPr/>
          </p:nvSpPr>
          <p:spPr>
            <a:xfrm>
              <a:off x="99360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"/>
            <p:cNvSpPr/>
            <p:nvPr/>
          </p:nvSpPr>
          <p:spPr>
            <a:xfrm>
              <a:off x="129528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"/>
            <p:cNvSpPr/>
            <p:nvPr/>
          </p:nvSpPr>
          <p:spPr>
            <a:xfrm>
              <a:off x="156996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"/>
            <p:cNvSpPr/>
            <p:nvPr/>
          </p:nvSpPr>
          <p:spPr>
            <a:xfrm>
              <a:off x="184644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"/>
            <p:cNvSpPr/>
            <p:nvPr/>
          </p:nvSpPr>
          <p:spPr>
            <a:xfrm>
              <a:off x="212724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"/>
            <p:cNvSpPr/>
            <p:nvPr/>
          </p:nvSpPr>
          <p:spPr>
            <a:xfrm>
              <a:off x="241776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"/>
            <p:cNvSpPr/>
            <p:nvPr/>
          </p:nvSpPr>
          <p:spPr>
            <a:xfrm>
              <a:off x="413856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"/>
            <p:cNvSpPr/>
            <p:nvPr/>
          </p:nvSpPr>
          <p:spPr>
            <a:xfrm>
              <a:off x="385920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"/>
            <p:cNvSpPr/>
            <p:nvPr/>
          </p:nvSpPr>
          <p:spPr>
            <a:xfrm>
              <a:off x="357516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"/>
            <p:cNvSpPr/>
            <p:nvPr/>
          </p:nvSpPr>
          <p:spPr>
            <a:xfrm>
              <a:off x="329868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"/>
            <p:cNvSpPr/>
            <p:nvPr/>
          </p:nvSpPr>
          <p:spPr>
            <a:xfrm>
              <a:off x="300204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"/>
            <p:cNvSpPr/>
            <p:nvPr/>
          </p:nvSpPr>
          <p:spPr>
            <a:xfrm>
              <a:off x="270972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1" name=""/>
          <p:cNvSpPr txBox="1"/>
          <p:nvPr/>
        </p:nvSpPr>
        <p:spPr>
          <a:xfrm>
            <a:off x="19080" y="422280"/>
            <a:ext cx="306540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StringData    PIC X(15).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81080" y="660240"/>
            <a:ext cx="418140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768"/>
              </a:spcBef>
              <a:spcAft>
                <a:spcPts val="768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   x  p   f   p  d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   p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   x   t  d   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81000" y="46080"/>
            <a:ext cx="91440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Before 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"/>
          <p:cNvGrpSpPr/>
          <p:nvPr/>
        </p:nvGrpSpPr>
        <p:grpSpPr>
          <a:xfrm>
            <a:off x="85680" y="692280"/>
            <a:ext cx="4390920" cy="330120"/>
            <a:chOff x="85680" y="692280"/>
            <a:chExt cx="4390920" cy="330120"/>
          </a:xfrm>
        </p:grpSpPr>
        <p:sp>
          <p:nvSpPr>
            <p:cNvPr id="125" name=""/>
            <p:cNvSpPr/>
            <p:nvPr/>
          </p:nvSpPr>
          <p:spPr>
            <a:xfrm>
              <a:off x="85680" y="692280"/>
              <a:ext cx="4390920" cy="330120"/>
            </a:xfrm>
            <a:prstGeom prst="rect">
              <a:avLst/>
            </a:prstGeom>
            <a:solidFill>
              <a:srgbClr val="FFFFFF"/>
            </a:solidFill>
            <a:ln w="25560">
              <a:solidFill>
                <a:srgbClr val="969696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"/>
            <p:cNvSpPr/>
            <p:nvPr/>
          </p:nvSpPr>
          <p:spPr>
            <a:xfrm>
              <a:off x="39060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"/>
            <p:cNvSpPr/>
            <p:nvPr/>
          </p:nvSpPr>
          <p:spPr>
            <a:xfrm>
              <a:off x="69516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"/>
            <p:cNvSpPr/>
            <p:nvPr/>
          </p:nvSpPr>
          <p:spPr>
            <a:xfrm>
              <a:off x="99360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"/>
            <p:cNvSpPr/>
            <p:nvPr/>
          </p:nvSpPr>
          <p:spPr>
            <a:xfrm>
              <a:off x="129528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" name=""/>
            <p:cNvSpPr/>
            <p:nvPr/>
          </p:nvSpPr>
          <p:spPr>
            <a:xfrm>
              <a:off x="156996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"/>
            <p:cNvSpPr/>
            <p:nvPr/>
          </p:nvSpPr>
          <p:spPr>
            <a:xfrm>
              <a:off x="184644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"/>
            <p:cNvSpPr/>
            <p:nvPr/>
          </p:nvSpPr>
          <p:spPr>
            <a:xfrm>
              <a:off x="212724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"/>
            <p:cNvSpPr/>
            <p:nvPr/>
          </p:nvSpPr>
          <p:spPr>
            <a:xfrm>
              <a:off x="2417760" y="69840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4" name=""/>
            <p:cNvSpPr/>
            <p:nvPr/>
          </p:nvSpPr>
          <p:spPr>
            <a:xfrm>
              <a:off x="4138560" y="692280"/>
              <a:ext cx="0" cy="31752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"/>
            <p:cNvSpPr/>
            <p:nvPr/>
          </p:nvSpPr>
          <p:spPr>
            <a:xfrm>
              <a:off x="385920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"/>
            <p:cNvSpPr/>
            <p:nvPr/>
          </p:nvSpPr>
          <p:spPr>
            <a:xfrm>
              <a:off x="357516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"/>
            <p:cNvSpPr/>
            <p:nvPr/>
          </p:nvSpPr>
          <p:spPr>
            <a:xfrm>
              <a:off x="329868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8" name=""/>
            <p:cNvSpPr/>
            <p:nvPr/>
          </p:nvSpPr>
          <p:spPr>
            <a:xfrm>
              <a:off x="300204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"/>
            <p:cNvSpPr/>
            <p:nvPr/>
          </p:nvSpPr>
          <p:spPr>
            <a:xfrm>
              <a:off x="2709720" y="701640"/>
              <a:ext cx="0" cy="320760"/>
            </a:xfrm>
            <a:prstGeom prst="line">
              <a:avLst/>
            </a:prstGeom>
            <a:ln w="25560">
              <a:solidFill>
                <a:srgbClr val="96969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0" name=""/>
          <p:cNvSpPr txBox="1"/>
          <p:nvPr/>
        </p:nvSpPr>
        <p:spPr>
          <a:xfrm>
            <a:off x="19080" y="422280"/>
            <a:ext cx="306540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StringData    PIC X(15).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81080" y="660240"/>
            <a:ext cx="4187880" cy="3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768"/>
              </a:spcBef>
              <a:spcAft>
                <a:spcPts val="768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  </a:t>
            </a: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Y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p  </a:t>
            </a: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S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p </a:t>
            </a: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Z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   p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</a:t>
            </a: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S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Y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 </a:t>
            </a: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Z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  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81000" y="46080"/>
            <a:ext cx="723960" cy="51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CC0000"/>
                </a:solidFill>
                <a:effectLst/>
                <a:uFillTx/>
                <a:latin typeface="Arial"/>
                <a:ea typeface="Arial"/>
              </a:rPr>
              <a:t>After 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