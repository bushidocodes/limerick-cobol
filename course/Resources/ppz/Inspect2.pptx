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9" r:id="rId2"/>
    <p:sldId id="280" r:id="rId3"/>
    <p:sldId id="284" r:id="rId4"/>
    <p:sldId id="285" r:id="rId5"/>
    <p:sldId id="286" r:id="rId6"/>
    <p:sldId id="278" r:id="rId7"/>
    <p:sldId id="287" r:id="rId8"/>
    <p:sldId id="281" r:id="rId9"/>
    <p:sldId id="288" r:id="rId10"/>
    <p:sldId id="282" r:id="rId11"/>
    <p:sldId id="291" r:id="rId12"/>
  </p:sldIdLst>
  <p:sldSz cx="4572000" cy="1143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>
          <p15:clr>
            <a:srgbClr val="A4A3A4"/>
          </p15:clr>
        </p15:guide>
        <p15:guide id="2" pos="1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60">
          <p15:clr>
            <a:srgbClr val="A4A3A4"/>
          </p15:clr>
        </p15:guide>
        <p15:guide id="2" pos="14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CC0000"/>
    <a:srgbClr val="336600"/>
    <a:srgbClr val="FFFF00"/>
    <a:srgbClr val="66FFCC"/>
    <a:srgbClr val="EAEAEA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59" d="100"/>
          <a:sy n="259" d="100"/>
        </p:scale>
        <p:origin x="210" y="1854"/>
      </p:cViewPr>
      <p:guideLst>
        <p:guide orient="horz" pos="360"/>
        <p:guide pos="14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766" y="-77"/>
      </p:cViewPr>
      <p:guideLst>
        <p:guide orient="horz" pos="360"/>
        <p:guide pos="14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5CDC5CE-D78D-9CD8-A045-02DB630C21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75A02D9-5F9C-0AC5-BA15-28C4A4E05DF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06D3140-8FD3-373C-1741-7F3C045F4E1E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-3422650" y="692150"/>
            <a:ext cx="13703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DBAAF162-2B6E-46B5-9F44-457BB0A84FB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17180322-CC84-86F0-ADEB-5A45B6FE48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460553E5-461F-77D0-ED1A-BA191EC569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7F2E4B3F-DA6F-497F-8E35-FD9B007D2EA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BCFD-9CD8-5CFB-B67F-C5AAB7A66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0" y="187325"/>
            <a:ext cx="3429000" cy="3984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BA339-98B7-0B10-885F-C4AFCCED3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600075"/>
            <a:ext cx="3429000" cy="2762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19079-D911-AD8B-C0ED-90ACDD497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23002-9223-E8E6-5BC6-2FA73BC4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99A09-E58C-3872-E224-8A0D62511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57A97-2F95-4D5C-9539-8E8E16F8BF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208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8C4C-DFE3-1539-613C-2F4F7A4C0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6E5D1-141E-85D9-B1EC-82E6D30C3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A4F56-A02C-842C-1940-21F71322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8143E-1858-E8F3-61F6-204ADB605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B057C-217E-BA99-EBB9-1CB9A2C2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C046E9-6045-44BF-829C-1AE6CBDBB3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1286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C28B9-0F0E-F9A4-307E-2137BAB25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38" y="285750"/>
            <a:ext cx="3943350" cy="47466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46F62-B838-6CD3-799F-FD88F8E5B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38" y="765175"/>
            <a:ext cx="3943350" cy="2492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CEA19-93F6-DCC6-731C-2A7C0339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35D75-9174-2E9E-741A-052903CA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1F8B5-9774-4804-92B4-979C15279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B06A3C-A899-47E9-A652-5EF36A3AE7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808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6580-502E-565B-A0C5-27E65322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C5B36-0145-D756-B769-54F295B8B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330200"/>
            <a:ext cx="1866900" cy="68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3DBB1-57AA-92C9-F7AB-E9DC9EAF0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62200" y="330200"/>
            <a:ext cx="1866900" cy="68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5E719-9F71-E190-4C06-2E1E8DDF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59646B-0FB9-9CBC-914E-A374E5E3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03EC2-0D5B-7A5F-8CB6-A6063692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BBB6B0-E07A-4149-B3A4-3D0A7B27DF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028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C154-925A-FCD0-5E0C-ABED27AA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60325"/>
            <a:ext cx="3943350" cy="222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68959-EE46-1EA2-496B-AE32BC9AF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325" y="280988"/>
            <a:ext cx="1935163" cy="1365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44582-5495-7538-2970-39E708E39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4325" y="417513"/>
            <a:ext cx="1935163" cy="614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ADCFA5-A395-BC74-7517-3CF5EE7FE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314575" y="280988"/>
            <a:ext cx="1943100" cy="1365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06852B-BA7C-961E-ACE8-268B5FE80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14575" y="417513"/>
            <a:ext cx="1943100" cy="614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07AC5-A32F-3C8D-E776-029BE8DF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87387C-7EBE-B953-434A-6C08C8F22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2AAE5F-1852-B3FD-1025-8265F20B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8D564D-7A27-49DF-A812-F3A87D6BB6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1515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3BEB-B0D4-E35B-24A8-751B2032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70D38-C94B-5471-C3D3-45BD3FD0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E9E87-7812-BF21-B21C-50C7C616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4A7357-E3FD-6E3F-55F5-D8094389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449A65-256D-460D-904F-2622ECD4C7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235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343672-666E-E726-3F80-890324DA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3E38C-EA1A-20B8-21AA-137CA7C2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6CD06-2D34-C93A-9F22-7E8AB120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CFD157-AAFD-4D3A-9A2C-049E35D070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07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0D995-8221-96DB-BEF1-CEE7B57AD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76200"/>
            <a:ext cx="1474788" cy="266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00A9D-E27F-CE3C-F009-479AF84D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165100"/>
            <a:ext cx="2314575" cy="8112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A42E9-5008-B78E-01BC-B955F075E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25" y="342900"/>
            <a:ext cx="1474788" cy="635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9D739-80D0-5D92-68A8-EC5B94C5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C24E4-E7FD-E96B-53EE-CF5FB17B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A4487-9D5A-991F-B103-B1FEF641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772D3C-DD3A-40F8-90F5-99D2B6D17F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59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3B7F-660C-BABB-66B6-2227109C8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76200"/>
            <a:ext cx="1474788" cy="266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B581B-1D97-1454-A844-74D7E38C0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943100" y="165100"/>
            <a:ext cx="2314575" cy="8112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E467E-4AEC-DA7E-4B51-D8FB69F27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325" y="342900"/>
            <a:ext cx="1474788" cy="635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3C113-2D2B-BDF5-456D-DC53B9439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10216-225C-698B-A5AA-30D82AB9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390DD-9ECD-9955-F554-19D2FE8D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DF32A4-BFBE-4781-8CF2-81874FF2D1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401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1165-13CA-30DB-FA69-54A911728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6FA19-F18C-01DD-51A7-99011987E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07E84-F02E-BD71-E910-F8AC0C6B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D0310-81B4-7806-B0DD-7010DBAF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2BEAB-7C12-46BE-67F3-07031977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5C58B7-F8AA-46A2-BF39-CED8BEE8CE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55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9C9207-5BC7-2DB2-1E95-6D4CBDC9E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257550" y="100013"/>
            <a:ext cx="971550" cy="915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C270C-7130-0D22-DFCB-05E914AD0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42900" y="100013"/>
            <a:ext cx="2762250" cy="915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BAFB3-F12F-61CA-7E16-D23F64FD2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D544C-C903-603E-8A99-E75BA4D6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C9F73-442C-6CBE-C28D-C16A5C2AB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89C26A-967A-44E9-9785-9010B041C9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351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E81E2F-929D-8B70-CEA2-B7CBB38721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100013"/>
            <a:ext cx="388620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50" tIns="19050" rIns="31750" bIns="190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CC84AB-4FEA-4153-01D5-AA574C3A7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330200"/>
            <a:ext cx="3886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1750" tIns="19050" rIns="31750" bIns="190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229CB91-47CA-304E-E82D-6D69FAA5BC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1042988"/>
            <a:ext cx="952500" cy="7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1750" tIns="19050" rIns="31750" bIns="19050" numCol="1" anchor="ctr" anchorCtr="0" compatLnSpc="1">
            <a:prstTxWarp prst="textNoShape">
              <a:avLst/>
            </a:prstTxWarp>
          </a:bodyPr>
          <a:lstStyle>
            <a:lvl1pPr defTabSz="114300">
              <a:defRPr sz="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984F37-EB45-B60D-626C-31D5755D1A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62100" y="1042988"/>
            <a:ext cx="1447800" cy="7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1750" tIns="19050" rIns="31750" bIns="19050" numCol="1" anchor="ctr" anchorCtr="0" compatLnSpc="1">
            <a:prstTxWarp prst="textNoShape">
              <a:avLst/>
            </a:prstTxWarp>
          </a:bodyPr>
          <a:lstStyle>
            <a:lvl1pPr algn="ctr" defTabSz="114300">
              <a:defRPr sz="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99E0B4B-4B29-C867-615F-6E4BB6DD75E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76600" y="1042988"/>
            <a:ext cx="952500" cy="7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1750" tIns="19050" rIns="31750" bIns="19050" numCol="1" anchor="ctr" anchorCtr="0" compatLnSpc="1">
            <a:prstTxWarp prst="textNoShape">
              <a:avLst/>
            </a:prstTxWarp>
          </a:bodyPr>
          <a:lstStyle>
            <a:lvl1pPr algn="r" defTabSz="114300">
              <a:defRPr sz="400"/>
            </a:lvl1pPr>
          </a:lstStyle>
          <a:p>
            <a:fld id="{156DD49C-8B84-41D6-A63C-EC66A7990EE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DC6CA48-4024-8822-D321-8EFB1B960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3" y="11113"/>
            <a:ext cx="4549775" cy="1120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4300" rtl="0" eaLnBrk="0" fontAlgn="base" hangingPunct="0">
        <a:spcBef>
          <a:spcPct val="0"/>
        </a:spcBef>
        <a:spcAft>
          <a:spcPct val="0"/>
        </a:spcAft>
        <a:defRPr sz="16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2pPr>
      <a:lvl3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3pPr>
      <a:lvl4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4pPr>
      <a:lvl5pPr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14300" rtl="0" eaLnBrk="0" fontAlgn="base" hangingPunct="0">
        <a:spcBef>
          <a:spcPct val="0"/>
        </a:spcBef>
        <a:spcAft>
          <a:spcPct val="0"/>
        </a:spcAft>
        <a:defRPr sz="16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19063" indent="-119063" algn="l" defTabSz="114300" rtl="0" eaLnBrk="0" fontAlgn="base" hangingPunct="0">
        <a:spcBef>
          <a:spcPct val="20000"/>
        </a:spcBef>
        <a:spcAft>
          <a:spcPct val="0"/>
        </a:spcAft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63525" indent="-30163" algn="l" defTabSz="114300" rtl="0" eaLnBrk="0" fontAlgn="base" hangingPunct="0">
        <a:spcBef>
          <a:spcPct val="20000"/>
        </a:spcBef>
        <a:spcAft>
          <a:spcPct val="0"/>
        </a:spcAft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404813" indent="-26988" algn="l" defTabSz="114300" rtl="0" eaLnBrk="0" fontAlgn="base" hangingPunct="0">
        <a:spcBef>
          <a:spcPct val="20000"/>
        </a:spcBef>
        <a:spcAft>
          <a:spcPct val="0"/>
        </a:spcAft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6738" indent="-47625" algn="l" defTabSz="114300" rtl="0" eaLnBrk="0" fontAlgn="base" hangingPunct="0">
        <a:spcBef>
          <a:spcPct val="20000"/>
        </a:spcBef>
        <a:spcAft>
          <a:spcPct val="0"/>
        </a:spcAft>
        <a:buChar char="–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728663" indent="-47625" algn="l" defTabSz="114300" rtl="0" eaLnBrk="0" fontAlgn="base" hangingPunct="0">
        <a:spcBef>
          <a:spcPct val="20000"/>
        </a:spcBef>
        <a:spcAft>
          <a:spcPct val="0"/>
        </a:spcAft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D751FE3-C26D-1DB0-246E-E85DD32F1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21844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Converting example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06AD695-7E2E-BD01-87F2-5CA04BE6F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403225"/>
            <a:ext cx="44100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INSPECT StringData </a:t>
            </a:r>
          </a:p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CONVERTING "</a:t>
            </a:r>
            <a:r>
              <a:rPr lang="en-US" altLang="en-US" sz="1600" b="1">
                <a:latin typeface="Courier New" panose="02070309020205020404" pitchFamily="49" charset="0"/>
              </a:rPr>
              <a:t>fxtd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 TO "</a:t>
            </a:r>
            <a:r>
              <a:rPr lang="en-US" altLang="en-US" sz="16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ZYAB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94EF77B-C5E1-AC9C-2620-97B370B5A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3648075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/>
              <a:t>Each subject character is associated with its target character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A5C3B6D-96B8-EB2A-7894-92BD06FEC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403225"/>
            <a:ext cx="44100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INSPECT StringData </a:t>
            </a:r>
          </a:p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CONVERTING "</a:t>
            </a:r>
            <a:r>
              <a:rPr lang="en-US" altLang="en-US" sz="1600" b="1">
                <a:latin typeface="Courier New" panose="02070309020205020404" pitchFamily="49" charset="0"/>
              </a:rPr>
              <a:t>fxtd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 TO "</a:t>
            </a:r>
            <a:r>
              <a:rPr lang="en-US" altLang="en-US" sz="16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ZYAB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".</a:t>
            </a:r>
          </a:p>
        </p:txBody>
      </p:sp>
      <p:sp>
        <p:nvSpPr>
          <p:cNvPr id="4100" name="Arc 4">
            <a:extLst>
              <a:ext uri="{FF2B5EF4-FFF2-40B4-BE49-F238E27FC236}">
                <a16:creationId xmlns:a16="http://schemas.microsoft.com/office/drawing/2014/main" id="{8FE1B170-F16F-9B80-AD07-C5FFD725A15C}"/>
              </a:ext>
            </a:extLst>
          </p:cNvPr>
          <p:cNvSpPr>
            <a:spLocks/>
          </p:cNvSpPr>
          <p:nvPr/>
        </p:nvSpPr>
        <p:spPr bwMode="auto">
          <a:xfrm>
            <a:off x="2508250" y="300038"/>
            <a:ext cx="1200150" cy="369887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 w 43200"/>
              <a:gd name="T1" fmla="*/ 21882 h 21883"/>
              <a:gd name="T2" fmla="*/ 43198 w 43200"/>
              <a:gd name="T3" fmla="*/ 21883 h 21883"/>
              <a:gd name="T4" fmla="*/ 21600 w 43200"/>
              <a:gd name="T5" fmla="*/ 21600 h 21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883" fill="none" extrusionOk="0">
                <a:moveTo>
                  <a:pt x="1" y="21882"/>
                </a:moveTo>
                <a:cubicBezTo>
                  <a:pt x="0" y="21788"/>
                  <a:pt x="0" y="2169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694"/>
                  <a:pt x="43199" y="21788"/>
                  <a:pt x="43198" y="21883"/>
                </a:cubicBezTo>
              </a:path>
              <a:path w="43200" h="21883" stroke="0" extrusionOk="0">
                <a:moveTo>
                  <a:pt x="1" y="21882"/>
                </a:moveTo>
                <a:cubicBezTo>
                  <a:pt x="0" y="21788"/>
                  <a:pt x="0" y="2169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694"/>
                  <a:pt x="43199" y="21788"/>
                  <a:pt x="43198" y="21883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A8AAD6B-5707-C31A-FA82-985A001DE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403225"/>
            <a:ext cx="44100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INSPECT StringData </a:t>
            </a:r>
          </a:p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CONVERTING "</a:t>
            </a:r>
            <a:r>
              <a:rPr lang="en-US" altLang="en-US" sz="1600" b="1">
                <a:latin typeface="Courier New" panose="02070309020205020404" pitchFamily="49" charset="0"/>
              </a:rPr>
              <a:t>fxtd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 TO "</a:t>
            </a:r>
            <a:r>
              <a:rPr lang="en-US" altLang="en-US" sz="16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ZYAB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".</a:t>
            </a:r>
          </a:p>
        </p:txBody>
      </p:sp>
      <p:sp>
        <p:nvSpPr>
          <p:cNvPr id="5123" name="Arc 3">
            <a:extLst>
              <a:ext uri="{FF2B5EF4-FFF2-40B4-BE49-F238E27FC236}">
                <a16:creationId xmlns:a16="http://schemas.microsoft.com/office/drawing/2014/main" id="{ACAFEC67-0A99-9FAD-11B9-36A108BF842E}"/>
              </a:ext>
            </a:extLst>
          </p:cNvPr>
          <p:cNvSpPr>
            <a:spLocks/>
          </p:cNvSpPr>
          <p:nvPr/>
        </p:nvSpPr>
        <p:spPr bwMode="auto">
          <a:xfrm>
            <a:off x="2508250" y="300038"/>
            <a:ext cx="1200150" cy="369887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 w 43200"/>
              <a:gd name="T1" fmla="*/ 21882 h 21883"/>
              <a:gd name="T2" fmla="*/ 43198 w 43200"/>
              <a:gd name="T3" fmla="*/ 21883 h 21883"/>
              <a:gd name="T4" fmla="*/ 21600 w 43200"/>
              <a:gd name="T5" fmla="*/ 21600 h 21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883" fill="none" extrusionOk="0">
                <a:moveTo>
                  <a:pt x="1" y="21882"/>
                </a:moveTo>
                <a:cubicBezTo>
                  <a:pt x="0" y="21788"/>
                  <a:pt x="0" y="2169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694"/>
                  <a:pt x="43199" y="21788"/>
                  <a:pt x="43198" y="21883"/>
                </a:cubicBezTo>
              </a:path>
              <a:path w="43200" h="21883" stroke="0" extrusionOk="0">
                <a:moveTo>
                  <a:pt x="1" y="21882"/>
                </a:moveTo>
                <a:cubicBezTo>
                  <a:pt x="0" y="21788"/>
                  <a:pt x="0" y="2169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694"/>
                  <a:pt x="43199" y="21788"/>
                  <a:pt x="43198" y="21883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" name="Arc 4">
            <a:extLst>
              <a:ext uri="{FF2B5EF4-FFF2-40B4-BE49-F238E27FC236}">
                <a16:creationId xmlns:a16="http://schemas.microsoft.com/office/drawing/2014/main" id="{A44A281C-CE22-DC1A-87C6-1937D5F15B73}"/>
              </a:ext>
            </a:extLst>
          </p:cNvPr>
          <p:cNvSpPr>
            <a:spLocks/>
          </p:cNvSpPr>
          <p:nvPr/>
        </p:nvSpPr>
        <p:spPr bwMode="auto">
          <a:xfrm>
            <a:off x="2617788" y="228600"/>
            <a:ext cx="1206500" cy="4572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 w 43200"/>
              <a:gd name="T1" fmla="*/ 21904 h 21905"/>
              <a:gd name="T2" fmla="*/ 43198 w 43200"/>
              <a:gd name="T3" fmla="*/ 21905 h 21905"/>
              <a:gd name="T4" fmla="*/ 21600 w 43200"/>
              <a:gd name="T5" fmla="*/ 21600 h 21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905" fill="none" extrusionOk="0">
                <a:moveTo>
                  <a:pt x="2" y="21903"/>
                </a:moveTo>
                <a:cubicBezTo>
                  <a:pt x="0" y="21802"/>
                  <a:pt x="0" y="2170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701"/>
                  <a:pt x="43199" y="21803"/>
                  <a:pt x="43197" y="21904"/>
                </a:cubicBezTo>
              </a:path>
              <a:path w="43200" h="21905" stroke="0" extrusionOk="0">
                <a:moveTo>
                  <a:pt x="2" y="21903"/>
                </a:moveTo>
                <a:cubicBezTo>
                  <a:pt x="0" y="21802"/>
                  <a:pt x="0" y="2170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701"/>
                  <a:pt x="43199" y="21803"/>
                  <a:pt x="43197" y="21904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0C0D6AD5-0D50-1AFE-753A-7880D6C5B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3648075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/>
              <a:t>Each subject character is associated with its target character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2A2C575-C8E8-12B4-B0D2-FC25C36B6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403225"/>
            <a:ext cx="44100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INSPECT StringData </a:t>
            </a:r>
          </a:p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CONVERTING "</a:t>
            </a:r>
            <a:r>
              <a:rPr lang="en-US" altLang="en-US" sz="1600" b="1">
                <a:latin typeface="Courier New" panose="02070309020205020404" pitchFamily="49" charset="0"/>
              </a:rPr>
              <a:t>fxtd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 TO "</a:t>
            </a:r>
            <a:r>
              <a:rPr lang="en-US" altLang="en-US" sz="16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ZYAB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".</a:t>
            </a:r>
          </a:p>
        </p:txBody>
      </p:sp>
      <p:sp>
        <p:nvSpPr>
          <p:cNvPr id="6147" name="Arc 3">
            <a:extLst>
              <a:ext uri="{FF2B5EF4-FFF2-40B4-BE49-F238E27FC236}">
                <a16:creationId xmlns:a16="http://schemas.microsoft.com/office/drawing/2014/main" id="{08CC576B-96EE-B98D-297C-6B7FD7F9112A}"/>
              </a:ext>
            </a:extLst>
          </p:cNvPr>
          <p:cNvSpPr>
            <a:spLocks/>
          </p:cNvSpPr>
          <p:nvPr/>
        </p:nvSpPr>
        <p:spPr bwMode="auto">
          <a:xfrm>
            <a:off x="2508250" y="300038"/>
            <a:ext cx="1200150" cy="369887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 w 43200"/>
              <a:gd name="T1" fmla="*/ 21882 h 21883"/>
              <a:gd name="T2" fmla="*/ 43198 w 43200"/>
              <a:gd name="T3" fmla="*/ 21883 h 21883"/>
              <a:gd name="T4" fmla="*/ 21600 w 43200"/>
              <a:gd name="T5" fmla="*/ 21600 h 218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883" fill="none" extrusionOk="0">
                <a:moveTo>
                  <a:pt x="1" y="21882"/>
                </a:moveTo>
                <a:cubicBezTo>
                  <a:pt x="0" y="21788"/>
                  <a:pt x="0" y="2169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694"/>
                  <a:pt x="43199" y="21788"/>
                  <a:pt x="43198" y="21883"/>
                </a:cubicBezTo>
              </a:path>
              <a:path w="43200" h="21883" stroke="0" extrusionOk="0">
                <a:moveTo>
                  <a:pt x="1" y="21882"/>
                </a:moveTo>
                <a:cubicBezTo>
                  <a:pt x="0" y="21788"/>
                  <a:pt x="0" y="2169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694"/>
                  <a:pt x="43199" y="21788"/>
                  <a:pt x="43198" y="21883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" name="Arc 4">
            <a:extLst>
              <a:ext uri="{FF2B5EF4-FFF2-40B4-BE49-F238E27FC236}">
                <a16:creationId xmlns:a16="http://schemas.microsoft.com/office/drawing/2014/main" id="{6C46A5EB-8F65-CD79-A325-2908638B1F32}"/>
              </a:ext>
            </a:extLst>
          </p:cNvPr>
          <p:cNvSpPr>
            <a:spLocks/>
          </p:cNvSpPr>
          <p:nvPr/>
        </p:nvSpPr>
        <p:spPr bwMode="auto">
          <a:xfrm>
            <a:off x="2617788" y="228600"/>
            <a:ext cx="1206500" cy="4572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 w 43200"/>
              <a:gd name="T1" fmla="*/ 21904 h 21905"/>
              <a:gd name="T2" fmla="*/ 43198 w 43200"/>
              <a:gd name="T3" fmla="*/ 21905 h 21905"/>
              <a:gd name="T4" fmla="*/ 21600 w 43200"/>
              <a:gd name="T5" fmla="*/ 21600 h 21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905" fill="none" extrusionOk="0">
                <a:moveTo>
                  <a:pt x="2" y="21903"/>
                </a:moveTo>
                <a:cubicBezTo>
                  <a:pt x="0" y="21802"/>
                  <a:pt x="0" y="2170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701"/>
                  <a:pt x="43199" y="21803"/>
                  <a:pt x="43197" y="21904"/>
                </a:cubicBezTo>
              </a:path>
              <a:path w="43200" h="21905" stroke="0" extrusionOk="0">
                <a:moveTo>
                  <a:pt x="2" y="21903"/>
                </a:moveTo>
                <a:cubicBezTo>
                  <a:pt x="0" y="21802"/>
                  <a:pt x="0" y="21701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701"/>
                  <a:pt x="43199" y="21803"/>
                  <a:pt x="43197" y="21904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Arc 5">
            <a:extLst>
              <a:ext uri="{FF2B5EF4-FFF2-40B4-BE49-F238E27FC236}">
                <a16:creationId xmlns:a16="http://schemas.microsoft.com/office/drawing/2014/main" id="{9CE17163-44D0-C706-B14A-964A31D8B8EA}"/>
              </a:ext>
            </a:extLst>
          </p:cNvPr>
          <p:cNvSpPr>
            <a:spLocks/>
          </p:cNvSpPr>
          <p:nvPr/>
        </p:nvSpPr>
        <p:spPr bwMode="auto">
          <a:xfrm>
            <a:off x="2751138" y="115888"/>
            <a:ext cx="1206500" cy="5588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 w 43200"/>
              <a:gd name="T1" fmla="*/ 21912 h 21912"/>
              <a:gd name="T2" fmla="*/ 43198 w 43200"/>
              <a:gd name="T3" fmla="*/ 21912 h 21912"/>
              <a:gd name="T4" fmla="*/ 21600 w 43200"/>
              <a:gd name="T5" fmla="*/ 21600 h 21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1912" fill="none" extrusionOk="0">
                <a:moveTo>
                  <a:pt x="2" y="21911"/>
                </a:moveTo>
                <a:cubicBezTo>
                  <a:pt x="0" y="21808"/>
                  <a:pt x="0" y="2170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704"/>
                  <a:pt x="43199" y="21808"/>
                  <a:pt x="43197" y="21911"/>
                </a:cubicBezTo>
              </a:path>
              <a:path w="43200" h="21912" stroke="0" extrusionOk="0">
                <a:moveTo>
                  <a:pt x="2" y="21911"/>
                </a:moveTo>
                <a:cubicBezTo>
                  <a:pt x="0" y="21808"/>
                  <a:pt x="0" y="2170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704"/>
                  <a:pt x="43199" y="21808"/>
                  <a:pt x="43197" y="21911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9C7C3F7B-F609-C7A0-35B7-183F54A90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3648075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/>
              <a:t>Each subject character is associated with its target character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44098F7-3E0C-83BD-BF9B-CE342ADC7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403225"/>
            <a:ext cx="44100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INSPECT StringData </a:t>
            </a:r>
          </a:p>
          <a:p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CONVERTING "</a:t>
            </a:r>
            <a:r>
              <a:rPr lang="en-US" altLang="en-US" sz="1600" b="1">
                <a:latin typeface="Courier New" panose="02070309020205020404" pitchFamily="49" charset="0"/>
              </a:rPr>
              <a:t>fxtd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 TO "</a:t>
            </a:r>
            <a:r>
              <a:rPr lang="en-US" altLang="en-US" sz="16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anose="02070309020205020404" pitchFamily="49" charset="0"/>
              </a:rPr>
              <a:t>ZYAB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".</a:t>
            </a:r>
          </a:p>
        </p:txBody>
      </p:sp>
      <p:grpSp>
        <p:nvGrpSpPr>
          <p:cNvPr id="7175" name="Group 7">
            <a:extLst>
              <a:ext uri="{FF2B5EF4-FFF2-40B4-BE49-F238E27FC236}">
                <a16:creationId xmlns:a16="http://schemas.microsoft.com/office/drawing/2014/main" id="{A7B243F6-3C5C-8926-1C5C-2F81F9BB9936}"/>
              </a:ext>
            </a:extLst>
          </p:cNvPr>
          <p:cNvGrpSpPr>
            <a:grpSpLocks/>
          </p:cNvGrpSpPr>
          <p:nvPr/>
        </p:nvGrpSpPr>
        <p:grpSpPr bwMode="auto">
          <a:xfrm>
            <a:off x="2508250" y="115888"/>
            <a:ext cx="1550988" cy="569912"/>
            <a:chOff x="1580" y="73"/>
            <a:chExt cx="977" cy="359"/>
          </a:xfrm>
        </p:grpSpPr>
        <p:sp>
          <p:nvSpPr>
            <p:cNvPr id="7171" name="Arc 3">
              <a:extLst>
                <a:ext uri="{FF2B5EF4-FFF2-40B4-BE49-F238E27FC236}">
                  <a16:creationId xmlns:a16="http://schemas.microsoft.com/office/drawing/2014/main" id="{041CA3CA-2583-ABB2-D105-E80828C22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189"/>
              <a:ext cx="756" cy="233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 w 43200"/>
                <a:gd name="T1" fmla="*/ 21882 h 21883"/>
                <a:gd name="T2" fmla="*/ 43198 w 43200"/>
                <a:gd name="T3" fmla="*/ 21883 h 21883"/>
                <a:gd name="T4" fmla="*/ 21600 w 43200"/>
                <a:gd name="T5" fmla="*/ 21600 h 21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883" fill="none" extrusionOk="0">
                  <a:moveTo>
                    <a:pt x="1" y="21882"/>
                  </a:moveTo>
                  <a:cubicBezTo>
                    <a:pt x="0" y="21788"/>
                    <a:pt x="0" y="2169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1694"/>
                    <a:pt x="43199" y="21788"/>
                    <a:pt x="43198" y="21883"/>
                  </a:cubicBezTo>
                </a:path>
                <a:path w="43200" h="21883" stroke="0" extrusionOk="0">
                  <a:moveTo>
                    <a:pt x="1" y="21882"/>
                  </a:moveTo>
                  <a:cubicBezTo>
                    <a:pt x="0" y="21788"/>
                    <a:pt x="0" y="2169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1694"/>
                    <a:pt x="43199" y="21788"/>
                    <a:pt x="43198" y="2188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rgbClr val="CC0000"/>
              </a:solidFill>
              <a:round/>
              <a:headEnd type="none" w="sm" len="sm"/>
              <a:tailEnd type="stealth" w="med" len="med"/>
            </a:ln>
            <a:effectLst>
              <a:outerShdw dist="17961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2" name="Arc 4">
              <a:extLst>
                <a:ext uri="{FF2B5EF4-FFF2-40B4-BE49-F238E27FC236}">
                  <a16:creationId xmlns:a16="http://schemas.microsoft.com/office/drawing/2014/main" id="{C80B73C6-05B9-AC1D-3E7C-458A965CD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44"/>
              <a:ext cx="760" cy="288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 w 43200"/>
                <a:gd name="T1" fmla="*/ 21904 h 21905"/>
                <a:gd name="T2" fmla="*/ 43198 w 43200"/>
                <a:gd name="T3" fmla="*/ 21905 h 21905"/>
                <a:gd name="T4" fmla="*/ 21600 w 43200"/>
                <a:gd name="T5" fmla="*/ 21600 h 21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905" fill="none" extrusionOk="0">
                  <a:moveTo>
                    <a:pt x="2" y="21903"/>
                  </a:moveTo>
                  <a:cubicBezTo>
                    <a:pt x="0" y="21802"/>
                    <a:pt x="0" y="2170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1701"/>
                    <a:pt x="43199" y="21803"/>
                    <a:pt x="43197" y="21904"/>
                  </a:cubicBezTo>
                </a:path>
                <a:path w="43200" h="21905" stroke="0" extrusionOk="0">
                  <a:moveTo>
                    <a:pt x="2" y="21903"/>
                  </a:moveTo>
                  <a:cubicBezTo>
                    <a:pt x="0" y="21802"/>
                    <a:pt x="0" y="2170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1701"/>
                    <a:pt x="43199" y="21803"/>
                    <a:pt x="43197" y="21904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rgbClr val="CC0000"/>
              </a:solidFill>
              <a:round/>
              <a:headEnd type="none" w="sm" len="sm"/>
              <a:tailEnd type="stealth" w="med" len="med"/>
            </a:ln>
            <a:effectLst>
              <a:outerShdw dist="17961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3" name="Arc 5">
              <a:extLst>
                <a:ext uri="{FF2B5EF4-FFF2-40B4-BE49-F238E27FC236}">
                  <a16:creationId xmlns:a16="http://schemas.microsoft.com/office/drawing/2014/main" id="{F464DFDB-E0C2-8488-EF16-9DA3D3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73"/>
              <a:ext cx="760" cy="35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 w 43200"/>
                <a:gd name="T1" fmla="*/ 21912 h 21912"/>
                <a:gd name="T2" fmla="*/ 43198 w 43200"/>
                <a:gd name="T3" fmla="*/ 21912 h 21912"/>
                <a:gd name="T4" fmla="*/ 21600 w 43200"/>
                <a:gd name="T5" fmla="*/ 21600 h 21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912" fill="none" extrusionOk="0">
                  <a:moveTo>
                    <a:pt x="2" y="21911"/>
                  </a:moveTo>
                  <a:cubicBezTo>
                    <a:pt x="0" y="21808"/>
                    <a:pt x="0" y="2170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1704"/>
                    <a:pt x="43199" y="21808"/>
                    <a:pt x="43197" y="21911"/>
                  </a:cubicBezTo>
                </a:path>
                <a:path w="43200" h="21912" stroke="0" extrusionOk="0">
                  <a:moveTo>
                    <a:pt x="2" y="21911"/>
                  </a:moveTo>
                  <a:cubicBezTo>
                    <a:pt x="0" y="21808"/>
                    <a:pt x="0" y="2170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1704"/>
                    <a:pt x="43199" y="21808"/>
                    <a:pt x="43197" y="2191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rgbClr val="CC0000"/>
              </a:solidFill>
              <a:round/>
              <a:headEnd type="none" w="sm" len="sm"/>
              <a:tailEnd type="stealth" w="med" len="med"/>
            </a:ln>
            <a:effectLst>
              <a:outerShdw dist="17961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74" name="Arc 6">
              <a:extLst>
                <a:ext uri="{FF2B5EF4-FFF2-40B4-BE49-F238E27FC236}">
                  <a16:creationId xmlns:a16="http://schemas.microsoft.com/office/drawing/2014/main" id="{FBF1EC17-A6CB-D949-E1EB-E4A568936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73"/>
              <a:ext cx="749" cy="34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 w 43200"/>
                <a:gd name="T1" fmla="*/ 21922 h 21924"/>
                <a:gd name="T2" fmla="*/ 43198 w 43200"/>
                <a:gd name="T3" fmla="*/ 21924 h 21924"/>
                <a:gd name="T4" fmla="*/ 21600 w 43200"/>
                <a:gd name="T5" fmla="*/ 21600 h 21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924" fill="none" extrusionOk="0">
                  <a:moveTo>
                    <a:pt x="2" y="21921"/>
                  </a:moveTo>
                  <a:cubicBezTo>
                    <a:pt x="0" y="21814"/>
                    <a:pt x="0" y="2170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1708"/>
                    <a:pt x="43199" y="21816"/>
                    <a:pt x="43197" y="21923"/>
                  </a:cubicBezTo>
                </a:path>
                <a:path w="43200" h="21924" stroke="0" extrusionOk="0">
                  <a:moveTo>
                    <a:pt x="2" y="21921"/>
                  </a:moveTo>
                  <a:cubicBezTo>
                    <a:pt x="0" y="21814"/>
                    <a:pt x="0" y="2170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199" y="21708"/>
                    <a:pt x="43199" y="21816"/>
                    <a:pt x="43197" y="21923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2700" cap="rnd">
              <a:solidFill>
                <a:srgbClr val="CC0000"/>
              </a:solidFill>
              <a:round/>
              <a:headEnd type="none" w="sm" len="sm"/>
              <a:tailEnd type="stealth" w="med" len="med"/>
            </a:ln>
            <a:effectLst>
              <a:outerShdw dist="17961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6" name="Rectangle 8">
            <a:extLst>
              <a:ext uri="{FF2B5EF4-FFF2-40B4-BE49-F238E27FC236}">
                <a16:creationId xmlns:a16="http://schemas.microsoft.com/office/drawing/2014/main" id="{60B990DF-8B42-2091-15C9-EE30966B4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3648075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200"/>
              <a:t>Each subject character is associated with its target character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9" name="Group 17">
            <a:extLst>
              <a:ext uri="{FF2B5EF4-FFF2-40B4-BE49-F238E27FC236}">
                <a16:creationId xmlns:a16="http://schemas.microsoft.com/office/drawing/2014/main" id="{BD164CC4-9C1A-50BE-0D1C-438D25836FCD}"/>
              </a:ext>
            </a:extLst>
          </p:cNvPr>
          <p:cNvGrpSpPr>
            <a:grpSpLocks/>
          </p:cNvGrpSpPr>
          <p:nvPr/>
        </p:nvGrpSpPr>
        <p:grpSpPr bwMode="auto">
          <a:xfrm>
            <a:off x="98425" y="692150"/>
            <a:ext cx="4365625" cy="330200"/>
            <a:chOff x="62" y="436"/>
            <a:chExt cx="2750" cy="208"/>
          </a:xfrm>
        </p:grpSpPr>
        <p:sp>
          <p:nvSpPr>
            <p:cNvPr id="8194" name="Rectangle 2">
              <a:extLst>
                <a:ext uri="{FF2B5EF4-FFF2-40B4-BE49-F238E27FC236}">
                  <a16:creationId xmlns:a16="http://schemas.microsoft.com/office/drawing/2014/main" id="{B280611D-5B48-66BD-052E-A5B339FAA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" y="444"/>
              <a:ext cx="2750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5" name="Line 3">
              <a:extLst>
                <a:ext uri="{FF2B5EF4-FFF2-40B4-BE49-F238E27FC236}">
                  <a16:creationId xmlns:a16="http://schemas.microsoft.com/office/drawing/2014/main" id="{587A7252-9D85-6B50-03FD-0E7092842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6" name="Line 4">
              <a:extLst>
                <a:ext uri="{FF2B5EF4-FFF2-40B4-BE49-F238E27FC236}">
                  <a16:creationId xmlns:a16="http://schemas.microsoft.com/office/drawing/2014/main" id="{93426A12-0433-3120-DD7E-D4883ABE6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7" name="Line 5">
              <a:extLst>
                <a:ext uri="{FF2B5EF4-FFF2-40B4-BE49-F238E27FC236}">
                  <a16:creationId xmlns:a16="http://schemas.microsoft.com/office/drawing/2014/main" id="{91811DB7-FE55-6142-0FF9-6C8D6835C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8" name="Line 6">
              <a:extLst>
                <a:ext uri="{FF2B5EF4-FFF2-40B4-BE49-F238E27FC236}">
                  <a16:creationId xmlns:a16="http://schemas.microsoft.com/office/drawing/2014/main" id="{9C7DB30B-92A7-A9C6-D056-1334AFC4D6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9" name="Line 7">
              <a:extLst>
                <a:ext uri="{FF2B5EF4-FFF2-40B4-BE49-F238E27FC236}">
                  <a16:creationId xmlns:a16="http://schemas.microsoft.com/office/drawing/2014/main" id="{2F14B524-9067-0E5F-1210-3C6AAC4F4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0" name="Line 8">
              <a:extLst>
                <a:ext uri="{FF2B5EF4-FFF2-40B4-BE49-F238E27FC236}">
                  <a16:creationId xmlns:a16="http://schemas.microsoft.com/office/drawing/2014/main" id="{4C8864C4-B392-232C-9982-369A28ECC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1" name="Line 9">
              <a:extLst>
                <a:ext uri="{FF2B5EF4-FFF2-40B4-BE49-F238E27FC236}">
                  <a16:creationId xmlns:a16="http://schemas.microsoft.com/office/drawing/2014/main" id="{FB97D366-2B04-4874-758C-EA1A4FF99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0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2" name="Line 10">
              <a:extLst>
                <a:ext uri="{FF2B5EF4-FFF2-40B4-BE49-F238E27FC236}">
                  <a16:creationId xmlns:a16="http://schemas.microsoft.com/office/drawing/2014/main" id="{101BA898-5DD3-7C16-BF13-8DF2DD174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Line 11">
              <a:extLst>
                <a:ext uri="{FF2B5EF4-FFF2-40B4-BE49-F238E27FC236}">
                  <a16:creationId xmlns:a16="http://schemas.microsoft.com/office/drawing/2014/main" id="{A9A229AD-F67F-375D-F560-D04B14F19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7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Line 12">
              <a:extLst>
                <a:ext uri="{FF2B5EF4-FFF2-40B4-BE49-F238E27FC236}">
                  <a16:creationId xmlns:a16="http://schemas.microsoft.com/office/drawing/2014/main" id="{C82DCE1B-DBBB-86BF-714A-E3F98E484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Line 13">
              <a:extLst>
                <a:ext uri="{FF2B5EF4-FFF2-40B4-BE49-F238E27FC236}">
                  <a16:creationId xmlns:a16="http://schemas.microsoft.com/office/drawing/2014/main" id="{734D1D05-B24B-4D53-0E8D-5781BA86C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Line 14">
              <a:extLst>
                <a:ext uri="{FF2B5EF4-FFF2-40B4-BE49-F238E27FC236}">
                  <a16:creationId xmlns:a16="http://schemas.microsoft.com/office/drawing/2014/main" id="{91D52467-C5BF-B9B0-5B37-8070F66C26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8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7" name="Line 15">
              <a:extLst>
                <a:ext uri="{FF2B5EF4-FFF2-40B4-BE49-F238E27FC236}">
                  <a16:creationId xmlns:a16="http://schemas.microsoft.com/office/drawing/2014/main" id="{A2A3C191-60B2-EAFE-2666-F3D3F4FD9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8" name="Line 16">
              <a:extLst>
                <a:ext uri="{FF2B5EF4-FFF2-40B4-BE49-F238E27FC236}">
                  <a16:creationId xmlns:a16="http://schemas.microsoft.com/office/drawing/2014/main" id="{3901F95B-BEE7-17D5-563E-3B176DFDD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10" name="Rectangle 18">
            <a:extLst>
              <a:ext uri="{FF2B5EF4-FFF2-40B4-BE49-F238E27FC236}">
                <a16:creationId xmlns:a16="http://schemas.microsoft.com/office/drawing/2014/main" id="{37DA01AF-14B0-E8C6-180A-AFD00C1D9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" y="422275"/>
            <a:ext cx="3065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latin typeface="Courier New" panose="02070309020205020404" pitchFamily="49" charset="0"/>
              </a:rPr>
              <a:t>01 StringData    PIC X(15).</a:t>
            </a:r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A02EAE69-1F63-F73E-FBE5-F70D601AC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660400"/>
            <a:ext cx="4181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32000"/>
              </a:spcBef>
              <a:spcAft>
                <a:spcPct val="32000"/>
              </a:spcAft>
            </a:pPr>
            <a:r>
              <a:rPr lang="en-US" altLang="en-US" sz="1800" b="1">
                <a:latin typeface="Arial" panose="020B0604020202020204" pitchFamily="34" charset="0"/>
              </a:rPr>
              <a:t>p   x  p   f   p  d</a:t>
            </a:r>
            <a:r>
              <a:rPr lang="en-US" altLang="en-US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p</a:t>
            </a:r>
            <a:r>
              <a:rPr lang="en-US" altLang="en-US" sz="2000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t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latin typeface="Arial" panose="020B0604020202020204" pitchFamily="34" charset="0"/>
              </a:rPr>
              <a:t>p   p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latin typeface="Arial" panose="020B0604020202020204" pitchFamily="34" charset="0"/>
              </a:rPr>
              <a:t>f   x   t  d   p</a:t>
            </a:r>
          </a:p>
        </p:txBody>
      </p:sp>
      <p:sp>
        <p:nvSpPr>
          <p:cNvPr id="8212" name="Rectangle 20">
            <a:extLst>
              <a:ext uri="{FF2B5EF4-FFF2-40B4-BE49-F238E27FC236}">
                <a16:creationId xmlns:a16="http://schemas.microsoft.com/office/drawing/2014/main" id="{E6E39F92-2CD7-AC5F-E9E0-AB3C75352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9144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Before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3" name="Group 17">
            <a:extLst>
              <a:ext uri="{FF2B5EF4-FFF2-40B4-BE49-F238E27FC236}">
                <a16:creationId xmlns:a16="http://schemas.microsoft.com/office/drawing/2014/main" id="{C6D4CF3A-197A-2BDC-7336-96CF368E5125}"/>
              </a:ext>
            </a:extLst>
          </p:cNvPr>
          <p:cNvGrpSpPr>
            <a:grpSpLocks/>
          </p:cNvGrpSpPr>
          <p:nvPr/>
        </p:nvGrpSpPr>
        <p:grpSpPr bwMode="auto">
          <a:xfrm>
            <a:off x="98425" y="692150"/>
            <a:ext cx="4365625" cy="330200"/>
            <a:chOff x="62" y="436"/>
            <a:chExt cx="2750" cy="208"/>
          </a:xfrm>
        </p:grpSpPr>
        <p:sp>
          <p:nvSpPr>
            <p:cNvPr id="9218" name="Rectangle 2">
              <a:extLst>
                <a:ext uri="{FF2B5EF4-FFF2-40B4-BE49-F238E27FC236}">
                  <a16:creationId xmlns:a16="http://schemas.microsoft.com/office/drawing/2014/main" id="{3C17A81C-9772-7025-84A6-59DBD277B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" y="444"/>
              <a:ext cx="2750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19" name="Line 3">
              <a:extLst>
                <a:ext uri="{FF2B5EF4-FFF2-40B4-BE49-F238E27FC236}">
                  <a16:creationId xmlns:a16="http://schemas.microsoft.com/office/drawing/2014/main" id="{BCB1265B-4F50-EE92-CB06-FC27454CE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0" name="Line 4">
              <a:extLst>
                <a:ext uri="{FF2B5EF4-FFF2-40B4-BE49-F238E27FC236}">
                  <a16:creationId xmlns:a16="http://schemas.microsoft.com/office/drawing/2014/main" id="{CECFBEA6-B772-C6B4-03C6-8C0DAC9FD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1" name="Line 5">
              <a:extLst>
                <a:ext uri="{FF2B5EF4-FFF2-40B4-BE49-F238E27FC236}">
                  <a16:creationId xmlns:a16="http://schemas.microsoft.com/office/drawing/2014/main" id="{03B48997-14BD-EB3D-FE82-637919C4F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2" name="Line 6">
              <a:extLst>
                <a:ext uri="{FF2B5EF4-FFF2-40B4-BE49-F238E27FC236}">
                  <a16:creationId xmlns:a16="http://schemas.microsoft.com/office/drawing/2014/main" id="{2D003E80-C0CE-EE3B-8BA9-539751321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3" name="Line 7">
              <a:extLst>
                <a:ext uri="{FF2B5EF4-FFF2-40B4-BE49-F238E27FC236}">
                  <a16:creationId xmlns:a16="http://schemas.microsoft.com/office/drawing/2014/main" id="{015BBDE1-55CE-6FB2-C468-C5B5AC2AD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4" name="Line 8">
              <a:extLst>
                <a:ext uri="{FF2B5EF4-FFF2-40B4-BE49-F238E27FC236}">
                  <a16:creationId xmlns:a16="http://schemas.microsoft.com/office/drawing/2014/main" id="{A3048C86-2975-0A64-E950-614BBF8C4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Line 9">
              <a:extLst>
                <a:ext uri="{FF2B5EF4-FFF2-40B4-BE49-F238E27FC236}">
                  <a16:creationId xmlns:a16="http://schemas.microsoft.com/office/drawing/2014/main" id="{27C5D560-7A3C-5DF7-8872-CFFA641132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0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6" name="Line 10">
              <a:extLst>
                <a:ext uri="{FF2B5EF4-FFF2-40B4-BE49-F238E27FC236}">
                  <a16:creationId xmlns:a16="http://schemas.microsoft.com/office/drawing/2014/main" id="{737626F7-17D8-9D6B-0270-31F29AB8C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7" name="Line 11">
              <a:extLst>
                <a:ext uri="{FF2B5EF4-FFF2-40B4-BE49-F238E27FC236}">
                  <a16:creationId xmlns:a16="http://schemas.microsoft.com/office/drawing/2014/main" id="{ADD55DC5-B99B-9584-E300-E4287E4B0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7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8" name="Line 12">
              <a:extLst>
                <a:ext uri="{FF2B5EF4-FFF2-40B4-BE49-F238E27FC236}">
                  <a16:creationId xmlns:a16="http://schemas.microsoft.com/office/drawing/2014/main" id="{B2290D2C-A6E6-2B45-00A3-24A5E5CEE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9" name="Line 13">
              <a:extLst>
                <a:ext uri="{FF2B5EF4-FFF2-40B4-BE49-F238E27FC236}">
                  <a16:creationId xmlns:a16="http://schemas.microsoft.com/office/drawing/2014/main" id="{283251DA-C35D-C931-F1E5-A1AB695B3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0" name="Line 14">
              <a:extLst>
                <a:ext uri="{FF2B5EF4-FFF2-40B4-BE49-F238E27FC236}">
                  <a16:creationId xmlns:a16="http://schemas.microsoft.com/office/drawing/2014/main" id="{53D980B4-A58D-3D30-CB8B-32FDBD7F8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8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1" name="Line 15">
              <a:extLst>
                <a:ext uri="{FF2B5EF4-FFF2-40B4-BE49-F238E27FC236}">
                  <a16:creationId xmlns:a16="http://schemas.microsoft.com/office/drawing/2014/main" id="{26BE7636-B5C6-DBEB-0F5D-D7ED246E6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2" name="Line 16">
              <a:extLst>
                <a:ext uri="{FF2B5EF4-FFF2-40B4-BE49-F238E27FC236}">
                  <a16:creationId xmlns:a16="http://schemas.microsoft.com/office/drawing/2014/main" id="{58245DE3-C37C-751E-03A7-E405C0D14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34" name="Rectangle 18">
            <a:extLst>
              <a:ext uri="{FF2B5EF4-FFF2-40B4-BE49-F238E27FC236}">
                <a16:creationId xmlns:a16="http://schemas.microsoft.com/office/drawing/2014/main" id="{C9875A6B-ADEB-DE30-2A0F-D2402EC7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" y="422275"/>
            <a:ext cx="3065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latin typeface="Courier New" panose="02070309020205020404" pitchFamily="49" charset="0"/>
              </a:rPr>
              <a:t>01 StringData    PIC X(15).</a:t>
            </a:r>
          </a:p>
        </p:txBody>
      </p:sp>
      <p:sp>
        <p:nvSpPr>
          <p:cNvPr id="9235" name="Rectangle 19">
            <a:extLst>
              <a:ext uri="{FF2B5EF4-FFF2-40B4-BE49-F238E27FC236}">
                <a16:creationId xmlns:a16="http://schemas.microsoft.com/office/drawing/2014/main" id="{2216B82A-0591-978B-B1BA-57257996E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660400"/>
            <a:ext cx="41846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32000"/>
              </a:spcBef>
              <a:spcAft>
                <a:spcPct val="32000"/>
              </a:spcAft>
            </a:pPr>
            <a:r>
              <a:rPr lang="en-US" altLang="en-US" sz="1800" b="1">
                <a:latin typeface="Arial" panose="020B0604020202020204" pitchFamily="34" charset="0"/>
              </a:rPr>
              <a:t>p  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Y</a:t>
            </a:r>
            <a:r>
              <a:rPr lang="en-US" altLang="en-US" sz="1800" b="1">
                <a:latin typeface="Arial" panose="020B0604020202020204" pitchFamily="34" charset="0"/>
              </a:rPr>
              <a:t>  p 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Z</a:t>
            </a:r>
            <a:r>
              <a:rPr lang="en-US" altLang="en-US" sz="1800" b="1">
                <a:latin typeface="Arial" panose="020B0604020202020204" pitchFamily="34" charset="0"/>
              </a:rPr>
              <a:t>   p 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B</a:t>
            </a:r>
            <a:r>
              <a:rPr lang="en-US" altLang="en-US" b="1">
                <a:latin typeface="Arial" panose="020B0604020202020204" pitchFamily="34" charset="0"/>
              </a:rPr>
              <a:t> </a:t>
            </a:r>
            <a:r>
              <a:rPr lang="en-US" altLang="en-US" sz="1800" b="1">
                <a:latin typeface="Arial" panose="020B0604020202020204" pitchFamily="34" charset="0"/>
              </a:rPr>
              <a:t>p</a:t>
            </a:r>
            <a:r>
              <a:rPr lang="en-US" altLang="en-US" sz="2000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latin typeface="Arial" panose="020B0604020202020204" pitchFamily="34" charset="0"/>
              </a:rPr>
              <a:t>p  p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Z  Y  A  B</a:t>
            </a:r>
            <a:r>
              <a:rPr lang="en-US" altLang="en-US" sz="1800" b="1">
                <a:latin typeface="Arial" panose="020B0604020202020204" pitchFamily="34" charset="0"/>
              </a:rPr>
              <a:t>  p</a:t>
            </a:r>
          </a:p>
        </p:txBody>
      </p:sp>
      <p:sp>
        <p:nvSpPr>
          <p:cNvPr id="9236" name="Rectangle 20">
            <a:extLst>
              <a:ext uri="{FF2B5EF4-FFF2-40B4-BE49-F238E27FC236}">
                <a16:creationId xmlns:a16="http://schemas.microsoft.com/office/drawing/2014/main" id="{0D470786-7B55-A664-DDB4-1A38DCA8A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7239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After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57" name="Group 17">
            <a:extLst>
              <a:ext uri="{FF2B5EF4-FFF2-40B4-BE49-F238E27FC236}">
                <a16:creationId xmlns:a16="http://schemas.microsoft.com/office/drawing/2014/main" id="{B8894D54-E385-AD0C-60BA-E0BC6A94B1CF}"/>
              </a:ext>
            </a:extLst>
          </p:cNvPr>
          <p:cNvGrpSpPr>
            <a:grpSpLocks/>
          </p:cNvGrpSpPr>
          <p:nvPr/>
        </p:nvGrpSpPr>
        <p:grpSpPr bwMode="auto">
          <a:xfrm>
            <a:off x="98425" y="692150"/>
            <a:ext cx="4365625" cy="330200"/>
            <a:chOff x="62" y="436"/>
            <a:chExt cx="2750" cy="208"/>
          </a:xfrm>
        </p:grpSpPr>
        <p:sp>
          <p:nvSpPr>
            <p:cNvPr id="10242" name="Rectangle 2">
              <a:extLst>
                <a:ext uri="{FF2B5EF4-FFF2-40B4-BE49-F238E27FC236}">
                  <a16:creationId xmlns:a16="http://schemas.microsoft.com/office/drawing/2014/main" id="{5D59FF4E-1189-AC84-25A8-9B44BCD4B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" y="444"/>
              <a:ext cx="2750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3" name="Line 3">
              <a:extLst>
                <a:ext uri="{FF2B5EF4-FFF2-40B4-BE49-F238E27FC236}">
                  <a16:creationId xmlns:a16="http://schemas.microsoft.com/office/drawing/2014/main" id="{829149DC-D0EF-A021-5BFD-F9D088DB7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4" name="Line 4">
              <a:extLst>
                <a:ext uri="{FF2B5EF4-FFF2-40B4-BE49-F238E27FC236}">
                  <a16:creationId xmlns:a16="http://schemas.microsoft.com/office/drawing/2014/main" id="{397A9C3F-540E-957A-C822-7A4AA3BB1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5" name="Line 5">
              <a:extLst>
                <a:ext uri="{FF2B5EF4-FFF2-40B4-BE49-F238E27FC236}">
                  <a16:creationId xmlns:a16="http://schemas.microsoft.com/office/drawing/2014/main" id="{A78F76CA-CA49-1AE5-8461-A8BD1D248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6" name="Line 6">
              <a:extLst>
                <a:ext uri="{FF2B5EF4-FFF2-40B4-BE49-F238E27FC236}">
                  <a16:creationId xmlns:a16="http://schemas.microsoft.com/office/drawing/2014/main" id="{D0772530-66CD-9BC0-D8B9-CF32718CE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7" name="Line 7">
              <a:extLst>
                <a:ext uri="{FF2B5EF4-FFF2-40B4-BE49-F238E27FC236}">
                  <a16:creationId xmlns:a16="http://schemas.microsoft.com/office/drawing/2014/main" id="{DF91CFC8-37AE-A5E5-2ECB-BC75193C0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8" name="Line 8">
              <a:extLst>
                <a:ext uri="{FF2B5EF4-FFF2-40B4-BE49-F238E27FC236}">
                  <a16:creationId xmlns:a16="http://schemas.microsoft.com/office/drawing/2014/main" id="{71E3F22B-6113-D4D1-41F3-749CCB591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9" name="Line 9">
              <a:extLst>
                <a:ext uri="{FF2B5EF4-FFF2-40B4-BE49-F238E27FC236}">
                  <a16:creationId xmlns:a16="http://schemas.microsoft.com/office/drawing/2014/main" id="{5B207178-C4B8-C693-4ECA-054551A21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0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0" name="Line 10">
              <a:extLst>
                <a:ext uri="{FF2B5EF4-FFF2-40B4-BE49-F238E27FC236}">
                  <a16:creationId xmlns:a16="http://schemas.microsoft.com/office/drawing/2014/main" id="{1CE98337-BAC8-5076-6E09-F9F62498A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1" name="Line 11">
              <a:extLst>
                <a:ext uri="{FF2B5EF4-FFF2-40B4-BE49-F238E27FC236}">
                  <a16:creationId xmlns:a16="http://schemas.microsoft.com/office/drawing/2014/main" id="{65C0A2DE-0AFF-8D7D-1809-742A89D02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7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2" name="Line 12">
              <a:extLst>
                <a:ext uri="{FF2B5EF4-FFF2-40B4-BE49-F238E27FC236}">
                  <a16:creationId xmlns:a16="http://schemas.microsoft.com/office/drawing/2014/main" id="{39964516-5B75-B149-C97D-A9D14BBC9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3" name="Line 13">
              <a:extLst>
                <a:ext uri="{FF2B5EF4-FFF2-40B4-BE49-F238E27FC236}">
                  <a16:creationId xmlns:a16="http://schemas.microsoft.com/office/drawing/2014/main" id="{AC8D2914-06A7-075A-E4AC-334B33293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0170B736-3AF5-471E-F7DA-8D28B0DFC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8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42971253-F229-9A8B-3A37-EA78B3D909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80560BCC-8F06-74DE-4F78-FA6183DB5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9AC4D40C-F9BC-5D07-6DF1-9B7C07CC8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" y="422275"/>
            <a:ext cx="3065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latin typeface="Courier New" panose="02070309020205020404" pitchFamily="49" charset="0"/>
              </a:rPr>
              <a:t>01 StringData    PIC X(15).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ECC91158-DD4B-BB4B-0EB1-E7EA4E5C3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660400"/>
            <a:ext cx="4181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32000"/>
              </a:spcBef>
              <a:spcAft>
                <a:spcPct val="32000"/>
              </a:spcAft>
            </a:pPr>
            <a:r>
              <a:rPr lang="en-US" altLang="en-US" sz="1800" b="1">
                <a:latin typeface="Arial" panose="020B0604020202020204" pitchFamily="34" charset="0"/>
              </a:rPr>
              <a:t>p   x  p   f   p  d</a:t>
            </a:r>
            <a:r>
              <a:rPr lang="en-US" altLang="en-US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p</a:t>
            </a:r>
            <a:r>
              <a:rPr lang="en-US" altLang="en-US" sz="2000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t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latin typeface="Arial" panose="020B0604020202020204" pitchFamily="34" charset="0"/>
              </a:rPr>
              <a:t>p   p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latin typeface="Arial" panose="020B0604020202020204" pitchFamily="34" charset="0"/>
              </a:rPr>
              <a:t>f   x   t  d   p</a:t>
            </a:r>
          </a:p>
        </p:txBody>
      </p:sp>
      <p:sp>
        <p:nvSpPr>
          <p:cNvPr id="10260" name="Rectangle 20">
            <a:extLst>
              <a:ext uri="{FF2B5EF4-FFF2-40B4-BE49-F238E27FC236}">
                <a16:creationId xmlns:a16="http://schemas.microsoft.com/office/drawing/2014/main" id="{F9BDB365-D74C-A018-A25B-8F5B05360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9144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Before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81" name="Group 17">
            <a:extLst>
              <a:ext uri="{FF2B5EF4-FFF2-40B4-BE49-F238E27FC236}">
                <a16:creationId xmlns:a16="http://schemas.microsoft.com/office/drawing/2014/main" id="{B044D66E-BD43-CA59-B852-1BB0B81AF1FE}"/>
              </a:ext>
            </a:extLst>
          </p:cNvPr>
          <p:cNvGrpSpPr>
            <a:grpSpLocks/>
          </p:cNvGrpSpPr>
          <p:nvPr/>
        </p:nvGrpSpPr>
        <p:grpSpPr bwMode="auto">
          <a:xfrm>
            <a:off x="98425" y="692150"/>
            <a:ext cx="4365625" cy="330200"/>
            <a:chOff x="62" y="436"/>
            <a:chExt cx="2750" cy="208"/>
          </a:xfrm>
        </p:grpSpPr>
        <p:sp>
          <p:nvSpPr>
            <p:cNvPr id="11266" name="Rectangle 2">
              <a:extLst>
                <a:ext uri="{FF2B5EF4-FFF2-40B4-BE49-F238E27FC236}">
                  <a16:creationId xmlns:a16="http://schemas.microsoft.com/office/drawing/2014/main" id="{167B37E7-306F-5AF3-5068-A991134BE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" y="444"/>
              <a:ext cx="2750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7" name="Line 3">
              <a:extLst>
                <a:ext uri="{FF2B5EF4-FFF2-40B4-BE49-F238E27FC236}">
                  <a16:creationId xmlns:a16="http://schemas.microsoft.com/office/drawing/2014/main" id="{82C0CB05-D9D7-1E27-187F-1A3247362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8" name="Line 4">
              <a:extLst>
                <a:ext uri="{FF2B5EF4-FFF2-40B4-BE49-F238E27FC236}">
                  <a16:creationId xmlns:a16="http://schemas.microsoft.com/office/drawing/2014/main" id="{EA49251E-34A7-E2F9-E6B2-0074ED098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9" name="Line 5">
              <a:extLst>
                <a:ext uri="{FF2B5EF4-FFF2-40B4-BE49-F238E27FC236}">
                  <a16:creationId xmlns:a16="http://schemas.microsoft.com/office/drawing/2014/main" id="{C8A6A797-3A2B-AD61-6515-8291D1B847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" name="Line 6">
              <a:extLst>
                <a:ext uri="{FF2B5EF4-FFF2-40B4-BE49-F238E27FC236}">
                  <a16:creationId xmlns:a16="http://schemas.microsoft.com/office/drawing/2014/main" id="{FFA241E1-3109-6FF5-7E58-555988849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Line 7">
              <a:extLst>
                <a:ext uri="{FF2B5EF4-FFF2-40B4-BE49-F238E27FC236}">
                  <a16:creationId xmlns:a16="http://schemas.microsoft.com/office/drawing/2014/main" id="{D2880EAE-ACC6-D9A2-DD1A-FD99694B5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Line 8">
              <a:extLst>
                <a:ext uri="{FF2B5EF4-FFF2-40B4-BE49-F238E27FC236}">
                  <a16:creationId xmlns:a16="http://schemas.microsoft.com/office/drawing/2014/main" id="{A2A478AE-F309-179B-B341-59035D429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Line 9">
              <a:extLst>
                <a:ext uri="{FF2B5EF4-FFF2-40B4-BE49-F238E27FC236}">
                  <a16:creationId xmlns:a16="http://schemas.microsoft.com/office/drawing/2014/main" id="{50B47A0F-4A35-1186-9BC4-C02FF7466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0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Line 10">
              <a:extLst>
                <a:ext uri="{FF2B5EF4-FFF2-40B4-BE49-F238E27FC236}">
                  <a16:creationId xmlns:a16="http://schemas.microsoft.com/office/drawing/2014/main" id="{6B9DB348-01E5-CB34-0BF5-07F9F836F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Line 11">
              <a:extLst>
                <a:ext uri="{FF2B5EF4-FFF2-40B4-BE49-F238E27FC236}">
                  <a16:creationId xmlns:a16="http://schemas.microsoft.com/office/drawing/2014/main" id="{0CD5B6DC-02EE-4922-1540-B5481D6794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7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Line 12">
              <a:extLst>
                <a:ext uri="{FF2B5EF4-FFF2-40B4-BE49-F238E27FC236}">
                  <a16:creationId xmlns:a16="http://schemas.microsoft.com/office/drawing/2014/main" id="{6B2E383A-29B7-E312-DD21-E57382C7A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Line 13">
              <a:extLst>
                <a:ext uri="{FF2B5EF4-FFF2-40B4-BE49-F238E27FC236}">
                  <a16:creationId xmlns:a16="http://schemas.microsoft.com/office/drawing/2014/main" id="{2FD8EE63-C3EB-7295-1349-E2B1A750B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Line 14">
              <a:extLst>
                <a:ext uri="{FF2B5EF4-FFF2-40B4-BE49-F238E27FC236}">
                  <a16:creationId xmlns:a16="http://schemas.microsoft.com/office/drawing/2014/main" id="{BD636540-A008-E9ED-76AA-F8221B987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8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Line 15">
              <a:extLst>
                <a:ext uri="{FF2B5EF4-FFF2-40B4-BE49-F238E27FC236}">
                  <a16:creationId xmlns:a16="http://schemas.microsoft.com/office/drawing/2014/main" id="{16C68502-30DF-6A55-D7AB-1A9D4F7E7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Line 16">
              <a:extLst>
                <a:ext uri="{FF2B5EF4-FFF2-40B4-BE49-F238E27FC236}">
                  <a16:creationId xmlns:a16="http://schemas.microsoft.com/office/drawing/2014/main" id="{2C95EA55-4830-1482-10EE-474D7A542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82" name="Rectangle 18">
            <a:extLst>
              <a:ext uri="{FF2B5EF4-FFF2-40B4-BE49-F238E27FC236}">
                <a16:creationId xmlns:a16="http://schemas.microsoft.com/office/drawing/2014/main" id="{8D7A713E-8728-F243-A009-F6F3B95CB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" y="422275"/>
            <a:ext cx="3065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latin typeface="Courier New" panose="02070309020205020404" pitchFamily="49" charset="0"/>
              </a:rPr>
              <a:t>01 StringData    PIC X(15).</a:t>
            </a:r>
          </a:p>
        </p:txBody>
      </p:sp>
      <p:sp>
        <p:nvSpPr>
          <p:cNvPr id="11283" name="Rectangle 19">
            <a:extLst>
              <a:ext uri="{FF2B5EF4-FFF2-40B4-BE49-F238E27FC236}">
                <a16:creationId xmlns:a16="http://schemas.microsoft.com/office/drawing/2014/main" id="{3297C19F-00BB-8340-0AE0-DFDD4BE8A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660400"/>
            <a:ext cx="414496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32000"/>
              </a:spcBef>
              <a:spcAft>
                <a:spcPct val="32000"/>
              </a:spcAft>
            </a:pPr>
            <a:r>
              <a:rPr lang="en-US" altLang="en-US" sz="1800" b="1">
                <a:latin typeface="Arial" panose="020B0604020202020204" pitchFamily="34" charset="0"/>
              </a:rPr>
              <a:t>p   x  p   f   p  d</a:t>
            </a:r>
            <a:r>
              <a:rPr lang="en-US" altLang="en-US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p</a:t>
            </a:r>
            <a:r>
              <a:rPr lang="en-US" altLang="en-US" sz="2000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t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latin typeface="Arial" panose="020B0604020202020204" pitchFamily="34" charset="0"/>
              </a:rPr>
              <a:t>p   p </a:t>
            </a:r>
            <a:r>
              <a:rPr lang="en-US" altLang="en-US" sz="1600" b="1">
                <a:latin typeface="Arial" panose="020B0604020202020204" pitchFamily="34" charset="0"/>
              </a:rPr>
              <a:t>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Z  Y  A  B</a:t>
            </a:r>
            <a:r>
              <a:rPr lang="en-US" altLang="en-US" sz="1800" b="1">
                <a:latin typeface="Arial" panose="020B0604020202020204" pitchFamily="34" charset="0"/>
              </a:rPr>
              <a:t>  p</a:t>
            </a:r>
          </a:p>
        </p:txBody>
      </p:sp>
      <p:sp>
        <p:nvSpPr>
          <p:cNvPr id="11284" name="Rectangle 20">
            <a:extLst>
              <a:ext uri="{FF2B5EF4-FFF2-40B4-BE49-F238E27FC236}">
                <a16:creationId xmlns:a16="http://schemas.microsoft.com/office/drawing/2014/main" id="{AB380811-EAB6-AE69-7836-762CD4CFD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7239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After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5" name="Group 17">
            <a:extLst>
              <a:ext uri="{FF2B5EF4-FFF2-40B4-BE49-F238E27FC236}">
                <a16:creationId xmlns:a16="http://schemas.microsoft.com/office/drawing/2014/main" id="{2B0D4AF6-60D3-2A03-7E6D-69E337C0E6EE}"/>
              </a:ext>
            </a:extLst>
          </p:cNvPr>
          <p:cNvGrpSpPr>
            <a:grpSpLocks/>
          </p:cNvGrpSpPr>
          <p:nvPr/>
        </p:nvGrpSpPr>
        <p:grpSpPr bwMode="auto">
          <a:xfrm>
            <a:off x="98425" y="692150"/>
            <a:ext cx="4365625" cy="330200"/>
            <a:chOff x="62" y="436"/>
            <a:chExt cx="2750" cy="208"/>
          </a:xfrm>
        </p:grpSpPr>
        <p:sp>
          <p:nvSpPr>
            <p:cNvPr id="12290" name="Rectangle 2">
              <a:extLst>
                <a:ext uri="{FF2B5EF4-FFF2-40B4-BE49-F238E27FC236}">
                  <a16:creationId xmlns:a16="http://schemas.microsoft.com/office/drawing/2014/main" id="{B3A65F13-6DA1-3BA3-9A46-815E09760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" y="444"/>
              <a:ext cx="2750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1" name="Line 3">
              <a:extLst>
                <a:ext uri="{FF2B5EF4-FFF2-40B4-BE49-F238E27FC236}">
                  <a16:creationId xmlns:a16="http://schemas.microsoft.com/office/drawing/2014/main" id="{E2354AAB-57D6-3594-EB0E-268AA1F37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2" name="Line 4">
              <a:extLst>
                <a:ext uri="{FF2B5EF4-FFF2-40B4-BE49-F238E27FC236}">
                  <a16:creationId xmlns:a16="http://schemas.microsoft.com/office/drawing/2014/main" id="{09219731-807F-495D-F26B-8C1192D3A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3" name="Line 5">
              <a:extLst>
                <a:ext uri="{FF2B5EF4-FFF2-40B4-BE49-F238E27FC236}">
                  <a16:creationId xmlns:a16="http://schemas.microsoft.com/office/drawing/2014/main" id="{0E4DA489-9BA1-9C7D-251B-3AB705006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4" name="Line 6">
              <a:extLst>
                <a:ext uri="{FF2B5EF4-FFF2-40B4-BE49-F238E27FC236}">
                  <a16:creationId xmlns:a16="http://schemas.microsoft.com/office/drawing/2014/main" id="{274BDB3D-A7DC-15B5-414B-CFECBF607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5" name="Line 7">
              <a:extLst>
                <a:ext uri="{FF2B5EF4-FFF2-40B4-BE49-F238E27FC236}">
                  <a16:creationId xmlns:a16="http://schemas.microsoft.com/office/drawing/2014/main" id="{00A90A6D-2F1D-A0F5-1FED-CF4A41F8E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Line 8">
              <a:extLst>
                <a:ext uri="{FF2B5EF4-FFF2-40B4-BE49-F238E27FC236}">
                  <a16:creationId xmlns:a16="http://schemas.microsoft.com/office/drawing/2014/main" id="{2F448058-8F26-A2EE-2E3C-CEE5F79608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Line 9">
              <a:extLst>
                <a:ext uri="{FF2B5EF4-FFF2-40B4-BE49-F238E27FC236}">
                  <a16:creationId xmlns:a16="http://schemas.microsoft.com/office/drawing/2014/main" id="{231404E5-ACB5-CF55-EBF3-06F996A5A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0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Line 10">
              <a:extLst>
                <a:ext uri="{FF2B5EF4-FFF2-40B4-BE49-F238E27FC236}">
                  <a16:creationId xmlns:a16="http://schemas.microsoft.com/office/drawing/2014/main" id="{05887228-7E01-983D-03C5-30CF425A4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Line 11">
              <a:extLst>
                <a:ext uri="{FF2B5EF4-FFF2-40B4-BE49-F238E27FC236}">
                  <a16:creationId xmlns:a16="http://schemas.microsoft.com/office/drawing/2014/main" id="{3CAC206E-4BC0-6BEC-ADFD-572C6B170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7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Line 12">
              <a:extLst>
                <a:ext uri="{FF2B5EF4-FFF2-40B4-BE49-F238E27FC236}">
                  <a16:creationId xmlns:a16="http://schemas.microsoft.com/office/drawing/2014/main" id="{2933167F-040C-61BA-C86F-D3DD672749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Line 13">
              <a:extLst>
                <a:ext uri="{FF2B5EF4-FFF2-40B4-BE49-F238E27FC236}">
                  <a16:creationId xmlns:a16="http://schemas.microsoft.com/office/drawing/2014/main" id="{F2CD1514-B86F-045C-CAA0-D9D69E621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Line 14">
              <a:extLst>
                <a:ext uri="{FF2B5EF4-FFF2-40B4-BE49-F238E27FC236}">
                  <a16:creationId xmlns:a16="http://schemas.microsoft.com/office/drawing/2014/main" id="{DEEC8EB1-B08E-4995-6D14-E6FF1B70B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8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Line 15">
              <a:extLst>
                <a:ext uri="{FF2B5EF4-FFF2-40B4-BE49-F238E27FC236}">
                  <a16:creationId xmlns:a16="http://schemas.microsoft.com/office/drawing/2014/main" id="{1E227EFF-87F9-D172-1227-853482E59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4" name="Line 16">
              <a:extLst>
                <a:ext uri="{FF2B5EF4-FFF2-40B4-BE49-F238E27FC236}">
                  <a16:creationId xmlns:a16="http://schemas.microsoft.com/office/drawing/2014/main" id="{4BA60D60-A25A-9250-12B1-ADDCE65553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06" name="Rectangle 18">
            <a:extLst>
              <a:ext uri="{FF2B5EF4-FFF2-40B4-BE49-F238E27FC236}">
                <a16:creationId xmlns:a16="http://schemas.microsoft.com/office/drawing/2014/main" id="{82AA14EB-7556-4B1E-FC82-E92324C4F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" y="422275"/>
            <a:ext cx="3065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latin typeface="Courier New" panose="02070309020205020404" pitchFamily="49" charset="0"/>
              </a:rPr>
              <a:t>01 StringData    PIC X(15).</a:t>
            </a:r>
          </a:p>
        </p:txBody>
      </p:sp>
      <p:sp>
        <p:nvSpPr>
          <p:cNvPr id="12307" name="Rectangle 19">
            <a:extLst>
              <a:ext uri="{FF2B5EF4-FFF2-40B4-BE49-F238E27FC236}">
                <a16:creationId xmlns:a16="http://schemas.microsoft.com/office/drawing/2014/main" id="{AEA20534-AC9A-0477-ED29-D88B169BA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660400"/>
            <a:ext cx="418147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32000"/>
              </a:spcBef>
              <a:spcAft>
                <a:spcPct val="32000"/>
              </a:spcAft>
            </a:pPr>
            <a:r>
              <a:rPr lang="en-US" altLang="en-US" sz="1800" b="1">
                <a:latin typeface="Arial" panose="020B0604020202020204" pitchFamily="34" charset="0"/>
              </a:rPr>
              <a:t>p   x  p   f   p  d</a:t>
            </a:r>
            <a:r>
              <a:rPr lang="en-US" altLang="en-US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p</a:t>
            </a:r>
            <a:r>
              <a:rPr lang="en-US" altLang="en-US" sz="2000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t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latin typeface="Arial" panose="020B0604020202020204" pitchFamily="34" charset="0"/>
              </a:rPr>
              <a:t>p   p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latin typeface="Arial" panose="020B0604020202020204" pitchFamily="34" charset="0"/>
              </a:rPr>
              <a:t>f   x   t  d   p</a:t>
            </a:r>
          </a:p>
        </p:txBody>
      </p:sp>
      <p:sp>
        <p:nvSpPr>
          <p:cNvPr id="12308" name="Rectangle 20">
            <a:extLst>
              <a:ext uri="{FF2B5EF4-FFF2-40B4-BE49-F238E27FC236}">
                <a16:creationId xmlns:a16="http://schemas.microsoft.com/office/drawing/2014/main" id="{A601F8AD-D003-2F1E-C3C6-D89DCB6B7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9144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Before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29" name="Group 17">
            <a:extLst>
              <a:ext uri="{FF2B5EF4-FFF2-40B4-BE49-F238E27FC236}">
                <a16:creationId xmlns:a16="http://schemas.microsoft.com/office/drawing/2014/main" id="{F9E40927-C80E-7BC9-C955-831F74D7C953}"/>
              </a:ext>
            </a:extLst>
          </p:cNvPr>
          <p:cNvGrpSpPr>
            <a:grpSpLocks/>
          </p:cNvGrpSpPr>
          <p:nvPr/>
        </p:nvGrpSpPr>
        <p:grpSpPr bwMode="auto">
          <a:xfrm>
            <a:off x="98425" y="692150"/>
            <a:ext cx="4365625" cy="330200"/>
            <a:chOff x="62" y="436"/>
            <a:chExt cx="2750" cy="208"/>
          </a:xfrm>
        </p:grpSpPr>
        <p:sp>
          <p:nvSpPr>
            <p:cNvPr id="13314" name="Rectangle 2">
              <a:extLst>
                <a:ext uri="{FF2B5EF4-FFF2-40B4-BE49-F238E27FC236}">
                  <a16:creationId xmlns:a16="http://schemas.microsoft.com/office/drawing/2014/main" id="{380BD292-B30A-42D0-C16A-2157D2676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" y="444"/>
              <a:ext cx="2750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15" name="Line 3">
              <a:extLst>
                <a:ext uri="{FF2B5EF4-FFF2-40B4-BE49-F238E27FC236}">
                  <a16:creationId xmlns:a16="http://schemas.microsoft.com/office/drawing/2014/main" id="{F667B4F3-7C77-80C9-F855-32390DB76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6" name="Line 4">
              <a:extLst>
                <a:ext uri="{FF2B5EF4-FFF2-40B4-BE49-F238E27FC236}">
                  <a16:creationId xmlns:a16="http://schemas.microsoft.com/office/drawing/2014/main" id="{2E7ACF68-9335-487E-48D7-DD3295DEB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7" name="Line 5">
              <a:extLst>
                <a:ext uri="{FF2B5EF4-FFF2-40B4-BE49-F238E27FC236}">
                  <a16:creationId xmlns:a16="http://schemas.microsoft.com/office/drawing/2014/main" id="{9A478A3D-0970-A826-DE67-80D5C25AE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8" name="Line 6">
              <a:extLst>
                <a:ext uri="{FF2B5EF4-FFF2-40B4-BE49-F238E27FC236}">
                  <a16:creationId xmlns:a16="http://schemas.microsoft.com/office/drawing/2014/main" id="{509F21F5-B9A3-BEBC-3CEA-5FA9C7C67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9" name="Line 7">
              <a:extLst>
                <a:ext uri="{FF2B5EF4-FFF2-40B4-BE49-F238E27FC236}">
                  <a16:creationId xmlns:a16="http://schemas.microsoft.com/office/drawing/2014/main" id="{B84049D6-6860-4B0B-D866-408541CE9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0" name="Line 8">
              <a:extLst>
                <a:ext uri="{FF2B5EF4-FFF2-40B4-BE49-F238E27FC236}">
                  <a16:creationId xmlns:a16="http://schemas.microsoft.com/office/drawing/2014/main" id="{6D0ED33F-868A-FF12-11A1-33DAFA3E0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1" name="Line 9">
              <a:extLst>
                <a:ext uri="{FF2B5EF4-FFF2-40B4-BE49-F238E27FC236}">
                  <a16:creationId xmlns:a16="http://schemas.microsoft.com/office/drawing/2014/main" id="{70638BCE-A87D-5AAA-ED82-DBEAD1100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0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Line 10">
              <a:extLst>
                <a:ext uri="{FF2B5EF4-FFF2-40B4-BE49-F238E27FC236}">
                  <a16:creationId xmlns:a16="http://schemas.microsoft.com/office/drawing/2014/main" id="{C0F01C55-832F-2123-9990-CAD83CD12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" y="440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Line 11">
              <a:extLst>
                <a:ext uri="{FF2B5EF4-FFF2-40B4-BE49-F238E27FC236}">
                  <a16:creationId xmlns:a16="http://schemas.microsoft.com/office/drawing/2014/main" id="{AE1A799A-B182-C190-0CC5-0924FA904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7" y="436"/>
              <a:ext cx="0" cy="200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Line 12">
              <a:extLst>
                <a:ext uri="{FF2B5EF4-FFF2-40B4-BE49-F238E27FC236}">
                  <a16:creationId xmlns:a16="http://schemas.microsoft.com/office/drawing/2014/main" id="{F0118CD5-871C-03D7-1DA8-67CF0B521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5" name="Line 13">
              <a:extLst>
                <a:ext uri="{FF2B5EF4-FFF2-40B4-BE49-F238E27FC236}">
                  <a16:creationId xmlns:a16="http://schemas.microsoft.com/office/drawing/2014/main" id="{935A8F90-8D98-FC53-5898-C6953DA6C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2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14">
              <a:extLst>
                <a:ext uri="{FF2B5EF4-FFF2-40B4-BE49-F238E27FC236}">
                  <a16:creationId xmlns:a16="http://schemas.microsoft.com/office/drawing/2014/main" id="{BAC124D3-45AF-8B1A-8C3E-28AACDD87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8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Line 15">
              <a:extLst>
                <a:ext uri="{FF2B5EF4-FFF2-40B4-BE49-F238E27FC236}">
                  <a16:creationId xmlns:a16="http://schemas.microsoft.com/office/drawing/2014/main" id="{757254EF-FBB6-1CB6-099E-2CCA189B8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8" name="Line 16">
              <a:extLst>
                <a:ext uri="{FF2B5EF4-FFF2-40B4-BE49-F238E27FC236}">
                  <a16:creationId xmlns:a16="http://schemas.microsoft.com/office/drawing/2014/main" id="{FC5DF8C8-46D2-C22C-89D9-32B5E3C90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442"/>
              <a:ext cx="0" cy="202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30" name="Rectangle 18">
            <a:extLst>
              <a:ext uri="{FF2B5EF4-FFF2-40B4-BE49-F238E27FC236}">
                <a16:creationId xmlns:a16="http://schemas.microsoft.com/office/drawing/2014/main" id="{9D32AB42-36E6-3263-133F-3DC110B27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" y="422275"/>
            <a:ext cx="3065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/>
            <a:r>
              <a:rPr lang="en-US" altLang="en-US" sz="1400" b="1">
                <a:latin typeface="Courier New" panose="02070309020205020404" pitchFamily="49" charset="0"/>
              </a:rPr>
              <a:t>01 StringData    PIC X(15).</a:t>
            </a:r>
          </a:p>
        </p:txBody>
      </p:sp>
      <p:sp>
        <p:nvSpPr>
          <p:cNvPr id="13331" name="Rectangle 19">
            <a:extLst>
              <a:ext uri="{FF2B5EF4-FFF2-40B4-BE49-F238E27FC236}">
                <a16:creationId xmlns:a16="http://schemas.microsoft.com/office/drawing/2014/main" id="{4DCF3189-2A20-E740-5EB1-3B5890039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660400"/>
            <a:ext cx="4187825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32000"/>
              </a:spcBef>
              <a:spcAft>
                <a:spcPct val="32000"/>
              </a:spcAft>
            </a:pPr>
            <a:r>
              <a:rPr lang="en-US" altLang="en-US" sz="1800" b="1">
                <a:latin typeface="Arial" panose="020B0604020202020204" pitchFamily="34" charset="0"/>
              </a:rPr>
              <a:t>p 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Y</a:t>
            </a:r>
            <a:r>
              <a:rPr lang="en-US" altLang="en-US" sz="1800" b="1">
                <a:latin typeface="Arial" panose="020B0604020202020204" pitchFamily="34" charset="0"/>
              </a:rPr>
              <a:t>   p 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en-US" sz="1800" b="1">
                <a:latin typeface="Arial" panose="020B0604020202020204" pitchFamily="34" charset="0"/>
              </a:rPr>
              <a:t>  p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Z</a:t>
            </a:r>
            <a:r>
              <a:rPr lang="en-US" altLang="en-US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p</a:t>
            </a:r>
            <a:r>
              <a:rPr lang="en-US" altLang="en-US" sz="2000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latin typeface="Arial" panose="020B0604020202020204" pitchFamily="34" charset="0"/>
              </a:rPr>
              <a:t>t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latin typeface="Arial" panose="020B0604020202020204" pitchFamily="34" charset="0"/>
              </a:rPr>
              <a:t>p   p</a:t>
            </a:r>
            <a:r>
              <a:rPr lang="en-US" altLang="en-US" sz="1600" b="1">
                <a:latin typeface="Arial" panose="020B0604020202020204" pitchFamily="34" charset="0"/>
              </a:rPr>
              <a:t>  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en-US" sz="1800" b="1">
                <a:latin typeface="Arial" panose="020B0604020202020204" pitchFamily="34" charset="0"/>
              </a:rPr>
              <a:t> 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Y</a:t>
            </a:r>
            <a:r>
              <a:rPr lang="en-US" altLang="en-US" sz="1800" b="1">
                <a:latin typeface="Arial" panose="020B0604020202020204" pitchFamily="34" charset="0"/>
              </a:rPr>
              <a:t>  </a:t>
            </a:r>
            <a:r>
              <a:rPr lang="en-US" altLang="en-US" sz="1600" b="1">
                <a:latin typeface="Arial" panose="020B0604020202020204" pitchFamily="34" charset="0"/>
              </a:rPr>
              <a:t> </a:t>
            </a:r>
            <a:r>
              <a:rPr lang="en-US" altLang="en-US" sz="1800" b="1">
                <a:latin typeface="Arial" panose="020B0604020202020204" pitchFamily="34" charset="0"/>
              </a:rPr>
              <a:t>t </a:t>
            </a:r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Z</a:t>
            </a:r>
            <a:r>
              <a:rPr lang="en-US" altLang="en-US" sz="1800" b="1">
                <a:latin typeface="Arial" panose="020B0604020202020204" pitchFamily="34" charset="0"/>
              </a:rPr>
              <a:t>   p</a:t>
            </a:r>
          </a:p>
        </p:txBody>
      </p:sp>
      <p:sp>
        <p:nvSpPr>
          <p:cNvPr id="13332" name="Rectangle 20">
            <a:extLst>
              <a:ext uri="{FF2B5EF4-FFF2-40B4-BE49-F238E27FC236}">
                <a16:creationId xmlns:a16="http://schemas.microsoft.com/office/drawing/2014/main" id="{7192E30D-1BDF-1913-5707-EA5EC0591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3" y="46038"/>
            <a:ext cx="7239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After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699</TotalTime>
  <Words>237</Words>
  <Application>Microsoft Office PowerPoint</Application>
  <PresentationFormat>Custom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30</cp:revision>
  <dcterms:created xsi:type="dcterms:W3CDTF">1995-06-17T23:31:02Z</dcterms:created>
  <dcterms:modified xsi:type="dcterms:W3CDTF">2026-05-13T01:05:41Z</dcterms:modified>
</cp:coreProperties>
</file>