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1.wmf" ContentType="image/x-wmf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31BB1EE-89E9-4CAB-B4A2-CC29BC403BA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r">
              <a:lnSpc>
                <a:spcPct val="100000"/>
              </a:lnSpc>
              <a:buNone/>
            </a:pPr>
            <a:r>
              <a:rPr lang="en-US" sz="1000" b="0" i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71280" y="71280"/>
            <a:ext cx="9001080" cy="67150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154080" y="154080"/>
            <a:ext cx="6400800" cy="6188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FragmentB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Calc-Result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ACCEPT Num2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DISPLAY "Result is = ", Result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MULTIPLY Num1 BY Num2 GIVING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037C03"/>
                </a:solidFill>
                <a:effectLst/>
                <a:uFillTx/>
                <a:latin typeface="Arial"/>
                <a:ea typeface="Arial"/>
              </a:rPr>
              <a:t>00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"/>
          <p:cNvPicPr/>
          <p:nvPr/>
        </p:nvPicPr>
        <p:blipFill>
          <a:blip r:embed="rId1"/>
          <a:stretch/>
        </p:blipFill>
        <p:spPr>
          <a:xfrm>
            <a:off x="6173640" y="2182680"/>
            <a:ext cx="2782800" cy="232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"/>
          <p:cNvSpPr txBox="1"/>
          <p:nvPr/>
        </p:nvSpPr>
        <p:spPr>
          <a:xfrm>
            <a:off x="6705720" y="2819520"/>
            <a:ext cx="175248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Result is = 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 flipH="1">
            <a:off x="7924680" y="1676520"/>
            <a:ext cx="533520" cy="1066680"/>
          </a:xfrm>
          <a:prstGeom prst="line">
            <a:avLst/>
          </a:prstGeom>
          <a:ln w="255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6396120" y="4208400"/>
            <a:ext cx="2617920" cy="2473200"/>
          </a:xfrm>
          <a:prstGeom prst="rect">
            <a:avLst/>
          </a:prstGeom>
          <a:solidFill>
            <a:srgbClr val="FDFFD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Oh No!!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We got the wrong answer again.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 displayed the result before we did the calculation.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Click for final frame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685800" y="6248520"/>
            <a:ext cx="190512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124080" y="6248520"/>
            <a:ext cx="2895480" cy="4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154080" y="154080"/>
            <a:ext cx="6400800" cy="61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FragmentB.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WORKING-STORAGE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Num1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Num2           PIC 9 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Result         PIC 99 VALUE ZEROS.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Calc-Result.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ACCEPT Num2.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DISPLAY "Result is = ", Result.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MULTIPLY Num1 BY Num2 GIVING Result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STOP RUN.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705720" y="1066680"/>
            <a:ext cx="2209680" cy="304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Num1  Num2     Result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670572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9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7315200" y="1371600"/>
            <a:ext cx="6094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7924680" y="1371600"/>
            <a:ext cx="99072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CF0E30"/>
                </a:solidFill>
                <a:effectLst/>
                <a:uFillTx/>
                <a:latin typeface="Arial"/>
                <a:ea typeface="Arial"/>
              </a:rPr>
              <a:t>45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315200" y="685800"/>
            <a:ext cx="1066680" cy="3808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D</a:t>
            </a:r>
            <a:r>
              <a:rPr lang="en-US" sz="1600" b="1" u="none" strike="noStrike">
                <a:solidFill>
                  <a:srgbClr val="00279F"/>
                </a:solidFill>
                <a:effectLst/>
                <a:uFillTx/>
                <a:latin typeface="Arial"/>
                <a:ea typeface="Arial"/>
              </a:rPr>
              <a:t>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6564240" y="1868400"/>
            <a:ext cx="2120760" cy="1854360"/>
          </a:xfrm>
          <a:prstGeom prst="rect">
            <a:avLst/>
          </a:prstGeom>
          <a:solidFill>
            <a:srgbClr val="FDFFD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Too Late!!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We’ve already displayed the contents of Result.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ALGORITHMS </dc:title>
</cp:coreProperties>
</file>