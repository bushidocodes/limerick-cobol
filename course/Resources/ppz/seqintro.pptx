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3238500" cy="3810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61640" y="-155160"/>
            <a:ext cx="291420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161640" y="891360"/>
            <a:ext cx="2914200" cy="2209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0"/>
            <a:ext cx="3238560" cy="3809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"/>
          <p:cNvSpPr/>
          <p:nvPr/>
        </p:nvSpPr>
        <p:spPr>
          <a:xfrm>
            <a:off x="9360" y="9360"/>
            <a:ext cx="3219480" cy="3790800"/>
          </a:xfrm>
          <a:prstGeom prst="rect">
            <a:avLst/>
          </a:prstGeom>
          <a:noFill/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61640" y="151920"/>
            <a:ext cx="2914200" cy="63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161640" y="891360"/>
            <a:ext cx="2914200" cy="2209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 txBox="1"/>
          <p:nvPr/>
        </p:nvSpPr>
        <p:spPr>
          <a:xfrm>
            <a:off x="247680" y="565200"/>
            <a:ext cx="2781360" cy="295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Inserting, Deleting and Amending records in an ordered Sequential file.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Click to view.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When viewing the program, left click (or press the Page Up key) to see the next frame and right click (or press Page Down)  to see the previous frame.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/>
          <p:nvPr/>
        </p:nvSpPr>
        <p:spPr>
          <a:xfrm>
            <a:off x="2089080" y="1109520"/>
            <a:ext cx="1000080" cy="355680"/>
          </a:xfrm>
          <a:prstGeom prst="rect">
            <a:avLst/>
          </a:prstGeom>
          <a:solidFill>
            <a:srgbClr val="EAEAEA"/>
          </a:solidFill>
          <a:ln w="25560">
            <a:solidFill>
              <a:srgbClr val="777777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1165320" y="433440"/>
            <a:ext cx="771480" cy="333360"/>
          </a:xfrm>
          <a:prstGeom prst="rect">
            <a:avLst/>
          </a:prstGeom>
          <a:solidFill>
            <a:srgbClr val="EAEAEA"/>
          </a:solidFill>
          <a:ln w="25560">
            <a:solidFill>
              <a:srgbClr val="777777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CC3300"/>
                </a:solidFill>
                <a:effectLst/>
                <a:uFillTx/>
                <a:latin typeface="Arial"/>
                <a:ea typeface="Arial"/>
              </a:rPr>
              <a:t>Rec085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111240" y="861840"/>
            <a:ext cx="876240" cy="30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Ordered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98280" y="1109520"/>
            <a:ext cx="1000080" cy="2362320"/>
          </a:xfrm>
          <a:prstGeom prst="rect">
            <a:avLst/>
          </a:prstGeom>
          <a:solidFill>
            <a:srgbClr val="EAEAEA"/>
          </a:solidFill>
          <a:ln w="25560">
            <a:solidFill>
              <a:srgbClr val="777777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Rec001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Rec005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Rec045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Rec090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Rec100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Rec150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Rec300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Rec325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^Z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1936800" y="861840"/>
            <a:ext cx="1300320" cy="30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New-Ordered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117360" y="138600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127080" y="164304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127080" y="190008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127080" y="214776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127080" y="241452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127080" y="314784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127080" y="289080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127080" y="263376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652320" y="0"/>
            <a:ext cx="1900080" cy="33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Inserting a record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"/>
          <p:cNvSpPr txBox="1"/>
          <p:nvPr/>
        </p:nvSpPr>
        <p:spPr>
          <a:xfrm>
            <a:off x="2089080" y="1109520"/>
            <a:ext cx="1000080" cy="857160"/>
          </a:xfrm>
          <a:prstGeom prst="rect">
            <a:avLst/>
          </a:prstGeom>
          <a:solidFill>
            <a:srgbClr val="EAEAEA"/>
          </a:solidFill>
          <a:ln w="25560">
            <a:solidFill>
              <a:srgbClr val="777777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Rec001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Rec005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Rec045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2108160" y="138600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2117880" y="1643040"/>
            <a:ext cx="97128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1165320" y="433440"/>
            <a:ext cx="771480" cy="333360"/>
          </a:xfrm>
          <a:prstGeom prst="rect">
            <a:avLst/>
          </a:prstGeom>
          <a:solidFill>
            <a:srgbClr val="EAEAEA"/>
          </a:solidFill>
          <a:ln w="25560">
            <a:solidFill>
              <a:srgbClr val="777777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CC3300"/>
                </a:solidFill>
                <a:effectLst/>
                <a:uFillTx/>
                <a:latin typeface="Arial"/>
                <a:ea typeface="Arial"/>
              </a:rPr>
              <a:t>Rec085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111240" y="861840"/>
            <a:ext cx="876240" cy="30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Ordered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98280" y="1109520"/>
            <a:ext cx="1000080" cy="2362320"/>
          </a:xfrm>
          <a:prstGeom prst="rect">
            <a:avLst/>
          </a:prstGeom>
          <a:solidFill>
            <a:srgbClr val="EAEAEA"/>
          </a:solidFill>
          <a:ln w="25560">
            <a:solidFill>
              <a:srgbClr val="777777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Rec001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Rec005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Rec045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Rec090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Rec100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Rec150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Rec300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Rec325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^Z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1936800" y="861840"/>
            <a:ext cx="1300320" cy="30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New-Ordered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117360" y="138600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127080" y="164304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127080" y="190008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127080" y="214776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127080" y="241452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127080" y="314784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127080" y="289080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127080" y="263376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1114560" y="1523880"/>
            <a:ext cx="923760" cy="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1317600" y="1425600"/>
            <a:ext cx="434880" cy="2127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write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652320" y="0"/>
            <a:ext cx="1900080" cy="33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Inserting a record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 txBox="1"/>
          <p:nvPr/>
        </p:nvSpPr>
        <p:spPr>
          <a:xfrm>
            <a:off x="2089080" y="1109520"/>
            <a:ext cx="1000080" cy="1108080"/>
          </a:xfrm>
          <a:prstGeom prst="rect">
            <a:avLst/>
          </a:prstGeom>
          <a:solidFill>
            <a:srgbClr val="EAEAEA"/>
          </a:solidFill>
          <a:ln w="25560">
            <a:solidFill>
              <a:srgbClr val="777777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Rec001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Rec005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Rec045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CC3300"/>
                </a:solidFill>
                <a:effectLst/>
                <a:uFillTx/>
                <a:latin typeface="Arial"/>
                <a:ea typeface="Arial"/>
              </a:rPr>
              <a:t>Rec085</a:t>
            </a: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2108160" y="138600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2117880" y="1643040"/>
            <a:ext cx="97128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2117880" y="1900080"/>
            <a:ext cx="97128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1165320" y="433440"/>
            <a:ext cx="771480" cy="333360"/>
          </a:xfrm>
          <a:prstGeom prst="rect">
            <a:avLst/>
          </a:prstGeom>
          <a:solidFill>
            <a:srgbClr val="EAEAEA"/>
          </a:solidFill>
          <a:ln w="25560">
            <a:solidFill>
              <a:srgbClr val="777777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CC3300"/>
                </a:solidFill>
                <a:effectLst/>
                <a:uFillTx/>
                <a:latin typeface="Arial"/>
                <a:ea typeface="Arial"/>
              </a:rPr>
              <a:t>Rec085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111240" y="861840"/>
            <a:ext cx="876240" cy="30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Ordered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98280" y="1109520"/>
            <a:ext cx="1000080" cy="2362320"/>
          </a:xfrm>
          <a:prstGeom prst="rect">
            <a:avLst/>
          </a:prstGeom>
          <a:solidFill>
            <a:srgbClr val="EAEAEA"/>
          </a:solidFill>
          <a:ln w="25560">
            <a:solidFill>
              <a:srgbClr val="777777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Rec001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Rec005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Rec045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Rec090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Rec100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Rec150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Rec300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Rec325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^Z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1936800" y="861840"/>
            <a:ext cx="1300320" cy="30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New-Ordered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117360" y="138600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127080" y="164304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127080" y="190008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127080" y="214776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127080" y="241452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127080" y="314784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127080" y="289080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127080" y="263376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1533600" y="762120"/>
            <a:ext cx="667080" cy="1324440"/>
          </a:xfrm>
          <a:custGeom>
            <a:avLst/>
            <a:gdLst/>
            <a:ahLst/>
            <a:rect l="0" t="0" r="r" b="b"/>
            <a:pathLst>
              <a:path fill="none" w="1853" h="3679">
                <a:moveTo>
                  <a:pt x="0" y="0"/>
                </a:moveTo>
                <a:lnTo>
                  <a:pt x="0" y="0"/>
                </a:lnTo>
                <a:cubicBezTo>
                  <a:pt x="0" y="646"/>
                  <a:pt x="86" y="1280"/>
                  <a:pt x="248" y="1840"/>
                </a:cubicBezTo>
                <a:cubicBezTo>
                  <a:pt x="411" y="2399"/>
                  <a:pt x="645" y="2863"/>
                  <a:pt x="927" y="3186"/>
                </a:cubicBezTo>
                <a:cubicBezTo>
                  <a:pt x="1208" y="3509"/>
                  <a:pt x="1528" y="3679"/>
                  <a:pt x="1853" y="3679"/>
                </a:cubicBezTo>
              </a:path>
            </a:pathLst>
          </a:custGeom>
          <a:ln w="12600">
            <a:solidFill>
              <a:srgbClr val="000000"/>
            </a:solidFill>
            <a:round/>
            <a:head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1432080" y="1397160"/>
            <a:ext cx="434880" cy="2127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write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652320" y="0"/>
            <a:ext cx="1900080" cy="33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Inserting a record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"/>
          <p:cNvSpPr txBox="1"/>
          <p:nvPr/>
        </p:nvSpPr>
        <p:spPr>
          <a:xfrm>
            <a:off x="2089080" y="1109520"/>
            <a:ext cx="1000080" cy="2612880"/>
          </a:xfrm>
          <a:prstGeom prst="rect">
            <a:avLst/>
          </a:prstGeom>
          <a:solidFill>
            <a:srgbClr val="EAEAEA"/>
          </a:solidFill>
          <a:ln w="25560">
            <a:solidFill>
              <a:srgbClr val="777777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Rec001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Rec005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Rec045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Rec085</a:t>
            </a: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Rec090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Rec100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Rec150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Rec300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Rec325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^Z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2108160" y="138600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2117880" y="1643040"/>
            <a:ext cx="97128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2117880" y="1900080"/>
            <a:ext cx="97128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2117880" y="2147760"/>
            <a:ext cx="97128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2117880" y="2414520"/>
            <a:ext cx="97128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2117880" y="3147840"/>
            <a:ext cx="97128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2117880" y="2890800"/>
            <a:ext cx="97128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2117880" y="2633760"/>
            <a:ext cx="97128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1165320" y="433440"/>
            <a:ext cx="771480" cy="333360"/>
          </a:xfrm>
          <a:prstGeom prst="rect">
            <a:avLst/>
          </a:prstGeom>
          <a:solidFill>
            <a:srgbClr val="EAEAEA"/>
          </a:solidFill>
          <a:ln w="25560">
            <a:solidFill>
              <a:srgbClr val="777777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CC3300"/>
                </a:solidFill>
                <a:effectLst/>
                <a:uFillTx/>
                <a:latin typeface="Arial"/>
                <a:ea typeface="Arial"/>
              </a:rPr>
              <a:t>Rec085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111240" y="861840"/>
            <a:ext cx="876240" cy="30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Ordered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98280" y="1109520"/>
            <a:ext cx="1000080" cy="2362320"/>
          </a:xfrm>
          <a:prstGeom prst="rect">
            <a:avLst/>
          </a:prstGeom>
          <a:solidFill>
            <a:srgbClr val="EAEAEA"/>
          </a:solidFill>
          <a:ln w="25560">
            <a:solidFill>
              <a:srgbClr val="777777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Rec001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Rec005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Rec045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Rec090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Rec100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Rec150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Rec300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Rec325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^Z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1936800" y="861840"/>
            <a:ext cx="1300320" cy="30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New-Ordered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117360" y="138600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127080" y="164304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127080" y="190008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127080" y="214776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127080" y="241452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127080" y="314784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127080" y="289080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127080" y="263376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2090880" y="3405240"/>
            <a:ext cx="97128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1190520" y="2647800"/>
            <a:ext cx="857520" cy="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1346040" y="2540160"/>
            <a:ext cx="434880" cy="2127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write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652320" y="0"/>
            <a:ext cx="1900080" cy="33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Inserting a record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"/>
          <p:cNvSpPr/>
          <p:nvPr/>
        </p:nvSpPr>
        <p:spPr>
          <a:xfrm>
            <a:off x="2089080" y="1109520"/>
            <a:ext cx="1000080" cy="355680"/>
          </a:xfrm>
          <a:prstGeom prst="rect">
            <a:avLst/>
          </a:prstGeom>
          <a:solidFill>
            <a:srgbClr val="EAEAEA"/>
          </a:solidFill>
          <a:ln w="25560">
            <a:solidFill>
              <a:srgbClr val="777777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1165320" y="433440"/>
            <a:ext cx="771480" cy="333360"/>
          </a:xfrm>
          <a:prstGeom prst="rect">
            <a:avLst/>
          </a:prstGeom>
          <a:solidFill>
            <a:srgbClr val="EAEAEA"/>
          </a:solidFill>
          <a:ln w="25560">
            <a:solidFill>
              <a:srgbClr val="777777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CC3300"/>
                </a:solidFill>
                <a:effectLst/>
                <a:uFillTx/>
                <a:latin typeface="Arial"/>
                <a:ea typeface="Arial"/>
              </a:rPr>
              <a:t>Rec045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111240" y="861840"/>
            <a:ext cx="876240" cy="30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Ordered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98280" y="1109520"/>
            <a:ext cx="1000080" cy="2362320"/>
          </a:xfrm>
          <a:prstGeom prst="rect">
            <a:avLst/>
          </a:prstGeom>
          <a:solidFill>
            <a:srgbClr val="EAEAEA"/>
          </a:solidFill>
          <a:ln w="25560">
            <a:solidFill>
              <a:srgbClr val="777777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Rec001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Rec005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Rec045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Rec090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Rec100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Rec150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Rec300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Rec325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^Z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1936800" y="861840"/>
            <a:ext cx="1300320" cy="30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New-Ordered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117360" y="138600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127080" y="164304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127080" y="190008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127080" y="214776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127080" y="241452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127080" y="314784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127080" y="289080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127080" y="263376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652320" y="0"/>
            <a:ext cx="2035080" cy="33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Amending a record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"/>
          <p:cNvSpPr txBox="1"/>
          <p:nvPr/>
        </p:nvSpPr>
        <p:spPr>
          <a:xfrm>
            <a:off x="2089080" y="1109520"/>
            <a:ext cx="1000080" cy="606600"/>
          </a:xfrm>
          <a:prstGeom prst="rect">
            <a:avLst/>
          </a:prstGeom>
          <a:solidFill>
            <a:srgbClr val="EAEAEA"/>
          </a:solidFill>
          <a:ln w="25560">
            <a:solidFill>
              <a:srgbClr val="777777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Rec001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Rec005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2108160" y="138600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1165320" y="433440"/>
            <a:ext cx="771480" cy="333360"/>
          </a:xfrm>
          <a:prstGeom prst="rect">
            <a:avLst/>
          </a:prstGeom>
          <a:solidFill>
            <a:srgbClr val="EAEAEA"/>
          </a:solidFill>
          <a:ln w="25560">
            <a:solidFill>
              <a:srgbClr val="777777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CC3300"/>
                </a:solidFill>
                <a:effectLst/>
                <a:uFillTx/>
                <a:latin typeface="Arial"/>
                <a:ea typeface="Arial"/>
              </a:rPr>
              <a:t>Rec045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111240" y="861840"/>
            <a:ext cx="876240" cy="30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Ordered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98280" y="1109520"/>
            <a:ext cx="1000080" cy="2362320"/>
          </a:xfrm>
          <a:prstGeom prst="rect">
            <a:avLst/>
          </a:prstGeom>
          <a:solidFill>
            <a:srgbClr val="EAEAEA"/>
          </a:solidFill>
          <a:ln w="25560">
            <a:solidFill>
              <a:srgbClr val="777777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Rec001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Rec005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Rec045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Rec090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Rec100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Rec150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Rec300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Rec325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^Z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1936800" y="861840"/>
            <a:ext cx="1300320" cy="30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New-Ordered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117360" y="138600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127080" y="164304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127080" y="190008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127080" y="214776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127080" y="241452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127080" y="314784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127080" y="289080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127080" y="263376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1162080" y="1380960"/>
            <a:ext cx="914400" cy="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652320" y="0"/>
            <a:ext cx="2035080" cy="33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Amending a record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1374840" y="1273320"/>
            <a:ext cx="434880" cy="2127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write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"/>
          <p:cNvSpPr txBox="1"/>
          <p:nvPr/>
        </p:nvSpPr>
        <p:spPr>
          <a:xfrm>
            <a:off x="2089080" y="1109520"/>
            <a:ext cx="1000080" cy="857160"/>
          </a:xfrm>
          <a:prstGeom prst="rect">
            <a:avLst/>
          </a:prstGeom>
          <a:solidFill>
            <a:srgbClr val="EAEAEA"/>
          </a:solidFill>
          <a:ln w="25560">
            <a:solidFill>
              <a:srgbClr val="777777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Rec001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Rec005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CC3300"/>
                </a:solidFill>
                <a:effectLst/>
                <a:uFillTx/>
                <a:latin typeface="Arial"/>
                <a:ea typeface="Arial"/>
              </a:rPr>
              <a:t>Rec045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2108160" y="138600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>
            <a:off x="2117880" y="1643040"/>
            <a:ext cx="97128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1165320" y="433440"/>
            <a:ext cx="771480" cy="333360"/>
          </a:xfrm>
          <a:prstGeom prst="rect">
            <a:avLst/>
          </a:prstGeom>
          <a:solidFill>
            <a:srgbClr val="EAEAEA"/>
          </a:solidFill>
          <a:ln w="25560">
            <a:solidFill>
              <a:srgbClr val="777777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CC3300"/>
                </a:solidFill>
                <a:effectLst/>
                <a:uFillTx/>
                <a:latin typeface="Arial"/>
                <a:ea typeface="Arial"/>
              </a:rPr>
              <a:t>Rec045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111240" y="861840"/>
            <a:ext cx="876240" cy="30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Ordered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98280" y="1109520"/>
            <a:ext cx="1000080" cy="2362320"/>
          </a:xfrm>
          <a:prstGeom prst="rect">
            <a:avLst/>
          </a:prstGeom>
          <a:solidFill>
            <a:srgbClr val="EAEAEA"/>
          </a:solidFill>
          <a:ln w="25560">
            <a:solidFill>
              <a:srgbClr val="777777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Rec001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Rec005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Rec045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Rec090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Rec100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Rec150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Rec300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Rec325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^Z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1936800" y="861840"/>
            <a:ext cx="1300320" cy="30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New-Ordered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117360" y="138600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>
            <a:off x="127080" y="164304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>
            <a:off x="127080" y="190008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127080" y="214776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>
            <a:off x="127080" y="241452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"/>
          <p:cNvSpPr/>
          <p:nvPr/>
        </p:nvSpPr>
        <p:spPr>
          <a:xfrm>
            <a:off x="127080" y="314784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>
            <a:off x="127080" y="289080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127080" y="263376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974880" y="1824120"/>
            <a:ext cx="1238760" cy="333720"/>
          </a:xfrm>
          <a:custGeom>
            <a:avLst/>
            <a:gdLst/>
            <a:ahLst/>
            <a:rect l="0" t="0" r="r" b="b"/>
            <a:pathLst>
              <a:path fill="none" w="3441" h="927">
                <a:moveTo>
                  <a:pt x="0" y="0"/>
                </a:moveTo>
                <a:lnTo>
                  <a:pt x="0" y="0"/>
                </a:lnTo>
                <a:cubicBezTo>
                  <a:pt x="0" y="163"/>
                  <a:pt x="79" y="323"/>
                  <a:pt x="231" y="464"/>
                </a:cubicBezTo>
                <a:cubicBezTo>
                  <a:pt x="382" y="605"/>
                  <a:pt x="599" y="722"/>
                  <a:pt x="860" y="803"/>
                </a:cubicBezTo>
                <a:cubicBezTo>
                  <a:pt x="1122" y="884"/>
                  <a:pt x="1418" y="927"/>
                  <a:pt x="1721" y="927"/>
                </a:cubicBezTo>
                <a:cubicBezTo>
                  <a:pt x="2023" y="927"/>
                  <a:pt x="2319" y="884"/>
                  <a:pt x="2581" y="803"/>
                </a:cubicBezTo>
                <a:cubicBezTo>
                  <a:pt x="2842" y="722"/>
                  <a:pt x="3059" y="605"/>
                  <a:pt x="3210" y="464"/>
                </a:cubicBezTo>
                <a:cubicBezTo>
                  <a:pt x="3362" y="323"/>
                  <a:pt x="3441" y="163"/>
                  <a:pt x="3441" y="0"/>
                </a:cubicBezTo>
              </a:path>
            </a:pathLst>
          </a:custGeom>
          <a:ln w="12600">
            <a:solidFill>
              <a:srgbClr val="000000"/>
            </a:solidFill>
            <a:round/>
            <a:head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1308240" y="1940040"/>
            <a:ext cx="606600" cy="425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update&amp; write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>
            <a:off x="1542960" y="771480"/>
            <a:ext cx="0" cy="117180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652320" y="0"/>
            <a:ext cx="2035080" cy="33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Amending a record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"/>
          <p:cNvSpPr txBox="1"/>
          <p:nvPr/>
        </p:nvSpPr>
        <p:spPr>
          <a:xfrm>
            <a:off x="2089080" y="1109520"/>
            <a:ext cx="1000080" cy="2362320"/>
          </a:xfrm>
          <a:prstGeom prst="rect">
            <a:avLst/>
          </a:prstGeom>
          <a:solidFill>
            <a:srgbClr val="EAEAEA"/>
          </a:solidFill>
          <a:ln w="25560">
            <a:solidFill>
              <a:srgbClr val="777777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Rec001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Rec005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Rec045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Rec090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Rec100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Rec150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Rec300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Rec325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^Z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>
            <a:off x="2108160" y="138600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"/>
          <p:cNvSpPr/>
          <p:nvPr/>
        </p:nvSpPr>
        <p:spPr>
          <a:xfrm>
            <a:off x="2117880" y="1643040"/>
            <a:ext cx="97128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"/>
          <p:cNvSpPr/>
          <p:nvPr/>
        </p:nvSpPr>
        <p:spPr>
          <a:xfrm>
            <a:off x="2117880" y="1900080"/>
            <a:ext cx="97128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2117880" y="2147760"/>
            <a:ext cx="97128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"/>
          <p:cNvSpPr/>
          <p:nvPr/>
        </p:nvSpPr>
        <p:spPr>
          <a:xfrm>
            <a:off x="2117880" y="2414520"/>
            <a:ext cx="97128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"/>
          <p:cNvSpPr/>
          <p:nvPr/>
        </p:nvSpPr>
        <p:spPr>
          <a:xfrm>
            <a:off x="2117880" y="3147840"/>
            <a:ext cx="97128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"/>
          <p:cNvSpPr/>
          <p:nvPr/>
        </p:nvSpPr>
        <p:spPr>
          <a:xfrm>
            <a:off x="2117880" y="2890800"/>
            <a:ext cx="97128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"/>
          <p:cNvSpPr/>
          <p:nvPr/>
        </p:nvSpPr>
        <p:spPr>
          <a:xfrm>
            <a:off x="2117880" y="2633760"/>
            <a:ext cx="97128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1165320" y="433440"/>
            <a:ext cx="771480" cy="333360"/>
          </a:xfrm>
          <a:prstGeom prst="rect">
            <a:avLst/>
          </a:prstGeom>
          <a:solidFill>
            <a:srgbClr val="EAEAEA"/>
          </a:solidFill>
          <a:ln w="25560">
            <a:solidFill>
              <a:srgbClr val="777777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CC3300"/>
                </a:solidFill>
                <a:effectLst/>
                <a:uFillTx/>
                <a:latin typeface="Arial"/>
                <a:ea typeface="Arial"/>
              </a:rPr>
              <a:t>Rec045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111240" y="861840"/>
            <a:ext cx="876240" cy="30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Ordered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98280" y="1109520"/>
            <a:ext cx="1000080" cy="2362320"/>
          </a:xfrm>
          <a:prstGeom prst="rect">
            <a:avLst/>
          </a:prstGeom>
          <a:solidFill>
            <a:srgbClr val="EAEAEA"/>
          </a:solidFill>
          <a:ln w="25560">
            <a:solidFill>
              <a:srgbClr val="777777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Rec001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Rec005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Rec045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Rec090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Rec100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Rec150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Rec300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Rec325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^Z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1936800" y="861840"/>
            <a:ext cx="1300320" cy="30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New-Ordered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"/>
          <p:cNvSpPr/>
          <p:nvPr/>
        </p:nvSpPr>
        <p:spPr>
          <a:xfrm>
            <a:off x="117360" y="138600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"/>
          <p:cNvSpPr/>
          <p:nvPr/>
        </p:nvSpPr>
        <p:spPr>
          <a:xfrm>
            <a:off x="127080" y="164304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"/>
          <p:cNvSpPr/>
          <p:nvPr/>
        </p:nvSpPr>
        <p:spPr>
          <a:xfrm>
            <a:off x="127080" y="190008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"/>
          <p:cNvSpPr/>
          <p:nvPr/>
        </p:nvSpPr>
        <p:spPr>
          <a:xfrm>
            <a:off x="127080" y="214776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"/>
          <p:cNvSpPr/>
          <p:nvPr/>
        </p:nvSpPr>
        <p:spPr>
          <a:xfrm>
            <a:off x="127080" y="241452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"/>
          <p:cNvSpPr/>
          <p:nvPr/>
        </p:nvSpPr>
        <p:spPr>
          <a:xfrm>
            <a:off x="127080" y="314784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"/>
          <p:cNvSpPr/>
          <p:nvPr/>
        </p:nvSpPr>
        <p:spPr>
          <a:xfrm>
            <a:off x="127080" y="289080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"/>
          <p:cNvSpPr/>
          <p:nvPr/>
        </p:nvSpPr>
        <p:spPr>
          <a:xfrm>
            <a:off x="127080" y="263376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652320" y="0"/>
            <a:ext cx="2035080" cy="33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Amending a record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"/>
          <p:cNvSpPr/>
          <p:nvPr/>
        </p:nvSpPr>
        <p:spPr>
          <a:xfrm>
            <a:off x="1171440" y="2552760"/>
            <a:ext cx="866880" cy="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1298520" y="2444760"/>
            <a:ext cx="434880" cy="2127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write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"/>
          <p:cNvSpPr/>
          <p:nvPr/>
        </p:nvSpPr>
        <p:spPr>
          <a:xfrm>
            <a:off x="2089080" y="1109520"/>
            <a:ext cx="1000080" cy="355680"/>
          </a:xfrm>
          <a:prstGeom prst="rect">
            <a:avLst/>
          </a:prstGeom>
          <a:solidFill>
            <a:srgbClr val="EAEAEA"/>
          </a:solidFill>
          <a:ln w="25560">
            <a:solidFill>
              <a:srgbClr val="777777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1165320" y="433440"/>
            <a:ext cx="771480" cy="333360"/>
          </a:xfrm>
          <a:prstGeom prst="rect">
            <a:avLst/>
          </a:prstGeom>
          <a:solidFill>
            <a:srgbClr val="EAEAEA"/>
          </a:solidFill>
          <a:ln w="25560">
            <a:solidFill>
              <a:srgbClr val="777777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CC3300"/>
                </a:solidFill>
                <a:effectLst/>
                <a:uFillTx/>
                <a:latin typeface="Arial"/>
                <a:ea typeface="Arial"/>
              </a:rPr>
              <a:t>Rec150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111240" y="861840"/>
            <a:ext cx="876240" cy="30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Ordered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98280" y="1109520"/>
            <a:ext cx="1000080" cy="2362320"/>
          </a:xfrm>
          <a:prstGeom prst="rect">
            <a:avLst/>
          </a:prstGeom>
          <a:solidFill>
            <a:srgbClr val="EAEAEA"/>
          </a:solidFill>
          <a:ln w="25560">
            <a:solidFill>
              <a:srgbClr val="777777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Rec001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Rec005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Rec045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Rec090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Rec100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Rec150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Rec300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Rec325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^Z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1936800" y="861840"/>
            <a:ext cx="1300320" cy="30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New-Ordered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"/>
          <p:cNvSpPr/>
          <p:nvPr/>
        </p:nvSpPr>
        <p:spPr>
          <a:xfrm>
            <a:off x="117360" y="138600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"/>
          <p:cNvSpPr/>
          <p:nvPr/>
        </p:nvSpPr>
        <p:spPr>
          <a:xfrm>
            <a:off x="127080" y="164304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"/>
          <p:cNvSpPr/>
          <p:nvPr/>
        </p:nvSpPr>
        <p:spPr>
          <a:xfrm>
            <a:off x="127080" y="190008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"/>
          <p:cNvSpPr/>
          <p:nvPr/>
        </p:nvSpPr>
        <p:spPr>
          <a:xfrm>
            <a:off x="127080" y="214776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"/>
          <p:cNvSpPr/>
          <p:nvPr/>
        </p:nvSpPr>
        <p:spPr>
          <a:xfrm>
            <a:off x="127080" y="241452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"/>
          <p:cNvSpPr/>
          <p:nvPr/>
        </p:nvSpPr>
        <p:spPr>
          <a:xfrm>
            <a:off x="127080" y="314784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"/>
          <p:cNvSpPr/>
          <p:nvPr/>
        </p:nvSpPr>
        <p:spPr>
          <a:xfrm>
            <a:off x="127080" y="289080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"/>
          <p:cNvSpPr/>
          <p:nvPr/>
        </p:nvSpPr>
        <p:spPr>
          <a:xfrm>
            <a:off x="127080" y="263376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652320" y="0"/>
            <a:ext cx="1844640" cy="33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Deleting a record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"/>
          <p:cNvSpPr txBox="1"/>
          <p:nvPr/>
        </p:nvSpPr>
        <p:spPr>
          <a:xfrm>
            <a:off x="2089080" y="1109520"/>
            <a:ext cx="1000080" cy="1359000"/>
          </a:xfrm>
          <a:prstGeom prst="rect">
            <a:avLst/>
          </a:prstGeom>
          <a:solidFill>
            <a:srgbClr val="EAEAEA"/>
          </a:solidFill>
          <a:ln w="25560">
            <a:solidFill>
              <a:srgbClr val="777777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Rec001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Rec005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Rec045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Rec090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Rec100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"/>
          <p:cNvSpPr/>
          <p:nvPr/>
        </p:nvSpPr>
        <p:spPr>
          <a:xfrm>
            <a:off x="2108160" y="138600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"/>
          <p:cNvSpPr/>
          <p:nvPr/>
        </p:nvSpPr>
        <p:spPr>
          <a:xfrm>
            <a:off x="2117880" y="1643040"/>
            <a:ext cx="97128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"/>
          <p:cNvSpPr/>
          <p:nvPr/>
        </p:nvSpPr>
        <p:spPr>
          <a:xfrm>
            <a:off x="2117880" y="1900080"/>
            <a:ext cx="97128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"/>
          <p:cNvSpPr/>
          <p:nvPr/>
        </p:nvSpPr>
        <p:spPr>
          <a:xfrm>
            <a:off x="2117880" y="2147760"/>
            <a:ext cx="97128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"/>
          <p:cNvSpPr txBox="1"/>
          <p:nvPr/>
        </p:nvSpPr>
        <p:spPr>
          <a:xfrm>
            <a:off x="1165320" y="433440"/>
            <a:ext cx="771480" cy="333360"/>
          </a:xfrm>
          <a:prstGeom prst="rect">
            <a:avLst/>
          </a:prstGeom>
          <a:solidFill>
            <a:srgbClr val="EAEAEA"/>
          </a:solidFill>
          <a:ln w="25560">
            <a:solidFill>
              <a:srgbClr val="777777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CC3300"/>
                </a:solidFill>
                <a:effectLst/>
                <a:uFillTx/>
                <a:latin typeface="Arial"/>
                <a:ea typeface="Arial"/>
              </a:rPr>
              <a:t>Rec150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111240" y="861840"/>
            <a:ext cx="876240" cy="30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Ordered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98280" y="1109520"/>
            <a:ext cx="1000080" cy="2362320"/>
          </a:xfrm>
          <a:prstGeom prst="rect">
            <a:avLst/>
          </a:prstGeom>
          <a:solidFill>
            <a:srgbClr val="EAEAEA"/>
          </a:solidFill>
          <a:ln w="25560">
            <a:solidFill>
              <a:srgbClr val="777777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Rec001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Rec005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Rec045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Rec090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Rec100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Rec150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Rec300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Rec325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^Z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1936800" y="861840"/>
            <a:ext cx="1300320" cy="30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New-Ordered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"/>
          <p:cNvSpPr/>
          <p:nvPr/>
        </p:nvSpPr>
        <p:spPr>
          <a:xfrm>
            <a:off x="117360" y="138600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"/>
          <p:cNvSpPr/>
          <p:nvPr/>
        </p:nvSpPr>
        <p:spPr>
          <a:xfrm>
            <a:off x="127080" y="164304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"/>
          <p:cNvSpPr/>
          <p:nvPr/>
        </p:nvSpPr>
        <p:spPr>
          <a:xfrm>
            <a:off x="127080" y="190008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"/>
          <p:cNvSpPr/>
          <p:nvPr/>
        </p:nvSpPr>
        <p:spPr>
          <a:xfrm>
            <a:off x="127080" y="214776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"/>
          <p:cNvSpPr/>
          <p:nvPr/>
        </p:nvSpPr>
        <p:spPr>
          <a:xfrm>
            <a:off x="127080" y="241452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"/>
          <p:cNvSpPr/>
          <p:nvPr/>
        </p:nvSpPr>
        <p:spPr>
          <a:xfrm>
            <a:off x="127080" y="314784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"/>
          <p:cNvSpPr/>
          <p:nvPr/>
        </p:nvSpPr>
        <p:spPr>
          <a:xfrm>
            <a:off x="127080" y="289080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"/>
          <p:cNvSpPr/>
          <p:nvPr/>
        </p:nvSpPr>
        <p:spPr>
          <a:xfrm>
            <a:off x="127080" y="263376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652320" y="0"/>
            <a:ext cx="1844640" cy="33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Deleting a record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"/>
          <p:cNvSpPr/>
          <p:nvPr/>
        </p:nvSpPr>
        <p:spPr>
          <a:xfrm>
            <a:off x="1162080" y="1790640"/>
            <a:ext cx="885960" cy="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1317600" y="1673280"/>
            <a:ext cx="434880" cy="2127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write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"/>
          <p:cNvSpPr txBox="1"/>
          <p:nvPr/>
        </p:nvSpPr>
        <p:spPr>
          <a:xfrm>
            <a:off x="2089080" y="1109520"/>
            <a:ext cx="1000080" cy="1359000"/>
          </a:xfrm>
          <a:prstGeom prst="rect">
            <a:avLst/>
          </a:prstGeom>
          <a:solidFill>
            <a:srgbClr val="EAEAEA"/>
          </a:solidFill>
          <a:ln w="25560">
            <a:solidFill>
              <a:srgbClr val="777777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Rec001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Rec005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Rec045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Rec090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Rec100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"/>
          <p:cNvSpPr/>
          <p:nvPr/>
        </p:nvSpPr>
        <p:spPr>
          <a:xfrm>
            <a:off x="2108160" y="138600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"/>
          <p:cNvSpPr/>
          <p:nvPr/>
        </p:nvSpPr>
        <p:spPr>
          <a:xfrm>
            <a:off x="2117880" y="1643040"/>
            <a:ext cx="97128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"/>
          <p:cNvSpPr/>
          <p:nvPr/>
        </p:nvSpPr>
        <p:spPr>
          <a:xfrm>
            <a:off x="2117880" y="1900080"/>
            <a:ext cx="97128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"/>
          <p:cNvSpPr/>
          <p:nvPr/>
        </p:nvSpPr>
        <p:spPr>
          <a:xfrm>
            <a:off x="2117880" y="2147760"/>
            <a:ext cx="97128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"/>
          <p:cNvSpPr txBox="1"/>
          <p:nvPr/>
        </p:nvSpPr>
        <p:spPr>
          <a:xfrm>
            <a:off x="1165320" y="433440"/>
            <a:ext cx="771480" cy="333360"/>
          </a:xfrm>
          <a:prstGeom prst="rect">
            <a:avLst/>
          </a:prstGeom>
          <a:solidFill>
            <a:srgbClr val="EAEAEA"/>
          </a:solidFill>
          <a:ln w="25560">
            <a:solidFill>
              <a:srgbClr val="777777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CC3300"/>
                </a:solidFill>
                <a:effectLst/>
                <a:uFillTx/>
                <a:latin typeface="Arial"/>
                <a:ea typeface="Arial"/>
              </a:rPr>
              <a:t>Rec150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111240" y="861840"/>
            <a:ext cx="876240" cy="30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Ordered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98280" y="1109520"/>
            <a:ext cx="1000080" cy="2362320"/>
          </a:xfrm>
          <a:prstGeom prst="rect">
            <a:avLst/>
          </a:prstGeom>
          <a:solidFill>
            <a:srgbClr val="EAEAEA"/>
          </a:solidFill>
          <a:ln w="25560">
            <a:solidFill>
              <a:srgbClr val="777777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Rec001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Rec005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Rec045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Rec090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Rec100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CC3300"/>
                </a:solidFill>
                <a:effectLst/>
                <a:uFillTx/>
                <a:latin typeface="Arial"/>
                <a:ea typeface="Arial"/>
              </a:rPr>
              <a:t>Rec150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Rec300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Rec325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^Z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1936800" y="861840"/>
            <a:ext cx="1300320" cy="30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New-Ordered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"/>
          <p:cNvSpPr/>
          <p:nvPr/>
        </p:nvSpPr>
        <p:spPr>
          <a:xfrm>
            <a:off x="117360" y="138600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"/>
          <p:cNvSpPr/>
          <p:nvPr/>
        </p:nvSpPr>
        <p:spPr>
          <a:xfrm>
            <a:off x="127080" y="164304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"/>
          <p:cNvSpPr/>
          <p:nvPr/>
        </p:nvSpPr>
        <p:spPr>
          <a:xfrm>
            <a:off x="127080" y="190008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"/>
          <p:cNvSpPr/>
          <p:nvPr/>
        </p:nvSpPr>
        <p:spPr>
          <a:xfrm>
            <a:off x="127080" y="214776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"/>
          <p:cNvSpPr/>
          <p:nvPr/>
        </p:nvSpPr>
        <p:spPr>
          <a:xfrm>
            <a:off x="127080" y="241452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"/>
          <p:cNvSpPr/>
          <p:nvPr/>
        </p:nvSpPr>
        <p:spPr>
          <a:xfrm>
            <a:off x="127080" y="314784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"/>
          <p:cNvSpPr/>
          <p:nvPr/>
        </p:nvSpPr>
        <p:spPr>
          <a:xfrm>
            <a:off x="127080" y="289080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"/>
          <p:cNvSpPr/>
          <p:nvPr/>
        </p:nvSpPr>
        <p:spPr>
          <a:xfrm>
            <a:off x="127080" y="263376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"/>
          <p:cNvSpPr txBox="1"/>
          <p:nvPr/>
        </p:nvSpPr>
        <p:spPr>
          <a:xfrm>
            <a:off x="652320" y="0"/>
            <a:ext cx="1844640" cy="33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Deleting a record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"/>
          <p:cNvSpPr/>
          <p:nvPr/>
        </p:nvSpPr>
        <p:spPr>
          <a:xfrm>
            <a:off x="981000" y="2523960"/>
            <a:ext cx="762480" cy="724320"/>
          </a:xfrm>
          <a:custGeom>
            <a:avLst/>
            <a:gdLst/>
            <a:ahLst/>
            <a:rect l="0" t="0" r="r" b="b"/>
            <a:pathLst>
              <a:path fill="none" w="2118" h="2012">
                <a:moveTo>
                  <a:pt x="2118" y="2012"/>
                </a:moveTo>
                <a:lnTo>
                  <a:pt x="2118" y="2012"/>
                </a:lnTo>
                <a:lnTo>
                  <a:pt x="2118" y="2012"/>
                </a:lnTo>
                <a:cubicBezTo>
                  <a:pt x="2118" y="1659"/>
                  <a:pt x="2020" y="1312"/>
                  <a:pt x="1834" y="1006"/>
                </a:cubicBezTo>
                <a:cubicBezTo>
                  <a:pt x="1648" y="700"/>
                  <a:pt x="1381" y="446"/>
                  <a:pt x="1059" y="270"/>
                </a:cubicBezTo>
                <a:cubicBezTo>
                  <a:pt x="737" y="93"/>
                  <a:pt x="372" y="0"/>
                  <a:pt x="0" y="0"/>
                </a:cubicBezTo>
              </a:path>
            </a:pathLst>
          </a:custGeom>
          <a:ln w="12600">
            <a:solidFill>
              <a:srgbClr val="000000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"/>
          <p:cNvSpPr txBox="1"/>
          <p:nvPr/>
        </p:nvSpPr>
        <p:spPr>
          <a:xfrm>
            <a:off x="1317600" y="2739960"/>
            <a:ext cx="615960" cy="2127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ignore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"/>
          <p:cNvSpPr txBox="1"/>
          <p:nvPr/>
        </p:nvSpPr>
        <p:spPr>
          <a:xfrm>
            <a:off x="2089080" y="1109520"/>
            <a:ext cx="1000080" cy="2111400"/>
          </a:xfrm>
          <a:prstGeom prst="rect">
            <a:avLst/>
          </a:prstGeom>
          <a:solidFill>
            <a:srgbClr val="EAEAEA"/>
          </a:solidFill>
          <a:ln w="25560">
            <a:solidFill>
              <a:srgbClr val="777777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Rec001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Rec005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Rec045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Rec090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Rec100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Rec300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Rec325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^Z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"/>
          <p:cNvSpPr/>
          <p:nvPr/>
        </p:nvSpPr>
        <p:spPr>
          <a:xfrm>
            <a:off x="2108160" y="138600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"/>
          <p:cNvSpPr/>
          <p:nvPr/>
        </p:nvSpPr>
        <p:spPr>
          <a:xfrm>
            <a:off x="2117880" y="1643040"/>
            <a:ext cx="97128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"/>
          <p:cNvSpPr/>
          <p:nvPr/>
        </p:nvSpPr>
        <p:spPr>
          <a:xfrm>
            <a:off x="2117880" y="1900080"/>
            <a:ext cx="97128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"/>
          <p:cNvSpPr/>
          <p:nvPr/>
        </p:nvSpPr>
        <p:spPr>
          <a:xfrm>
            <a:off x="2117880" y="2147760"/>
            <a:ext cx="97128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"/>
          <p:cNvSpPr/>
          <p:nvPr/>
        </p:nvSpPr>
        <p:spPr>
          <a:xfrm>
            <a:off x="2117880" y="2414520"/>
            <a:ext cx="97128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"/>
          <p:cNvSpPr/>
          <p:nvPr/>
        </p:nvSpPr>
        <p:spPr>
          <a:xfrm>
            <a:off x="2117880" y="2890800"/>
            <a:ext cx="97128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"/>
          <p:cNvSpPr/>
          <p:nvPr/>
        </p:nvSpPr>
        <p:spPr>
          <a:xfrm>
            <a:off x="2117880" y="2633760"/>
            <a:ext cx="97128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1165320" y="433440"/>
            <a:ext cx="771480" cy="333360"/>
          </a:xfrm>
          <a:prstGeom prst="rect">
            <a:avLst/>
          </a:prstGeom>
          <a:solidFill>
            <a:srgbClr val="EAEAEA"/>
          </a:solidFill>
          <a:ln w="25560">
            <a:solidFill>
              <a:srgbClr val="777777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CC3300"/>
                </a:solidFill>
                <a:effectLst/>
                <a:uFillTx/>
                <a:latin typeface="Arial"/>
                <a:ea typeface="Arial"/>
              </a:rPr>
              <a:t>Rec150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"/>
          <p:cNvSpPr txBox="1"/>
          <p:nvPr/>
        </p:nvSpPr>
        <p:spPr>
          <a:xfrm>
            <a:off x="111240" y="861840"/>
            <a:ext cx="876240" cy="30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Ordered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"/>
          <p:cNvSpPr txBox="1"/>
          <p:nvPr/>
        </p:nvSpPr>
        <p:spPr>
          <a:xfrm>
            <a:off x="98280" y="1109520"/>
            <a:ext cx="1000080" cy="2362320"/>
          </a:xfrm>
          <a:prstGeom prst="rect">
            <a:avLst/>
          </a:prstGeom>
          <a:solidFill>
            <a:srgbClr val="EAEAEA"/>
          </a:solidFill>
          <a:ln w="25560">
            <a:solidFill>
              <a:srgbClr val="777777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Rec001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Rec005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Rec045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Rec090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Rec100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Rec150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Rec300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000099"/>
                </a:solidFill>
                <a:effectLst/>
                <a:uFillTx/>
                <a:latin typeface="Arial"/>
                <a:ea typeface="Arial"/>
              </a:rPr>
              <a:t>Rec325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400" b="1" u="none" strike="noStrike">
                <a:solidFill>
                  <a:srgbClr val="969696"/>
                </a:solidFill>
                <a:effectLst/>
                <a:uFillTx/>
                <a:latin typeface="Arial"/>
                <a:ea typeface="Arial"/>
              </a:rPr>
              <a:t>^Z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"/>
          <p:cNvSpPr txBox="1"/>
          <p:nvPr/>
        </p:nvSpPr>
        <p:spPr>
          <a:xfrm>
            <a:off x="1936800" y="861840"/>
            <a:ext cx="1300320" cy="30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New-Ordered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"/>
          <p:cNvSpPr/>
          <p:nvPr/>
        </p:nvSpPr>
        <p:spPr>
          <a:xfrm>
            <a:off x="117360" y="138600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"/>
          <p:cNvSpPr/>
          <p:nvPr/>
        </p:nvSpPr>
        <p:spPr>
          <a:xfrm>
            <a:off x="127080" y="164304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"/>
          <p:cNvSpPr/>
          <p:nvPr/>
        </p:nvSpPr>
        <p:spPr>
          <a:xfrm>
            <a:off x="127080" y="190008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"/>
          <p:cNvSpPr/>
          <p:nvPr/>
        </p:nvSpPr>
        <p:spPr>
          <a:xfrm>
            <a:off x="127080" y="214776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"/>
          <p:cNvSpPr/>
          <p:nvPr/>
        </p:nvSpPr>
        <p:spPr>
          <a:xfrm>
            <a:off x="127080" y="241452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"/>
          <p:cNvSpPr/>
          <p:nvPr/>
        </p:nvSpPr>
        <p:spPr>
          <a:xfrm>
            <a:off x="127080" y="314784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"/>
          <p:cNvSpPr/>
          <p:nvPr/>
        </p:nvSpPr>
        <p:spPr>
          <a:xfrm>
            <a:off x="127080" y="289080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"/>
          <p:cNvSpPr/>
          <p:nvPr/>
        </p:nvSpPr>
        <p:spPr>
          <a:xfrm>
            <a:off x="127080" y="2633760"/>
            <a:ext cx="971640" cy="0"/>
          </a:xfrm>
          <a:prstGeom prst="line">
            <a:avLst/>
          </a:prstGeom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652320" y="0"/>
            <a:ext cx="1844640" cy="33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Deleting a record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"/>
          <p:cNvSpPr/>
          <p:nvPr/>
        </p:nvSpPr>
        <p:spPr>
          <a:xfrm flipV="1">
            <a:off x="1143000" y="2638440"/>
            <a:ext cx="942840" cy="25704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1327320" y="2673360"/>
            <a:ext cx="434880" cy="2127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write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LibreOffice/26.2.2.2$Windows_X86_64 LibreOffice_project/1f77d10d6938fd34972958f64b2bcfa54f8b1ba5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Michael Coughlan</dc:creator>
  <dc:description/>
  <dc:language>en-US</dc:language>
  <cp:lastModifiedBy>Michael Coughlan</cp:lastModifiedBy>
  <cp:revision>0</cp:revision>
  <dc:subject/>
  <dc:title>No Slide Title</dc:title>
</cp:coreProperties>
</file>