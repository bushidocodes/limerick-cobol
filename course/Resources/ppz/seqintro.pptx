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74" r:id="rId4"/>
    <p:sldId id="268" r:id="rId5"/>
    <p:sldId id="266" r:id="rId6"/>
    <p:sldId id="265" r:id="rId7"/>
    <p:sldId id="275" r:id="rId8"/>
    <p:sldId id="264" r:id="rId9"/>
    <p:sldId id="263" r:id="rId10"/>
    <p:sldId id="272" r:id="rId11"/>
    <p:sldId id="273" r:id="rId12"/>
    <p:sldId id="270" r:id="rId13"/>
    <p:sldId id="269" r:id="rId14"/>
  </p:sldIdLst>
  <p:sldSz cx="3238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AEA"/>
    <a:srgbClr val="CC0000"/>
    <a:srgbClr val="336600"/>
    <a:srgbClr val="FFFF00"/>
    <a:srgbClr val="000099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2" d="100"/>
          <a:sy n="222" d="100"/>
        </p:scale>
        <p:origin x="1764" y="174"/>
      </p:cViewPr>
      <p:guideLst>
        <p:guide orient="horz" pos="138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AFA53-3F0A-E83A-839E-5C07C0F53A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4813" y="623888"/>
            <a:ext cx="2428875" cy="13255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6CAD7E-BC7A-F836-A2E7-0E4D8F1AE4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4813" y="2001838"/>
            <a:ext cx="2428875" cy="9191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0B7E2-1597-71E2-F401-5A4181A4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EB1E1-9EF7-68AB-5F13-C29F47F25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FD1F3-4539-A78D-DB5D-36684D067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23D4F1B-59F9-4C02-B2F0-A167FE7E393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56316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21043-8A03-7CB2-052B-6409F0C2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35428-F0C1-EA16-9A05-D0C3F8CD3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225B2-4CD3-6677-ACD9-C68030955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EADD7-D976-AACE-E223-5A4AC0EF1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271EF-750B-C10A-53DA-F0089562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52EB9BC-7D46-49AF-A3CE-0D18BEB4A37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95549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C1EA-FAE7-7BEC-65FA-47C260165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663" y="949325"/>
            <a:ext cx="2794000" cy="15859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6D476F-B103-8AFF-2795-E754C67B7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0663" y="2549525"/>
            <a:ext cx="2794000" cy="83343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E7FE5-CE1D-2790-A695-BFC78A169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896BC-83C0-C428-805A-E78CC89C5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6D1893-F3CE-D61E-20E3-FDED76835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4F29EB7-5B6D-46B9-9521-EB473173C65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256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AB451-5452-C819-7A1B-3DA3495CB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7D217-6563-B6A1-9AC0-53B25D30D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2888" y="1100138"/>
            <a:ext cx="1300162" cy="228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957634-4123-659B-4BD6-EEA97E8C7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95450" y="1100138"/>
            <a:ext cx="1300163" cy="228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A10D5-4213-8F9D-AE7C-411DA4C65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7154B-BB6D-6882-6920-8A50F11F5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EDC5C-A7CB-C778-C1F9-C0ADBE551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E36E05B-38A3-4E7E-974A-9E91C08E8B1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7367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726CD-8D10-B0B8-06BD-F3E2126E5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203200"/>
            <a:ext cx="2792412" cy="736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4D952-7B53-0BFB-1C07-E57049D20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3838" y="933450"/>
            <a:ext cx="1370012" cy="45878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5CAB02-7597-0F26-CA79-95E5D1CB5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3838" y="1392238"/>
            <a:ext cx="1370012" cy="20462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735764-D2D5-7A35-8BA2-63D886BBA4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639888" y="933450"/>
            <a:ext cx="1376362" cy="45878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9F26BB-3917-942A-013D-BC59D9A978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639888" y="1392238"/>
            <a:ext cx="1376362" cy="20462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0D68B-4220-03C5-216C-01AC60B5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09F5B9-5EC7-106D-5C7B-1ACBC5A1D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8FC6E6-5D30-0664-CE96-89B5F205D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D84682-C953-4CBA-A70D-0FB491D0DD4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722218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96A2A-7BF7-ED1D-3D7F-B2AA56916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46D04D-699E-AEB0-B124-9008E7D6F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9E377E-1A06-78F7-3F3A-1A9CFB7C5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CA38-AD74-260A-00B5-11AF0937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76E63B-E03B-47E0-8A53-C4023E0DF7F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79997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37C342-0535-E951-624A-D87BFC726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376F1C-7D07-3523-C5F2-222EB04E9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3C625-2B7F-E825-0F26-718496FA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97F5E1-A12D-4429-AC54-43490D4CAA1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7795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109DA-B604-9CC2-D92D-382E16F48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254000"/>
            <a:ext cx="1042987" cy="889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D0A73-3647-B967-4FA0-9C76B009E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6363" y="549275"/>
            <a:ext cx="1639887" cy="27066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81AD46-8D9A-0619-CBB0-8E9BA79C9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3838" y="1143000"/>
            <a:ext cx="1042987" cy="2117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0C4D8B-71C2-7ACD-BBD0-174F873C1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2D8262-8D87-012B-5CCC-70850F857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7EF0C-AB84-1380-9DD5-7BB45CED6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E4C3B5D-4A66-41CD-82A7-BB908856A4B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0180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2FA1B-7A11-ABCD-4BE7-727BEA06C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254000"/>
            <a:ext cx="1042987" cy="889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038216-5AA4-6B0A-D987-EAC1593254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376363" y="549275"/>
            <a:ext cx="1639887" cy="270668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6CBD14-0F7C-25D1-F91D-6EDCF1EFC9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3838" y="1143000"/>
            <a:ext cx="1042987" cy="2117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320A3-CF37-2BBE-9D55-B2A6AEDE1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963A9-107A-6F98-8DF8-069667533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F3870-61CD-2AA2-8BF7-7A66DFF1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4E82D34-E78D-46A8-96D0-B4E98797BAB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92744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E1019-6E3C-CED3-3A11-64C2CD29A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7FA8E-246C-3FCD-DF91-8E77406584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234D18-95CE-0E88-F1BD-86812F642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520F5-CC64-F90B-E753-58C280432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2C629-E3AB-E3FB-FEC9-58598F16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BE556F5-2046-442F-A808-5ADEEA68F85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4660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DBC756-7D2E-1259-1835-89DE955030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308225" y="336550"/>
            <a:ext cx="687388" cy="30495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E1BB04-A562-3E1C-6A61-95FE90D29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42888" y="336550"/>
            <a:ext cx="1912937" cy="30495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92D93-8646-4D85-FC2C-A1CC7595A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8FAEE2-6A23-1BC6-ADC7-609179C49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8B9FF-44E5-D597-C08B-593071AB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52293C3-BF2E-43C4-9BA0-B523362626C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5152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B89EAC5-C118-9633-CBE6-5952C912D0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42888" y="336550"/>
            <a:ext cx="2752725" cy="635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1750" tIns="19050" rIns="31750" bIns="1905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A3EC613F-6ACA-CE99-8E9F-0261FCB658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42888" y="1100138"/>
            <a:ext cx="2752725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1750" tIns="19050" rIns="31750" bIns="1905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B8A4DC4-6FE3-2111-44E3-5EC71DA3B41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2888" y="3473450"/>
            <a:ext cx="674687" cy="25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defTabSz="114300">
              <a:defRPr sz="4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113CAD3-7E67-29B6-4661-62FC61134F1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06488" y="3473450"/>
            <a:ext cx="1025525" cy="25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algn="ctr" defTabSz="114300">
              <a:defRPr sz="4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BBFAF49C-201E-5731-A771-85EF3E65F8A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20925" y="3473450"/>
            <a:ext cx="674688" cy="25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algn="r" defTabSz="114300">
              <a:defRPr sz="400"/>
            </a:lvl1pPr>
          </a:lstStyle>
          <a:p>
            <a:fld id="{65535F03-D016-451B-A4A4-46B99DC7971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88B42DD9-EEF7-5733-243E-CE81B8769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5875"/>
            <a:ext cx="3206750" cy="37782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14300" rtl="0" eaLnBrk="0" fontAlgn="base" hangingPunct="0">
        <a:spcBef>
          <a:spcPct val="0"/>
        </a:spcBef>
        <a:spcAft>
          <a:spcPct val="0"/>
        </a:spcAft>
        <a:defRPr sz="16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2pPr>
      <a:lvl3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3pPr>
      <a:lvl4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4pPr>
      <a:lvl5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5pPr>
      <a:lvl6pPr marL="4572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6pPr>
      <a:lvl7pPr marL="9144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119063" indent="-119063" algn="l" defTabSz="114300" rtl="0" eaLnBrk="0" fontAlgn="base" hangingPunct="0">
        <a:spcBef>
          <a:spcPct val="20000"/>
        </a:spcBef>
        <a:spcAft>
          <a:spcPct val="0"/>
        </a:spcAft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indent="-30163" algn="l" defTabSz="114300" rtl="0" eaLnBrk="0" fontAlgn="base" hangingPunct="0">
        <a:spcBef>
          <a:spcPct val="20000"/>
        </a:spcBef>
        <a:spcAft>
          <a:spcPct val="0"/>
        </a:spcAft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404813" indent="-26988" algn="l" defTabSz="114300" rtl="0" eaLnBrk="0" fontAlgn="base" hangingPunct="0">
        <a:spcBef>
          <a:spcPct val="20000"/>
        </a:spcBef>
        <a:spcAft>
          <a:spcPct val="0"/>
        </a:spcAft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3pPr>
      <a:lvl4pPr marL="566738" indent="-47625" algn="l" defTabSz="114300" rtl="0" eaLnBrk="0" fontAlgn="base" hangingPunct="0">
        <a:spcBef>
          <a:spcPct val="20000"/>
        </a:spcBef>
        <a:spcAft>
          <a:spcPct val="0"/>
        </a:spcAft>
        <a:buChar char="–"/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728663" indent="-47625" algn="l" defTabSz="114300" rtl="0" eaLnBrk="0" fontAlgn="base" hangingPunct="0">
        <a:spcBef>
          <a:spcPct val="20000"/>
        </a:spcBef>
        <a:spcAft>
          <a:spcPct val="0"/>
        </a:spcAft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405041F-3042-F65D-CF6E-22DE5EBAA9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" y="565150"/>
            <a:ext cx="2781300" cy="2955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Inserting, Deleting and Amending records in an ordered Sequential file.</a:t>
            </a:r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/>
              <a:t>Click to view.</a:t>
            </a: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000"/>
              <a:t>When viewing the program,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9BEEB4A6-375B-6257-D491-869EB50AE9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3302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F525E996-965E-374D-74C1-C3D0EE3F0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Rec085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438A9429-E571-6DB4-FA3D-348CA20D0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C3C2851C-63C5-97EE-8BFE-A8DF737D6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E07A7701-55EC-9E70-6D6C-DC12B31F3C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94DF13BB-3A7C-68B7-EE48-693912E3BFC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0" name="Line 8">
            <a:extLst>
              <a:ext uri="{FF2B5EF4-FFF2-40B4-BE49-F238E27FC236}">
                <a16:creationId xmlns:a16="http://schemas.microsoft.com/office/drawing/2014/main" id="{759C2584-0BB1-44DA-41DC-7CFF37B16E3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1" name="Line 9">
            <a:extLst>
              <a:ext uri="{FF2B5EF4-FFF2-40B4-BE49-F238E27FC236}">
                <a16:creationId xmlns:a16="http://schemas.microsoft.com/office/drawing/2014/main" id="{4B202F48-1579-E2E6-D52A-42E22AB4A4D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872347DD-AD14-B0D0-45A6-28FDE113C2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3DBC2BBA-5983-92E4-1D72-7025C7F54356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4FDD6595-7927-19EC-88F8-3BBD21A003C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5" name="Line 13">
            <a:extLst>
              <a:ext uri="{FF2B5EF4-FFF2-40B4-BE49-F238E27FC236}">
                <a16:creationId xmlns:a16="http://schemas.microsoft.com/office/drawing/2014/main" id="{EBBA7048-42EA-6920-780B-A29FD47275D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6" name="Line 14">
            <a:extLst>
              <a:ext uri="{FF2B5EF4-FFF2-40B4-BE49-F238E27FC236}">
                <a16:creationId xmlns:a16="http://schemas.microsoft.com/office/drawing/2014/main" id="{3AB1C03E-B058-90F3-E4D8-89778D4B975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7" name="Rectangle 15">
            <a:extLst>
              <a:ext uri="{FF2B5EF4-FFF2-40B4-BE49-F238E27FC236}">
                <a16:creationId xmlns:a16="http://schemas.microsoft.com/office/drawing/2014/main" id="{6AD925A9-7CC7-C820-DAC3-87BDFAA285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900237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CC0000"/>
                </a:solidFill>
                <a:latin typeface="Arial" panose="020B0604020202020204" pitchFamily="34" charset="0"/>
              </a:rPr>
              <a:t>Inserting a record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2D0EEFBF-C75C-D552-F02E-F68B15EB8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83185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Rec045 </a:t>
            </a:r>
          </a:p>
        </p:txBody>
      </p:sp>
      <p:sp>
        <p:nvSpPr>
          <p:cNvPr id="4099" name="Line 3">
            <a:extLst>
              <a:ext uri="{FF2B5EF4-FFF2-40B4-BE49-F238E27FC236}">
                <a16:creationId xmlns:a16="http://schemas.microsoft.com/office/drawing/2014/main" id="{B101C7D2-D900-E26F-46D0-3A921E9A6B7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" name="Line 4">
            <a:extLst>
              <a:ext uri="{FF2B5EF4-FFF2-40B4-BE49-F238E27FC236}">
                <a16:creationId xmlns:a16="http://schemas.microsoft.com/office/drawing/2014/main" id="{34C6B577-F9D4-6A31-A82C-F011AD7AF5F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7B5402A4-939B-AC51-A2A4-EB69CC77C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Rec085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724758B8-6BA2-F482-B719-68137C519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22DB2CFD-6C7C-6AED-2D3E-9A1E06F6E0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47536871-9DA5-47E3-821F-F254B9C981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4105" name="Line 9">
            <a:extLst>
              <a:ext uri="{FF2B5EF4-FFF2-40B4-BE49-F238E27FC236}">
                <a16:creationId xmlns:a16="http://schemas.microsoft.com/office/drawing/2014/main" id="{760D4AF3-4A09-C7EF-01EE-1F0162F542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8511CD38-3523-7A81-7125-AC6E343DBE8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7" name="Line 11">
            <a:extLst>
              <a:ext uri="{FF2B5EF4-FFF2-40B4-BE49-F238E27FC236}">
                <a16:creationId xmlns:a16="http://schemas.microsoft.com/office/drawing/2014/main" id="{61843E3A-E44E-09A5-FC14-C0A330F78E6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8" name="Line 12">
            <a:extLst>
              <a:ext uri="{FF2B5EF4-FFF2-40B4-BE49-F238E27FC236}">
                <a16:creationId xmlns:a16="http://schemas.microsoft.com/office/drawing/2014/main" id="{C37C2959-8CE7-C783-E909-A0D8114AF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9" name="Line 13">
            <a:extLst>
              <a:ext uri="{FF2B5EF4-FFF2-40B4-BE49-F238E27FC236}">
                <a16:creationId xmlns:a16="http://schemas.microsoft.com/office/drawing/2014/main" id="{8CC0FE8A-3811-E5C0-68E0-2E4EC31F190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0" name="Line 14">
            <a:extLst>
              <a:ext uri="{FF2B5EF4-FFF2-40B4-BE49-F238E27FC236}">
                <a16:creationId xmlns:a16="http://schemas.microsoft.com/office/drawing/2014/main" id="{DBA5A33B-32A3-49ED-8289-FEDC90DC3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1" name="Line 15">
            <a:extLst>
              <a:ext uri="{FF2B5EF4-FFF2-40B4-BE49-F238E27FC236}">
                <a16:creationId xmlns:a16="http://schemas.microsoft.com/office/drawing/2014/main" id="{DB09A0BB-C05C-28BB-4C15-47A139723F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16">
            <a:extLst>
              <a:ext uri="{FF2B5EF4-FFF2-40B4-BE49-F238E27FC236}">
                <a16:creationId xmlns:a16="http://schemas.microsoft.com/office/drawing/2014/main" id="{A8BABAA5-6050-750D-5505-B2D7DC0F4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Line 17">
            <a:extLst>
              <a:ext uri="{FF2B5EF4-FFF2-40B4-BE49-F238E27FC236}">
                <a16:creationId xmlns:a16="http://schemas.microsoft.com/office/drawing/2014/main" id="{0CBD66E2-61F2-9FAE-2FF1-A1F9692627BE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1524000"/>
            <a:ext cx="9239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4" name="Rectangle 18">
            <a:extLst>
              <a:ext uri="{FF2B5EF4-FFF2-40B4-BE49-F238E27FC236}">
                <a16:creationId xmlns:a16="http://schemas.microsoft.com/office/drawing/2014/main" id="{3B148363-3F1B-8B2C-E4E3-DCA5FBE4D2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7625" y="1425575"/>
            <a:ext cx="434975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write</a:t>
            </a:r>
          </a:p>
        </p:txBody>
      </p:sp>
      <p:sp>
        <p:nvSpPr>
          <p:cNvPr id="4115" name="Rectangle 19">
            <a:extLst>
              <a:ext uri="{FF2B5EF4-FFF2-40B4-BE49-F238E27FC236}">
                <a16:creationId xmlns:a16="http://schemas.microsoft.com/office/drawing/2014/main" id="{31E91D98-E0E2-706F-7E38-F5EC0A1FD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900237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Inserting a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54575E74-DE15-7793-1F15-21DAB57118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10826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Rec085</a:t>
            </a: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5123" name="Line 3">
            <a:extLst>
              <a:ext uri="{FF2B5EF4-FFF2-40B4-BE49-F238E27FC236}">
                <a16:creationId xmlns:a16="http://schemas.microsoft.com/office/drawing/2014/main" id="{78C9738B-7EAF-2E1B-6FAC-3DE9C9F86F7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4" name="Line 4">
            <a:extLst>
              <a:ext uri="{FF2B5EF4-FFF2-40B4-BE49-F238E27FC236}">
                <a16:creationId xmlns:a16="http://schemas.microsoft.com/office/drawing/2014/main" id="{B3BDEE57-A607-3014-74B2-A14D3A3E35B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5" name="Line 5">
            <a:extLst>
              <a:ext uri="{FF2B5EF4-FFF2-40B4-BE49-F238E27FC236}">
                <a16:creationId xmlns:a16="http://schemas.microsoft.com/office/drawing/2014/main" id="{F40B6CFF-F1C8-77C9-E2E9-7B94847B4257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0B392221-BE29-FA47-3282-5F24DC1B9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Rec085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F39F24B6-7130-C0BD-3EC4-6BA15FEF9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EB8D08BB-AE8E-F3EB-DED7-E02E6843C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5129" name="Rectangle 9">
            <a:extLst>
              <a:ext uri="{FF2B5EF4-FFF2-40B4-BE49-F238E27FC236}">
                <a16:creationId xmlns:a16="http://schemas.microsoft.com/office/drawing/2014/main" id="{7A618B0A-B508-6DCD-3A08-9B5DF2AA2A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5130" name="Line 10">
            <a:extLst>
              <a:ext uri="{FF2B5EF4-FFF2-40B4-BE49-F238E27FC236}">
                <a16:creationId xmlns:a16="http://schemas.microsoft.com/office/drawing/2014/main" id="{5E1795EE-EB5F-B848-543E-97A3EE62141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1" name="Line 11">
            <a:extLst>
              <a:ext uri="{FF2B5EF4-FFF2-40B4-BE49-F238E27FC236}">
                <a16:creationId xmlns:a16="http://schemas.microsoft.com/office/drawing/2014/main" id="{4C00FBEC-3B08-3696-1047-8CEE8880575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2" name="Line 12">
            <a:extLst>
              <a:ext uri="{FF2B5EF4-FFF2-40B4-BE49-F238E27FC236}">
                <a16:creationId xmlns:a16="http://schemas.microsoft.com/office/drawing/2014/main" id="{FA8D70A3-75BD-0067-9BD6-2C4CA80CF5A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3" name="Line 13">
            <a:extLst>
              <a:ext uri="{FF2B5EF4-FFF2-40B4-BE49-F238E27FC236}">
                <a16:creationId xmlns:a16="http://schemas.microsoft.com/office/drawing/2014/main" id="{5FB57D5F-4AEF-91CD-D516-9D7F1646873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4" name="Line 14">
            <a:extLst>
              <a:ext uri="{FF2B5EF4-FFF2-40B4-BE49-F238E27FC236}">
                <a16:creationId xmlns:a16="http://schemas.microsoft.com/office/drawing/2014/main" id="{8AEEFA62-84BB-79FF-56BA-FA6973825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5" name="Line 15">
            <a:extLst>
              <a:ext uri="{FF2B5EF4-FFF2-40B4-BE49-F238E27FC236}">
                <a16:creationId xmlns:a16="http://schemas.microsoft.com/office/drawing/2014/main" id="{CA823C7C-A99B-D802-BFA5-04EF2F94558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6" name="Line 16">
            <a:extLst>
              <a:ext uri="{FF2B5EF4-FFF2-40B4-BE49-F238E27FC236}">
                <a16:creationId xmlns:a16="http://schemas.microsoft.com/office/drawing/2014/main" id="{DA1E5410-3DF3-AB8B-050A-16A2AAB9E5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7" name="Line 17">
            <a:extLst>
              <a:ext uri="{FF2B5EF4-FFF2-40B4-BE49-F238E27FC236}">
                <a16:creationId xmlns:a16="http://schemas.microsoft.com/office/drawing/2014/main" id="{BAE25546-9D87-54A6-7A78-2E324EC26D3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8" name="Arc 18">
            <a:extLst>
              <a:ext uri="{FF2B5EF4-FFF2-40B4-BE49-F238E27FC236}">
                <a16:creationId xmlns:a16="http://schemas.microsoft.com/office/drawing/2014/main" id="{83E137C5-01AC-6AD7-0B0E-6DBF785B836B}"/>
              </a:ext>
            </a:extLst>
          </p:cNvPr>
          <p:cNvSpPr>
            <a:spLocks/>
          </p:cNvSpPr>
          <p:nvPr/>
        </p:nvSpPr>
        <p:spPr bwMode="auto">
          <a:xfrm>
            <a:off x="1533525" y="762000"/>
            <a:ext cx="666750" cy="1323975"/>
          </a:xfrm>
          <a:custGeom>
            <a:avLst/>
            <a:gdLst>
              <a:gd name="G0" fmla="+- 21600 0 0"/>
              <a:gd name="G1" fmla="+- 0 0 0"/>
              <a:gd name="G2" fmla="+- 21600 0 0"/>
              <a:gd name="T0" fmla="*/ 21600 w 21600"/>
              <a:gd name="T1" fmla="*/ 21600 h 21600"/>
              <a:gd name="T2" fmla="*/ 0 w 21600"/>
              <a:gd name="T3" fmla="*/ 0 h 21600"/>
              <a:gd name="T4" fmla="*/ 2160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599"/>
                </a:moveTo>
                <a:cubicBezTo>
                  <a:pt x="9670" y="21599"/>
                  <a:pt x="0" y="11929"/>
                  <a:pt x="0" y="0"/>
                </a:cubicBezTo>
              </a:path>
              <a:path w="21600" h="21600" stroke="0" extrusionOk="0">
                <a:moveTo>
                  <a:pt x="21600" y="21599"/>
                </a:moveTo>
                <a:cubicBezTo>
                  <a:pt x="9670" y="21599"/>
                  <a:pt x="0" y="11929"/>
                  <a:pt x="0" y="0"/>
                </a:cubicBezTo>
                <a:lnTo>
                  <a:pt x="21600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stealth" w="med" len="lg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6D26C800-3CF9-D918-F71C-EBBAFD3CA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925" y="1397000"/>
            <a:ext cx="434975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write</a:t>
            </a:r>
          </a:p>
        </p:txBody>
      </p:sp>
      <p:sp>
        <p:nvSpPr>
          <p:cNvPr id="5140" name="Rectangle 20">
            <a:extLst>
              <a:ext uri="{FF2B5EF4-FFF2-40B4-BE49-F238E27FC236}">
                <a16:creationId xmlns:a16="http://schemas.microsoft.com/office/drawing/2014/main" id="{A2D24B6F-8B8E-F2AA-2AC5-24F04FD9B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900237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Inserting a record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DB5543F-ED3E-5CAC-001A-80841FA17C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258762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Rec085</a:t>
            </a: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 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6147" name="Line 3">
            <a:extLst>
              <a:ext uri="{FF2B5EF4-FFF2-40B4-BE49-F238E27FC236}">
                <a16:creationId xmlns:a16="http://schemas.microsoft.com/office/drawing/2014/main" id="{FB45A3DB-76EC-87E9-033C-88834EDFC2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" name="Line 4">
            <a:extLst>
              <a:ext uri="{FF2B5EF4-FFF2-40B4-BE49-F238E27FC236}">
                <a16:creationId xmlns:a16="http://schemas.microsoft.com/office/drawing/2014/main" id="{B9905496-B4B4-C067-829F-3B83119706B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5">
            <a:extLst>
              <a:ext uri="{FF2B5EF4-FFF2-40B4-BE49-F238E27FC236}">
                <a16:creationId xmlns:a16="http://schemas.microsoft.com/office/drawing/2014/main" id="{2AE7EBBD-520C-64C9-511E-DD3B0B8DD66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" name="Line 6">
            <a:extLst>
              <a:ext uri="{FF2B5EF4-FFF2-40B4-BE49-F238E27FC236}">
                <a16:creationId xmlns:a16="http://schemas.microsoft.com/office/drawing/2014/main" id="{878328AE-8DA9-B910-1E68-8B4608E4B4D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7">
            <a:extLst>
              <a:ext uri="{FF2B5EF4-FFF2-40B4-BE49-F238E27FC236}">
                <a16:creationId xmlns:a16="http://schemas.microsoft.com/office/drawing/2014/main" id="{E733CC87-263C-479A-E99A-8531306C66D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8">
            <a:extLst>
              <a:ext uri="{FF2B5EF4-FFF2-40B4-BE49-F238E27FC236}">
                <a16:creationId xmlns:a16="http://schemas.microsoft.com/office/drawing/2014/main" id="{81FD9C6B-939F-2A8D-912E-B3EBE47F0B2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9">
            <a:extLst>
              <a:ext uri="{FF2B5EF4-FFF2-40B4-BE49-F238E27FC236}">
                <a16:creationId xmlns:a16="http://schemas.microsoft.com/office/drawing/2014/main" id="{531887A8-E2A5-F986-9D4E-434F281846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10">
            <a:extLst>
              <a:ext uri="{FF2B5EF4-FFF2-40B4-BE49-F238E27FC236}">
                <a16:creationId xmlns:a16="http://schemas.microsoft.com/office/drawing/2014/main" id="{956C5D38-A248-2B12-DBA7-BB8A00636A43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Rectangle 11">
            <a:extLst>
              <a:ext uri="{FF2B5EF4-FFF2-40B4-BE49-F238E27FC236}">
                <a16:creationId xmlns:a16="http://schemas.microsoft.com/office/drawing/2014/main" id="{7E6D658A-CD7A-5B67-5A08-752C81D0CF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Rec085</a:t>
            </a:r>
          </a:p>
        </p:txBody>
      </p:sp>
      <p:sp>
        <p:nvSpPr>
          <p:cNvPr id="6156" name="Rectangle 12">
            <a:extLst>
              <a:ext uri="{FF2B5EF4-FFF2-40B4-BE49-F238E27FC236}">
                <a16:creationId xmlns:a16="http://schemas.microsoft.com/office/drawing/2014/main" id="{60DA8023-1137-E68E-0B2C-A4121F172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6157" name="Rectangle 13">
            <a:extLst>
              <a:ext uri="{FF2B5EF4-FFF2-40B4-BE49-F238E27FC236}">
                <a16:creationId xmlns:a16="http://schemas.microsoft.com/office/drawing/2014/main" id="{D8466EB5-B758-5A50-809B-0FECC668A2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6158" name="Rectangle 14">
            <a:extLst>
              <a:ext uri="{FF2B5EF4-FFF2-40B4-BE49-F238E27FC236}">
                <a16:creationId xmlns:a16="http://schemas.microsoft.com/office/drawing/2014/main" id="{408B0CA9-0AC8-AC31-3BC2-2BDF90D3C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6159" name="Line 15">
            <a:extLst>
              <a:ext uri="{FF2B5EF4-FFF2-40B4-BE49-F238E27FC236}">
                <a16:creationId xmlns:a16="http://schemas.microsoft.com/office/drawing/2014/main" id="{80072BC1-AF8D-1886-CFFF-5EE352F1E75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16">
            <a:extLst>
              <a:ext uri="{FF2B5EF4-FFF2-40B4-BE49-F238E27FC236}">
                <a16:creationId xmlns:a16="http://schemas.microsoft.com/office/drawing/2014/main" id="{6CBD4D5E-AC5C-45FF-9FDC-DD6B0758F89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Line 17">
            <a:extLst>
              <a:ext uri="{FF2B5EF4-FFF2-40B4-BE49-F238E27FC236}">
                <a16:creationId xmlns:a16="http://schemas.microsoft.com/office/drawing/2014/main" id="{C1B4D43A-E64F-5F10-9555-85AE694DCAD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2" name="Line 18">
            <a:extLst>
              <a:ext uri="{FF2B5EF4-FFF2-40B4-BE49-F238E27FC236}">
                <a16:creationId xmlns:a16="http://schemas.microsoft.com/office/drawing/2014/main" id="{0D7FD53F-2748-FE8E-9443-9867104193C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3" name="Line 19">
            <a:extLst>
              <a:ext uri="{FF2B5EF4-FFF2-40B4-BE49-F238E27FC236}">
                <a16:creationId xmlns:a16="http://schemas.microsoft.com/office/drawing/2014/main" id="{B2544E64-E17B-4FCE-1232-C7CC8566FF0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4" name="Line 20">
            <a:extLst>
              <a:ext uri="{FF2B5EF4-FFF2-40B4-BE49-F238E27FC236}">
                <a16:creationId xmlns:a16="http://schemas.microsoft.com/office/drawing/2014/main" id="{DF7947B4-1624-6325-FF4D-B101E3DF3F2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5" name="Line 21">
            <a:extLst>
              <a:ext uri="{FF2B5EF4-FFF2-40B4-BE49-F238E27FC236}">
                <a16:creationId xmlns:a16="http://schemas.microsoft.com/office/drawing/2014/main" id="{11EBA49F-FBD8-4769-C754-AEE64B9FB5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6" name="Line 22">
            <a:extLst>
              <a:ext uri="{FF2B5EF4-FFF2-40B4-BE49-F238E27FC236}">
                <a16:creationId xmlns:a16="http://schemas.microsoft.com/office/drawing/2014/main" id="{1223245C-0506-7480-26CC-88DA048A0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7" name="Line 23">
            <a:extLst>
              <a:ext uri="{FF2B5EF4-FFF2-40B4-BE49-F238E27FC236}">
                <a16:creationId xmlns:a16="http://schemas.microsoft.com/office/drawing/2014/main" id="{3B6304F6-C02C-CF82-6BA1-E200FA2A2C0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90738" y="34051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8" name="Line 24">
            <a:extLst>
              <a:ext uri="{FF2B5EF4-FFF2-40B4-BE49-F238E27FC236}">
                <a16:creationId xmlns:a16="http://schemas.microsoft.com/office/drawing/2014/main" id="{B484B95C-5CD7-8C64-3A9E-B166CA9111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0625" y="2647950"/>
            <a:ext cx="8572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9" name="Rectangle 25">
            <a:extLst>
              <a:ext uri="{FF2B5EF4-FFF2-40B4-BE49-F238E27FC236}">
                <a16:creationId xmlns:a16="http://schemas.microsoft.com/office/drawing/2014/main" id="{B523C154-634B-26EC-1DD1-9312DBC01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6200" y="2540000"/>
            <a:ext cx="434975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write</a:t>
            </a:r>
          </a:p>
        </p:txBody>
      </p:sp>
      <p:sp>
        <p:nvSpPr>
          <p:cNvPr id="6170" name="Rectangle 26">
            <a:extLst>
              <a:ext uri="{FF2B5EF4-FFF2-40B4-BE49-F238E27FC236}">
                <a16:creationId xmlns:a16="http://schemas.microsoft.com/office/drawing/2014/main" id="{A2377598-E01B-DAE6-15BA-87341CF44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900237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Inserting a record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1786B398-C635-4D0F-A2F4-045AE10B46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3302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783F8F62-1E4E-D9C2-5C30-7F1BF7A28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Rec045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48588EB7-5923-B125-DFCF-06E471276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7B204525-A2DB-B402-7DC2-811A72130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E5358CC1-5AAB-4E48-0D9D-A592135E6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7175" name="Line 7">
            <a:extLst>
              <a:ext uri="{FF2B5EF4-FFF2-40B4-BE49-F238E27FC236}">
                <a16:creationId xmlns:a16="http://schemas.microsoft.com/office/drawing/2014/main" id="{DA796A72-813D-54AF-D830-DD8850BA65D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8">
            <a:extLst>
              <a:ext uri="{FF2B5EF4-FFF2-40B4-BE49-F238E27FC236}">
                <a16:creationId xmlns:a16="http://schemas.microsoft.com/office/drawing/2014/main" id="{5276940E-DCC7-29CC-DA10-264198B7A1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9">
            <a:extLst>
              <a:ext uri="{FF2B5EF4-FFF2-40B4-BE49-F238E27FC236}">
                <a16:creationId xmlns:a16="http://schemas.microsoft.com/office/drawing/2014/main" id="{725107B8-3B69-0D4D-C74B-5EC8790391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10">
            <a:extLst>
              <a:ext uri="{FF2B5EF4-FFF2-40B4-BE49-F238E27FC236}">
                <a16:creationId xmlns:a16="http://schemas.microsoft.com/office/drawing/2014/main" id="{DC39C187-62CA-388A-EFC2-CF428772609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11">
            <a:extLst>
              <a:ext uri="{FF2B5EF4-FFF2-40B4-BE49-F238E27FC236}">
                <a16:creationId xmlns:a16="http://schemas.microsoft.com/office/drawing/2014/main" id="{43A41AF7-853A-8BD1-C9CF-F33542908CE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12">
            <a:extLst>
              <a:ext uri="{FF2B5EF4-FFF2-40B4-BE49-F238E27FC236}">
                <a16:creationId xmlns:a16="http://schemas.microsoft.com/office/drawing/2014/main" id="{1A125DF3-953B-A4C1-FE6C-C28042702D4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13">
            <a:extLst>
              <a:ext uri="{FF2B5EF4-FFF2-40B4-BE49-F238E27FC236}">
                <a16:creationId xmlns:a16="http://schemas.microsoft.com/office/drawing/2014/main" id="{74053205-3608-09F2-BE19-24C3A512E6B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14">
            <a:extLst>
              <a:ext uri="{FF2B5EF4-FFF2-40B4-BE49-F238E27FC236}">
                <a16:creationId xmlns:a16="http://schemas.microsoft.com/office/drawing/2014/main" id="{9C626372-DA12-A8CE-710E-B1AE6E99E9F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Rectangle 15">
            <a:extLst>
              <a:ext uri="{FF2B5EF4-FFF2-40B4-BE49-F238E27FC236}">
                <a16:creationId xmlns:a16="http://schemas.microsoft.com/office/drawing/2014/main" id="{FEEEC405-D1F3-39B6-5C52-E8661ABADC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20351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CC0000"/>
                </a:solidFill>
                <a:latin typeface="Arial" panose="020B0604020202020204" pitchFamily="34" charset="0"/>
              </a:rPr>
              <a:t>Amending a record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25AFD010-B18F-6174-CC18-99B9C800C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58102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Rec005</a:t>
            </a:r>
          </a:p>
        </p:txBody>
      </p:sp>
      <p:sp>
        <p:nvSpPr>
          <p:cNvPr id="8195" name="Line 3">
            <a:extLst>
              <a:ext uri="{FF2B5EF4-FFF2-40B4-BE49-F238E27FC236}">
                <a16:creationId xmlns:a16="http://schemas.microsoft.com/office/drawing/2014/main" id="{A5C2D10F-A454-992C-4C61-66FB7E26E7D7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3694749D-FDEF-40E7-0EE8-9D40DBB339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Rec045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9FB04757-D299-85B2-97B6-E5850ED130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C73582CE-6804-C8E4-8E31-0451700D2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DFD35F9D-A3A9-CBB8-5628-517A770AD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8200" name="Line 8">
            <a:extLst>
              <a:ext uri="{FF2B5EF4-FFF2-40B4-BE49-F238E27FC236}">
                <a16:creationId xmlns:a16="http://schemas.microsoft.com/office/drawing/2014/main" id="{C221454A-DDF0-A2A3-A00B-E54AA6A668BE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1" name="Line 9">
            <a:extLst>
              <a:ext uri="{FF2B5EF4-FFF2-40B4-BE49-F238E27FC236}">
                <a16:creationId xmlns:a16="http://schemas.microsoft.com/office/drawing/2014/main" id="{3698A09C-294F-608A-DAC3-E4FD0C2F386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2" name="Line 10">
            <a:extLst>
              <a:ext uri="{FF2B5EF4-FFF2-40B4-BE49-F238E27FC236}">
                <a16:creationId xmlns:a16="http://schemas.microsoft.com/office/drawing/2014/main" id="{E706F552-4009-27F5-B664-039F8B3CA5D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3" name="Line 11">
            <a:extLst>
              <a:ext uri="{FF2B5EF4-FFF2-40B4-BE49-F238E27FC236}">
                <a16:creationId xmlns:a16="http://schemas.microsoft.com/office/drawing/2014/main" id="{1FB5C0C2-8EE7-389F-938D-3047E1C0B06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4" name="Line 12">
            <a:extLst>
              <a:ext uri="{FF2B5EF4-FFF2-40B4-BE49-F238E27FC236}">
                <a16:creationId xmlns:a16="http://schemas.microsoft.com/office/drawing/2014/main" id="{5FE4D2DC-F7FF-5B47-5EE6-E63E2C1D87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Line 13">
            <a:extLst>
              <a:ext uri="{FF2B5EF4-FFF2-40B4-BE49-F238E27FC236}">
                <a16:creationId xmlns:a16="http://schemas.microsoft.com/office/drawing/2014/main" id="{D54A0A9D-D00F-B365-4795-BF8F5A21069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6" name="Line 14">
            <a:extLst>
              <a:ext uri="{FF2B5EF4-FFF2-40B4-BE49-F238E27FC236}">
                <a16:creationId xmlns:a16="http://schemas.microsoft.com/office/drawing/2014/main" id="{01685EA2-7B7D-ECC2-A52B-4D57929F7EC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7" name="Line 15">
            <a:extLst>
              <a:ext uri="{FF2B5EF4-FFF2-40B4-BE49-F238E27FC236}">
                <a16:creationId xmlns:a16="http://schemas.microsoft.com/office/drawing/2014/main" id="{C085EAA8-6B4C-5CB0-CB04-BEEF78B6EC5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8" name="Line 16">
            <a:extLst>
              <a:ext uri="{FF2B5EF4-FFF2-40B4-BE49-F238E27FC236}">
                <a16:creationId xmlns:a16="http://schemas.microsoft.com/office/drawing/2014/main" id="{680C31A9-D76E-9A76-E75B-153B98E4969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62050" y="1381125"/>
            <a:ext cx="9144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9" name="Rectangle 17">
            <a:extLst>
              <a:ext uri="{FF2B5EF4-FFF2-40B4-BE49-F238E27FC236}">
                <a16:creationId xmlns:a16="http://schemas.microsoft.com/office/drawing/2014/main" id="{AAF64578-3836-3F85-19EF-7A5A70DD31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20351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Amending a record</a:t>
            </a:r>
          </a:p>
        </p:txBody>
      </p:sp>
      <p:sp>
        <p:nvSpPr>
          <p:cNvPr id="8210" name="Rectangle 18">
            <a:extLst>
              <a:ext uri="{FF2B5EF4-FFF2-40B4-BE49-F238E27FC236}">
                <a16:creationId xmlns:a16="http://schemas.microsoft.com/office/drawing/2014/main" id="{38E24800-10E3-A02F-AC21-BA388FE64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4775" y="1273175"/>
            <a:ext cx="434975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write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6DA787C6-CA7F-F7DB-D06C-16F12230AE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83185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Rec045</a:t>
            </a:r>
          </a:p>
        </p:txBody>
      </p:sp>
      <p:sp>
        <p:nvSpPr>
          <p:cNvPr id="9219" name="Line 3">
            <a:extLst>
              <a:ext uri="{FF2B5EF4-FFF2-40B4-BE49-F238E27FC236}">
                <a16:creationId xmlns:a16="http://schemas.microsoft.com/office/drawing/2014/main" id="{7A516D74-D28F-92DE-35B3-1EEBE5AF093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0" name="Line 4">
            <a:extLst>
              <a:ext uri="{FF2B5EF4-FFF2-40B4-BE49-F238E27FC236}">
                <a16:creationId xmlns:a16="http://schemas.microsoft.com/office/drawing/2014/main" id="{7C554528-AAB2-4440-1493-57E39A4F8BA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F297CFEF-604D-2943-2E24-5C6B83ABD4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Rec045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C378FF5D-CC1B-D431-4DAF-11BE08B778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650FBB05-D59C-957B-1478-8B2B654C1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3047FC1C-EAFC-789F-E480-99B20AF514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9225" name="Line 9">
            <a:extLst>
              <a:ext uri="{FF2B5EF4-FFF2-40B4-BE49-F238E27FC236}">
                <a16:creationId xmlns:a16="http://schemas.microsoft.com/office/drawing/2014/main" id="{4105C9DB-A370-323B-57B9-58083DCDBE94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6" name="Line 10">
            <a:extLst>
              <a:ext uri="{FF2B5EF4-FFF2-40B4-BE49-F238E27FC236}">
                <a16:creationId xmlns:a16="http://schemas.microsoft.com/office/drawing/2014/main" id="{8D634EE2-82EE-91C2-E3D0-5BEBBC5D4B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>
            <a:extLst>
              <a:ext uri="{FF2B5EF4-FFF2-40B4-BE49-F238E27FC236}">
                <a16:creationId xmlns:a16="http://schemas.microsoft.com/office/drawing/2014/main" id="{F5F4332E-066D-CDBE-1061-258C2D67C20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>
            <a:extLst>
              <a:ext uri="{FF2B5EF4-FFF2-40B4-BE49-F238E27FC236}">
                <a16:creationId xmlns:a16="http://schemas.microsoft.com/office/drawing/2014/main" id="{0C36DF57-FEAE-94D1-6259-F353F65DD2E3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>
            <a:extLst>
              <a:ext uri="{FF2B5EF4-FFF2-40B4-BE49-F238E27FC236}">
                <a16:creationId xmlns:a16="http://schemas.microsoft.com/office/drawing/2014/main" id="{8AF319F0-B3B6-7038-187B-BE9606E13A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>
            <a:extLst>
              <a:ext uri="{FF2B5EF4-FFF2-40B4-BE49-F238E27FC236}">
                <a16:creationId xmlns:a16="http://schemas.microsoft.com/office/drawing/2014/main" id="{81AA1865-A202-2F31-1A96-CBAD52C6660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>
            <a:extLst>
              <a:ext uri="{FF2B5EF4-FFF2-40B4-BE49-F238E27FC236}">
                <a16:creationId xmlns:a16="http://schemas.microsoft.com/office/drawing/2014/main" id="{F1831919-E6AE-9877-1A72-8F6CAFEAF9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Line 16">
            <a:extLst>
              <a:ext uri="{FF2B5EF4-FFF2-40B4-BE49-F238E27FC236}">
                <a16:creationId xmlns:a16="http://schemas.microsoft.com/office/drawing/2014/main" id="{9DD91955-C072-241A-1467-568DC446AFA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3" name="Arc 17">
            <a:extLst>
              <a:ext uri="{FF2B5EF4-FFF2-40B4-BE49-F238E27FC236}">
                <a16:creationId xmlns:a16="http://schemas.microsoft.com/office/drawing/2014/main" id="{CF826536-E790-5EED-7CD1-CBD5F321D4FC}"/>
              </a:ext>
            </a:extLst>
          </p:cNvPr>
          <p:cNvSpPr>
            <a:spLocks/>
          </p:cNvSpPr>
          <p:nvPr/>
        </p:nvSpPr>
        <p:spPr bwMode="auto">
          <a:xfrm>
            <a:off x="976313" y="1824038"/>
            <a:ext cx="1238250" cy="333375"/>
          </a:xfrm>
          <a:custGeom>
            <a:avLst/>
            <a:gdLst>
              <a:gd name="G0" fmla="+- 21600 0 0"/>
              <a:gd name="G1" fmla="+- 0 0 0"/>
              <a:gd name="G2" fmla="+- 21600 0 0"/>
              <a:gd name="T0" fmla="*/ 43200 w 43200"/>
              <a:gd name="T1" fmla="*/ 0 h 21600"/>
              <a:gd name="T2" fmla="*/ 0 w 43200"/>
              <a:gd name="T3" fmla="*/ 0 h 21600"/>
              <a:gd name="T4" fmla="*/ 21600 w 432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21600" fill="none" extrusionOk="0">
                <a:moveTo>
                  <a:pt x="43200" y="0"/>
                </a:moveTo>
                <a:cubicBezTo>
                  <a:pt x="43200" y="11929"/>
                  <a:pt x="33529" y="21600"/>
                  <a:pt x="21600" y="21600"/>
                </a:cubicBezTo>
                <a:cubicBezTo>
                  <a:pt x="9670" y="21599"/>
                  <a:pt x="0" y="11929"/>
                  <a:pt x="0" y="0"/>
                </a:cubicBezTo>
              </a:path>
              <a:path w="43200" h="21600" stroke="0" extrusionOk="0">
                <a:moveTo>
                  <a:pt x="43200" y="0"/>
                </a:moveTo>
                <a:cubicBezTo>
                  <a:pt x="43200" y="11929"/>
                  <a:pt x="33529" y="21600"/>
                  <a:pt x="21600" y="21600"/>
                </a:cubicBezTo>
                <a:cubicBezTo>
                  <a:pt x="9670" y="21599"/>
                  <a:pt x="0" y="11929"/>
                  <a:pt x="0" y="0"/>
                </a:cubicBezTo>
                <a:lnTo>
                  <a:pt x="21600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stealth" w="med" len="lg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4" name="Rectangle 18">
            <a:extLst>
              <a:ext uri="{FF2B5EF4-FFF2-40B4-BE49-F238E27FC236}">
                <a16:creationId xmlns:a16="http://schemas.microsoft.com/office/drawing/2014/main" id="{7FE2E647-B5B3-EB87-70D8-2755E3B92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8100" y="1939925"/>
            <a:ext cx="606425" cy="4254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400"/>
              <a:t>update&amp; write</a:t>
            </a:r>
          </a:p>
        </p:txBody>
      </p:sp>
      <p:sp>
        <p:nvSpPr>
          <p:cNvPr id="9235" name="Line 19">
            <a:extLst>
              <a:ext uri="{FF2B5EF4-FFF2-40B4-BE49-F238E27FC236}">
                <a16:creationId xmlns:a16="http://schemas.microsoft.com/office/drawing/2014/main" id="{052766CE-6A92-9D03-2D3A-A24A87709C85}"/>
              </a:ext>
            </a:extLst>
          </p:cNvPr>
          <p:cNvSpPr>
            <a:spLocks noChangeShapeType="1"/>
          </p:cNvSpPr>
          <p:nvPr/>
        </p:nvSpPr>
        <p:spPr bwMode="auto">
          <a:xfrm>
            <a:off x="1543050" y="771525"/>
            <a:ext cx="0" cy="11715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6" name="Rectangle 20">
            <a:extLst>
              <a:ext uri="{FF2B5EF4-FFF2-40B4-BE49-F238E27FC236}">
                <a16:creationId xmlns:a16="http://schemas.microsoft.com/office/drawing/2014/main" id="{0309F2B3-2F2A-E7B6-2F9D-B06903630C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20351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Amending a record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00630553-F3C8-68F9-3ABF-DFE08A452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10243" name="Line 3">
            <a:extLst>
              <a:ext uri="{FF2B5EF4-FFF2-40B4-BE49-F238E27FC236}">
                <a16:creationId xmlns:a16="http://schemas.microsoft.com/office/drawing/2014/main" id="{8340D9DF-93B7-E0FB-4AB2-C2A5A85337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4" name="Line 4">
            <a:extLst>
              <a:ext uri="{FF2B5EF4-FFF2-40B4-BE49-F238E27FC236}">
                <a16:creationId xmlns:a16="http://schemas.microsoft.com/office/drawing/2014/main" id="{7F86E26A-51A2-87ED-8897-C4B64CF9042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5" name="Line 5">
            <a:extLst>
              <a:ext uri="{FF2B5EF4-FFF2-40B4-BE49-F238E27FC236}">
                <a16:creationId xmlns:a16="http://schemas.microsoft.com/office/drawing/2014/main" id="{4AD26909-20E8-8A43-043D-4107228CBDB4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6" name="Line 6">
            <a:extLst>
              <a:ext uri="{FF2B5EF4-FFF2-40B4-BE49-F238E27FC236}">
                <a16:creationId xmlns:a16="http://schemas.microsoft.com/office/drawing/2014/main" id="{B070DA40-DC7A-C360-9921-1EF65798131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7" name="Line 7">
            <a:extLst>
              <a:ext uri="{FF2B5EF4-FFF2-40B4-BE49-F238E27FC236}">
                <a16:creationId xmlns:a16="http://schemas.microsoft.com/office/drawing/2014/main" id="{092DBF41-FA35-D33E-BC97-3B5ECD597D87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8" name="Line 8">
            <a:extLst>
              <a:ext uri="{FF2B5EF4-FFF2-40B4-BE49-F238E27FC236}">
                <a16:creationId xmlns:a16="http://schemas.microsoft.com/office/drawing/2014/main" id="{5204632E-9DDF-291F-366E-A18C1847D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9" name="Line 9">
            <a:extLst>
              <a:ext uri="{FF2B5EF4-FFF2-40B4-BE49-F238E27FC236}">
                <a16:creationId xmlns:a16="http://schemas.microsoft.com/office/drawing/2014/main" id="{EFE4B780-8E67-E0B4-C060-B903A5D09EF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0" name="Line 10">
            <a:extLst>
              <a:ext uri="{FF2B5EF4-FFF2-40B4-BE49-F238E27FC236}">
                <a16:creationId xmlns:a16="http://schemas.microsoft.com/office/drawing/2014/main" id="{D8ED148B-3661-2FCD-E62B-1EF73F33FB5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1" name="Rectangle 11">
            <a:extLst>
              <a:ext uri="{FF2B5EF4-FFF2-40B4-BE49-F238E27FC236}">
                <a16:creationId xmlns:a16="http://schemas.microsoft.com/office/drawing/2014/main" id="{49130079-89BF-2EF1-01D6-A9CAE24B00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Rec045</a:t>
            </a:r>
          </a:p>
        </p:txBody>
      </p:sp>
      <p:sp>
        <p:nvSpPr>
          <p:cNvPr id="10252" name="Rectangle 12">
            <a:extLst>
              <a:ext uri="{FF2B5EF4-FFF2-40B4-BE49-F238E27FC236}">
                <a16:creationId xmlns:a16="http://schemas.microsoft.com/office/drawing/2014/main" id="{45BC03DE-132E-CA76-B5FA-9AEB52C994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10253" name="Rectangle 13">
            <a:extLst>
              <a:ext uri="{FF2B5EF4-FFF2-40B4-BE49-F238E27FC236}">
                <a16:creationId xmlns:a16="http://schemas.microsoft.com/office/drawing/2014/main" id="{40E0087D-6D29-7ABE-55BD-C83B4D895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10254" name="Rectangle 14">
            <a:extLst>
              <a:ext uri="{FF2B5EF4-FFF2-40B4-BE49-F238E27FC236}">
                <a16:creationId xmlns:a16="http://schemas.microsoft.com/office/drawing/2014/main" id="{ECDB0E70-8683-9079-1C17-14616247D7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10255" name="Line 15">
            <a:extLst>
              <a:ext uri="{FF2B5EF4-FFF2-40B4-BE49-F238E27FC236}">
                <a16:creationId xmlns:a16="http://schemas.microsoft.com/office/drawing/2014/main" id="{2F357431-8BD5-18EA-49E4-DB4C72B0552C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6" name="Line 16">
            <a:extLst>
              <a:ext uri="{FF2B5EF4-FFF2-40B4-BE49-F238E27FC236}">
                <a16:creationId xmlns:a16="http://schemas.microsoft.com/office/drawing/2014/main" id="{165FF5A4-BA6C-68F8-37AF-AE7E8308D69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7" name="Line 17">
            <a:extLst>
              <a:ext uri="{FF2B5EF4-FFF2-40B4-BE49-F238E27FC236}">
                <a16:creationId xmlns:a16="http://schemas.microsoft.com/office/drawing/2014/main" id="{EFE18EF3-2701-059A-DC29-1B83AB6187D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8" name="Line 18">
            <a:extLst>
              <a:ext uri="{FF2B5EF4-FFF2-40B4-BE49-F238E27FC236}">
                <a16:creationId xmlns:a16="http://schemas.microsoft.com/office/drawing/2014/main" id="{894F5273-6661-52F4-954E-01A34F2D3B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9" name="Line 19">
            <a:extLst>
              <a:ext uri="{FF2B5EF4-FFF2-40B4-BE49-F238E27FC236}">
                <a16:creationId xmlns:a16="http://schemas.microsoft.com/office/drawing/2014/main" id="{62383AB6-304C-C915-C8FC-8C76998BCDA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0" name="Line 20">
            <a:extLst>
              <a:ext uri="{FF2B5EF4-FFF2-40B4-BE49-F238E27FC236}">
                <a16:creationId xmlns:a16="http://schemas.microsoft.com/office/drawing/2014/main" id="{F8B90FEF-8407-F8C2-059E-AE685950A6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1" name="Line 21">
            <a:extLst>
              <a:ext uri="{FF2B5EF4-FFF2-40B4-BE49-F238E27FC236}">
                <a16:creationId xmlns:a16="http://schemas.microsoft.com/office/drawing/2014/main" id="{FC7E02BA-69DA-815B-FC0F-D0C0FA38CEB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2" name="Line 22">
            <a:extLst>
              <a:ext uri="{FF2B5EF4-FFF2-40B4-BE49-F238E27FC236}">
                <a16:creationId xmlns:a16="http://schemas.microsoft.com/office/drawing/2014/main" id="{B8A9464F-2EC4-147F-CBD2-159EF6CFAD0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3" name="Rectangle 23">
            <a:extLst>
              <a:ext uri="{FF2B5EF4-FFF2-40B4-BE49-F238E27FC236}">
                <a16:creationId xmlns:a16="http://schemas.microsoft.com/office/drawing/2014/main" id="{6D4F3470-EE41-B4C0-D50B-8DD27AC9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20351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Amending a record</a:t>
            </a:r>
          </a:p>
        </p:txBody>
      </p:sp>
      <p:sp>
        <p:nvSpPr>
          <p:cNvPr id="10264" name="Line 24">
            <a:extLst>
              <a:ext uri="{FF2B5EF4-FFF2-40B4-BE49-F238E27FC236}">
                <a16:creationId xmlns:a16="http://schemas.microsoft.com/office/drawing/2014/main" id="{84B5C290-9A5F-2BBE-6666-C24205823024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1575" y="2552700"/>
            <a:ext cx="8667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5" name="Rectangle 25">
            <a:extLst>
              <a:ext uri="{FF2B5EF4-FFF2-40B4-BE49-F238E27FC236}">
                <a16:creationId xmlns:a16="http://schemas.microsoft.com/office/drawing/2014/main" id="{00483F1F-9092-25B0-AEE9-898AB0A50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8575" y="2444750"/>
            <a:ext cx="434975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write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6224D925-1047-0987-5785-154B485C4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3302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C604723C-7CD3-C9C9-E74D-3E04B1A1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Rec150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01C705A6-03C5-5EB2-3323-3044A58B01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38E75E43-2227-3DA1-92EE-3CA2462E32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126EC308-1114-3A4D-4D2D-88A78A6AB9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11271" name="Line 7">
            <a:extLst>
              <a:ext uri="{FF2B5EF4-FFF2-40B4-BE49-F238E27FC236}">
                <a16:creationId xmlns:a16="http://schemas.microsoft.com/office/drawing/2014/main" id="{999EB94C-6D87-4E60-1F74-1E9AAE37205C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2" name="Line 8">
            <a:extLst>
              <a:ext uri="{FF2B5EF4-FFF2-40B4-BE49-F238E27FC236}">
                <a16:creationId xmlns:a16="http://schemas.microsoft.com/office/drawing/2014/main" id="{CF357A98-A794-B633-78A2-F958AC7B169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3" name="Line 9">
            <a:extLst>
              <a:ext uri="{FF2B5EF4-FFF2-40B4-BE49-F238E27FC236}">
                <a16:creationId xmlns:a16="http://schemas.microsoft.com/office/drawing/2014/main" id="{252888DC-88C9-8E9B-53FB-C83EDF5DD8A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10">
            <a:extLst>
              <a:ext uri="{FF2B5EF4-FFF2-40B4-BE49-F238E27FC236}">
                <a16:creationId xmlns:a16="http://schemas.microsoft.com/office/drawing/2014/main" id="{DCE91875-6569-E537-E679-53336588181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11">
            <a:extLst>
              <a:ext uri="{FF2B5EF4-FFF2-40B4-BE49-F238E27FC236}">
                <a16:creationId xmlns:a16="http://schemas.microsoft.com/office/drawing/2014/main" id="{E746CF62-D12A-2DEE-BDAD-ADC3B6BFE2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12">
            <a:extLst>
              <a:ext uri="{FF2B5EF4-FFF2-40B4-BE49-F238E27FC236}">
                <a16:creationId xmlns:a16="http://schemas.microsoft.com/office/drawing/2014/main" id="{74AC0F36-5577-AD1D-5805-F979A7314B5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7" name="Line 13">
            <a:extLst>
              <a:ext uri="{FF2B5EF4-FFF2-40B4-BE49-F238E27FC236}">
                <a16:creationId xmlns:a16="http://schemas.microsoft.com/office/drawing/2014/main" id="{3AC28B20-898A-10F9-D928-F0C7066EDC0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8" name="Line 14">
            <a:extLst>
              <a:ext uri="{FF2B5EF4-FFF2-40B4-BE49-F238E27FC236}">
                <a16:creationId xmlns:a16="http://schemas.microsoft.com/office/drawing/2014/main" id="{F6EBC773-3056-8D47-4F9A-05BE095467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9" name="Rectangle 15">
            <a:extLst>
              <a:ext uri="{FF2B5EF4-FFF2-40B4-BE49-F238E27FC236}">
                <a16:creationId xmlns:a16="http://schemas.microsoft.com/office/drawing/2014/main" id="{586E787D-0867-6D48-2418-2B8CCD0F4B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844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CC0000"/>
                </a:solidFill>
                <a:latin typeface="Arial" panose="020B0604020202020204" pitchFamily="34" charset="0"/>
              </a:rPr>
              <a:t>Deleting a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03A86FDD-7688-E226-698B-7BE3DAA8F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13335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Rec100</a:t>
            </a:r>
          </a:p>
        </p:txBody>
      </p:sp>
      <p:sp>
        <p:nvSpPr>
          <p:cNvPr id="12291" name="Line 3">
            <a:extLst>
              <a:ext uri="{FF2B5EF4-FFF2-40B4-BE49-F238E27FC236}">
                <a16:creationId xmlns:a16="http://schemas.microsoft.com/office/drawing/2014/main" id="{5F58B721-7AEC-A5AF-19D9-BDA90C034E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2" name="Line 4">
            <a:extLst>
              <a:ext uri="{FF2B5EF4-FFF2-40B4-BE49-F238E27FC236}">
                <a16:creationId xmlns:a16="http://schemas.microsoft.com/office/drawing/2014/main" id="{3E5BB77E-0213-03D7-1B92-81014648232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3" name="Line 5">
            <a:extLst>
              <a:ext uri="{FF2B5EF4-FFF2-40B4-BE49-F238E27FC236}">
                <a16:creationId xmlns:a16="http://schemas.microsoft.com/office/drawing/2014/main" id="{26171277-33EF-BEC4-5F65-5899393B0A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4" name="Line 6">
            <a:extLst>
              <a:ext uri="{FF2B5EF4-FFF2-40B4-BE49-F238E27FC236}">
                <a16:creationId xmlns:a16="http://schemas.microsoft.com/office/drawing/2014/main" id="{DFD5C17B-A59A-8F23-7968-B974873599E3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5" name="Rectangle 7">
            <a:extLst>
              <a:ext uri="{FF2B5EF4-FFF2-40B4-BE49-F238E27FC236}">
                <a16:creationId xmlns:a16="http://schemas.microsoft.com/office/drawing/2014/main" id="{DC46FE8B-B596-BB16-F4CA-1A3813AC0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Rec150</a:t>
            </a:r>
          </a:p>
        </p:txBody>
      </p:sp>
      <p:sp>
        <p:nvSpPr>
          <p:cNvPr id="12296" name="Rectangle 8">
            <a:extLst>
              <a:ext uri="{FF2B5EF4-FFF2-40B4-BE49-F238E27FC236}">
                <a16:creationId xmlns:a16="http://schemas.microsoft.com/office/drawing/2014/main" id="{DB251349-8714-7BE2-7F7F-1CB4DDFE7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12297" name="Rectangle 9">
            <a:extLst>
              <a:ext uri="{FF2B5EF4-FFF2-40B4-BE49-F238E27FC236}">
                <a16:creationId xmlns:a16="http://schemas.microsoft.com/office/drawing/2014/main" id="{85E64C75-3D3F-9657-E9F6-2484C4199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12298" name="Rectangle 10">
            <a:extLst>
              <a:ext uri="{FF2B5EF4-FFF2-40B4-BE49-F238E27FC236}">
                <a16:creationId xmlns:a16="http://schemas.microsoft.com/office/drawing/2014/main" id="{BD140907-033F-6576-12E6-0AF01CAA05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12299" name="Line 11">
            <a:extLst>
              <a:ext uri="{FF2B5EF4-FFF2-40B4-BE49-F238E27FC236}">
                <a16:creationId xmlns:a16="http://schemas.microsoft.com/office/drawing/2014/main" id="{53BF3E35-AEC9-6B33-6717-4E2B81F9B29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0" name="Line 12">
            <a:extLst>
              <a:ext uri="{FF2B5EF4-FFF2-40B4-BE49-F238E27FC236}">
                <a16:creationId xmlns:a16="http://schemas.microsoft.com/office/drawing/2014/main" id="{D8544A92-CB34-6164-5074-E321A58399D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1" name="Line 13">
            <a:extLst>
              <a:ext uri="{FF2B5EF4-FFF2-40B4-BE49-F238E27FC236}">
                <a16:creationId xmlns:a16="http://schemas.microsoft.com/office/drawing/2014/main" id="{872ABD0B-D600-3611-88DA-AF592503157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2" name="Line 14">
            <a:extLst>
              <a:ext uri="{FF2B5EF4-FFF2-40B4-BE49-F238E27FC236}">
                <a16:creationId xmlns:a16="http://schemas.microsoft.com/office/drawing/2014/main" id="{16DD1292-83F6-A1EF-E9A5-1838D972B0E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3" name="Line 15">
            <a:extLst>
              <a:ext uri="{FF2B5EF4-FFF2-40B4-BE49-F238E27FC236}">
                <a16:creationId xmlns:a16="http://schemas.microsoft.com/office/drawing/2014/main" id="{F6AA5F2C-4E88-ACDF-7AF3-EDB9B0A1250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4" name="Line 16">
            <a:extLst>
              <a:ext uri="{FF2B5EF4-FFF2-40B4-BE49-F238E27FC236}">
                <a16:creationId xmlns:a16="http://schemas.microsoft.com/office/drawing/2014/main" id="{2B832327-CF5A-4922-563B-495D32F4DC2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5" name="Line 17">
            <a:extLst>
              <a:ext uri="{FF2B5EF4-FFF2-40B4-BE49-F238E27FC236}">
                <a16:creationId xmlns:a16="http://schemas.microsoft.com/office/drawing/2014/main" id="{3FBA6CAF-91F7-570B-A15D-7216A9E19576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6" name="Line 18">
            <a:extLst>
              <a:ext uri="{FF2B5EF4-FFF2-40B4-BE49-F238E27FC236}">
                <a16:creationId xmlns:a16="http://schemas.microsoft.com/office/drawing/2014/main" id="{3C91FA30-A72E-49D3-0EF9-F5F75E7197B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7" name="Rectangle 19">
            <a:extLst>
              <a:ext uri="{FF2B5EF4-FFF2-40B4-BE49-F238E27FC236}">
                <a16:creationId xmlns:a16="http://schemas.microsoft.com/office/drawing/2014/main" id="{4B0B679D-9CC8-8F07-3844-BE3D7AD62F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844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Deleting a record</a:t>
            </a:r>
          </a:p>
        </p:txBody>
      </p:sp>
      <p:sp>
        <p:nvSpPr>
          <p:cNvPr id="12308" name="Line 20">
            <a:extLst>
              <a:ext uri="{FF2B5EF4-FFF2-40B4-BE49-F238E27FC236}">
                <a16:creationId xmlns:a16="http://schemas.microsoft.com/office/drawing/2014/main" id="{B4D578D4-8B91-01A7-25B0-1F7BF3248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1162050" y="1790700"/>
            <a:ext cx="8858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9" name="Rectangle 21">
            <a:extLst>
              <a:ext uri="{FF2B5EF4-FFF2-40B4-BE49-F238E27FC236}">
                <a16:creationId xmlns:a16="http://schemas.microsoft.com/office/drawing/2014/main" id="{0EEC59D3-FD80-FA43-D8BF-575A5B504E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7625" y="1673225"/>
            <a:ext cx="434975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write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77E01B23-161A-170E-93E4-703A44A2C0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13335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Rec100</a:t>
            </a:r>
          </a:p>
        </p:txBody>
      </p:sp>
      <p:sp>
        <p:nvSpPr>
          <p:cNvPr id="13315" name="Line 3">
            <a:extLst>
              <a:ext uri="{FF2B5EF4-FFF2-40B4-BE49-F238E27FC236}">
                <a16:creationId xmlns:a16="http://schemas.microsoft.com/office/drawing/2014/main" id="{0C179FE1-738C-3C76-9582-A960C634A0D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6" name="Line 4">
            <a:extLst>
              <a:ext uri="{FF2B5EF4-FFF2-40B4-BE49-F238E27FC236}">
                <a16:creationId xmlns:a16="http://schemas.microsoft.com/office/drawing/2014/main" id="{69D06AD9-8075-8577-5177-C3005F842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7" name="Line 5">
            <a:extLst>
              <a:ext uri="{FF2B5EF4-FFF2-40B4-BE49-F238E27FC236}">
                <a16:creationId xmlns:a16="http://schemas.microsoft.com/office/drawing/2014/main" id="{45BC4DB7-31B1-79CD-76C5-665C7D74FDF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8" name="Line 6">
            <a:extLst>
              <a:ext uri="{FF2B5EF4-FFF2-40B4-BE49-F238E27FC236}">
                <a16:creationId xmlns:a16="http://schemas.microsoft.com/office/drawing/2014/main" id="{3AA12DB6-CE71-E0E2-2C74-B63420006F9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9" name="Rectangle 7">
            <a:extLst>
              <a:ext uri="{FF2B5EF4-FFF2-40B4-BE49-F238E27FC236}">
                <a16:creationId xmlns:a16="http://schemas.microsoft.com/office/drawing/2014/main" id="{0E67547C-60EC-0741-4D13-A5CC51A70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Rec150</a:t>
            </a:r>
          </a:p>
        </p:txBody>
      </p:sp>
      <p:sp>
        <p:nvSpPr>
          <p:cNvPr id="13320" name="Rectangle 8">
            <a:extLst>
              <a:ext uri="{FF2B5EF4-FFF2-40B4-BE49-F238E27FC236}">
                <a16:creationId xmlns:a16="http://schemas.microsoft.com/office/drawing/2014/main" id="{8ADE6A12-F0B6-973B-F36B-A0A39B63F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13321" name="Rectangle 9">
            <a:extLst>
              <a:ext uri="{FF2B5EF4-FFF2-40B4-BE49-F238E27FC236}">
                <a16:creationId xmlns:a16="http://schemas.microsoft.com/office/drawing/2014/main" id="{73F4C035-F6AE-813A-FAB5-5B62040CE3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Rec150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13322" name="Rectangle 10">
            <a:extLst>
              <a:ext uri="{FF2B5EF4-FFF2-40B4-BE49-F238E27FC236}">
                <a16:creationId xmlns:a16="http://schemas.microsoft.com/office/drawing/2014/main" id="{FA5E096F-C8FF-8AA7-228C-C0F962537A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13323" name="Line 11">
            <a:extLst>
              <a:ext uri="{FF2B5EF4-FFF2-40B4-BE49-F238E27FC236}">
                <a16:creationId xmlns:a16="http://schemas.microsoft.com/office/drawing/2014/main" id="{7DE76A0E-A994-EA79-F84A-CE2C50E1A830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4" name="Line 12">
            <a:extLst>
              <a:ext uri="{FF2B5EF4-FFF2-40B4-BE49-F238E27FC236}">
                <a16:creationId xmlns:a16="http://schemas.microsoft.com/office/drawing/2014/main" id="{C1121505-5B1A-67D1-D8CD-8B9DBF1510E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5" name="Line 13">
            <a:extLst>
              <a:ext uri="{FF2B5EF4-FFF2-40B4-BE49-F238E27FC236}">
                <a16:creationId xmlns:a16="http://schemas.microsoft.com/office/drawing/2014/main" id="{04CE7DB4-A708-42F4-84D5-738197ABB99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6" name="Line 14">
            <a:extLst>
              <a:ext uri="{FF2B5EF4-FFF2-40B4-BE49-F238E27FC236}">
                <a16:creationId xmlns:a16="http://schemas.microsoft.com/office/drawing/2014/main" id="{33B194D3-9F88-1A78-D72E-1C7172364DB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7" name="Line 15">
            <a:extLst>
              <a:ext uri="{FF2B5EF4-FFF2-40B4-BE49-F238E27FC236}">
                <a16:creationId xmlns:a16="http://schemas.microsoft.com/office/drawing/2014/main" id="{91FE790D-B6BF-D695-0971-2E2BF05C61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8" name="Line 16">
            <a:extLst>
              <a:ext uri="{FF2B5EF4-FFF2-40B4-BE49-F238E27FC236}">
                <a16:creationId xmlns:a16="http://schemas.microsoft.com/office/drawing/2014/main" id="{26B4A6BB-BCA1-73EC-A00D-31F5E2AE3E3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Line 17">
            <a:extLst>
              <a:ext uri="{FF2B5EF4-FFF2-40B4-BE49-F238E27FC236}">
                <a16:creationId xmlns:a16="http://schemas.microsoft.com/office/drawing/2014/main" id="{0E0EEF34-A854-68E5-B590-F5B7B25932C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0" name="Line 18">
            <a:extLst>
              <a:ext uri="{FF2B5EF4-FFF2-40B4-BE49-F238E27FC236}">
                <a16:creationId xmlns:a16="http://schemas.microsoft.com/office/drawing/2014/main" id="{406A39DD-0D77-1859-0A3D-401971A975B3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1" name="Rectangle 19">
            <a:extLst>
              <a:ext uri="{FF2B5EF4-FFF2-40B4-BE49-F238E27FC236}">
                <a16:creationId xmlns:a16="http://schemas.microsoft.com/office/drawing/2014/main" id="{573E1B5F-CB64-1C3F-E66F-5A45C0192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844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Deleting a record</a:t>
            </a:r>
          </a:p>
        </p:txBody>
      </p:sp>
      <p:sp>
        <p:nvSpPr>
          <p:cNvPr id="13332" name="Arc 20">
            <a:extLst>
              <a:ext uri="{FF2B5EF4-FFF2-40B4-BE49-F238E27FC236}">
                <a16:creationId xmlns:a16="http://schemas.microsoft.com/office/drawing/2014/main" id="{6F4DA6B9-67A8-2981-CC74-13F70961E5A5}"/>
              </a:ext>
            </a:extLst>
          </p:cNvPr>
          <p:cNvSpPr>
            <a:spLocks/>
          </p:cNvSpPr>
          <p:nvPr/>
        </p:nvSpPr>
        <p:spPr bwMode="auto">
          <a:xfrm>
            <a:off x="979488" y="2524125"/>
            <a:ext cx="763587" cy="723900"/>
          </a:xfrm>
          <a:custGeom>
            <a:avLst/>
            <a:gdLst>
              <a:gd name="G0" fmla="+- 45 0 0"/>
              <a:gd name="G1" fmla="+- 21600 0 0"/>
              <a:gd name="G2" fmla="+- 21600 0 0"/>
              <a:gd name="T0" fmla="*/ 0 w 21645"/>
              <a:gd name="T1" fmla="*/ 0 h 21600"/>
              <a:gd name="T2" fmla="*/ 21645 w 21645"/>
              <a:gd name="T3" fmla="*/ 21600 h 21600"/>
              <a:gd name="T4" fmla="*/ 45 w 21645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45" h="21600" fill="none" extrusionOk="0">
                <a:moveTo>
                  <a:pt x="0" y="0"/>
                </a:moveTo>
                <a:cubicBezTo>
                  <a:pt x="15" y="0"/>
                  <a:pt x="30" y="0"/>
                  <a:pt x="45" y="0"/>
                </a:cubicBezTo>
                <a:cubicBezTo>
                  <a:pt x="11974" y="0"/>
                  <a:pt x="21645" y="9670"/>
                  <a:pt x="21645" y="21600"/>
                </a:cubicBezTo>
              </a:path>
              <a:path w="21645" h="21600" stroke="0" extrusionOk="0">
                <a:moveTo>
                  <a:pt x="0" y="0"/>
                </a:moveTo>
                <a:cubicBezTo>
                  <a:pt x="15" y="0"/>
                  <a:pt x="30" y="0"/>
                  <a:pt x="45" y="0"/>
                </a:cubicBezTo>
                <a:cubicBezTo>
                  <a:pt x="11974" y="0"/>
                  <a:pt x="21645" y="9670"/>
                  <a:pt x="21645" y="21600"/>
                </a:cubicBezTo>
                <a:lnTo>
                  <a:pt x="45" y="2160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3" name="Rectangle 21">
            <a:extLst>
              <a:ext uri="{FF2B5EF4-FFF2-40B4-BE49-F238E27FC236}">
                <a16:creationId xmlns:a16="http://schemas.microsoft.com/office/drawing/2014/main" id="{1A2AFFE1-FD5D-A9E3-8598-0E05036BD0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7625" y="2740025"/>
            <a:ext cx="615950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ignore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A82B4E31-8BAB-94E8-31C0-18B4B70C93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850" y="1122363"/>
            <a:ext cx="974725" cy="2085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14339" name="Line 3">
            <a:extLst>
              <a:ext uri="{FF2B5EF4-FFF2-40B4-BE49-F238E27FC236}">
                <a16:creationId xmlns:a16="http://schemas.microsoft.com/office/drawing/2014/main" id="{9ED65D8B-BCA1-68C5-B11D-603507CB9ECA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200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0" name="Line 4">
            <a:extLst>
              <a:ext uri="{FF2B5EF4-FFF2-40B4-BE49-F238E27FC236}">
                <a16:creationId xmlns:a16="http://schemas.microsoft.com/office/drawing/2014/main" id="{22027FFE-796E-ABB6-172D-A01F4074406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1" name="Line 5">
            <a:extLst>
              <a:ext uri="{FF2B5EF4-FFF2-40B4-BE49-F238E27FC236}">
                <a16:creationId xmlns:a16="http://schemas.microsoft.com/office/drawing/2014/main" id="{7385C4BD-AB55-C5C2-C7CC-EF64377B7757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2" name="Line 6">
            <a:extLst>
              <a:ext uri="{FF2B5EF4-FFF2-40B4-BE49-F238E27FC236}">
                <a16:creationId xmlns:a16="http://schemas.microsoft.com/office/drawing/2014/main" id="{1177046C-68F6-EC31-7C73-75F03E9B61A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3" name="Line 7">
            <a:extLst>
              <a:ext uri="{FF2B5EF4-FFF2-40B4-BE49-F238E27FC236}">
                <a16:creationId xmlns:a16="http://schemas.microsoft.com/office/drawing/2014/main" id="{1C8A738F-35CF-0026-CE57-65CC20E13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4" name="Line 8">
            <a:extLst>
              <a:ext uri="{FF2B5EF4-FFF2-40B4-BE49-F238E27FC236}">
                <a16:creationId xmlns:a16="http://schemas.microsoft.com/office/drawing/2014/main" id="{0EABB730-7D60-9871-7005-CD64AFC774C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5" name="Line 9">
            <a:extLst>
              <a:ext uri="{FF2B5EF4-FFF2-40B4-BE49-F238E27FC236}">
                <a16:creationId xmlns:a16="http://schemas.microsoft.com/office/drawing/2014/main" id="{781F3494-BF6E-0D32-3416-651F2386E2A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7725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6" name="Rectangle 10">
            <a:extLst>
              <a:ext uri="{FF2B5EF4-FFF2-40B4-BE49-F238E27FC236}">
                <a16:creationId xmlns:a16="http://schemas.microsoft.com/office/drawing/2014/main" id="{0E836F16-EFC8-F6DE-6EC9-45143D908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925" y="446088"/>
            <a:ext cx="746125" cy="307975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3300"/>
                </a:solidFill>
                <a:latin typeface="Arial" panose="020B0604020202020204" pitchFamily="34" charset="0"/>
              </a:rPr>
              <a:t>Rec150</a:t>
            </a:r>
          </a:p>
        </p:txBody>
      </p:sp>
      <p:sp>
        <p:nvSpPr>
          <p:cNvPr id="14347" name="Rectangle 11">
            <a:extLst>
              <a:ext uri="{FF2B5EF4-FFF2-40B4-BE49-F238E27FC236}">
                <a16:creationId xmlns:a16="http://schemas.microsoft.com/office/drawing/2014/main" id="{EFEE5D41-E575-F94B-6787-1D6712F3C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862013"/>
            <a:ext cx="8763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Ordered</a:t>
            </a:r>
          </a:p>
        </p:txBody>
      </p:sp>
      <p:sp>
        <p:nvSpPr>
          <p:cNvPr id="14348" name="Rectangle 12">
            <a:extLst>
              <a:ext uri="{FF2B5EF4-FFF2-40B4-BE49-F238E27FC236}">
                <a16:creationId xmlns:a16="http://schemas.microsoft.com/office/drawing/2014/main" id="{22A64BE0-6395-6878-2BBF-5DAAF65EC3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1122363"/>
            <a:ext cx="974725" cy="2336800"/>
          </a:xfrm>
          <a:prstGeom prst="rect">
            <a:avLst/>
          </a:prstGeom>
          <a:solidFill>
            <a:srgbClr val="EAEAEA"/>
          </a:solidFill>
          <a:ln w="25400">
            <a:solidFill>
              <a:srgbClr val="77777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Rec005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Rec045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Rec090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latin typeface="Arial" panose="020B0604020202020204" pitchFamily="34" charset="0"/>
              </a:rPr>
              <a:t>Rec150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Rec300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  <a:endParaRPr lang="en-US" alt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chemeClr val="bg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^Z</a:t>
            </a:r>
          </a:p>
        </p:txBody>
      </p:sp>
      <p:sp>
        <p:nvSpPr>
          <p:cNvPr id="14349" name="Rectangle 13">
            <a:extLst>
              <a:ext uri="{FF2B5EF4-FFF2-40B4-BE49-F238E27FC236}">
                <a16:creationId xmlns:a16="http://schemas.microsoft.com/office/drawing/2014/main" id="{3F95B78B-849F-E38F-995B-75F18BDECC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750" y="862013"/>
            <a:ext cx="1300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solidFill>
                  <a:schemeClr val="tx2"/>
                </a:solidFill>
                <a:latin typeface="Arial" panose="020B0604020202020204" pitchFamily="34" charset="0"/>
              </a:rPr>
              <a:t>New-Ordered</a:t>
            </a:r>
          </a:p>
        </p:txBody>
      </p:sp>
      <p:sp>
        <p:nvSpPr>
          <p:cNvPr id="14350" name="Line 14">
            <a:extLst>
              <a:ext uri="{FF2B5EF4-FFF2-40B4-BE49-F238E27FC236}">
                <a16:creationId xmlns:a16="http://schemas.microsoft.com/office/drawing/2014/main" id="{A0284E2D-75EC-8BB8-2F3D-CD1A348BFE3E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475" y="1385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1" name="Line 15">
            <a:extLst>
              <a:ext uri="{FF2B5EF4-FFF2-40B4-BE49-F238E27FC236}">
                <a16:creationId xmlns:a16="http://schemas.microsoft.com/office/drawing/2014/main" id="{230B7982-D249-71C3-3064-74BE0D19533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6430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2" name="Line 16">
            <a:extLst>
              <a:ext uri="{FF2B5EF4-FFF2-40B4-BE49-F238E27FC236}">
                <a16:creationId xmlns:a16="http://schemas.microsoft.com/office/drawing/2014/main" id="{69F97136-0A23-BAE5-C5EB-BA27CF71D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19002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3" name="Line 17">
            <a:extLst>
              <a:ext uri="{FF2B5EF4-FFF2-40B4-BE49-F238E27FC236}">
                <a16:creationId xmlns:a16="http://schemas.microsoft.com/office/drawing/2014/main" id="{226AF7F2-066D-E936-4836-FC0D2920B06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1478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4" name="Line 18">
            <a:extLst>
              <a:ext uri="{FF2B5EF4-FFF2-40B4-BE49-F238E27FC236}">
                <a16:creationId xmlns:a16="http://schemas.microsoft.com/office/drawing/2014/main" id="{F4028628-8A41-4653-0D39-72226EDBB2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41458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5" name="Line 19">
            <a:extLst>
              <a:ext uri="{FF2B5EF4-FFF2-40B4-BE49-F238E27FC236}">
                <a16:creationId xmlns:a16="http://schemas.microsoft.com/office/drawing/2014/main" id="{21AE97F3-7E3F-E42F-3B9E-AE7B611F95B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314801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6" name="Line 20">
            <a:extLst>
              <a:ext uri="{FF2B5EF4-FFF2-40B4-BE49-F238E27FC236}">
                <a16:creationId xmlns:a16="http://schemas.microsoft.com/office/drawing/2014/main" id="{75E387F8-AC8D-2C86-2A11-01807AD71BF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890838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7" name="Line 21">
            <a:extLst>
              <a:ext uri="{FF2B5EF4-FFF2-40B4-BE49-F238E27FC236}">
                <a16:creationId xmlns:a16="http://schemas.microsoft.com/office/drawing/2014/main" id="{52A43733-C949-E7C5-2375-6327EB200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0" y="2633663"/>
            <a:ext cx="971550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8" name="Rectangle 22">
            <a:extLst>
              <a:ext uri="{FF2B5EF4-FFF2-40B4-BE49-F238E27FC236}">
                <a16:creationId xmlns:a16="http://schemas.microsoft.com/office/drawing/2014/main" id="{6C3FD609-8536-27C1-2A07-F2DB8A1DB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463" y="0"/>
            <a:ext cx="1844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latin typeface="Arial" panose="020B0604020202020204" pitchFamily="34" charset="0"/>
              </a:rPr>
              <a:t>Deleting a record</a:t>
            </a:r>
          </a:p>
        </p:txBody>
      </p:sp>
      <p:sp>
        <p:nvSpPr>
          <p:cNvPr id="14359" name="Line 23">
            <a:extLst>
              <a:ext uri="{FF2B5EF4-FFF2-40B4-BE49-F238E27FC236}">
                <a16:creationId xmlns:a16="http://schemas.microsoft.com/office/drawing/2014/main" id="{518FA067-E54C-49B2-33A6-B3871ED01B5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43000" y="2638425"/>
            <a:ext cx="942975" cy="2571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0" name="Rectangle 24">
            <a:extLst>
              <a:ext uri="{FF2B5EF4-FFF2-40B4-BE49-F238E27FC236}">
                <a16:creationId xmlns:a16="http://schemas.microsoft.com/office/drawing/2014/main" id="{0EE8E07D-6616-1452-BE18-DECBDD665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7150" y="2673350"/>
            <a:ext cx="434975" cy="2127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pPr algn="ctr"/>
            <a:r>
              <a:rPr lang="en-US" altLang="en-US" sz="1400"/>
              <a:t>write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229</TotalTime>
  <Words>306</Words>
  <Application>Microsoft Office PowerPoint</Application>
  <PresentationFormat>Custom</PresentationFormat>
  <Paragraphs>219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Times New Roman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12</cp:revision>
  <dcterms:created xsi:type="dcterms:W3CDTF">1995-06-17T23:31:02Z</dcterms:created>
  <dcterms:modified xsi:type="dcterms:W3CDTF">2026-05-13T01:06:18Z</dcterms:modified>
</cp:coreProperties>
</file>