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668760" y="2986200"/>
            <a:ext cx="2038320" cy="5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2819520" y="133200"/>
            <a:ext cx="2890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1341360" y="863640"/>
            <a:ext cx="6367320" cy="27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1041480" y="4127400"/>
            <a:ext cx="6126120" cy="23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tabLst>
                <a:tab pos="673200" algn="l"/>
                <a:tab pos="1143000" algn="l"/>
              </a:tabLst>
            </a:pP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STRING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Ident1, Ident2, "10" DELIMITED BY SIZE</a:t>
            </a:r>
            <a:br>
              <a:rPr sz="2000"/>
            </a:b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INTO DestString</a:t>
            </a:r>
            <a:br>
              <a:rPr sz="2000"/>
            </a:b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800"/>
              </a:spcBef>
              <a:tabLst>
                <a:tab pos="673200" algn="l"/>
                <a:tab pos="1143000" algn="l"/>
              </a:tabLst>
            </a:pP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STRING 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Ident1 DELIMITED BY SIZE</a:t>
            </a:r>
            <a:br>
              <a:rPr sz="2000"/>
            </a:b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    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Ident2 DELIMITED BY SPACES</a:t>
            </a:r>
            <a:br>
              <a:rPr sz="2000"/>
            </a:b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    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Ident3 DELIMITED BY "Frogs"</a:t>
            </a:r>
            <a:br>
              <a:rPr sz="2000"/>
            </a:b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INTO Ident4 WITH POINTER StrPtr</a:t>
            </a:r>
            <a:br>
              <a:rPr sz="2000"/>
            </a:br>
            <a:r>
              <a:rPr lang="en-US" sz="20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 txBox="1"/>
          <p:nvPr/>
        </p:nvSpPr>
        <p:spPr>
          <a:xfrm>
            <a:off x="2298600" y="171360"/>
            <a:ext cx="4194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STRING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80880" y="1041480"/>
            <a:ext cx="8153280" cy="49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STRING moves characters from the source string into the destination string from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left to right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 </a:t>
            </a:r>
            <a:br>
              <a:rPr sz="2400"/>
            </a:b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But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no space filling occurs.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there are a number of source strings, characters are moved from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leftmost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source string first.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WITH POINTER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phrase is used its value determines the starting character position for insertion into the destination 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</a:t>
            </a: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 OVERFLOW</a:t>
            </a:r>
            <a:r>
              <a:rPr lang="en-US" sz="24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clause executes if there are still valid characters left in the source strings but the destination string is full.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9800" y="628560"/>
            <a:ext cx="8128080" cy="61023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1  9  9  4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   -   -   -    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"/>
          <p:cNvGrpSpPr/>
          <p:nvPr/>
        </p:nvGrpSpPr>
        <p:grpSpPr>
          <a:xfrm>
            <a:off x="4498920" y="1104840"/>
            <a:ext cx="3873600" cy="1780920"/>
            <a:chOff x="4498920" y="1104840"/>
            <a:chExt cx="3873600" cy="1780920"/>
          </a:xfrm>
        </p:grpSpPr>
        <p:grpSp>
          <p:nvGrpSpPr>
            <p:cNvPr id="77" name=""/>
            <p:cNvGrpSpPr/>
            <p:nvPr/>
          </p:nvGrpSpPr>
          <p:grpSpPr>
            <a:xfrm>
              <a:off x="4498920" y="1790640"/>
              <a:ext cx="3873600" cy="457200"/>
              <a:chOff x="4498920" y="1790640"/>
              <a:chExt cx="3873600" cy="457200"/>
            </a:xfrm>
          </p:grpSpPr>
          <p:sp>
            <p:nvSpPr>
              <p:cNvPr id="78" name=""/>
              <p:cNvSpPr/>
              <p:nvPr/>
            </p:nvSpPr>
            <p:spPr>
              <a:xfrm>
                <a:off x="4498920" y="1790640"/>
                <a:ext cx="3873600" cy="45720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49435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53625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58197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623880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6645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7077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749628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79279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7" name=""/>
            <p:cNvGrpSpPr/>
            <p:nvPr/>
          </p:nvGrpSpPr>
          <p:grpSpPr>
            <a:xfrm>
              <a:off x="4498920" y="1104840"/>
              <a:ext cx="863640" cy="485640"/>
              <a:chOff x="4498920" y="1104840"/>
              <a:chExt cx="863640" cy="485640"/>
            </a:xfrm>
          </p:grpSpPr>
          <p:sp>
            <p:nvSpPr>
              <p:cNvPr id="88" name=""/>
              <p:cNvSpPr/>
              <p:nvPr/>
            </p:nvSpPr>
            <p:spPr>
              <a:xfrm>
                <a:off x="4498920" y="1104840"/>
                <a:ext cx="863640" cy="4856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4943520" y="1120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" name=""/>
            <p:cNvGrpSpPr/>
            <p:nvPr/>
          </p:nvGrpSpPr>
          <p:grpSpPr>
            <a:xfrm>
              <a:off x="4498920" y="2419200"/>
              <a:ext cx="1765440" cy="466560"/>
              <a:chOff x="4498920" y="2419200"/>
              <a:chExt cx="1765440" cy="466560"/>
            </a:xfrm>
          </p:grpSpPr>
          <p:sp>
            <p:nvSpPr>
              <p:cNvPr id="91" name=""/>
              <p:cNvSpPr/>
              <p:nvPr/>
            </p:nvSpPr>
            <p:spPr>
              <a:xfrm>
                <a:off x="4498920" y="2419200"/>
                <a:ext cx="1765440" cy="46656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494352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53625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58197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5" name=""/>
          <p:cNvGrpSpPr/>
          <p:nvPr/>
        </p:nvGrpSpPr>
        <p:grpSpPr>
          <a:xfrm>
            <a:off x="1168560" y="3533760"/>
            <a:ext cx="6350040" cy="457200"/>
            <a:chOff x="1168560" y="3533760"/>
            <a:chExt cx="6350040" cy="457200"/>
          </a:xfrm>
        </p:grpSpPr>
        <p:sp>
          <p:nvSpPr>
            <p:cNvPr id="96" name=""/>
            <p:cNvSpPr/>
            <p:nvPr/>
          </p:nvSpPr>
          <p:spPr>
            <a:xfrm>
              <a:off x="1168560" y="3533760"/>
              <a:ext cx="6350040" cy="4572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161280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20318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2489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29084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33148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7465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4165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4597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50036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5423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58802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62992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67057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71373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" name=""/>
          <p:cNvSpPr/>
          <p:nvPr/>
        </p:nvSpPr>
        <p:spPr>
          <a:xfrm>
            <a:off x="355680" y="4013280"/>
            <a:ext cx="8280720" cy="978120"/>
          </a:xfrm>
          <a:custGeom>
            <a:avLst/>
            <a:gdLst/>
            <a:ahLst/>
            <a:rect l="0" t="0" r="r" b="b"/>
            <a:pathLst>
              <a:path w="23002" h="2717">
                <a:moveTo>
                  <a:pt x="0" y="881"/>
                </a:moveTo>
                <a:lnTo>
                  <a:pt x="105" y="846"/>
                </a:lnTo>
                <a:lnTo>
                  <a:pt x="282" y="811"/>
                </a:lnTo>
                <a:lnTo>
                  <a:pt x="388" y="811"/>
                </a:lnTo>
                <a:lnTo>
                  <a:pt x="493" y="811"/>
                </a:lnTo>
                <a:lnTo>
                  <a:pt x="599" y="776"/>
                </a:lnTo>
                <a:lnTo>
                  <a:pt x="705" y="740"/>
                </a:lnTo>
                <a:lnTo>
                  <a:pt x="917" y="670"/>
                </a:lnTo>
                <a:lnTo>
                  <a:pt x="1023" y="599"/>
                </a:lnTo>
                <a:lnTo>
                  <a:pt x="1128" y="564"/>
                </a:lnTo>
                <a:lnTo>
                  <a:pt x="1234" y="670"/>
                </a:lnTo>
                <a:lnTo>
                  <a:pt x="1375" y="740"/>
                </a:lnTo>
                <a:lnTo>
                  <a:pt x="1516" y="881"/>
                </a:lnTo>
                <a:lnTo>
                  <a:pt x="1622" y="776"/>
                </a:lnTo>
                <a:lnTo>
                  <a:pt x="1728" y="881"/>
                </a:lnTo>
                <a:lnTo>
                  <a:pt x="1799" y="987"/>
                </a:lnTo>
                <a:lnTo>
                  <a:pt x="1905" y="1023"/>
                </a:lnTo>
                <a:lnTo>
                  <a:pt x="2010" y="952"/>
                </a:lnTo>
                <a:lnTo>
                  <a:pt x="2151" y="846"/>
                </a:lnTo>
                <a:lnTo>
                  <a:pt x="2222" y="740"/>
                </a:lnTo>
                <a:lnTo>
                  <a:pt x="2328" y="705"/>
                </a:lnTo>
                <a:lnTo>
                  <a:pt x="2504" y="705"/>
                </a:lnTo>
                <a:lnTo>
                  <a:pt x="2681" y="670"/>
                </a:lnTo>
                <a:lnTo>
                  <a:pt x="2786" y="635"/>
                </a:lnTo>
                <a:lnTo>
                  <a:pt x="2892" y="599"/>
                </a:lnTo>
                <a:lnTo>
                  <a:pt x="2998" y="529"/>
                </a:lnTo>
                <a:lnTo>
                  <a:pt x="3104" y="529"/>
                </a:lnTo>
                <a:lnTo>
                  <a:pt x="3245" y="564"/>
                </a:lnTo>
                <a:lnTo>
                  <a:pt x="3351" y="564"/>
                </a:lnTo>
                <a:lnTo>
                  <a:pt x="3492" y="564"/>
                </a:lnTo>
                <a:lnTo>
                  <a:pt x="3598" y="635"/>
                </a:lnTo>
                <a:lnTo>
                  <a:pt x="3704" y="670"/>
                </a:lnTo>
                <a:lnTo>
                  <a:pt x="3880" y="635"/>
                </a:lnTo>
                <a:lnTo>
                  <a:pt x="3986" y="670"/>
                </a:lnTo>
                <a:lnTo>
                  <a:pt x="4092" y="740"/>
                </a:lnTo>
                <a:lnTo>
                  <a:pt x="4162" y="846"/>
                </a:lnTo>
                <a:lnTo>
                  <a:pt x="4268" y="881"/>
                </a:lnTo>
                <a:lnTo>
                  <a:pt x="4445" y="846"/>
                </a:lnTo>
                <a:lnTo>
                  <a:pt x="4550" y="846"/>
                </a:lnTo>
                <a:lnTo>
                  <a:pt x="4691" y="811"/>
                </a:lnTo>
                <a:lnTo>
                  <a:pt x="4797" y="811"/>
                </a:lnTo>
                <a:lnTo>
                  <a:pt x="4903" y="740"/>
                </a:lnTo>
                <a:lnTo>
                  <a:pt x="5044" y="705"/>
                </a:lnTo>
                <a:lnTo>
                  <a:pt x="5150" y="705"/>
                </a:lnTo>
                <a:lnTo>
                  <a:pt x="5256" y="670"/>
                </a:lnTo>
                <a:lnTo>
                  <a:pt x="5432" y="599"/>
                </a:lnTo>
                <a:lnTo>
                  <a:pt x="5609" y="564"/>
                </a:lnTo>
                <a:lnTo>
                  <a:pt x="5750" y="599"/>
                </a:lnTo>
                <a:lnTo>
                  <a:pt x="5856" y="599"/>
                </a:lnTo>
                <a:lnTo>
                  <a:pt x="5997" y="599"/>
                </a:lnTo>
                <a:lnTo>
                  <a:pt x="6138" y="635"/>
                </a:lnTo>
                <a:lnTo>
                  <a:pt x="6491" y="635"/>
                </a:lnTo>
                <a:lnTo>
                  <a:pt x="6632" y="599"/>
                </a:lnTo>
                <a:lnTo>
                  <a:pt x="7126" y="564"/>
                </a:lnTo>
                <a:lnTo>
                  <a:pt x="7478" y="529"/>
                </a:lnTo>
                <a:lnTo>
                  <a:pt x="7902" y="529"/>
                </a:lnTo>
                <a:lnTo>
                  <a:pt x="8043" y="493"/>
                </a:lnTo>
                <a:lnTo>
                  <a:pt x="8219" y="423"/>
                </a:lnTo>
                <a:lnTo>
                  <a:pt x="8360" y="388"/>
                </a:lnTo>
                <a:lnTo>
                  <a:pt x="8501" y="317"/>
                </a:lnTo>
                <a:lnTo>
                  <a:pt x="8678" y="246"/>
                </a:lnTo>
                <a:lnTo>
                  <a:pt x="8784" y="176"/>
                </a:lnTo>
                <a:lnTo>
                  <a:pt x="8890" y="176"/>
                </a:lnTo>
                <a:lnTo>
                  <a:pt x="9101" y="141"/>
                </a:lnTo>
                <a:lnTo>
                  <a:pt x="9207" y="246"/>
                </a:lnTo>
                <a:lnTo>
                  <a:pt x="9313" y="423"/>
                </a:lnTo>
                <a:lnTo>
                  <a:pt x="9383" y="529"/>
                </a:lnTo>
                <a:lnTo>
                  <a:pt x="9525" y="493"/>
                </a:lnTo>
                <a:lnTo>
                  <a:pt x="9666" y="458"/>
                </a:lnTo>
                <a:lnTo>
                  <a:pt x="9771" y="423"/>
                </a:lnTo>
                <a:lnTo>
                  <a:pt x="9948" y="529"/>
                </a:lnTo>
                <a:lnTo>
                  <a:pt x="10089" y="564"/>
                </a:lnTo>
                <a:lnTo>
                  <a:pt x="10301" y="564"/>
                </a:lnTo>
                <a:lnTo>
                  <a:pt x="10442" y="564"/>
                </a:lnTo>
                <a:lnTo>
                  <a:pt x="10689" y="564"/>
                </a:lnTo>
                <a:lnTo>
                  <a:pt x="11041" y="564"/>
                </a:lnTo>
                <a:lnTo>
                  <a:pt x="11183" y="564"/>
                </a:lnTo>
                <a:lnTo>
                  <a:pt x="11324" y="529"/>
                </a:lnTo>
                <a:lnTo>
                  <a:pt x="11465" y="529"/>
                </a:lnTo>
                <a:lnTo>
                  <a:pt x="11572" y="529"/>
                </a:lnTo>
                <a:lnTo>
                  <a:pt x="11677" y="529"/>
                </a:lnTo>
                <a:lnTo>
                  <a:pt x="11783" y="529"/>
                </a:lnTo>
                <a:lnTo>
                  <a:pt x="11889" y="564"/>
                </a:lnTo>
                <a:lnTo>
                  <a:pt x="11995" y="564"/>
                </a:lnTo>
                <a:lnTo>
                  <a:pt x="12101" y="599"/>
                </a:lnTo>
                <a:lnTo>
                  <a:pt x="12242" y="599"/>
                </a:lnTo>
                <a:lnTo>
                  <a:pt x="12348" y="635"/>
                </a:lnTo>
                <a:lnTo>
                  <a:pt x="12454" y="670"/>
                </a:lnTo>
                <a:lnTo>
                  <a:pt x="12595" y="670"/>
                </a:lnTo>
                <a:lnTo>
                  <a:pt x="13018" y="670"/>
                </a:lnTo>
                <a:lnTo>
                  <a:pt x="13159" y="670"/>
                </a:lnTo>
                <a:lnTo>
                  <a:pt x="13300" y="705"/>
                </a:lnTo>
                <a:lnTo>
                  <a:pt x="13441" y="705"/>
                </a:lnTo>
                <a:lnTo>
                  <a:pt x="13582" y="705"/>
                </a:lnTo>
                <a:lnTo>
                  <a:pt x="13688" y="705"/>
                </a:lnTo>
                <a:lnTo>
                  <a:pt x="13794" y="705"/>
                </a:lnTo>
                <a:lnTo>
                  <a:pt x="14041" y="776"/>
                </a:lnTo>
                <a:lnTo>
                  <a:pt x="14147" y="811"/>
                </a:lnTo>
                <a:lnTo>
                  <a:pt x="14288" y="811"/>
                </a:lnTo>
                <a:lnTo>
                  <a:pt x="14429" y="811"/>
                </a:lnTo>
                <a:lnTo>
                  <a:pt x="14570" y="811"/>
                </a:lnTo>
                <a:lnTo>
                  <a:pt x="14676" y="776"/>
                </a:lnTo>
                <a:lnTo>
                  <a:pt x="14782" y="776"/>
                </a:lnTo>
                <a:lnTo>
                  <a:pt x="14923" y="740"/>
                </a:lnTo>
                <a:lnTo>
                  <a:pt x="15029" y="705"/>
                </a:lnTo>
                <a:lnTo>
                  <a:pt x="15170" y="705"/>
                </a:lnTo>
                <a:lnTo>
                  <a:pt x="15311" y="670"/>
                </a:lnTo>
                <a:lnTo>
                  <a:pt x="15664" y="670"/>
                </a:lnTo>
                <a:lnTo>
                  <a:pt x="15805" y="670"/>
                </a:lnTo>
                <a:lnTo>
                  <a:pt x="15911" y="705"/>
                </a:lnTo>
                <a:lnTo>
                  <a:pt x="15946" y="811"/>
                </a:lnTo>
                <a:lnTo>
                  <a:pt x="16087" y="881"/>
                </a:lnTo>
                <a:lnTo>
                  <a:pt x="16193" y="952"/>
                </a:lnTo>
                <a:lnTo>
                  <a:pt x="16299" y="987"/>
                </a:lnTo>
                <a:lnTo>
                  <a:pt x="16405" y="987"/>
                </a:lnTo>
                <a:lnTo>
                  <a:pt x="16511" y="987"/>
                </a:lnTo>
                <a:lnTo>
                  <a:pt x="16652" y="1023"/>
                </a:lnTo>
                <a:lnTo>
                  <a:pt x="16757" y="1058"/>
                </a:lnTo>
                <a:lnTo>
                  <a:pt x="16863" y="1058"/>
                </a:lnTo>
                <a:lnTo>
                  <a:pt x="17004" y="1023"/>
                </a:lnTo>
                <a:lnTo>
                  <a:pt x="17110" y="1023"/>
                </a:lnTo>
                <a:lnTo>
                  <a:pt x="17251" y="987"/>
                </a:lnTo>
                <a:lnTo>
                  <a:pt x="17392" y="952"/>
                </a:lnTo>
                <a:lnTo>
                  <a:pt x="17569" y="917"/>
                </a:lnTo>
                <a:lnTo>
                  <a:pt x="17675" y="917"/>
                </a:lnTo>
                <a:lnTo>
                  <a:pt x="17851" y="917"/>
                </a:lnTo>
                <a:lnTo>
                  <a:pt x="17957" y="952"/>
                </a:lnTo>
                <a:lnTo>
                  <a:pt x="18098" y="952"/>
                </a:lnTo>
                <a:lnTo>
                  <a:pt x="18204" y="987"/>
                </a:lnTo>
                <a:lnTo>
                  <a:pt x="18310" y="1023"/>
                </a:lnTo>
                <a:lnTo>
                  <a:pt x="18416" y="1023"/>
                </a:lnTo>
                <a:lnTo>
                  <a:pt x="18521" y="1023"/>
                </a:lnTo>
                <a:lnTo>
                  <a:pt x="18662" y="1023"/>
                </a:lnTo>
                <a:lnTo>
                  <a:pt x="18768" y="1023"/>
                </a:lnTo>
                <a:lnTo>
                  <a:pt x="18909" y="987"/>
                </a:lnTo>
                <a:lnTo>
                  <a:pt x="19051" y="917"/>
                </a:lnTo>
                <a:lnTo>
                  <a:pt x="19615" y="776"/>
                </a:lnTo>
                <a:lnTo>
                  <a:pt x="19968" y="705"/>
                </a:lnTo>
                <a:lnTo>
                  <a:pt x="20391" y="670"/>
                </a:lnTo>
                <a:lnTo>
                  <a:pt x="20532" y="635"/>
                </a:lnTo>
                <a:lnTo>
                  <a:pt x="20638" y="635"/>
                </a:lnTo>
                <a:lnTo>
                  <a:pt x="20673" y="529"/>
                </a:lnTo>
                <a:lnTo>
                  <a:pt x="20709" y="388"/>
                </a:lnTo>
                <a:lnTo>
                  <a:pt x="20814" y="423"/>
                </a:lnTo>
                <a:lnTo>
                  <a:pt x="20814" y="529"/>
                </a:lnTo>
                <a:lnTo>
                  <a:pt x="20920" y="564"/>
                </a:lnTo>
                <a:lnTo>
                  <a:pt x="21026" y="529"/>
                </a:lnTo>
                <a:lnTo>
                  <a:pt x="21132" y="458"/>
                </a:lnTo>
                <a:lnTo>
                  <a:pt x="21238" y="458"/>
                </a:lnTo>
                <a:lnTo>
                  <a:pt x="21379" y="423"/>
                </a:lnTo>
                <a:lnTo>
                  <a:pt x="21520" y="423"/>
                </a:lnTo>
                <a:lnTo>
                  <a:pt x="21626" y="388"/>
                </a:lnTo>
                <a:lnTo>
                  <a:pt x="21837" y="388"/>
                </a:lnTo>
                <a:lnTo>
                  <a:pt x="21943" y="388"/>
                </a:lnTo>
                <a:lnTo>
                  <a:pt x="22049" y="388"/>
                </a:lnTo>
                <a:lnTo>
                  <a:pt x="22155" y="352"/>
                </a:lnTo>
                <a:lnTo>
                  <a:pt x="22261" y="317"/>
                </a:lnTo>
                <a:lnTo>
                  <a:pt x="22367" y="317"/>
                </a:lnTo>
                <a:lnTo>
                  <a:pt x="22472" y="282"/>
                </a:lnTo>
                <a:lnTo>
                  <a:pt x="22578" y="211"/>
                </a:lnTo>
                <a:lnTo>
                  <a:pt x="22684" y="141"/>
                </a:lnTo>
                <a:lnTo>
                  <a:pt x="22790" y="105"/>
                </a:lnTo>
                <a:lnTo>
                  <a:pt x="22896" y="35"/>
                </a:lnTo>
                <a:lnTo>
                  <a:pt x="23002" y="0"/>
                </a:lnTo>
                <a:lnTo>
                  <a:pt x="23002" y="2646"/>
                </a:lnTo>
                <a:lnTo>
                  <a:pt x="22896" y="2576"/>
                </a:lnTo>
                <a:lnTo>
                  <a:pt x="22790" y="2505"/>
                </a:lnTo>
                <a:lnTo>
                  <a:pt x="22755" y="2399"/>
                </a:lnTo>
                <a:lnTo>
                  <a:pt x="22649" y="2294"/>
                </a:lnTo>
                <a:lnTo>
                  <a:pt x="22578" y="2188"/>
                </a:lnTo>
                <a:lnTo>
                  <a:pt x="22508" y="2082"/>
                </a:lnTo>
                <a:lnTo>
                  <a:pt x="22402" y="1906"/>
                </a:lnTo>
                <a:lnTo>
                  <a:pt x="22367" y="1800"/>
                </a:lnTo>
                <a:lnTo>
                  <a:pt x="22261" y="1694"/>
                </a:lnTo>
                <a:lnTo>
                  <a:pt x="22190" y="1588"/>
                </a:lnTo>
                <a:lnTo>
                  <a:pt x="22084" y="1517"/>
                </a:lnTo>
                <a:lnTo>
                  <a:pt x="21979" y="1553"/>
                </a:lnTo>
                <a:lnTo>
                  <a:pt x="21943" y="1659"/>
                </a:lnTo>
                <a:lnTo>
                  <a:pt x="21837" y="1764"/>
                </a:lnTo>
                <a:lnTo>
                  <a:pt x="21696" y="1870"/>
                </a:lnTo>
                <a:lnTo>
                  <a:pt x="21591" y="1941"/>
                </a:lnTo>
                <a:lnTo>
                  <a:pt x="21520" y="2047"/>
                </a:lnTo>
                <a:lnTo>
                  <a:pt x="21414" y="2188"/>
                </a:lnTo>
                <a:lnTo>
                  <a:pt x="21379" y="2294"/>
                </a:lnTo>
                <a:lnTo>
                  <a:pt x="21308" y="2399"/>
                </a:lnTo>
                <a:lnTo>
                  <a:pt x="21167" y="2364"/>
                </a:lnTo>
                <a:lnTo>
                  <a:pt x="21026" y="2223"/>
                </a:lnTo>
                <a:lnTo>
                  <a:pt x="20956" y="2082"/>
                </a:lnTo>
                <a:lnTo>
                  <a:pt x="20956" y="1976"/>
                </a:lnTo>
                <a:lnTo>
                  <a:pt x="20885" y="1870"/>
                </a:lnTo>
                <a:lnTo>
                  <a:pt x="20814" y="1729"/>
                </a:lnTo>
                <a:lnTo>
                  <a:pt x="20744" y="1623"/>
                </a:lnTo>
                <a:lnTo>
                  <a:pt x="20673" y="1517"/>
                </a:lnTo>
                <a:lnTo>
                  <a:pt x="20567" y="1482"/>
                </a:lnTo>
                <a:lnTo>
                  <a:pt x="20497" y="1376"/>
                </a:lnTo>
                <a:lnTo>
                  <a:pt x="20391" y="1270"/>
                </a:lnTo>
                <a:lnTo>
                  <a:pt x="20321" y="1164"/>
                </a:lnTo>
                <a:lnTo>
                  <a:pt x="20250" y="1270"/>
                </a:lnTo>
                <a:lnTo>
                  <a:pt x="20179" y="1376"/>
                </a:lnTo>
                <a:lnTo>
                  <a:pt x="20074" y="1376"/>
                </a:lnTo>
                <a:lnTo>
                  <a:pt x="19968" y="1376"/>
                </a:lnTo>
                <a:lnTo>
                  <a:pt x="20250" y="2717"/>
                </a:lnTo>
                <a:lnTo>
                  <a:pt x="19827" y="1412"/>
                </a:lnTo>
                <a:lnTo>
                  <a:pt x="19686" y="1517"/>
                </a:lnTo>
                <a:lnTo>
                  <a:pt x="19580" y="1553"/>
                </a:lnTo>
                <a:lnTo>
                  <a:pt x="19509" y="1659"/>
                </a:lnTo>
                <a:lnTo>
                  <a:pt x="19403" y="1764"/>
                </a:lnTo>
                <a:lnTo>
                  <a:pt x="19297" y="1800"/>
                </a:lnTo>
                <a:lnTo>
                  <a:pt x="19192" y="1800"/>
                </a:lnTo>
                <a:lnTo>
                  <a:pt x="19086" y="1906"/>
                </a:lnTo>
                <a:lnTo>
                  <a:pt x="19015" y="2011"/>
                </a:lnTo>
                <a:lnTo>
                  <a:pt x="18874" y="1976"/>
                </a:lnTo>
                <a:lnTo>
                  <a:pt x="18733" y="1870"/>
                </a:lnTo>
                <a:lnTo>
                  <a:pt x="18627" y="1800"/>
                </a:lnTo>
                <a:lnTo>
                  <a:pt x="18521" y="1800"/>
                </a:lnTo>
                <a:lnTo>
                  <a:pt x="18416" y="1729"/>
                </a:lnTo>
                <a:lnTo>
                  <a:pt x="18310" y="1659"/>
                </a:lnTo>
                <a:lnTo>
                  <a:pt x="18204" y="1694"/>
                </a:lnTo>
                <a:lnTo>
                  <a:pt x="17992" y="1659"/>
                </a:lnTo>
                <a:lnTo>
                  <a:pt x="17886" y="1517"/>
                </a:lnTo>
                <a:lnTo>
                  <a:pt x="17781" y="1447"/>
                </a:lnTo>
                <a:lnTo>
                  <a:pt x="17710" y="1340"/>
                </a:lnTo>
                <a:lnTo>
                  <a:pt x="17569" y="1270"/>
                </a:lnTo>
                <a:lnTo>
                  <a:pt x="17463" y="1305"/>
                </a:lnTo>
                <a:lnTo>
                  <a:pt x="17357" y="1376"/>
                </a:lnTo>
                <a:lnTo>
                  <a:pt x="17251" y="1517"/>
                </a:lnTo>
                <a:lnTo>
                  <a:pt x="17146" y="1553"/>
                </a:lnTo>
                <a:lnTo>
                  <a:pt x="17004" y="1623"/>
                </a:lnTo>
                <a:lnTo>
                  <a:pt x="16899" y="1694"/>
                </a:lnTo>
                <a:lnTo>
                  <a:pt x="16793" y="1729"/>
                </a:lnTo>
                <a:lnTo>
                  <a:pt x="16687" y="1729"/>
                </a:lnTo>
                <a:lnTo>
                  <a:pt x="16581" y="1694"/>
                </a:lnTo>
                <a:lnTo>
                  <a:pt x="16440" y="1623"/>
                </a:lnTo>
                <a:lnTo>
                  <a:pt x="16299" y="1553"/>
                </a:lnTo>
                <a:lnTo>
                  <a:pt x="16158" y="1482"/>
                </a:lnTo>
                <a:lnTo>
                  <a:pt x="15981" y="1376"/>
                </a:lnTo>
                <a:lnTo>
                  <a:pt x="15876" y="1340"/>
                </a:lnTo>
                <a:lnTo>
                  <a:pt x="15770" y="1234"/>
                </a:lnTo>
                <a:lnTo>
                  <a:pt x="15593" y="1234"/>
                </a:lnTo>
                <a:lnTo>
                  <a:pt x="15452" y="1164"/>
                </a:lnTo>
                <a:lnTo>
                  <a:pt x="15311" y="1128"/>
                </a:lnTo>
                <a:lnTo>
                  <a:pt x="15170" y="1164"/>
                </a:lnTo>
                <a:lnTo>
                  <a:pt x="15029" y="1270"/>
                </a:lnTo>
                <a:lnTo>
                  <a:pt x="14923" y="1305"/>
                </a:lnTo>
                <a:lnTo>
                  <a:pt x="14747" y="1234"/>
                </a:lnTo>
                <a:lnTo>
                  <a:pt x="14641" y="1164"/>
                </a:lnTo>
                <a:lnTo>
                  <a:pt x="14535" y="1128"/>
                </a:lnTo>
                <a:lnTo>
                  <a:pt x="14429" y="1128"/>
                </a:lnTo>
                <a:lnTo>
                  <a:pt x="14323" y="1128"/>
                </a:lnTo>
                <a:lnTo>
                  <a:pt x="14182" y="1093"/>
                </a:lnTo>
                <a:lnTo>
                  <a:pt x="14076" y="1093"/>
                </a:lnTo>
                <a:lnTo>
                  <a:pt x="13971" y="1128"/>
                </a:lnTo>
                <a:lnTo>
                  <a:pt x="13865" y="1164"/>
                </a:lnTo>
                <a:lnTo>
                  <a:pt x="13759" y="1164"/>
                </a:lnTo>
                <a:lnTo>
                  <a:pt x="13618" y="1164"/>
                </a:lnTo>
                <a:lnTo>
                  <a:pt x="13512" y="1093"/>
                </a:lnTo>
                <a:lnTo>
                  <a:pt x="13406" y="1023"/>
                </a:lnTo>
                <a:lnTo>
                  <a:pt x="13300" y="987"/>
                </a:lnTo>
                <a:lnTo>
                  <a:pt x="13194" y="987"/>
                </a:lnTo>
                <a:lnTo>
                  <a:pt x="13089" y="1023"/>
                </a:lnTo>
                <a:lnTo>
                  <a:pt x="12912" y="987"/>
                </a:lnTo>
                <a:lnTo>
                  <a:pt x="12806" y="952"/>
                </a:lnTo>
                <a:lnTo>
                  <a:pt x="12701" y="952"/>
                </a:lnTo>
                <a:lnTo>
                  <a:pt x="12595" y="1023"/>
                </a:lnTo>
                <a:lnTo>
                  <a:pt x="12489" y="1058"/>
                </a:lnTo>
                <a:lnTo>
                  <a:pt x="12348" y="1058"/>
                </a:lnTo>
                <a:lnTo>
                  <a:pt x="12207" y="1023"/>
                </a:lnTo>
                <a:lnTo>
                  <a:pt x="12066" y="1023"/>
                </a:lnTo>
                <a:lnTo>
                  <a:pt x="11924" y="952"/>
                </a:lnTo>
                <a:lnTo>
                  <a:pt x="11783" y="881"/>
                </a:lnTo>
                <a:lnTo>
                  <a:pt x="11677" y="846"/>
                </a:lnTo>
                <a:lnTo>
                  <a:pt x="11500" y="811"/>
                </a:lnTo>
                <a:lnTo>
                  <a:pt x="11359" y="811"/>
                </a:lnTo>
                <a:lnTo>
                  <a:pt x="11253" y="846"/>
                </a:lnTo>
                <a:lnTo>
                  <a:pt x="11112" y="952"/>
                </a:lnTo>
                <a:lnTo>
                  <a:pt x="11006" y="987"/>
                </a:lnTo>
                <a:lnTo>
                  <a:pt x="10865" y="1023"/>
                </a:lnTo>
                <a:lnTo>
                  <a:pt x="10724" y="987"/>
                </a:lnTo>
                <a:lnTo>
                  <a:pt x="10548" y="1023"/>
                </a:lnTo>
                <a:lnTo>
                  <a:pt x="10371" y="1058"/>
                </a:lnTo>
                <a:lnTo>
                  <a:pt x="10265" y="1093"/>
                </a:lnTo>
                <a:lnTo>
                  <a:pt x="10089" y="1023"/>
                </a:lnTo>
                <a:lnTo>
                  <a:pt x="9948" y="881"/>
                </a:lnTo>
                <a:lnTo>
                  <a:pt x="9842" y="811"/>
                </a:lnTo>
                <a:lnTo>
                  <a:pt x="9701" y="705"/>
                </a:lnTo>
                <a:lnTo>
                  <a:pt x="9595" y="670"/>
                </a:lnTo>
                <a:lnTo>
                  <a:pt x="9454" y="740"/>
                </a:lnTo>
                <a:lnTo>
                  <a:pt x="9383" y="846"/>
                </a:lnTo>
                <a:lnTo>
                  <a:pt x="9278" y="811"/>
                </a:lnTo>
                <a:lnTo>
                  <a:pt x="9172" y="846"/>
                </a:lnTo>
                <a:lnTo>
                  <a:pt x="9066" y="846"/>
                </a:lnTo>
                <a:lnTo>
                  <a:pt x="8925" y="881"/>
                </a:lnTo>
                <a:lnTo>
                  <a:pt x="8784" y="881"/>
                </a:lnTo>
                <a:lnTo>
                  <a:pt x="8678" y="881"/>
                </a:lnTo>
                <a:lnTo>
                  <a:pt x="8572" y="846"/>
                </a:lnTo>
                <a:lnTo>
                  <a:pt x="8925" y="1517"/>
                </a:lnTo>
                <a:lnTo>
                  <a:pt x="8501" y="952"/>
                </a:lnTo>
                <a:lnTo>
                  <a:pt x="8396" y="881"/>
                </a:lnTo>
                <a:lnTo>
                  <a:pt x="8290" y="881"/>
                </a:lnTo>
                <a:lnTo>
                  <a:pt x="8184" y="952"/>
                </a:lnTo>
                <a:lnTo>
                  <a:pt x="8113" y="1058"/>
                </a:lnTo>
                <a:lnTo>
                  <a:pt x="8008" y="1128"/>
                </a:lnTo>
                <a:lnTo>
                  <a:pt x="7902" y="1128"/>
                </a:lnTo>
                <a:lnTo>
                  <a:pt x="7796" y="1128"/>
                </a:lnTo>
                <a:lnTo>
                  <a:pt x="7690" y="1128"/>
                </a:lnTo>
                <a:lnTo>
                  <a:pt x="7549" y="1058"/>
                </a:lnTo>
                <a:lnTo>
                  <a:pt x="7443" y="1023"/>
                </a:lnTo>
                <a:lnTo>
                  <a:pt x="7337" y="1023"/>
                </a:lnTo>
                <a:lnTo>
                  <a:pt x="7196" y="987"/>
                </a:lnTo>
                <a:lnTo>
                  <a:pt x="7090" y="987"/>
                </a:lnTo>
                <a:lnTo>
                  <a:pt x="6914" y="987"/>
                </a:lnTo>
                <a:lnTo>
                  <a:pt x="6773" y="952"/>
                </a:lnTo>
                <a:lnTo>
                  <a:pt x="6667" y="881"/>
                </a:lnTo>
                <a:lnTo>
                  <a:pt x="6561" y="846"/>
                </a:lnTo>
                <a:lnTo>
                  <a:pt x="6455" y="846"/>
                </a:lnTo>
                <a:lnTo>
                  <a:pt x="6350" y="846"/>
                </a:lnTo>
                <a:lnTo>
                  <a:pt x="6208" y="846"/>
                </a:lnTo>
                <a:lnTo>
                  <a:pt x="6103" y="811"/>
                </a:lnTo>
                <a:lnTo>
                  <a:pt x="5997" y="811"/>
                </a:lnTo>
                <a:lnTo>
                  <a:pt x="5891" y="776"/>
                </a:lnTo>
                <a:lnTo>
                  <a:pt x="5785" y="846"/>
                </a:lnTo>
                <a:lnTo>
                  <a:pt x="5679" y="952"/>
                </a:lnTo>
                <a:lnTo>
                  <a:pt x="5573" y="1023"/>
                </a:lnTo>
                <a:lnTo>
                  <a:pt x="5468" y="1093"/>
                </a:lnTo>
                <a:lnTo>
                  <a:pt x="5362" y="1164"/>
                </a:lnTo>
                <a:lnTo>
                  <a:pt x="5256" y="1199"/>
                </a:lnTo>
                <a:lnTo>
                  <a:pt x="5150" y="1199"/>
                </a:lnTo>
                <a:lnTo>
                  <a:pt x="5009" y="1199"/>
                </a:lnTo>
                <a:lnTo>
                  <a:pt x="4903" y="1164"/>
                </a:lnTo>
                <a:lnTo>
                  <a:pt x="4762" y="1164"/>
                </a:lnTo>
                <a:lnTo>
                  <a:pt x="4621" y="1164"/>
                </a:lnTo>
                <a:lnTo>
                  <a:pt x="4515" y="1199"/>
                </a:lnTo>
                <a:lnTo>
                  <a:pt x="4409" y="1234"/>
                </a:lnTo>
                <a:lnTo>
                  <a:pt x="4303" y="1234"/>
                </a:lnTo>
                <a:lnTo>
                  <a:pt x="4162" y="1270"/>
                </a:lnTo>
                <a:lnTo>
                  <a:pt x="4021" y="1234"/>
                </a:lnTo>
                <a:lnTo>
                  <a:pt x="3915" y="1199"/>
                </a:lnTo>
                <a:lnTo>
                  <a:pt x="3810" y="1128"/>
                </a:lnTo>
                <a:lnTo>
                  <a:pt x="3704" y="1093"/>
                </a:lnTo>
                <a:lnTo>
                  <a:pt x="3598" y="1023"/>
                </a:lnTo>
                <a:lnTo>
                  <a:pt x="3492" y="1023"/>
                </a:lnTo>
                <a:lnTo>
                  <a:pt x="3386" y="1093"/>
                </a:lnTo>
                <a:lnTo>
                  <a:pt x="3245" y="1128"/>
                </a:lnTo>
                <a:lnTo>
                  <a:pt x="3104" y="1199"/>
                </a:lnTo>
                <a:lnTo>
                  <a:pt x="2998" y="1234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40"/>
                </a:lnTo>
                <a:lnTo>
                  <a:pt x="2469" y="1376"/>
                </a:lnTo>
                <a:lnTo>
                  <a:pt x="2293" y="1412"/>
                </a:lnTo>
                <a:lnTo>
                  <a:pt x="2187" y="1412"/>
                </a:lnTo>
                <a:lnTo>
                  <a:pt x="2046" y="1447"/>
                </a:lnTo>
                <a:lnTo>
                  <a:pt x="1940" y="1447"/>
                </a:lnTo>
                <a:lnTo>
                  <a:pt x="1834" y="1412"/>
                </a:lnTo>
                <a:lnTo>
                  <a:pt x="1728" y="1376"/>
                </a:lnTo>
                <a:lnTo>
                  <a:pt x="1658" y="1270"/>
                </a:lnTo>
                <a:lnTo>
                  <a:pt x="1622" y="1164"/>
                </a:lnTo>
                <a:lnTo>
                  <a:pt x="1516" y="1093"/>
                </a:lnTo>
                <a:lnTo>
                  <a:pt x="1375" y="1093"/>
                </a:lnTo>
                <a:lnTo>
                  <a:pt x="1269" y="1093"/>
                </a:lnTo>
                <a:lnTo>
                  <a:pt x="1164" y="1164"/>
                </a:lnTo>
                <a:lnTo>
                  <a:pt x="1058" y="1234"/>
                </a:lnTo>
                <a:lnTo>
                  <a:pt x="917" y="1270"/>
                </a:lnTo>
                <a:lnTo>
                  <a:pt x="811" y="1305"/>
                </a:lnTo>
                <a:lnTo>
                  <a:pt x="705" y="1305"/>
                </a:lnTo>
                <a:lnTo>
                  <a:pt x="599" y="1376"/>
                </a:lnTo>
                <a:lnTo>
                  <a:pt x="493" y="1447"/>
                </a:lnTo>
                <a:lnTo>
                  <a:pt x="388" y="1517"/>
                </a:lnTo>
                <a:lnTo>
                  <a:pt x="282" y="1553"/>
                </a:lnTo>
                <a:lnTo>
                  <a:pt x="176" y="1588"/>
                </a:lnTo>
                <a:lnTo>
                  <a:pt x="70" y="1588"/>
                </a:lnTo>
                <a:lnTo>
                  <a:pt x="0" y="881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69800" y="628560"/>
            <a:ext cx="8128080" cy="61023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1  9  9  4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5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-   -   -   -   -   -    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"/>
          <p:cNvGrpSpPr/>
          <p:nvPr/>
        </p:nvGrpSpPr>
        <p:grpSpPr>
          <a:xfrm>
            <a:off x="4498920" y="1104840"/>
            <a:ext cx="3873600" cy="1780920"/>
            <a:chOff x="4498920" y="1104840"/>
            <a:chExt cx="3873600" cy="1780920"/>
          </a:xfrm>
        </p:grpSpPr>
        <p:grpSp>
          <p:nvGrpSpPr>
            <p:cNvPr id="115" name=""/>
            <p:cNvGrpSpPr/>
            <p:nvPr/>
          </p:nvGrpSpPr>
          <p:grpSpPr>
            <a:xfrm>
              <a:off x="4498920" y="1790640"/>
              <a:ext cx="3873600" cy="457200"/>
              <a:chOff x="4498920" y="1790640"/>
              <a:chExt cx="3873600" cy="457200"/>
            </a:xfrm>
          </p:grpSpPr>
          <p:sp>
            <p:nvSpPr>
              <p:cNvPr id="116" name=""/>
              <p:cNvSpPr/>
              <p:nvPr/>
            </p:nvSpPr>
            <p:spPr>
              <a:xfrm>
                <a:off x="4498920" y="1790640"/>
                <a:ext cx="3873600" cy="45720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49435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53625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58197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623880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6645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7077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749628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79279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5" name=""/>
            <p:cNvGrpSpPr/>
            <p:nvPr/>
          </p:nvGrpSpPr>
          <p:grpSpPr>
            <a:xfrm>
              <a:off x="4498920" y="1104840"/>
              <a:ext cx="863640" cy="485640"/>
              <a:chOff x="4498920" y="1104840"/>
              <a:chExt cx="863640" cy="485640"/>
            </a:xfrm>
          </p:grpSpPr>
          <p:sp>
            <p:nvSpPr>
              <p:cNvPr id="126" name=""/>
              <p:cNvSpPr/>
              <p:nvPr/>
            </p:nvSpPr>
            <p:spPr>
              <a:xfrm>
                <a:off x="4498920" y="1104840"/>
                <a:ext cx="863640" cy="4856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4943520" y="1120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8" name=""/>
            <p:cNvGrpSpPr/>
            <p:nvPr/>
          </p:nvGrpSpPr>
          <p:grpSpPr>
            <a:xfrm>
              <a:off x="4498920" y="2419200"/>
              <a:ext cx="1765440" cy="466560"/>
              <a:chOff x="4498920" y="2419200"/>
              <a:chExt cx="1765440" cy="466560"/>
            </a:xfrm>
          </p:grpSpPr>
          <p:sp>
            <p:nvSpPr>
              <p:cNvPr id="129" name=""/>
              <p:cNvSpPr/>
              <p:nvPr/>
            </p:nvSpPr>
            <p:spPr>
              <a:xfrm>
                <a:off x="4498920" y="2419200"/>
                <a:ext cx="1765440" cy="46656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494352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53625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58197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3" name=""/>
          <p:cNvGrpSpPr/>
          <p:nvPr/>
        </p:nvGrpSpPr>
        <p:grpSpPr>
          <a:xfrm>
            <a:off x="1168560" y="3533760"/>
            <a:ext cx="6350040" cy="457200"/>
            <a:chOff x="1168560" y="3533760"/>
            <a:chExt cx="6350040" cy="457200"/>
          </a:xfrm>
        </p:grpSpPr>
        <p:sp>
          <p:nvSpPr>
            <p:cNvPr id="134" name=""/>
            <p:cNvSpPr/>
            <p:nvPr/>
          </p:nvSpPr>
          <p:spPr>
            <a:xfrm>
              <a:off x="1168560" y="3533760"/>
              <a:ext cx="6350040" cy="4572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161280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20318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2489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29084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33148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7465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4165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4597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50036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5423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58802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992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67057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71373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"/>
          <p:cNvSpPr/>
          <p:nvPr/>
        </p:nvSpPr>
        <p:spPr>
          <a:xfrm>
            <a:off x="355680" y="4013280"/>
            <a:ext cx="8280720" cy="978120"/>
          </a:xfrm>
          <a:custGeom>
            <a:avLst/>
            <a:gdLst/>
            <a:ahLst/>
            <a:rect l="0" t="0" r="r" b="b"/>
            <a:pathLst>
              <a:path w="23002" h="2717">
                <a:moveTo>
                  <a:pt x="0" y="881"/>
                </a:moveTo>
                <a:lnTo>
                  <a:pt x="105" y="846"/>
                </a:lnTo>
                <a:lnTo>
                  <a:pt x="282" y="811"/>
                </a:lnTo>
                <a:lnTo>
                  <a:pt x="388" y="811"/>
                </a:lnTo>
                <a:lnTo>
                  <a:pt x="493" y="811"/>
                </a:lnTo>
                <a:lnTo>
                  <a:pt x="599" y="776"/>
                </a:lnTo>
                <a:lnTo>
                  <a:pt x="705" y="740"/>
                </a:lnTo>
                <a:lnTo>
                  <a:pt x="917" y="670"/>
                </a:lnTo>
                <a:lnTo>
                  <a:pt x="1023" y="599"/>
                </a:lnTo>
                <a:lnTo>
                  <a:pt x="1128" y="564"/>
                </a:lnTo>
                <a:lnTo>
                  <a:pt x="1234" y="670"/>
                </a:lnTo>
                <a:lnTo>
                  <a:pt x="1375" y="740"/>
                </a:lnTo>
                <a:lnTo>
                  <a:pt x="1516" y="881"/>
                </a:lnTo>
                <a:lnTo>
                  <a:pt x="1622" y="776"/>
                </a:lnTo>
                <a:lnTo>
                  <a:pt x="1728" y="881"/>
                </a:lnTo>
                <a:lnTo>
                  <a:pt x="1799" y="987"/>
                </a:lnTo>
                <a:lnTo>
                  <a:pt x="1905" y="1023"/>
                </a:lnTo>
                <a:lnTo>
                  <a:pt x="2010" y="952"/>
                </a:lnTo>
                <a:lnTo>
                  <a:pt x="2151" y="846"/>
                </a:lnTo>
                <a:lnTo>
                  <a:pt x="2222" y="740"/>
                </a:lnTo>
                <a:lnTo>
                  <a:pt x="2328" y="705"/>
                </a:lnTo>
                <a:lnTo>
                  <a:pt x="2504" y="705"/>
                </a:lnTo>
                <a:lnTo>
                  <a:pt x="2681" y="670"/>
                </a:lnTo>
                <a:lnTo>
                  <a:pt x="2786" y="635"/>
                </a:lnTo>
                <a:lnTo>
                  <a:pt x="2892" y="599"/>
                </a:lnTo>
                <a:lnTo>
                  <a:pt x="2998" y="529"/>
                </a:lnTo>
                <a:lnTo>
                  <a:pt x="3104" y="529"/>
                </a:lnTo>
                <a:lnTo>
                  <a:pt x="3245" y="564"/>
                </a:lnTo>
                <a:lnTo>
                  <a:pt x="3351" y="564"/>
                </a:lnTo>
                <a:lnTo>
                  <a:pt x="3492" y="564"/>
                </a:lnTo>
                <a:lnTo>
                  <a:pt x="3598" y="635"/>
                </a:lnTo>
                <a:lnTo>
                  <a:pt x="3704" y="670"/>
                </a:lnTo>
                <a:lnTo>
                  <a:pt x="3880" y="635"/>
                </a:lnTo>
                <a:lnTo>
                  <a:pt x="3986" y="670"/>
                </a:lnTo>
                <a:lnTo>
                  <a:pt x="4092" y="740"/>
                </a:lnTo>
                <a:lnTo>
                  <a:pt x="4162" y="846"/>
                </a:lnTo>
                <a:lnTo>
                  <a:pt x="4268" y="881"/>
                </a:lnTo>
                <a:lnTo>
                  <a:pt x="4445" y="846"/>
                </a:lnTo>
                <a:lnTo>
                  <a:pt x="4550" y="846"/>
                </a:lnTo>
                <a:lnTo>
                  <a:pt x="4691" y="811"/>
                </a:lnTo>
                <a:lnTo>
                  <a:pt x="4797" y="811"/>
                </a:lnTo>
                <a:lnTo>
                  <a:pt x="4903" y="740"/>
                </a:lnTo>
                <a:lnTo>
                  <a:pt x="5044" y="705"/>
                </a:lnTo>
                <a:lnTo>
                  <a:pt x="5150" y="705"/>
                </a:lnTo>
                <a:lnTo>
                  <a:pt x="5256" y="670"/>
                </a:lnTo>
                <a:lnTo>
                  <a:pt x="5432" y="599"/>
                </a:lnTo>
                <a:lnTo>
                  <a:pt x="5609" y="564"/>
                </a:lnTo>
                <a:lnTo>
                  <a:pt x="5750" y="599"/>
                </a:lnTo>
                <a:lnTo>
                  <a:pt x="5856" y="599"/>
                </a:lnTo>
                <a:lnTo>
                  <a:pt x="5997" y="599"/>
                </a:lnTo>
                <a:lnTo>
                  <a:pt x="6138" y="635"/>
                </a:lnTo>
                <a:lnTo>
                  <a:pt x="6491" y="635"/>
                </a:lnTo>
                <a:lnTo>
                  <a:pt x="6632" y="599"/>
                </a:lnTo>
                <a:lnTo>
                  <a:pt x="7126" y="564"/>
                </a:lnTo>
                <a:lnTo>
                  <a:pt x="7478" y="529"/>
                </a:lnTo>
                <a:lnTo>
                  <a:pt x="7902" y="529"/>
                </a:lnTo>
                <a:lnTo>
                  <a:pt x="8043" y="493"/>
                </a:lnTo>
                <a:lnTo>
                  <a:pt x="8219" y="423"/>
                </a:lnTo>
                <a:lnTo>
                  <a:pt x="8360" y="388"/>
                </a:lnTo>
                <a:lnTo>
                  <a:pt x="8501" y="317"/>
                </a:lnTo>
                <a:lnTo>
                  <a:pt x="8678" y="246"/>
                </a:lnTo>
                <a:lnTo>
                  <a:pt x="8784" y="176"/>
                </a:lnTo>
                <a:lnTo>
                  <a:pt x="8890" y="176"/>
                </a:lnTo>
                <a:lnTo>
                  <a:pt x="9101" y="141"/>
                </a:lnTo>
                <a:lnTo>
                  <a:pt x="9207" y="246"/>
                </a:lnTo>
                <a:lnTo>
                  <a:pt x="9313" y="423"/>
                </a:lnTo>
                <a:lnTo>
                  <a:pt x="9383" y="529"/>
                </a:lnTo>
                <a:lnTo>
                  <a:pt x="9525" y="493"/>
                </a:lnTo>
                <a:lnTo>
                  <a:pt x="9666" y="458"/>
                </a:lnTo>
                <a:lnTo>
                  <a:pt x="9771" y="423"/>
                </a:lnTo>
                <a:lnTo>
                  <a:pt x="9948" y="529"/>
                </a:lnTo>
                <a:lnTo>
                  <a:pt x="10089" y="564"/>
                </a:lnTo>
                <a:lnTo>
                  <a:pt x="10301" y="564"/>
                </a:lnTo>
                <a:lnTo>
                  <a:pt x="10442" y="564"/>
                </a:lnTo>
                <a:lnTo>
                  <a:pt x="10689" y="564"/>
                </a:lnTo>
                <a:lnTo>
                  <a:pt x="11041" y="564"/>
                </a:lnTo>
                <a:lnTo>
                  <a:pt x="11183" y="564"/>
                </a:lnTo>
                <a:lnTo>
                  <a:pt x="11324" y="529"/>
                </a:lnTo>
                <a:lnTo>
                  <a:pt x="11465" y="529"/>
                </a:lnTo>
                <a:lnTo>
                  <a:pt x="11572" y="529"/>
                </a:lnTo>
                <a:lnTo>
                  <a:pt x="11677" y="529"/>
                </a:lnTo>
                <a:lnTo>
                  <a:pt x="11783" y="529"/>
                </a:lnTo>
                <a:lnTo>
                  <a:pt x="11889" y="564"/>
                </a:lnTo>
                <a:lnTo>
                  <a:pt x="11995" y="564"/>
                </a:lnTo>
                <a:lnTo>
                  <a:pt x="12101" y="599"/>
                </a:lnTo>
                <a:lnTo>
                  <a:pt x="12242" y="599"/>
                </a:lnTo>
                <a:lnTo>
                  <a:pt x="12348" y="635"/>
                </a:lnTo>
                <a:lnTo>
                  <a:pt x="12454" y="670"/>
                </a:lnTo>
                <a:lnTo>
                  <a:pt x="12595" y="670"/>
                </a:lnTo>
                <a:lnTo>
                  <a:pt x="13018" y="670"/>
                </a:lnTo>
                <a:lnTo>
                  <a:pt x="13159" y="670"/>
                </a:lnTo>
                <a:lnTo>
                  <a:pt x="13300" y="705"/>
                </a:lnTo>
                <a:lnTo>
                  <a:pt x="13441" y="705"/>
                </a:lnTo>
                <a:lnTo>
                  <a:pt x="13582" y="705"/>
                </a:lnTo>
                <a:lnTo>
                  <a:pt x="13688" y="705"/>
                </a:lnTo>
                <a:lnTo>
                  <a:pt x="13794" y="705"/>
                </a:lnTo>
                <a:lnTo>
                  <a:pt x="14041" y="776"/>
                </a:lnTo>
                <a:lnTo>
                  <a:pt x="14147" y="811"/>
                </a:lnTo>
                <a:lnTo>
                  <a:pt x="14288" y="811"/>
                </a:lnTo>
                <a:lnTo>
                  <a:pt x="14429" y="811"/>
                </a:lnTo>
                <a:lnTo>
                  <a:pt x="14570" y="811"/>
                </a:lnTo>
                <a:lnTo>
                  <a:pt x="14676" y="776"/>
                </a:lnTo>
                <a:lnTo>
                  <a:pt x="14782" y="776"/>
                </a:lnTo>
                <a:lnTo>
                  <a:pt x="14923" y="740"/>
                </a:lnTo>
                <a:lnTo>
                  <a:pt x="15029" y="705"/>
                </a:lnTo>
                <a:lnTo>
                  <a:pt x="15170" y="705"/>
                </a:lnTo>
                <a:lnTo>
                  <a:pt x="15311" y="670"/>
                </a:lnTo>
                <a:lnTo>
                  <a:pt x="15664" y="670"/>
                </a:lnTo>
                <a:lnTo>
                  <a:pt x="15805" y="670"/>
                </a:lnTo>
                <a:lnTo>
                  <a:pt x="15911" y="705"/>
                </a:lnTo>
                <a:lnTo>
                  <a:pt x="15946" y="811"/>
                </a:lnTo>
                <a:lnTo>
                  <a:pt x="16087" y="881"/>
                </a:lnTo>
                <a:lnTo>
                  <a:pt x="16193" y="952"/>
                </a:lnTo>
                <a:lnTo>
                  <a:pt x="16299" y="987"/>
                </a:lnTo>
                <a:lnTo>
                  <a:pt x="16405" y="987"/>
                </a:lnTo>
                <a:lnTo>
                  <a:pt x="16511" y="987"/>
                </a:lnTo>
                <a:lnTo>
                  <a:pt x="16652" y="1023"/>
                </a:lnTo>
                <a:lnTo>
                  <a:pt x="16757" y="1058"/>
                </a:lnTo>
                <a:lnTo>
                  <a:pt x="16863" y="1058"/>
                </a:lnTo>
                <a:lnTo>
                  <a:pt x="17004" y="1023"/>
                </a:lnTo>
                <a:lnTo>
                  <a:pt x="17110" y="1023"/>
                </a:lnTo>
                <a:lnTo>
                  <a:pt x="17251" y="987"/>
                </a:lnTo>
                <a:lnTo>
                  <a:pt x="17392" y="952"/>
                </a:lnTo>
                <a:lnTo>
                  <a:pt x="17569" y="917"/>
                </a:lnTo>
                <a:lnTo>
                  <a:pt x="17675" y="917"/>
                </a:lnTo>
                <a:lnTo>
                  <a:pt x="17851" y="917"/>
                </a:lnTo>
                <a:lnTo>
                  <a:pt x="17957" y="952"/>
                </a:lnTo>
                <a:lnTo>
                  <a:pt x="18098" y="952"/>
                </a:lnTo>
                <a:lnTo>
                  <a:pt x="18204" y="987"/>
                </a:lnTo>
                <a:lnTo>
                  <a:pt x="18310" y="1023"/>
                </a:lnTo>
                <a:lnTo>
                  <a:pt x="18416" y="1023"/>
                </a:lnTo>
                <a:lnTo>
                  <a:pt x="18521" y="1023"/>
                </a:lnTo>
                <a:lnTo>
                  <a:pt x="18662" y="1023"/>
                </a:lnTo>
                <a:lnTo>
                  <a:pt x="18768" y="1023"/>
                </a:lnTo>
                <a:lnTo>
                  <a:pt x="18909" y="987"/>
                </a:lnTo>
                <a:lnTo>
                  <a:pt x="19051" y="917"/>
                </a:lnTo>
                <a:lnTo>
                  <a:pt x="19615" y="776"/>
                </a:lnTo>
                <a:lnTo>
                  <a:pt x="19968" y="705"/>
                </a:lnTo>
                <a:lnTo>
                  <a:pt x="20391" y="670"/>
                </a:lnTo>
                <a:lnTo>
                  <a:pt x="20532" y="635"/>
                </a:lnTo>
                <a:lnTo>
                  <a:pt x="20638" y="635"/>
                </a:lnTo>
                <a:lnTo>
                  <a:pt x="20673" y="529"/>
                </a:lnTo>
                <a:lnTo>
                  <a:pt x="20709" y="388"/>
                </a:lnTo>
                <a:lnTo>
                  <a:pt x="20814" y="423"/>
                </a:lnTo>
                <a:lnTo>
                  <a:pt x="20814" y="529"/>
                </a:lnTo>
                <a:lnTo>
                  <a:pt x="20920" y="564"/>
                </a:lnTo>
                <a:lnTo>
                  <a:pt x="21026" y="529"/>
                </a:lnTo>
                <a:lnTo>
                  <a:pt x="21132" y="458"/>
                </a:lnTo>
                <a:lnTo>
                  <a:pt x="21238" y="458"/>
                </a:lnTo>
                <a:lnTo>
                  <a:pt x="21379" y="423"/>
                </a:lnTo>
                <a:lnTo>
                  <a:pt x="21520" y="423"/>
                </a:lnTo>
                <a:lnTo>
                  <a:pt x="21626" y="388"/>
                </a:lnTo>
                <a:lnTo>
                  <a:pt x="21837" y="388"/>
                </a:lnTo>
                <a:lnTo>
                  <a:pt x="21943" y="388"/>
                </a:lnTo>
                <a:lnTo>
                  <a:pt x="22049" y="388"/>
                </a:lnTo>
                <a:lnTo>
                  <a:pt x="22155" y="352"/>
                </a:lnTo>
                <a:lnTo>
                  <a:pt x="22261" y="317"/>
                </a:lnTo>
                <a:lnTo>
                  <a:pt x="22367" y="317"/>
                </a:lnTo>
                <a:lnTo>
                  <a:pt x="22472" y="282"/>
                </a:lnTo>
                <a:lnTo>
                  <a:pt x="22578" y="211"/>
                </a:lnTo>
                <a:lnTo>
                  <a:pt x="22684" y="141"/>
                </a:lnTo>
                <a:lnTo>
                  <a:pt x="22790" y="105"/>
                </a:lnTo>
                <a:lnTo>
                  <a:pt x="22896" y="35"/>
                </a:lnTo>
                <a:lnTo>
                  <a:pt x="23002" y="0"/>
                </a:lnTo>
                <a:lnTo>
                  <a:pt x="23002" y="2646"/>
                </a:lnTo>
                <a:lnTo>
                  <a:pt x="22896" y="2576"/>
                </a:lnTo>
                <a:lnTo>
                  <a:pt x="22790" y="2505"/>
                </a:lnTo>
                <a:lnTo>
                  <a:pt x="22755" y="2399"/>
                </a:lnTo>
                <a:lnTo>
                  <a:pt x="22649" y="2294"/>
                </a:lnTo>
                <a:lnTo>
                  <a:pt x="22578" y="2188"/>
                </a:lnTo>
                <a:lnTo>
                  <a:pt x="22508" y="2082"/>
                </a:lnTo>
                <a:lnTo>
                  <a:pt x="22402" y="1906"/>
                </a:lnTo>
                <a:lnTo>
                  <a:pt x="22367" y="1800"/>
                </a:lnTo>
                <a:lnTo>
                  <a:pt x="22261" y="1694"/>
                </a:lnTo>
                <a:lnTo>
                  <a:pt x="22190" y="1588"/>
                </a:lnTo>
                <a:lnTo>
                  <a:pt x="22084" y="1517"/>
                </a:lnTo>
                <a:lnTo>
                  <a:pt x="21979" y="1553"/>
                </a:lnTo>
                <a:lnTo>
                  <a:pt x="21943" y="1659"/>
                </a:lnTo>
                <a:lnTo>
                  <a:pt x="21837" y="1764"/>
                </a:lnTo>
                <a:lnTo>
                  <a:pt x="21696" y="1870"/>
                </a:lnTo>
                <a:lnTo>
                  <a:pt x="21591" y="1941"/>
                </a:lnTo>
                <a:lnTo>
                  <a:pt x="21520" y="2047"/>
                </a:lnTo>
                <a:lnTo>
                  <a:pt x="21414" y="2188"/>
                </a:lnTo>
                <a:lnTo>
                  <a:pt x="21379" y="2294"/>
                </a:lnTo>
                <a:lnTo>
                  <a:pt x="21308" y="2399"/>
                </a:lnTo>
                <a:lnTo>
                  <a:pt x="21167" y="2364"/>
                </a:lnTo>
                <a:lnTo>
                  <a:pt x="21026" y="2223"/>
                </a:lnTo>
                <a:lnTo>
                  <a:pt x="20956" y="2082"/>
                </a:lnTo>
                <a:lnTo>
                  <a:pt x="20956" y="1976"/>
                </a:lnTo>
                <a:lnTo>
                  <a:pt x="20885" y="1870"/>
                </a:lnTo>
                <a:lnTo>
                  <a:pt x="20814" y="1729"/>
                </a:lnTo>
                <a:lnTo>
                  <a:pt x="20744" y="1623"/>
                </a:lnTo>
                <a:lnTo>
                  <a:pt x="20673" y="1517"/>
                </a:lnTo>
                <a:lnTo>
                  <a:pt x="20567" y="1482"/>
                </a:lnTo>
                <a:lnTo>
                  <a:pt x="20497" y="1376"/>
                </a:lnTo>
                <a:lnTo>
                  <a:pt x="20391" y="1270"/>
                </a:lnTo>
                <a:lnTo>
                  <a:pt x="20321" y="1164"/>
                </a:lnTo>
                <a:lnTo>
                  <a:pt x="20250" y="1270"/>
                </a:lnTo>
                <a:lnTo>
                  <a:pt x="20179" y="1376"/>
                </a:lnTo>
                <a:lnTo>
                  <a:pt x="20074" y="1376"/>
                </a:lnTo>
                <a:lnTo>
                  <a:pt x="19968" y="1376"/>
                </a:lnTo>
                <a:lnTo>
                  <a:pt x="20250" y="2717"/>
                </a:lnTo>
                <a:lnTo>
                  <a:pt x="19827" y="1412"/>
                </a:lnTo>
                <a:lnTo>
                  <a:pt x="19686" y="1517"/>
                </a:lnTo>
                <a:lnTo>
                  <a:pt x="19580" y="1553"/>
                </a:lnTo>
                <a:lnTo>
                  <a:pt x="19509" y="1659"/>
                </a:lnTo>
                <a:lnTo>
                  <a:pt x="19403" y="1764"/>
                </a:lnTo>
                <a:lnTo>
                  <a:pt x="19297" y="1800"/>
                </a:lnTo>
                <a:lnTo>
                  <a:pt x="19192" y="1800"/>
                </a:lnTo>
                <a:lnTo>
                  <a:pt x="19086" y="1906"/>
                </a:lnTo>
                <a:lnTo>
                  <a:pt x="19015" y="2011"/>
                </a:lnTo>
                <a:lnTo>
                  <a:pt x="18874" y="1976"/>
                </a:lnTo>
                <a:lnTo>
                  <a:pt x="18733" y="1870"/>
                </a:lnTo>
                <a:lnTo>
                  <a:pt x="18627" y="1800"/>
                </a:lnTo>
                <a:lnTo>
                  <a:pt x="18521" y="1800"/>
                </a:lnTo>
                <a:lnTo>
                  <a:pt x="18416" y="1729"/>
                </a:lnTo>
                <a:lnTo>
                  <a:pt x="18310" y="1659"/>
                </a:lnTo>
                <a:lnTo>
                  <a:pt x="18204" y="1694"/>
                </a:lnTo>
                <a:lnTo>
                  <a:pt x="17992" y="1659"/>
                </a:lnTo>
                <a:lnTo>
                  <a:pt x="17886" y="1517"/>
                </a:lnTo>
                <a:lnTo>
                  <a:pt x="17781" y="1447"/>
                </a:lnTo>
                <a:lnTo>
                  <a:pt x="17710" y="1340"/>
                </a:lnTo>
                <a:lnTo>
                  <a:pt x="17569" y="1270"/>
                </a:lnTo>
                <a:lnTo>
                  <a:pt x="17463" y="1305"/>
                </a:lnTo>
                <a:lnTo>
                  <a:pt x="17357" y="1376"/>
                </a:lnTo>
                <a:lnTo>
                  <a:pt x="17251" y="1517"/>
                </a:lnTo>
                <a:lnTo>
                  <a:pt x="17146" y="1553"/>
                </a:lnTo>
                <a:lnTo>
                  <a:pt x="17004" y="1623"/>
                </a:lnTo>
                <a:lnTo>
                  <a:pt x="16899" y="1694"/>
                </a:lnTo>
                <a:lnTo>
                  <a:pt x="16793" y="1729"/>
                </a:lnTo>
                <a:lnTo>
                  <a:pt x="16687" y="1729"/>
                </a:lnTo>
                <a:lnTo>
                  <a:pt x="16581" y="1694"/>
                </a:lnTo>
                <a:lnTo>
                  <a:pt x="16440" y="1623"/>
                </a:lnTo>
                <a:lnTo>
                  <a:pt x="16299" y="1553"/>
                </a:lnTo>
                <a:lnTo>
                  <a:pt x="16158" y="1482"/>
                </a:lnTo>
                <a:lnTo>
                  <a:pt x="15981" y="1376"/>
                </a:lnTo>
                <a:lnTo>
                  <a:pt x="15876" y="1340"/>
                </a:lnTo>
                <a:lnTo>
                  <a:pt x="15770" y="1234"/>
                </a:lnTo>
                <a:lnTo>
                  <a:pt x="15593" y="1234"/>
                </a:lnTo>
                <a:lnTo>
                  <a:pt x="15452" y="1164"/>
                </a:lnTo>
                <a:lnTo>
                  <a:pt x="15311" y="1128"/>
                </a:lnTo>
                <a:lnTo>
                  <a:pt x="15170" y="1164"/>
                </a:lnTo>
                <a:lnTo>
                  <a:pt x="15029" y="1270"/>
                </a:lnTo>
                <a:lnTo>
                  <a:pt x="14923" y="1305"/>
                </a:lnTo>
                <a:lnTo>
                  <a:pt x="14747" y="1234"/>
                </a:lnTo>
                <a:lnTo>
                  <a:pt x="14641" y="1164"/>
                </a:lnTo>
                <a:lnTo>
                  <a:pt x="14535" y="1128"/>
                </a:lnTo>
                <a:lnTo>
                  <a:pt x="14429" y="1128"/>
                </a:lnTo>
                <a:lnTo>
                  <a:pt x="14323" y="1128"/>
                </a:lnTo>
                <a:lnTo>
                  <a:pt x="14182" y="1093"/>
                </a:lnTo>
                <a:lnTo>
                  <a:pt x="14076" y="1093"/>
                </a:lnTo>
                <a:lnTo>
                  <a:pt x="13971" y="1128"/>
                </a:lnTo>
                <a:lnTo>
                  <a:pt x="13865" y="1164"/>
                </a:lnTo>
                <a:lnTo>
                  <a:pt x="13759" y="1164"/>
                </a:lnTo>
                <a:lnTo>
                  <a:pt x="13618" y="1164"/>
                </a:lnTo>
                <a:lnTo>
                  <a:pt x="13512" y="1093"/>
                </a:lnTo>
                <a:lnTo>
                  <a:pt x="13406" y="1023"/>
                </a:lnTo>
                <a:lnTo>
                  <a:pt x="13300" y="987"/>
                </a:lnTo>
                <a:lnTo>
                  <a:pt x="13194" y="987"/>
                </a:lnTo>
                <a:lnTo>
                  <a:pt x="13089" y="1023"/>
                </a:lnTo>
                <a:lnTo>
                  <a:pt x="12912" y="987"/>
                </a:lnTo>
                <a:lnTo>
                  <a:pt x="12806" y="952"/>
                </a:lnTo>
                <a:lnTo>
                  <a:pt x="12701" y="952"/>
                </a:lnTo>
                <a:lnTo>
                  <a:pt x="12595" y="1023"/>
                </a:lnTo>
                <a:lnTo>
                  <a:pt x="12489" y="1058"/>
                </a:lnTo>
                <a:lnTo>
                  <a:pt x="12348" y="1058"/>
                </a:lnTo>
                <a:lnTo>
                  <a:pt x="12207" y="1023"/>
                </a:lnTo>
                <a:lnTo>
                  <a:pt x="12066" y="1023"/>
                </a:lnTo>
                <a:lnTo>
                  <a:pt x="11924" y="952"/>
                </a:lnTo>
                <a:lnTo>
                  <a:pt x="11783" y="881"/>
                </a:lnTo>
                <a:lnTo>
                  <a:pt x="11677" y="846"/>
                </a:lnTo>
                <a:lnTo>
                  <a:pt x="11500" y="811"/>
                </a:lnTo>
                <a:lnTo>
                  <a:pt x="11359" y="811"/>
                </a:lnTo>
                <a:lnTo>
                  <a:pt x="11253" y="846"/>
                </a:lnTo>
                <a:lnTo>
                  <a:pt x="11112" y="952"/>
                </a:lnTo>
                <a:lnTo>
                  <a:pt x="11006" y="987"/>
                </a:lnTo>
                <a:lnTo>
                  <a:pt x="10865" y="1023"/>
                </a:lnTo>
                <a:lnTo>
                  <a:pt x="10724" y="987"/>
                </a:lnTo>
                <a:lnTo>
                  <a:pt x="10548" y="1023"/>
                </a:lnTo>
                <a:lnTo>
                  <a:pt x="10371" y="1058"/>
                </a:lnTo>
                <a:lnTo>
                  <a:pt x="10265" y="1093"/>
                </a:lnTo>
                <a:lnTo>
                  <a:pt x="10089" y="1023"/>
                </a:lnTo>
                <a:lnTo>
                  <a:pt x="9948" y="881"/>
                </a:lnTo>
                <a:lnTo>
                  <a:pt x="9842" y="811"/>
                </a:lnTo>
                <a:lnTo>
                  <a:pt x="9701" y="705"/>
                </a:lnTo>
                <a:lnTo>
                  <a:pt x="9595" y="670"/>
                </a:lnTo>
                <a:lnTo>
                  <a:pt x="9454" y="740"/>
                </a:lnTo>
                <a:lnTo>
                  <a:pt x="9383" y="846"/>
                </a:lnTo>
                <a:lnTo>
                  <a:pt x="9278" y="811"/>
                </a:lnTo>
                <a:lnTo>
                  <a:pt x="9172" y="846"/>
                </a:lnTo>
                <a:lnTo>
                  <a:pt x="9066" y="846"/>
                </a:lnTo>
                <a:lnTo>
                  <a:pt x="8925" y="881"/>
                </a:lnTo>
                <a:lnTo>
                  <a:pt x="8784" y="881"/>
                </a:lnTo>
                <a:lnTo>
                  <a:pt x="8678" y="881"/>
                </a:lnTo>
                <a:lnTo>
                  <a:pt x="8572" y="846"/>
                </a:lnTo>
                <a:lnTo>
                  <a:pt x="8925" y="1517"/>
                </a:lnTo>
                <a:lnTo>
                  <a:pt x="8501" y="952"/>
                </a:lnTo>
                <a:lnTo>
                  <a:pt x="8396" y="881"/>
                </a:lnTo>
                <a:lnTo>
                  <a:pt x="8290" y="881"/>
                </a:lnTo>
                <a:lnTo>
                  <a:pt x="8184" y="952"/>
                </a:lnTo>
                <a:lnTo>
                  <a:pt x="8113" y="1058"/>
                </a:lnTo>
                <a:lnTo>
                  <a:pt x="8008" y="1128"/>
                </a:lnTo>
                <a:lnTo>
                  <a:pt x="7902" y="1128"/>
                </a:lnTo>
                <a:lnTo>
                  <a:pt x="7796" y="1128"/>
                </a:lnTo>
                <a:lnTo>
                  <a:pt x="7690" y="1128"/>
                </a:lnTo>
                <a:lnTo>
                  <a:pt x="7549" y="1058"/>
                </a:lnTo>
                <a:lnTo>
                  <a:pt x="7443" y="1023"/>
                </a:lnTo>
                <a:lnTo>
                  <a:pt x="7337" y="1023"/>
                </a:lnTo>
                <a:lnTo>
                  <a:pt x="7196" y="987"/>
                </a:lnTo>
                <a:lnTo>
                  <a:pt x="7090" y="987"/>
                </a:lnTo>
                <a:lnTo>
                  <a:pt x="6914" y="987"/>
                </a:lnTo>
                <a:lnTo>
                  <a:pt x="6773" y="952"/>
                </a:lnTo>
                <a:lnTo>
                  <a:pt x="6667" y="881"/>
                </a:lnTo>
                <a:lnTo>
                  <a:pt x="6561" y="846"/>
                </a:lnTo>
                <a:lnTo>
                  <a:pt x="6455" y="846"/>
                </a:lnTo>
                <a:lnTo>
                  <a:pt x="6350" y="846"/>
                </a:lnTo>
                <a:lnTo>
                  <a:pt x="6208" y="846"/>
                </a:lnTo>
                <a:lnTo>
                  <a:pt x="6103" y="811"/>
                </a:lnTo>
                <a:lnTo>
                  <a:pt x="5997" y="811"/>
                </a:lnTo>
                <a:lnTo>
                  <a:pt x="5891" y="776"/>
                </a:lnTo>
                <a:lnTo>
                  <a:pt x="5785" y="846"/>
                </a:lnTo>
                <a:lnTo>
                  <a:pt x="5679" y="952"/>
                </a:lnTo>
                <a:lnTo>
                  <a:pt x="5573" y="1023"/>
                </a:lnTo>
                <a:lnTo>
                  <a:pt x="5468" y="1093"/>
                </a:lnTo>
                <a:lnTo>
                  <a:pt x="5362" y="1164"/>
                </a:lnTo>
                <a:lnTo>
                  <a:pt x="5256" y="1199"/>
                </a:lnTo>
                <a:lnTo>
                  <a:pt x="5150" y="1199"/>
                </a:lnTo>
                <a:lnTo>
                  <a:pt x="5009" y="1199"/>
                </a:lnTo>
                <a:lnTo>
                  <a:pt x="4903" y="1164"/>
                </a:lnTo>
                <a:lnTo>
                  <a:pt x="4762" y="1164"/>
                </a:lnTo>
                <a:lnTo>
                  <a:pt x="4621" y="1164"/>
                </a:lnTo>
                <a:lnTo>
                  <a:pt x="4515" y="1199"/>
                </a:lnTo>
                <a:lnTo>
                  <a:pt x="4409" y="1234"/>
                </a:lnTo>
                <a:lnTo>
                  <a:pt x="4303" y="1234"/>
                </a:lnTo>
                <a:lnTo>
                  <a:pt x="4162" y="1270"/>
                </a:lnTo>
                <a:lnTo>
                  <a:pt x="4021" y="1234"/>
                </a:lnTo>
                <a:lnTo>
                  <a:pt x="3915" y="1199"/>
                </a:lnTo>
                <a:lnTo>
                  <a:pt x="3810" y="1128"/>
                </a:lnTo>
                <a:lnTo>
                  <a:pt x="3704" y="1093"/>
                </a:lnTo>
                <a:lnTo>
                  <a:pt x="3598" y="1023"/>
                </a:lnTo>
                <a:lnTo>
                  <a:pt x="3492" y="1023"/>
                </a:lnTo>
                <a:lnTo>
                  <a:pt x="3386" y="1093"/>
                </a:lnTo>
                <a:lnTo>
                  <a:pt x="3245" y="1128"/>
                </a:lnTo>
                <a:lnTo>
                  <a:pt x="3104" y="1199"/>
                </a:lnTo>
                <a:lnTo>
                  <a:pt x="2998" y="1234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40"/>
                </a:lnTo>
                <a:lnTo>
                  <a:pt x="2469" y="1376"/>
                </a:lnTo>
                <a:lnTo>
                  <a:pt x="2293" y="1412"/>
                </a:lnTo>
                <a:lnTo>
                  <a:pt x="2187" y="1412"/>
                </a:lnTo>
                <a:lnTo>
                  <a:pt x="2046" y="1447"/>
                </a:lnTo>
                <a:lnTo>
                  <a:pt x="1940" y="1447"/>
                </a:lnTo>
                <a:lnTo>
                  <a:pt x="1834" y="1412"/>
                </a:lnTo>
                <a:lnTo>
                  <a:pt x="1728" y="1376"/>
                </a:lnTo>
                <a:lnTo>
                  <a:pt x="1658" y="1270"/>
                </a:lnTo>
                <a:lnTo>
                  <a:pt x="1622" y="1164"/>
                </a:lnTo>
                <a:lnTo>
                  <a:pt x="1516" y="1093"/>
                </a:lnTo>
                <a:lnTo>
                  <a:pt x="1375" y="1093"/>
                </a:lnTo>
                <a:lnTo>
                  <a:pt x="1269" y="1093"/>
                </a:lnTo>
                <a:lnTo>
                  <a:pt x="1164" y="1164"/>
                </a:lnTo>
                <a:lnTo>
                  <a:pt x="1058" y="1234"/>
                </a:lnTo>
                <a:lnTo>
                  <a:pt x="917" y="1270"/>
                </a:lnTo>
                <a:lnTo>
                  <a:pt x="811" y="1305"/>
                </a:lnTo>
                <a:lnTo>
                  <a:pt x="705" y="1305"/>
                </a:lnTo>
                <a:lnTo>
                  <a:pt x="599" y="1376"/>
                </a:lnTo>
                <a:lnTo>
                  <a:pt x="493" y="1447"/>
                </a:lnTo>
                <a:lnTo>
                  <a:pt x="388" y="1517"/>
                </a:lnTo>
                <a:lnTo>
                  <a:pt x="282" y="1553"/>
                </a:lnTo>
                <a:lnTo>
                  <a:pt x="176" y="1588"/>
                </a:lnTo>
                <a:lnTo>
                  <a:pt x="70" y="1588"/>
                </a:lnTo>
                <a:lnTo>
                  <a:pt x="0" y="881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69800" y="628560"/>
            <a:ext cx="8128080" cy="61023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1  9  9  4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5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-   -   -   -   -    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2" name=""/>
          <p:cNvGrpSpPr/>
          <p:nvPr/>
        </p:nvGrpSpPr>
        <p:grpSpPr>
          <a:xfrm>
            <a:off x="4498920" y="1104840"/>
            <a:ext cx="3873600" cy="1780920"/>
            <a:chOff x="4498920" y="1104840"/>
            <a:chExt cx="3873600" cy="1780920"/>
          </a:xfrm>
        </p:grpSpPr>
        <p:grpSp>
          <p:nvGrpSpPr>
            <p:cNvPr id="153" name=""/>
            <p:cNvGrpSpPr/>
            <p:nvPr/>
          </p:nvGrpSpPr>
          <p:grpSpPr>
            <a:xfrm>
              <a:off x="4498920" y="1790640"/>
              <a:ext cx="3873600" cy="457200"/>
              <a:chOff x="4498920" y="1790640"/>
              <a:chExt cx="3873600" cy="457200"/>
            </a:xfrm>
          </p:grpSpPr>
          <p:sp>
            <p:nvSpPr>
              <p:cNvPr id="154" name=""/>
              <p:cNvSpPr/>
              <p:nvPr/>
            </p:nvSpPr>
            <p:spPr>
              <a:xfrm>
                <a:off x="4498920" y="1790640"/>
                <a:ext cx="3873600" cy="45720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49435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53625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"/>
              <p:cNvSpPr/>
              <p:nvPr/>
            </p:nvSpPr>
            <p:spPr>
              <a:xfrm>
                <a:off x="58197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623880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6645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7077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749628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79279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3" name=""/>
            <p:cNvGrpSpPr/>
            <p:nvPr/>
          </p:nvGrpSpPr>
          <p:grpSpPr>
            <a:xfrm>
              <a:off x="4498920" y="1104840"/>
              <a:ext cx="863640" cy="485640"/>
              <a:chOff x="4498920" y="1104840"/>
              <a:chExt cx="863640" cy="485640"/>
            </a:xfrm>
          </p:grpSpPr>
          <p:sp>
            <p:nvSpPr>
              <p:cNvPr id="164" name=""/>
              <p:cNvSpPr/>
              <p:nvPr/>
            </p:nvSpPr>
            <p:spPr>
              <a:xfrm>
                <a:off x="4498920" y="1104840"/>
                <a:ext cx="863640" cy="4856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4943520" y="1120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6" name=""/>
            <p:cNvGrpSpPr/>
            <p:nvPr/>
          </p:nvGrpSpPr>
          <p:grpSpPr>
            <a:xfrm>
              <a:off x="4498920" y="2419200"/>
              <a:ext cx="1765440" cy="466560"/>
              <a:chOff x="4498920" y="2419200"/>
              <a:chExt cx="1765440" cy="466560"/>
            </a:xfrm>
          </p:grpSpPr>
          <p:sp>
            <p:nvSpPr>
              <p:cNvPr id="167" name=""/>
              <p:cNvSpPr/>
              <p:nvPr/>
            </p:nvSpPr>
            <p:spPr>
              <a:xfrm>
                <a:off x="4498920" y="2419200"/>
                <a:ext cx="1765440" cy="46656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494352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53625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58197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1" name=""/>
          <p:cNvGrpSpPr/>
          <p:nvPr/>
        </p:nvGrpSpPr>
        <p:grpSpPr>
          <a:xfrm>
            <a:off x="1168560" y="3533760"/>
            <a:ext cx="6350040" cy="457200"/>
            <a:chOff x="1168560" y="3533760"/>
            <a:chExt cx="6350040" cy="457200"/>
          </a:xfrm>
        </p:grpSpPr>
        <p:sp>
          <p:nvSpPr>
            <p:cNvPr id="172" name=""/>
            <p:cNvSpPr/>
            <p:nvPr/>
          </p:nvSpPr>
          <p:spPr>
            <a:xfrm>
              <a:off x="1168560" y="3533760"/>
              <a:ext cx="6350040" cy="4572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161280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20318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2489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29084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33148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37465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165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597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50036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5423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8802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62992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67057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71373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7" name=""/>
          <p:cNvSpPr/>
          <p:nvPr/>
        </p:nvSpPr>
        <p:spPr>
          <a:xfrm>
            <a:off x="355680" y="4013280"/>
            <a:ext cx="8280720" cy="978120"/>
          </a:xfrm>
          <a:custGeom>
            <a:avLst/>
            <a:gdLst/>
            <a:ahLst/>
            <a:rect l="0" t="0" r="r" b="b"/>
            <a:pathLst>
              <a:path w="23002" h="2717">
                <a:moveTo>
                  <a:pt x="0" y="881"/>
                </a:moveTo>
                <a:lnTo>
                  <a:pt x="105" y="846"/>
                </a:lnTo>
                <a:lnTo>
                  <a:pt x="282" y="811"/>
                </a:lnTo>
                <a:lnTo>
                  <a:pt x="388" y="811"/>
                </a:lnTo>
                <a:lnTo>
                  <a:pt x="493" y="811"/>
                </a:lnTo>
                <a:lnTo>
                  <a:pt x="599" y="776"/>
                </a:lnTo>
                <a:lnTo>
                  <a:pt x="705" y="740"/>
                </a:lnTo>
                <a:lnTo>
                  <a:pt x="917" y="670"/>
                </a:lnTo>
                <a:lnTo>
                  <a:pt x="1023" y="599"/>
                </a:lnTo>
                <a:lnTo>
                  <a:pt x="1128" y="564"/>
                </a:lnTo>
                <a:lnTo>
                  <a:pt x="1234" y="670"/>
                </a:lnTo>
                <a:lnTo>
                  <a:pt x="1375" y="740"/>
                </a:lnTo>
                <a:lnTo>
                  <a:pt x="1516" y="881"/>
                </a:lnTo>
                <a:lnTo>
                  <a:pt x="1622" y="776"/>
                </a:lnTo>
                <a:lnTo>
                  <a:pt x="1728" y="881"/>
                </a:lnTo>
                <a:lnTo>
                  <a:pt x="1799" y="987"/>
                </a:lnTo>
                <a:lnTo>
                  <a:pt x="1905" y="1023"/>
                </a:lnTo>
                <a:lnTo>
                  <a:pt x="2010" y="952"/>
                </a:lnTo>
                <a:lnTo>
                  <a:pt x="2151" y="846"/>
                </a:lnTo>
                <a:lnTo>
                  <a:pt x="2222" y="740"/>
                </a:lnTo>
                <a:lnTo>
                  <a:pt x="2328" y="705"/>
                </a:lnTo>
                <a:lnTo>
                  <a:pt x="2504" y="705"/>
                </a:lnTo>
                <a:lnTo>
                  <a:pt x="2681" y="670"/>
                </a:lnTo>
                <a:lnTo>
                  <a:pt x="2786" y="635"/>
                </a:lnTo>
                <a:lnTo>
                  <a:pt x="2892" y="599"/>
                </a:lnTo>
                <a:lnTo>
                  <a:pt x="2998" y="529"/>
                </a:lnTo>
                <a:lnTo>
                  <a:pt x="3104" y="529"/>
                </a:lnTo>
                <a:lnTo>
                  <a:pt x="3245" y="564"/>
                </a:lnTo>
                <a:lnTo>
                  <a:pt x="3351" y="564"/>
                </a:lnTo>
                <a:lnTo>
                  <a:pt x="3492" y="564"/>
                </a:lnTo>
                <a:lnTo>
                  <a:pt x="3598" y="635"/>
                </a:lnTo>
                <a:lnTo>
                  <a:pt x="3704" y="670"/>
                </a:lnTo>
                <a:lnTo>
                  <a:pt x="3880" y="635"/>
                </a:lnTo>
                <a:lnTo>
                  <a:pt x="3986" y="670"/>
                </a:lnTo>
                <a:lnTo>
                  <a:pt x="4092" y="740"/>
                </a:lnTo>
                <a:lnTo>
                  <a:pt x="4162" y="846"/>
                </a:lnTo>
                <a:lnTo>
                  <a:pt x="4268" y="881"/>
                </a:lnTo>
                <a:lnTo>
                  <a:pt x="4445" y="846"/>
                </a:lnTo>
                <a:lnTo>
                  <a:pt x="4550" y="846"/>
                </a:lnTo>
                <a:lnTo>
                  <a:pt x="4691" y="811"/>
                </a:lnTo>
                <a:lnTo>
                  <a:pt x="4797" y="811"/>
                </a:lnTo>
                <a:lnTo>
                  <a:pt x="4903" y="740"/>
                </a:lnTo>
                <a:lnTo>
                  <a:pt x="5044" y="705"/>
                </a:lnTo>
                <a:lnTo>
                  <a:pt x="5150" y="705"/>
                </a:lnTo>
                <a:lnTo>
                  <a:pt x="5256" y="670"/>
                </a:lnTo>
                <a:lnTo>
                  <a:pt x="5432" y="599"/>
                </a:lnTo>
                <a:lnTo>
                  <a:pt x="5609" y="564"/>
                </a:lnTo>
                <a:lnTo>
                  <a:pt x="5750" y="599"/>
                </a:lnTo>
                <a:lnTo>
                  <a:pt x="5856" y="599"/>
                </a:lnTo>
                <a:lnTo>
                  <a:pt x="5997" y="599"/>
                </a:lnTo>
                <a:lnTo>
                  <a:pt x="6138" y="635"/>
                </a:lnTo>
                <a:lnTo>
                  <a:pt x="6491" y="635"/>
                </a:lnTo>
                <a:lnTo>
                  <a:pt x="6632" y="599"/>
                </a:lnTo>
                <a:lnTo>
                  <a:pt x="7126" y="564"/>
                </a:lnTo>
                <a:lnTo>
                  <a:pt x="7478" y="529"/>
                </a:lnTo>
                <a:lnTo>
                  <a:pt x="7902" y="529"/>
                </a:lnTo>
                <a:lnTo>
                  <a:pt x="8043" y="493"/>
                </a:lnTo>
                <a:lnTo>
                  <a:pt x="8219" y="423"/>
                </a:lnTo>
                <a:lnTo>
                  <a:pt x="8360" y="388"/>
                </a:lnTo>
                <a:lnTo>
                  <a:pt x="8501" y="317"/>
                </a:lnTo>
                <a:lnTo>
                  <a:pt x="8678" y="246"/>
                </a:lnTo>
                <a:lnTo>
                  <a:pt x="8784" y="176"/>
                </a:lnTo>
                <a:lnTo>
                  <a:pt x="8890" y="176"/>
                </a:lnTo>
                <a:lnTo>
                  <a:pt x="9101" y="141"/>
                </a:lnTo>
                <a:lnTo>
                  <a:pt x="9207" y="246"/>
                </a:lnTo>
                <a:lnTo>
                  <a:pt x="9313" y="423"/>
                </a:lnTo>
                <a:lnTo>
                  <a:pt x="9383" y="529"/>
                </a:lnTo>
                <a:lnTo>
                  <a:pt x="9525" y="493"/>
                </a:lnTo>
                <a:lnTo>
                  <a:pt x="9666" y="458"/>
                </a:lnTo>
                <a:lnTo>
                  <a:pt x="9771" y="423"/>
                </a:lnTo>
                <a:lnTo>
                  <a:pt x="9948" y="529"/>
                </a:lnTo>
                <a:lnTo>
                  <a:pt x="10089" y="564"/>
                </a:lnTo>
                <a:lnTo>
                  <a:pt x="10301" y="564"/>
                </a:lnTo>
                <a:lnTo>
                  <a:pt x="10442" y="564"/>
                </a:lnTo>
                <a:lnTo>
                  <a:pt x="10689" y="564"/>
                </a:lnTo>
                <a:lnTo>
                  <a:pt x="11041" y="564"/>
                </a:lnTo>
                <a:lnTo>
                  <a:pt x="11183" y="564"/>
                </a:lnTo>
                <a:lnTo>
                  <a:pt x="11324" y="529"/>
                </a:lnTo>
                <a:lnTo>
                  <a:pt x="11465" y="529"/>
                </a:lnTo>
                <a:lnTo>
                  <a:pt x="11572" y="529"/>
                </a:lnTo>
                <a:lnTo>
                  <a:pt x="11677" y="529"/>
                </a:lnTo>
                <a:lnTo>
                  <a:pt x="11783" y="529"/>
                </a:lnTo>
                <a:lnTo>
                  <a:pt x="11889" y="564"/>
                </a:lnTo>
                <a:lnTo>
                  <a:pt x="11995" y="564"/>
                </a:lnTo>
                <a:lnTo>
                  <a:pt x="12101" y="599"/>
                </a:lnTo>
                <a:lnTo>
                  <a:pt x="12242" y="599"/>
                </a:lnTo>
                <a:lnTo>
                  <a:pt x="12348" y="635"/>
                </a:lnTo>
                <a:lnTo>
                  <a:pt x="12454" y="670"/>
                </a:lnTo>
                <a:lnTo>
                  <a:pt x="12595" y="670"/>
                </a:lnTo>
                <a:lnTo>
                  <a:pt x="13018" y="670"/>
                </a:lnTo>
                <a:lnTo>
                  <a:pt x="13159" y="670"/>
                </a:lnTo>
                <a:lnTo>
                  <a:pt x="13300" y="705"/>
                </a:lnTo>
                <a:lnTo>
                  <a:pt x="13441" y="705"/>
                </a:lnTo>
                <a:lnTo>
                  <a:pt x="13582" y="705"/>
                </a:lnTo>
                <a:lnTo>
                  <a:pt x="13688" y="705"/>
                </a:lnTo>
                <a:lnTo>
                  <a:pt x="13794" y="705"/>
                </a:lnTo>
                <a:lnTo>
                  <a:pt x="14041" y="776"/>
                </a:lnTo>
                <a:lnTo>
                  <a:pt x="14147" y="811"/>
                </a:lnTo>
                <a:lnTo>
                  <a:pt x="14288" y="811"/>
                </a:lnTo>
                <a:lnTo>
                  <a:pt x="14429" y="811"/>
                </a:lnTo>
                <a:lnTo>
                  <a:pt x="14570" y="811"/>
                </a:lnTo>
                <a:lnTo>
                  <a:pt x="14676" y="776"/>
                </a:lnTo>
                <a:lnTo>
                  <a:pt x="14782" y="776"/>
                </a:lnTo>
                <a:lnTo>
                  <a:pt x="14923" y="740"/>
                </a:lnTo>
                <a:lnTo>
                  <a:pt x="15029" y="705"/>
                </a:lnTo>
                <a:lnTo>
                  <a:pt x="15170" y="705"/>
                </a:lnTo>
                <a:lnTo>
                  <a:pt x="15311" y="670"/>
                </a:lnTo>
                <a:lnTo>
                  <a:pt x="15664" y="670"/>
                </a:lnTo>
                <a:lnTo>
                  <a:pt x="15805" y="670"/>
                </a:lnTo>
                <a:lnTo>
                  <a:pt x="15911" y="705"/>
                </a:lnTo>
                <a:lnTo>
                  <a:pt x="15946" y="811"/>
                </a:lnTo>
                <a:lnTo>
                  <a:pt x="16087" y="881"/>
                </a:lnTo>
                <a:lnTo>
                  <a:pt x="16193" y="952"/>
                </a:lnTo>
                <a:lnTo>
                  <a:pt x="16299" y="987"/>
                </a:lnTo>
                <a:lnTo>
                  <a:pt x="16405" y="987"/>
                </a:lnTo>
                <a:lnTo>
                  <a:pt x="16511" y="987"/>
                </a:lnTo>
                <a:lnTo>
                  <a:pt x="16652" y="1023"/>
                </a:lnTo>
                <a:lnTo>
                  <a:pt x="16757" y="1058"/>
                </a:lnTo>
                <a:lnTo>
                  <a:pt x="16863" y="1058"/>
                </a:lnTo>
                <a:lnTo>
                  <a:pt x="17004" y="1023"/>
                </a:lnTo>
                <a:lnTo>
                  <a:pt x="17110" y="1023"/>
                </a:lnTo>
                <a:lnTo>
                  <a:pt x="17251" y="987"/>
                </a:lnTo>
                <a:lnTo>
                  <a:pt x="17392" y="952"/>
                </a:lnTo>
                <a:lnTo>
                  <a:pt x="17569" y="917"/>
                </a:lnTo>
                <a:lnTo>
                  <a:pt x="17675" y="917"/>
                </a:lnTo>
                <a:lnTo>
                  <a:pt x="17851" y="917"/>
                </a:lnTo>
                <a:lnTo>
                  <a:pt x="17957" y="952"/>
                </a:lnTo>
                <a:lnTo>
                  <a:pt x="18098" y="952"/>
                </a:lnTo>
                <a:lnTo>
                  <a:pt x="18204" y="987"/>
                </a:lnTo>
                <a:lnTo>
                  <a:pt x="18310" y="1023"/>
                </a:lnTo>
                <a:lnTo>
                  <a:pt x="18416" y="1023"/>
                </a:lnTo>
                <a:lnTo>
                  <a:pt x="18521" y="1023"/>
                </a:lnTo>
                <a:lnTo>
                  <a:pt x="18662" y="1023"/>
                </a:lnTo>
                <a:lnTo>
                  <a:pt x="18768" y="1023"/>
                </a:lnTo>
                <a:lnTo>
                  <a:pt x="18909" y="987"/>
                </a:lnTo>
                <a:lnTo>
                  <a:pt x="19051" y="917"/>
                </a:lnTo>
                <a:lnTo>
                  <a:pt x="19615" y="776"/>
                </a:lnTo>
                <a:lnTo>
                  <a:pt x="19968" y="705"/>
                </a:lnTo>
                <a:lnTo>
                  <a:pt x="20391" y="670"/>
                </a:lnTo>
                <a:lnTo>
                  <a:pt x="20532" y="635"/>
                </a:lnTo>
                <a:lnTo>
                  <a:pt x="20638" y="635"/>
                </a:lnTo>
                <a:lnTo>
                  <a:pt x="20673" y="529"/>
                </a:lnTo>
                <a:lnTo>
                  <a:pt x="20709" y="388"/>
                </a:lnTo>
                <a:lnTo>
                  <a:pt x="20814" y="423"/>
                </a:lnTo>
                <a:lnTo>
                  <a:pt x="20814" y="529"/>
                </a:lnTo>
                <a:lnTo>
                  <a:pt x="20920" y="564"/>
                </a:lnTo>
                <a:lnTo>
                  <a:pt x="21026" y="529"/>
                </a:lnTo>
                <a:lnTo>
                  <a:pt x="21132" y="458"/>
                </a:lnTo>
                <a:lnTo>
                  <a:pt x="21238" y="458"/>
                </a:lnTo>
                <a:lnTo>
                  <a:pt x="21379" y="423"/>
                </a:lnTo>
                <a:lnTo>
                  <a:pt x="21520" y="423"/>
                </a:lnTo>
                <a:lnTo>
                  <a:pt x="21626" y="388"/>
                </a:lnTo>
                <a:lnTo>
                  <a:pt x="21837" y="388"/>
                </a:lnTo>
                <a:lnTo>
                  <a:pt x="21943" y="388"/>
                </a:lnTo>
                <a:lnTo>
                  <a:pt x="22049" y="388"/>
                </a:lnTo>
                <a:lnTo>
                  <a:pt x="22155" y="352"/>
                </a:lnTo>
                <a:lnTo>
                  <a:pt x="22261" y="317"/>
                </a:lnTo>
                <a:lnTo>
                  <a:pt x="22367" y="317"/>
                </a:lnTo>
                <a:lnTo>
                  <a:pt x="22472" y="282"/>
                </a:lnTo>
                <a:lnTo>
                  <a:pt x="22578" y="211"/>
                </a:lnTo>
                <a:lnTo>
                  <a:pt x="22684" y="141"/>
                </a:lnTo>
                <a:lnTo>
                  <a:pt x="22790" y="105"/>
                </a:lnTo>
                <a:lnTo>
                  <a:pt x="22896" y="35"/>
                </a:lnTo>
                <a:lnTo>
                  <a:pt x="23002" y="0"/>
                </a:lnTo>
                <a:lnTo>
                  <a:pt x="23002" y="2646"/>
                </a:lnTo>
                <a:lnTo>
                  <a:pt x="22896" y="2576"/>
                </a:lnTo>
                <a:lnTo>
                  <a:pt x="22790" y="2505"/>
                </a:lnTo>
                <a:lnTo>
                  <a:pt x="22755" y="2399"/>
                </a:lnTo>
                <a:lnTo>
                  <a:pt x="22649" y="2294"/>
                </a:lnTo>
                <a:lnTo>
                  <a:pt x="22578" y="2188"/>
                </a:lnTo>
                <a:lnTo>
                  <a:pt x="22508" y="2082"/>
                </a:lnTo>
                <a:lnTo>
                  <a:pt x="22402" y="1906"/>
                </a:lnTo>
                <a:lnTo>
                  <a:pt x="22367" y="1800"/>
                </a:lnTo>
                <a:lnTo>
                  <a:pt x="22261" y="1694"/>
                </a:lnTo>
                <a:lnTo>
                  <a:pt x="22190" y="1588"/>
                </a:lnTo>
                <a:lnTo>
                  <a:pt x="22084" y="1517"/>
                </a:lnTo>
                <a:lnTo>
                  <a:pt x="21979" y="1553"/>
                </a:lnTo>
                <a:lnTo>
                  <a:pt x="21943" y="1659"/>
                </a:lnTo>
                <a:lnTo>
                  <a:pt x="21837" y="1764"/>
                </a:lnTo>
                <a:lnTo>
                  <a:pt x="21696" y="1870"/>
                </a:lnTo>
                <a:lnTo>
                  <a:pt x="21591" y="1941"/>
                </a:lnTo>
                <a:lnTo>
                  <a:pt x="21520" y="2047"/>
                </a:lnTo>
                <a:lnTo>
                  <a:pt x="21414" y="2188"/>
                </a:lnTo>
                <a:lnTo>
                  <a:pt x="21379" y="2294"/>
                </a:lnTo>
                <a:lnTo>
                  <a:pt x="21308" y="2399"/>
                </a:lnTo>
                <a:lnTo>
                  <a:pt x="21167" y="2364"/>
                </a:lnTo>
                <a:lnTo>
                  <a:pt x="21026" y="2223"/>
                </a:lnTo>
                <a:lnTo>
                  <a:pt x="20956" y="2082"/>
                </a:lnTo>
                <a:lnTo>
                  <a:pt x="20956" y="1976"/>
                </a:lnTo>
                <a:lnTo>
                  <a:pt x="20885" y="1870"/>
                </a:lnTo>
                <a:lnTo>
                  <a:pt x="20814" y="1729"/>
                </a:lnTo>
                <a:lnTo>
                  <a:pt x="20744" y="1623"/>
                </a:lnTo>
                <a:lnTo>
                  <a:pt x="20673" y="1517"/>
                </a:lnTo>
                <a:lnTo>
                  <a:pt x="20567" y="1482"/>
                </a:lnTo>
                <a:lnTo>
                  <a:pt x="20497" y="1376"/>
                </a:lnTo>
                <a:lnTo>
                  <a:pt x="20391" y="1270"/>
                </a:lnTo>
                <a:lnTo>
                  <a:pt x="20321" y="1164"/>
                </a:lnTo>
                <a:lnTo>
                  <a:pt x="20250" y="1270"/>
                </a:lnTo>
                <a:lnTo>
                  <a:pt x="20179" y="1376"/>
                </a:lnTo>
                <a:lnTo>
                  <a:pt x="20074" y="1376"/>
                </a:lnTo>
                <a:lnTo>
                  <a:pt x="19968" y="1376"/>
                </a:lnTo>
                <a:lnTo>
                  <a:pt x="20250" y="2717"/>
                </a:lnTo>
                <a:lnTo>
                  <a:pt x="19827" y="1412"/>
                </a:lnTo>
                <a:lnTo>
                  <a:pt x="19686" y="1517"/>
                </a:lnTo>
                <a:lnTo>
                  <a:pt x="19580" y="1553"/>
                </a:lnTo>
                <a:lnTo>
                  <a:pt x="19509" y="1659"/>
                </a:lnTo>
                <a:lnTo>
                  <a:pt x="19403" y="1764"/>
                </a:lnTo>
                <a:lnTo>
                  <a:pt x="19297" y="1800"/>
                </a:lnTo>
                <a:lnTo>
                  <a:pt x="19192" y="1800"/>
                </a:lnTo>
                <a:lnTo>
                  <a:pt x="19086" y="1906"/>
                </a:lnTo>
                <a:lnTo>
                  <a:pt x="19015" y="2011"/>
                </a:lnTo>
                <a:lnTo>
                  <a:pt x="18874" y="1976"/>
                </a:lnTo>
                <a:lnTo>
                  <a:pt x="18733" y="1870"/>
                </a:lnTo>
                <a:lnTo>
                  <a:pt x="18627" y="1800"/>
                </a:lnTo>
                <a:lnTo>
                  <a:pt x="18521" y="1800"/>
                </a:lnTo>
                <a:lnTo>
                  <a:pt x="18416" y="1729"/>
                </a:lnTo>
                <a:lnTo>
                  <a:pt x="18310" y="1659"/>
                </a:lnTo>
                <a:lnTo>
                  <a:pt x="18204" y="1694"/>
                </a:lnTo>
                <a:lnTo>
                  <a:pt x="17992" y="1659"/>
                </a:lnTo>
                <a:lnTo>
                  <a:pt x="17886" y="1517"/>
                </a:lnTo>
                <a:lnTo>
                  <a:pt x="17781" y="1447"/>
                </a:lnTo>
                <a:lnTo>
                  <a:pt x="17710" y="1340"/>
                </a:lnTo>
                <a:lnTo>
                  <a:pt x="17569" y="1270"/>
                </a:lnTo>
                <a:lnTo>
                  <a:pt x="17463" y="1305"/>
                </a:lnTo>
                <a:lnTo>
                  <a:pt x="17357" y="1376"/>
                </a:lnTo>
                <a:lnTo>
                  <a:pt x="17251" y="1517"/>
                </a:lnTo>
                <a:lnTo>
                  <a:pt x="17146" y="1553"/>
                </a:lnTo>
                <a:lnTo>
                  <a:pt x="17004" y="1623"/>
                </a:lnTo>
                <a:lnTo>
                  <a:pt x="16899" y="1694"/>
                </a:lnTo>
                <a:lnTo>
                  <a:pt x="16793" y="1729"/>
                </a:lnTo>
                <a:lnTo>
                  <a:pt x="16687" y="1729"/>
                </a:lnTo>
                <a:lnTo>
                  <a:pt x="16581" y="1694"/>
                </a:lnTo>
                <a:lnTo>
                  <a:pt x="16440" y="1623"/>
                </a:lnTo>
                <a:lnTo>
                  <a:pt x="16299" y="1553"/>
                </a:lnTo>
                <a:lnTo>
                  <a:pt x="16158" y="1482"/>
                </a:lnTo>
                <a:lnTo>
                  <a:pt x="15981" y="1376"/>
                </a:lnTo>
                <a:lnTo>
                  <a:pt x="15876" y="1340"/>
                </a:lnTo>
                <a:lnTo>
                  <a:pt x="15770" y="1234"/>
                </a:lnTo>
                <a:lnTo>
                  <a:pt x="15593" y="1234"/>
                </a:lnTo>
                <a:lnTo>
                  <a:pt x="15452" y="1164"/>
                </a:lnTo>
                <a:lnTo>
                  <a:pt x="15311" y="1128"/>
                </a:lnTo>
                <a:lnTo>
                  <a:pt x="15170" y="1164"/>
                </a:lnTo>
                <a:lnTo>
                  <a:pt x="15029" y="1270"/>
                </a:lnTo>
                <a:lnTo>
                  <a:pt x="14923" y="1305"/>
                </a:lnTo>
                <a:lnTo>
                  <a:pt x="14747" y="1234"/>
                </a:lnTo>
                <a:lnTo>
                  <a:pt x="14641" y="1164"/>
                </a:lnTo>
                <a:lnTo>
                  <a:pt x="14535" y="1128"/>
                </a:lnTo>
                <a:lnTo>
                  <a:pt x="14429" y="1128"/>
                </a:lnTo>
                <a:lnTo>
                  <a:pt x="14323" y="1128"/>
                </a:lnTo>
                <a:lnTo>
                  <a:pt x="14182" y="1093"/>
                </a:lnTo>
                <a:lnTo>
                  <a:pt x="14076" y="1093"/>
                </a:lnTo>
                <a:lnTo>
                  <a:pt x="13971" y="1128"/>
                </a:lnTo>
                <a:lnTo>
                  <a:pt x="13865" y="1164"/>
                </a:lnTo>
                <a:lnTo>
                  <a:pt x="13759" y="1164"/>
                </a:lnTo>
                <a:lnTo>
                  <a:pt x="13618" y="1164"/>
                </a:lnTo>
                <a:lnTo>
                  <a:pt x="13512" y="1093"/>
                </a:lnTo>
                <a:lnTo>
                  <a:pt x="13406" y="1023"/>
                </a:lnTo>
                <a:lnTo>
                  <a:pt x="13300" y="987"/>
                </a:lnTo>
                <a:lnTo>
                  <a:pt x="13194" y="987"/>
                </a:lnTo>
                <a:lnTo>
                  <a:pt x="13089" y="1023"/>
                </a:lnTo>
                <a:lnTo>
                  <a:pt x="12912" y="987"/>
                </a:lnTo>
                <a:lnTo>
                  <a:pt x="12806" y="952"/>
                </a:lnTo>
                <a:lnTo>
                  <a:pt x="12701" y="952"/>
                </a:lnTo>
                <a:lnTo>
                  <a:pt x="12595" y="1023"/>
                </a:lnTo>
                <a:lnTo>
                  <a:pt x="12489" y="1058"/>
                </a:lnTo>
                <a:lnTo>
                  <a:pt x="12348" y="1058"/>
                </a:lnTo>
                <a:lnTo>
                  <a:pt x="12207" y="1023"/>
                </a:lnTo>
                <a:lnTo>
                  <a:pt x="12066" y="1023"/>
                </a:lnTo>
                <a:lnTo>
                  <a:pt x="11924" y="952"/>
                </a:lnTo>
                <a:lnTo>
                  <a:pt x="11783" y="881"/>
                </a:lnTo>
                <a:lnTo>
                  <a:pt x="11677" y="846"/>
                </a:lnTo>
                <a:lnTo>
                  <a:pt x="11500" y="811"/>
                </a:lnTo>
                <a:lnTo>
                  <a:pt x="11359" y="811"/>
                </a:lnTo>
                <a:lnTo>
                  <a:pt x="11253" y="846"/>
                </a:lnTo>
                <a:lnTo>
                  <a:pt x="11112" y="952"/>
                </a:lnTo>
                <a:lnTo>
                  <a:pt x="11006" y="987"/>
                </a:lnTo>
                <a:lnTo>
                  <a:pt x="10865" y="1023"/>
                </a:lnTo>
                <a:lnTo>
                  <a:pt x="10724" y="987"/>
                </a:lnTo>
                <a:lnTo>
                  <a:pt x="10548" y="1023"/>
                </a:lnTo>
                <a:lnTo>
                  <a:pt x="10371" y="1058"/>
                </a:lnTo>
                <a:lnTo>
                  <a:pt x="10265" y="1093"/>
                </a:lnTo>
                <a:lnTo>
                  <a:pt x="10089" y="1023"/>
                </a:lnTo>
                <a:lnTo>
                  <a:pt x="9948" y="881"/>
                </a:lnTo>
                <a:lnTo>
                  <a:pt x="9842" y="811"/>
                </a:lnTo>
                <a:lnTo>
                  <a:pt x="9701" y="705"/>
                </a:lnTo>
                <a:lnTo>
                  <a:pt x="9595" y="670"/>
                </a:lnTo>
                <a:lnTo>
                  <a:pt x="9454" y="740"/>
                </a:lnTo>
                <a:lnTo>
                  <a:pt x="9383" y="846"/>
                </a:lnTo>
                <a:lnTo>
                  <a:pt x="9278" y="811"/>
                </a:lnTo>
                <a:lnTo>
                  <a:pt x="9172" y="846"/>
                </a:lnTo>
                <a:lnTo>
                  <a:pt x="9066" y="846"/>
                </a:lnTo>
                <a:lnTo>
                  <a:pt x="8925" y="881"/>
                </a:lnTo>
                <a:lnTo>
                  <a:pt x="8784" y="881"/>
                </a:lnTo>
                <a:lnTo>
                  <a:pt x="8678" y="881"/>
                </a:lnTo>
                <a:lnTo>
                  <a:pt x="8572" y="846"/>
                </a:lnTo>
                <a:lnTo>
                  <a:pt x="8925" y="1517"/>
                </a:lnTo>
                <a:lnTo>
                  <a:pt x="8501" y="952"/>
                </a:lnTo>
                <a:lnTo>
                  <a:pt x="8396" y="881"/>
                </a:lnTo>
                <a:lnTo>
                  <a:pt x="8290" y="881"/>
                </a:lnTo>
                <a:lnTo>
                  <a:pt x="8184" y="952"/>
                </a:lnTo>
                <a:lnTo>
                  <a:pt x="8113" y="1058"/>
                </a:lnTo>
                <a:lnTo>
                  <a:pt x="8008" y="1128"/>
                </a:lnTo>
                <a:lnTo>
                  <a:pt x="7902" y="1128"/>
                </a:lnTo>
                <a:lnTo>
                  <a:pt x="7796" y="1128"/>
                </a:lnTo>
                <a:lnTo>
                  <a:pt x="7690" y="1128"/>
                </a:lnTo>
                <a:lnTo>
                  <a:pt x="7549" y="1058"/>
                </a:lnTo>
                <a:lnTo>
                  <a:pt x="7443" y="1023"/>
                </a:lnTo>
                <a:lnTo>
                  <a:pt x="7337" y="1023"/>
                </a:lnTo>
                <a:lnTo>
                  <a:pt x="7196" y="987"/>
                </a:lnTo>
                <a:lnTo>
                  <a:pt x="7090" y="987"/>
                </a:lnTo>
                <a:lnTo>
                  <a:pt x="6914" y="987"/>
                </a:lnTo>
                <a:lnTo>
                  <a:pt x="6773" y="952"/>
                </a:lnTo>
                <a:lnTo>
                  <a:pt x="6667" y="881"/>
                </a:lnTo>
                <a:lnTo>
                  <a:pt x="6561" y="846"/>
                </a:lnTo>
                <a:lnTo>
                  <a:pt x="6455" y="846"/>
                </a:lnTo>
                <a:lnTo>
                  <a:pt x="6350" y="846"/>
                </a:lnTo>
                <a:lnTo>
                  <a:pt x="6208" y="846"/>
                </a:lnTo>
                <a:lnTo>
                  <a:pt x="6103" y="811"/>
                </a:lnTo>
                <a:lnTo>
                  <a:pt x="5997" y="811"/>
                </a:lnTo>
                <a:lnTo>
                  <a:pt x="5891" y="776"/>
                </a:lnTo>
                <a:lnTo>
                  <a:pt x="5785" y="846"/>
                </a:lnTo>
                <a:lnTo>
                  <a:pt x="5679" y="952"/>
                </a:lnTo>
                <a:lnTo>
                  <a:pt x="5573" y="1023"/>
                </a:lnTo>
                <a:lnTo>
                  <a:pt x="5468" y="1093"/>
                </a:lnTo>
                <a:lnTo>
                  <a:pt x="5362" y="1164"/>
                </a:lnTo>
                <a:lnTo>
                  <a:pt x="5256" y="1199"/>
                </a:lnTo>
                <a:lnTo>
                  <a:pt x="5150" y="1199"/>
                </a:lnTo>
                <a:lnTo>
                  <a:pt x="5009" y="1199"/>
                </a:lnTo>
                <a:lnTo>
                  <a:pt x="4903" y="1164"/>
                </a:lnTo>
                <a:lnTo>
                  <a:pt x="4762" y="1164"/>
                </a:lnTo>
                <a:lnTo>
                  <a:pt x="4621" y="1164"/>
                </a:lnTo>
                <a:lnTo>
                  <a:pt x="4515" y="1199"/>
                </a:lnTo>
                <a:lnTo>
                  <a:pt x="4409" y="1234"/>
                </a:lnTo>
                <a:lnTo>
                  <a:pt x="4303" y="1234"/>
                </a:lnTo>
                <a:lnTo>
                  <a:pt x="4162" y="1270"/>
                </a:lnTo>
                <a:lnTo>
                  <a:pt x="4021" y="1234"/>
                </a:lnTo>
                <a:lnTo>
                  <a:pt x="3915" y="1199"/>
                </a:lnTo>
                <a:lnTo>
                  <a:pt x="3810" y="1128"/>
                </a:lnTo>
                <a:lnTo>
                  <a:pt x="3704" y="1093"/>
                </a:lnTo>
                <a:lnTo>
                  <a:pt x="3598" y="1023"/>
                </a:lnTo>
                <a:lnTo>
                  <a:pt x="3492" y="1023"/>
                </a:lnTo>
                <a:lnTo>
                  <a:pt x="3386" y="1093"/>
                </a:lnTo>
                <a:lnTo>
                  <a:pt x="3245" y="1128"/>
                </a:lnTo>
                <a:lnTo>
                  <a:pt x="3104" y="1199"/>
                </a:lnTo>
                <a:lnTo>
                  <a:pt x="2998" y="1234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40"/>
                </a:lnTo>
                <a:lnTo>
                  <a:pt x="2469" y="1376"/>
                </a:lnTo>
                <a:lnTo>
                  <a:pt x="2293" y="1412"/>
                </a:lnTo>
                <a:lnTo>
                  <a:pt x="2187" y="1412"/>
                </a:lnTo>
                <a:lnTo>
                  <a:pt x="2046" y="1447"/>
                </a:lnTo>
                <a:lnTo>
                  <a:pt x="1940" y="1447"/>
                </a:lnTo>
                <a:lnTo>
                  <a:pt x="1834" y="1412"/>
                </a:lnTo>
                <a:lnTo>
                  <a:pt x="1728" y="1376"/>
                </a:lnTo>
                <a:lnTo>
                  <a:pt x="1658" y="1270"/>
                </a:lnTo>
                <a:lnTo>
                  <a:pt x="1622" y="1164"/>
                </a:lnTo>
                <a:lnTo>
                  <a:pt x="1516" y="1093"/>
                </a:lnTo>
                <a:lnTo>
                  <a:pt x="1375" y="1093"/>
                </a:lnTo>
                <a:lnTo>
                  <a:pt x="1269" y="1093"/>
                </a:lnTo>
                <a:lnTo>
                  <a:pt x="1164" y="1164"/>
                </a:lnTo>
                <a:lnTo>
                  <a:pt x="1058" y="1234"/>
                </a:lnTo>
                <a:lnTo>
                  <a:pt x="917" y="1270"/>
                </a:lnTo>
                <a:lnTo>
                  <a:pt x="811" y="1305"/>
                </a:lnTo>
                <a:lnTo>
                  <a:pt x="705" y="1305"/>
                </a:lnTo>
                <a:lnTo>
                  <a:pt x="599" y="1376"/>
                </a:lnTo>
                <a:lnTo>
                  <a:pt x="493" y="1447"/>
                </a:lnTo>
                <a:lnTo>
                  <a:pt x="388" y="1517"/>
                </a:lnTo>
                <a:lnTo>
                  <a:pt x="282" y="1553"/>
                </a:lnTo>
                <a:lnTo>
                  <a:pt x="176" y="1588"/>
                </a:lnTo>
                <a:lnTo>
                  <a:pt x="70" y="1588"/>
                </a:lnTo>
                <a:lnTo>
                  <a:pt x="0" y="881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69800" y="628560"/>
            <a:ext cx="8128080" cy="61023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1  9  9  4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5   ,  J  U  N  E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 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" name=""/>
          <p:cNvGrpSpPr/>
          <p:nvPr/>
        </p:nvGrpSpPr>
        <p:grpSpPr>
          <a:xfrm>
            <a:off x="4498920" y="1104840"/>
            <a:ext cx="3873600" cy="1780920"/>
            <a:chOff x="4498920" y="1104840"/>
            <a:chExt cx="3873600" cy="1780920"/>
          </a:xfrm>
        </p:grpSpPr>
        <p:grpSp>
          <p:nvGrpSpPr>
            <p:cNvPr id="191" name=""/>
            <p:cNvGrpSpPr/>
            <p:nvPr/>
          </p:nvGrpSpPr>
          <p:grpSpPr>
            <a:xfrm>
              <a:off x="4498920" y="1790640"/>
              <a:ext cx="3873600" cy="457200"/>
              <a:chOff x="4498920" y="1790640"/>
              <a:chExt cx="3873600" cy="457200"/>
            </a:xfrm>
          </p:grpSpPr>
          <p:sp>
            <p:nvSpPr>
              <p:cNvPr id="192" name=""/>
              <p:cNvSpPr/>
              <p:nvPr/>
            </p:nvSpPr>
            <p:spPr>
              <a:xfrm>
                <a:off x="4498920" y="1790640"/>
                <a:ext cx="3873600" cy="45720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49435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53625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>
                <a:off x="58197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>
                <a:off x="623880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>
                <a:off x="6645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>
                <a:off x="7077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>
                <a:off x="749628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>
                <a:off x="79279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1" name=""/>
            <p:cNvGrpSpPr/>
            <p:nvPr/>
          </p:nvGrpSpPr>
          <p:grpSpPr>
            <a:xfrm>
              <a:off x="4498920" y="1104840"/>
              <a:ext cx="863640" cy="485640"/>
              <a:chOff x="4498920" y="1104840"/>
              <a:chExt cx="863640" cy="485640"/>
            </a:xfrm>
          </p:grpSpPr>
          <p:sp>
            <p:nvSpPr>
              <p:cNvPr id="202" name=""/>
              <p:cNvSpPr/>
              <p:nvPr/>
            </p:nvSpPr>
            <p:spPr>
              <a:xfrm>
                <a:off x="4498920" y="1104840"/>
                <a:ext cx="863640" cy="4856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>
                <a:off x="4943520" y="1120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4" name=""/>
            <p:cNvGrpSpPr/>
            <p:nvPr/>
          </p:nvGrpSpPr>
          <p:grpSpPr>
            <a:xfrm>
              <a:off x="4498920" y="2419200"/>
              <a:ext cx="1765440" cy="466560"/>
              <a:chOff x="4498920" y="2419200"/>
              <a:chExt cx="1765440" cy="466560"/>
            </a:xfrm>
          </p:grpSpPr>
          <p:sp>
            <p:nvSpPr>
              <p:cNvPr id="205" name=""/>
              <p:cNvSpPr/>
              <p:nvPr/>
            </p:nvSpPr>
            <p:spPr>
              <a:xfrm>
                <a:off x="4498920" y="2419200"/>
                <a:ext cx="1765440" cy="46656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"/>
              <p:cNvSpPr/>
              <p:nvPr/>
            </p:nvSpPr>
            <p:spPr>
              <a:xfrm>
                <a:off x="494352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>
                <a:off x="53625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>
                <a:off x="58197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9" name=""/>
          <p:cNvGrpSpPr/>
          <p:nvPr/>
        </p:nvGrpSpPr>
        <p:grpSpPr>
          <a:xfrm>
            <a:off x="1168560" y="3533760"/>
            <a:ext cx="6350040" cy="457200"/>
            <a:chOff x="1168560" y="3533760"/>
            <a:chExt cx="6350040" cy="457200"/>
          </a:xfrm>
        </p:grpSpPr>
        <p:sp>
          <p:nvSpPr>
            <p:cNvPr id="210" name=""/>
            <p:cNvSpPr/>
            <p:nvPr/>
          </p:nvSpPr>
          <p:spPr>
            <a:xfrm>
              <a:off x="1168560" y="3533760"/>
              <a:ext cx="6350040" cy="4572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161280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20318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2489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29084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33148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37465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4165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4597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50036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5423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58802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62992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67057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71373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5" name=""/>
          <p:cNvSpPr/>
          <p:nvPr/>
        </p:nvSpPr>
        <p:spPr>
          <a:xfrm>
            <a:off x="355680" y="4013280"/>
            <a:ext cx="8280720" cy="978120"/>
          </a:xfrm>
          <a:custGeom>
            <a:avLst/>
            <a:gdLst/>
            <a:ahLst/>
            <a:rect l="0" t="0" r="r" b="b"/>
            <a:pathLst>
              <a:path w="23002" h="2717">
                <a:moveTo>
                  <a:pt x="0" y="881"/>
                </a:moveTo>
                <a:lnTo>
                  <a:pt x="105" y="846"/>
                </a:lnTo>
                <a:lnTo>
                  <a:pt x="282" y="811"/>
                </a:lnTo>
                <a:lnTo>
                  <a:pt x="388" y="811"/>
                </a:lnTo>
                <a:lnTo>
                  <a:pt x="493" y="811"/>
                </a:lnTo>
                <a:lnTo>
                  <a:pt x="599" y="776"/>
                </a:lnTo>
                <a:lnTo>
                  <a:pt x="705" y="740"/>
                </a:lnTo>
                <a:lnTo>
                  <a:pt x="917" y="670"/>
                </a:lnTo>
                <a:lnTo>
                  <a:pt x="1023" y="599"/>
                </a:lnTo>
                <a:lnTo>
                  <a:pt x="1128" y="564"/>
                </a:lnTo>
                <a:lnTo>
                  <a:pt x="1234" y="670"/>
                </a:lnTo>
                <a:lnTo>
                  <a:pt x="1375" y="740"/>
                </a:lnTo>
                <a:lnTo>
                  <a:pt x="1516" y="881"/>
                </a:lnTo>
                <a:lnTo>
                  <a:pt x="1622" y="776"/>
                </a:lnTo>
                <a:lnTo>
                  <a:pt x="1728" y="881"/>
                </a:lnTo>
                <a:lnTo>
                  <a:pt x="1799" y="987"/>
                </a:lnTo>
                <a:lnTo>
                  <a:pt x="1905" y="1023"/>
                </a:lnTo>
                <a:lnTo>
                  <a:pt x="2010" y="952"/>
                </a:lnTo>
                <a:lnTo>
                  <a:pt x="2151" y="846"/>
                </a:lnTo>
                <a:lnTo>
                  <a:pt x="2222" y="740"/>
                </a:lnTo>
                <a:lnTo>
                  <a:pt x="2328" y="705"/>
                </a:lnTo>
                <a:lnTo>
                  <a:pt x="2504" y="705"/>
                </a:lnTo>
                <a:lnTo>
                  <a:pt x="2681" y="670"/>
                </a:lnTo>
                <a:lnTo>
                  <a:pt x="2786" y="635"/>
                </a:lnTo>
                <a:lnTo>
                  <a:pt x="2892" y="599"/>
                </a:lnTo>
                <a:lnTo>
                  <a:pt x="2998" y="529"/>
                </a:lnTo>
                <a:lnTo>
                  <a:pt x="3104" y="529"/>
                </a:lnTo>
                <a:lnTo>
                  <a:pt x="3245" y="564"/>
                </a:lnTo>
                <a:lnTo>
                  <a:pt x="3351" y="564"/>
                </a:lnTo>
                <a:lnTo>
                  <a:pt x="3492" y="564"/>
                </a:lnTo>
                <a:lnTo>
                  <a:pt x="3598" y="635"/>
                </a:lnTo>
                <a:lnTo>
                  <a:pt x="3704" y="670"/>
                </a:lnTo>
                <a:lnTo>
                  <a:pt x="3880" y="635"/>
                </a:lnTo>
                <a:lnTo>
                  <a:pt x="3986" y="670"/>
                </a:lnTo>
                <a:lnTo>
                  <a:pt x="4092" y="740"/>
                </a:lnTo>
                <a:lnTo>
                  <a:pt x="4162" y="846"/>
                </a:lnTo>
                <a:lnTo>
                  <a:pt x="4268" y="881"/>
                </a:lnTo>
                <a:lnTo>
                  <a:pt x="4445" y="846"/>
                </a:lnTo>
                <a:lnTo>
                  <a:pt x="4550" y="846"/>
                </a:lnTo>
                <a:lnTo>
                  <a:pt x="4691" y="811"/>
                </a:lnTo>
                <a:lnTo>
                  <a:pt x="4797" y="811"/>
                </a:lnTo>
                <a:lnTo>
                  <a:pt x="4903" y="740"/>
                </a:lnTo>
                <a:lnTo>
                  <a:pt x="5044" y="705"/>
                </a:lnTo>
                <a:lnTo>
                  <a:pt x="5150" y="705"/>
                </a:lnTo>
                <a:lnTo>
                  <a:pt x="5256" y="670"/>
                </a:lnTo>
                <a:lnTo>
                  <a:pt x="5432" y="599"/>
                </a:lnTo>
                <a:lnTo>
                  <a:pt x="5609" y="564"/>
                </a:lnTo>
                <a:lnTo>
                  <a:pt x="5750" y="599"/>
                </a:lnTo>
                <a:lnTo>
                  <a:pt x="5856" y="599"/>
                </a:lnTo>
                <a:lnTo>
                  <a:pt x="5997" y="599"/>
                </a:lnTo>
                <a:lnTo>
                  <a:pt x="6138" y="635"/>
                </a:lnTo>
                <a:lnTo>
                  <a:pt x="6491" y="635"/>
                </a:lnTo>
                <a:lnTo>
                  <a:pt x="6632" y="599"/>
                </a:lnTo>
                <a:lnTo>
                  <a:pt x="7126" y="564"/>
                </a:lnTo>
                <a:lnTo>
                  <a:pt x="7478" y="529"/>
                </a:lnTo>
                <a:lnTo>
                  <a:pt x="7902" y="529"/>
                </a:lnTo>
                <a:lnTo>
                  <a:pt x="8043" y="493"/>
                </a:lnTo>
                <a:lnTo>
                  <a:pt x="8219" y="423"/>
                </a:lnTo>
                <a:lnTo>
                  <a:pt x="8360" y="388"/>
                </a:lnTo>
                <a:lnTo>
                  <a:pt x="8501" y="317"/>
                </a:lnTo>
                <a:lnTo>
                  <a:pt x="8678" y="246"/>
                </a:lnTo>
                <a:lnTo>
                  <a:pt x="8784" y="176"/>
                </a:lnTo>
                <a:lnTo>
                  <a:pt x="8890" y="176"/>
                </a:lnTo>
                <a:lnTo>
                  <a:pt x="9101" y="141"/>
                </a:lnTo>
                <a:lnTo>
                  <a:pt x="9207" y="246"/>
                </a:lnTo>
                <a:lnTo>
                  <a:pt x="9313" y="423"/>
                </a:lnTo>
                <a:lnTo>
                  <a:pt x="9383" y="529"/>
                </a:lnTo>
                <a:lnTo>
                  <a:pt x="9525" y="493"/>
                </a:lnTo>
                <a:lnTo>
                  <a:pt x="9666" y="458"/>
                </a:lnTo>
                <a:lnTo>
                  <a:pt x="9771" y="423"/>
                </a:lnTo>
                <a:lnTo>
                  <a:pt x="9948" y="529"/>
                </a:lnTo>
                <a:lnTo>
                  <a:pt x="10089" y="564"/>
                </a:lnTo>
                <a:lnTo>
                  <a:pt x="10301" y="564"/>
                </a:lnTo>
                <a:lnTo>
                  <a:pt x="10442" y="564"/>
                </a:lnTo>
                <a:lnTo>
                  <a:pt x="10689" y="564"/>
                </a:lnTo>
                <a:lnTo>
                  <a:pt x="11041" y="564"/>
                </a:lnTo>
                <a:lnTo>
                  <a:pt x="11183" y="564"/>
                </a:lnTo>
                <a:lnTo>
                  <a:pt x="11324" y="529"/>
                </a:lnTo>
                <a:lnTo>
                  <a:pt x="11465" y="529"/>
                </a:lnTo>
                <a:lnTo>
                  <a:pt x="11572" y="529"/>
                </a:lnTo>
                <a:lnTo>
                  <a:pt x="11677" y="529"/>
                </a:lnTo>
                <a:lnTo>
                  <a:pt x="11783" y="529"/>
                </a:lnTo>
                <a:lnTo>
                  <a:pt x="11889" y="564"/>
                </a:lnTo>
                <a:lnTo>
                  <a:pt x="11995" y="564"/>
                </a:lnTo>
                <a:lnTo>
                  <a:pt x="12101" y="599"/>
                </a:lnTo>
                <a:lnTo>
                  <a:pt x="12242" y="599"/>
                </a:lnTo>
                <a:lnTo>
                  <a:pt x="12348" y="635"/>
                </a:lnTo>
                <a:lnTo>
                  <a:pt x="12454" y="670"/>
                </a:lnTo>
                <a:lnTo>
                  <a:pt x="12595" y="670"/>
                </a:lnTo>
                <a:lnTo>
                  <a:pt x="13018" y="670"/>
                </a:lnTo>
                <a:lnTo>
                  <a:pt x="13159" y="670"/>
                </a:lnTo>
                <a:lnTo>
                  <a:pt x="13300" y="705"/>
                </a:lnTo>
                <a:lnTo>
                  <a:pt x="13441" y="705"/>
                </a:lnTo>
                <a:lnTo>
                  <a:pt x="13582" y="705"/>
                </a:lnTo>
                <a:lnTo>
                  <a:pt x="13688" y="705"/>
                </a:lnTo>
                <a:lnTo>
                  <a:pt x="13794" y="705"/>
                </a:lnTo>
                <a:lnTo>
                  <a:pt x="14041" y="776"/>
                </a:lnTo>
                <a:lnTo>
                  <a:pt x="14147" y="811"/>
                </a:lnTo>
                <a:lnTo>
                  <a:pt x="14288" y="811"/>
                </a:lnTo>
                <a:lnTo>
                  <a:pt x="14429" y="811"/>
                </a:lnTo>
                <a:lnTo>
                  <a:pt x="14570" y="811"/>
                </a:lnTo>
                <a:lnTo>
                  <a:pt x="14676" y="776"/>
                </a:lnTo>
                <a:lnTo>
                  <a:pt x="14782" y="776"/>
                </a:lnTo>
                <a:lnTo>
                  <a:pt x="14923" y="740"/>
                </a:lnTo>
                <a:lnTo>
                  <a:pt x="15029" y="705"/>
                </a:lnTo>
                <a:lnTo>
                  <a:pt x="15170" y="705"/>
                </a:lnTo>
                <a:lnTo>
                  <a:pt x="15311" y="670"/>
                </a:lnTo>
                <a:lnTo>
                  <a:pt x="15664" y="670"/>
                </a:lnTo>
                <a:lnTo>
                  <a:pt x="15805" y="670"/>
                </a:lnTo>
                <a:lnTo>
                  <a:pt x="15911" y="705"/>
                </a:lnTo>
                <a:lnTo>
                  <a:pt x="15946" y="811"/>
                </a:lnTo>
                <a:lnTo>
                  <a:pt x="16087" y="881"/>
                </a:lnTo>
                <a:lnTo>
                  <a:pt x="16193" y="952"/>
                </a:lnTo>
                <a:lnTo>
                  <a:pt x="16299" y="987"/>
                </a:lnTo>
                <a:lnTo>
                  <a:pt x="16405" y="987"/>
                </a:lnTo>
                <a:lnTo>
                  <a:pt x="16511" y="987"/>
                </a:lnTo>
                <a:lnTo>
                  <a:pt x="16652" y="1023"/>
                </a:lnTo>
                <a:lnTo>
                  <a:pt x="16757" y="1058"/>
                </a:lnTo>
                <a:lnTo>
                  <a:pt x="16863" y="1058"/>
                </a:lnTo>
                <a:lnTo>
                  <a:pt x="17004" y="1023"/>
                </a:lnTo>
                <a:lnTo>
                  <a:pt x="17110" y="1023"/>
                </a:lnTo>
                <a:lnTo>
                  <a:pt x="17251" y="987"/>
                </a:lnTo>
                <a:lnTo>
                  <a:pt x="17392" y="952"/>
                </a:lnTo>
                <a:lnTo>
                  <a:pt x="17569" y="917"/>
                </a:lnTo>
                <a:lnTo>
                  <a:pt x="17675" y="917"/>
                </a:lnTo>
                <a:lnTo>
                  <a:pt x="17851" y="917"/>
                </a:lnTo>
                <a:lnTo>
                  <a:pt x="17957" y="952"/>
                </a:lnTo>
                <a:lnTo>
                  <a:pt x="18098" y="952"/>
                </a:lnTo>
                <a:lnTo>
                  <a:pt x="18204" y="987"/>
                </a:lnTo>
                <a:lnTo>
                  <a:pt x="18310" y="1023"/>
                </a:lnTo>
                <a:lnTo>
                  <a:pt x="18416" y="1023"/>
                </a:lnTo>
                <a:lnTo>
                  <a:pt x="18521" y="1023"/>
                </a:lnTo>
                <a:lnTo>
                  <a:pt x="18662" y="1023"/>
                </a:lnTo>
                <a:lnTo>
                  <a:pt x="18768" y="1023"/>
                </a:lnTo>
                <a:lnTo>
                  <a:pt x="18909" y="987"/>
                </a:lnTo>
                <a:lnTo>
                  <a:pt x="19051" y="917"/>
                </a:lnTo>
                <a:lnTo>
                  <a:pt x="19615" y="776"/>
                </a:lnTo>
                <a:lnTo>
                  <a:pt x="19968" y="705"/>
                </a:lnTo>
                <a:lnTo>
                  <a:pt x="20391" y="670"/>
                </a:lnTo>
                <a:lnTo>
                  <a:pt x="20532" y="635"/>
                </a:lnTo>
                <a:lnTo>
                  <a:pt x="20638" y="635"/>
                </a:lnTo>
                <a:lnTo>
                  <a:pt x="20673" y="529"/>
                </a:lnTo>
                <a:lnTo>
                  <a:pt x="20709" y="388"/>
                </a:lnTo>
                <a:lnTo>
                  <a:pt x="20814" y="423"/>
                </a:lnTo>
                <a:lnTo>
                  <a:pt x="20814" y="529"/>
                </a:lnTo>
                <a:lnTo>
                  <a:pt x="20920" y="564"/>
                </a:lnTo>
                <a:lnTo>
                  <a:pt x="21026" y="529"/>
                </a:lnTo>
                <a:lnTo>
                  <a:pt x="21132" y="458"/>
                </a:lnTo>
                <a:lnTo>
                  <a:pt x="21238" y="458"/>
                </a:lnTo>
                <a:lnTo>
                  <a:pt x="21379" y="423"/>
                </a:lnTo>
                <a:lnTo>
                  <a:pt x="21520" y="423"/>
                </a:lnTo>
                <a:lnTo>
                  <a:pt x="21626" y="388"/>
                </a:lnTo>
                <a:lnTo>
                  <a:pt x="21837" y="388"/>
                </a:lnTo>
                <a:lnTo>
                  <a:pt x="21943" y="388"/>
                </a:lnTo>
                <a:lnTo>
                  <a:pt x="22049" y="388"/>
                </a:lnTo>
                <a:lnTo>
                  <a:pt x="22155" y="352"/>
                </a:lnTo>
                <a:lnTo>
                  <a:pt x="22261" y="317"/>
                </a:lnTo>
                <a:lnTo>
                  <a:pt x="22367" y="317"/>
                </a:lnTo>
                <a:lnTo>
                  <a:pt x="22472" y="282"/>
                </a:lnTo>
                <a:lnTo>
                  <a:pt x="22578" y="211"/>
                </a:lnTo>
                <a:lnTo>
                  <a:pt x="22684" y="141"/>
                </a:lnTo>
                <a:lnTo>
                  <a:pt x="22790" y="105"/>
                </a:lnTo>
                <a:lnTo>
                  <a:pt x="22896" y="35"/>
                </a:lnTo>
                <a:lnTo>
                  <a:pt x="23002" y="0"/>
                </a:lnTo>
                <a:lnTo>
                  <a:pt x="23002" y="2646"/>
                </a:lnTo>
                <a:lnTo>
                  <a:pt x="22896" y="2576"/>
                </a:lnTo>
                <a:lnTo>
                  <a:pt x="22790" y="2505"/>
                </a:lnTo>
                <a:lnTo>
                  <a:pt x="22755" y="2399"/>
                </a:lnTo>
                <a:lnTo>
                  <a:pt x="22649" y="2294"/>
                </a:lnTo>
                <a:lnTo>
                  <a:pt x="22578" y="2188"/>
                </a:lnTo>
                <a:lnTo>
                  <a:pt x="22508" y="2082"/>
                </a:lnTo>
                <a:lnTo>
                  <a:pt x="22402" y="1906"/>
                </a:lnTo>
                <a:lnTo>
                  <a:pt x="22367" y="1800"/>
                </a:lnTo>
                <a:lnTo>
                  <a:pt x="22261" y="1694"/>
                </a:lnTo>
                <a:lnTo>
                  <a:pt x="22190" y="1588"/>
                </a:lnTo>
                <a:lnTo>
                  <a:pt x="22084" y="1517"/>
                </a:lnTo>
                <a:lnTo>
                  <a:pt x="21979" y="1553"/>
                </a:lnTo>
                <a:lnTo>
                  <a:pt x="21943" y="1659"/>
                </a:lnTo>
                <a:lnTo>
                  <a:pt x="21837" y="1764"/>
                </a:lnTo>
                <a:lnTo>
                  <a:pt x="21696" y="1870"/>
                </a:lnTo>
                <a:lnTo>
                  <a:pt x="21591" y="1941"/>
                </a:lnTo>
                <a:lnTo>
                  <a:pt x="21520" y="2047"/>
                </a:lnTo>
                <a:lnTo>
                  <a:pt x="21414" y="2188"/>
                </a:lnTo>
                <a:lnTo>
                  <a:pt x="21379" y="2294"/>
                </a:lnTo>
                <a:lnTo>
                  <a:pt x="21308" y="2399"/>
                </a:lnTo>
                <a:lnTo>
                  <a:pt x="21167" y="2364"/>
                </a:lnTo>
                <a:lnTo>
                  <a:pt x="21026" y="2223"/>
                </a:lnTo>
                <a:lnTo>
                  <a:pt x="20956" y="2082"/>
                </a:lnTo>
                <a:lnTo>
                  <a:pt x="20956" y="1976"/>
                </a:lnTo>
                <a:lnTo>
                  <a:pt x="20885" y="1870"/>
                </a:lnTo>
                <a:lnTo>
                  <a:pt x="20814" y="1729"/>
                </a:lnTo>
                <a:lnTo>
                  <a:pt x="20744" y="1623"/>
                </a:lnTo>
                <a:lnTo>
                  <a:pt x="20673" y="1517"/>
                </a:lnTo>
                <a:lnTo>
                  <a:pt x="20567" y="1482"/>
                </a:lnTo>
                <a:lnTo>
                  <a:pt x="20497" y="1376"/>
                </a:lnTo>
                <a:lnTo>
                  <a:pt x="20391" y="1270"/>
                </a:lnTo>
                <a:lnTo>
                  <a:pt x="20321" y="1164"/>
                </a:lnTo>
                <a:lnTo>
                  <a:pt x="20250" y="1270"/>
                </a:lnTo>
                <a:lnTo>
                  <a:pt x="20179" y="1376"/>
                </a:lnTo>
                <a:lnTo>
                  <a:pt x="20074" y="1376"/>
                </a:lnTo>
                <a:lnTo>
                  <a:pt x="19968" y="1376"/>
                </a:lnTo>
                <a:lnTo>
                  <a:pt x="20250" y="2717"/>
                </a:lnTo>
                <a:lnTo>
                  <a:pt x="19827" y="1412"/>
                </a:lnTo>
                <a:lnTo>
                  <a:pt x="19686" y="1517"/>
                </a:lnTo>
                <a:lnTo>
                  <a:pt x="19580" y="1553"/>
                </a:lnTo>
                <a:lnTo>
                  <a:pt x="19509" y="1659"/>
                </a:lnTo>
                <a:lnTo>
                  <a:pt x="19403" y="1764"/>
                </a:lnTo>
                <a:lnTo>
                  <a:pt x="19297" y="1800"/>
                </a:lnTo>
                <a:lnTo>
                  <a:pt x="19192" y="1800"/>
                </a:lnTo>
                <a:lnTo>
                  <a:pt x="19086" y="1906"/>
                </a:lnTo>
                <a:lnTo>
                  <a:pt x="19015" y="2011"/>
                </a:lnTo>
                <a:lnTo>
                  <a:pt x="18874" y="1976"/>
                </a:lnTo>
                <a:lnTo>
                  <a:pt x="18733" y="1870"/>
                </a:lnTo>
                <a:lnTo>
                  <a:pt x="18627" y="1800"/>
                </a:lnTo>
                <a:lnTo>
                  <a:pt x="18521" y="1800"/>
                </a:lnTo>
                <a:lnTo>
                  <a:pt x="18416" y="1729"/>
                </a:lnTo>
                <a:lnTo>
                  <a:pt x="18310" y="1659"/>
                </a:lnTo>
                <a:lnTo>
                  <a:pt x="18204" y="1694"/>
                </a:lnTo>
                <a:lnTo>
                  <a:pt x="17992" y="1659"/>
                </a:lnTo>
                <a:lnTo>
                  <a:pt x="17886" y="1517"/>
                </a:lnTo>
                <a:lnTo>
                  <a:pt x="17781" y="1447"/>
                </a:lnTo>
                <a:lnTo>
                  <a:pt x="17710" y="1340"/>
                </a:lnTo>
                <a:lnTo>
                  <a:pt x="17569" y="1270"/>
                </a:lnTo>
                <a:lnTo>
                  <a:pt x="17463" y="1305"/>
                </a:lnTo>
                <a:lnTo>
                  <a:pt x="17357" y="1376"/>
                </a:lnTo>
                <a:lnTo>
                  <a:pt x="17251" y="1517"/>
                </a:lnTo>
                <a:lnTo>
                  <a:pt x="17146" y="1553"/>
                </a:lnTo>
                <a:lnTo>
                  <a:pt x="17004" y="1623"/>
                </a:lnTo>
                <a:lnTo>
                  <a:pt x="16899" y="1694"/>
                </a:lnTo>
                <a:lnTo>
                  <a:pt x="16793" y="1729"/>
                </a:lnTo>
                <a:lnTo>
                  <a:pt x="16687" y="1729"/>
                </a:lnTo>
                <a:lnTo>
                  <a:pt x="16581" y="1694"/>
                </a:lnTo>
                <a:lnTo>
                  <a:pt x="16440" y="1623"/>
                </a:lnTo>
                <a:lnTo>
                  <a:pt x="16299" y="1553"/>
                </a:lnTo>
                <a:lnTo>
                  <a:pt x="16158" y="1482"/>
                </a:lnTo>
                <a:lnTo>
                  <a:pt x="15981" y="1376"/>
                </a:lnTo>
                <a:lnTo>
                  <a:pt x="15876" y="1340"/>
                </a:lnTo>
                <a:lnTo>
                  <a:pt x="15770" y="1234"/>
                </a:lnTo>
                <a:lnTo>
                  <a:pt x="15593" y="1234"/>
                </a:lnTo>
                <a:lnTo>
                  <a:pt x="15452" y="1164"/>
                </a:lnTo>
                <a:lnTo>
                  <a:pt x="15311" y="1128"/>
                </a:lnTo>
                <a:lnTo>
                  <a:pt x="15170" y="1164"/>
                </a:lnTo>
                <a:lnTo>
                  <a:pt x="15029" y="1270"/>
                </a:lnTo>
                <a:lnTo>
                  <a:pt x="14923" y="1305"/>
                </a:lnTo>
                <a:lnTo>
                  <a:pt x="14747" y="1234"/>
                </a:lnTo>
                <a:lnTo>
                  <a:pt x="14641" y="1164"/>
                </a:lnTo>
                <a:lnTo>
                  <a:pt x="14535" y="1128"/>
                </a:lnTo>
                <a:lnTo>
                  <a:pt x="14429" y="1128"/>
                </a:lnTo>
                <a:lnTo>
                  <a:pt x="14323" y="1128"/>
                </a:lnTo>
                <a:lnTo>
                  <a:pt x="14182" y="1093"/>
                </a:lnTo>
                <a:lnTo>
                  <a:pt x="14076" y="1093"/>
                </a:lnTo>
                <a:lnTo>
                  <a:pt x="13971" y="1128"/>
                </a:lnTo>
                <a:lnTo>
                  <a:pt x="13865" y="1164"/>
                </a:lnTo>
                <a:lnTo>
                  <a:pt x="13759" y="1164"/>
                </a:lnTo>
                <a:lnTo>
                  <a:pt x="13618" y="1164"/>
                </a:lnTo>
                <a:lnTo>
                  <a:pt x="13512" y="1093"/>
                </a:lnTo>
                <a:lnTo>
                  <a:pt x="13406" y="1023"/>
                </a:lnTo>
                <a:lnTo>
                  <a:pt x="13300" y="987"/>
                </a:lnTo>
                <a:lnTo>
                  <a:pt x="13194" y="987"/>
                </a:lnTo>
                <a:lnTo>
                  <a:pt x="13089" y="1023"/>
                </a:lnTo>
                <a:lnTo>
                  <a:pt x="12912" y="987"/>
                </a:lnTo>
                <a:lnTo>
                  <a:pt x="12806" y="952"/>
                </a:lnTo>
                <a:lnTo>
                  <a:pt x="12701" y="952"/>
                </a:lnTo>
                <a:lnTo>
                  <a:pt x="12595" y="1023"/>
                </a:lnTo>
                <a:lnTo>
                  <a:pt x="12489" y="1058"/>
                </a:lnTo>
                <a:lnTo>
                  <a:pt x="12348" y="1058"/>
                </a:lnTo>
                <a:lnTo>
                  <a:pt x="12207" y="1023"/>
                </a:lnTo>
                <a:lnTo>
                  <a:pt x="12066" y="1023"/>
                </a:lnTo>
                <a:lnTo>
                  <a:pt x="11924" y="952"/>
                </a:lnTo>
                <a:lnTo>
                  <a:pt x="11783" y="881"/>
                </a:lnTo>
                <a:lnTo>
                  <a:pt x="11677" y="846"/>
                </a:lnTo>
                <a:lnTo>
                  <a:pt x="11500" y="811"/>
                </a:lnTo>
                <a:lnTo>
                  <a:pt x="11359" y="811"/>
                </a:lnTo>
                <a:lnTo>
                  <a:pt x="11253" y="846"/>
                </a:lnTo>
                <a:lnTo>
                  <a:pt x="11112" y="952"/>
                </a:lnTo>
                <a:lnTo>
                  <a:pt x="11006" y="987"/>
                </a:lnTo>
                <a:lnTo>
                  <a:pt x="10865" y="1023"/>
                </a:lnTo>
                <a:lnTo>
                  <a:pt x="10724" y="987"/>
                </a:lnTo>
                <a:lnTo>
                  <a:pt x="10548" y="1023"/>
                </a:lnTo>
                <a:lnTo>
                  <a:pt x="10371" y="1058"/>
                </a:lnTo>
                <a:lnTo>
                  <a:pt x="10265" y="1093"/>
                </a:lnTo>
                <a:lnTo>
                  <a:pt x="10089" y="1023"/>
                </a:lnTo>
                <a:lnTo>
                  <a:pt x="9948" y="881"/>
                </a:lnTo>
                <a:lnTo>
                  <a:pt x="9842" y="811"/>
                </a:lnTo>
                <a:lnTo>
                  <a:pt x="9701" y="705"/>
                </a:lnTo>
                <a:lnTo>
                  <a:pt x="9595" y="670"/>
                </a:lnTo>
                <a:lnTo>
                  <a:pt x="9454" y="740"/>
                </a:lnTo>
                <a:lnTo>
                  <a:pt x="9383" y="846"/>
                </a:lnTo>
                <a:lnTo>
                  <a:pt x="9278" y="811"/>
                </a:lnTo>
                <a:lnTo>
                  <a:pt x="9172" y="846"/>
                </a:lnTo>
                <a:lnTo>
                  <a:pt x="9066" y="846"/>
                </a:lnTo>
                <a:lnTo>
                  <a:pt x="8925" y="881"/>
                </a:lnTo>
                <a:lnTo>
                  <a:pt x="8784" y="881"/>
                </a:lnTo>
                <a:lnTo>
                  <a:pt x="8678" y="881"/>
                </a:lnTo>
                <a:lnTo>
                  <a:pt x="8572" y="846"/>
                </a:lnTo>
                <a:lnTo>
                  <a:pt x="8925" y="1517"/>
                </a:lnTo>
                <a:lnTo>
                  <a:pt x="8501" y="952"/>
                </a:lnTo>
                <a:lnTo>
                  <a:pt x="8396" y="881"/>
                </a:lnTo>
                <a:lnTo>
                  <a:pt x="8290" y="881"/>
                </a:lnTo>
                <a:lnTo>
                  <a:pt x="8184" y="952"/>
                </a:lnTo>
                <a:lnTo>
                  <a:pt x="8113" y="1058"/>
                </a:lnTo>
                <a:lnTo>
                  <a:pt x="8008" y="1128"/>
                </a:lnTo>
                <a:lnTo>
                  <a:pt x="7902" y="1128"/>
                </a:lnTo>
                <a:lnTo>
                  <a:pt x="7796" y="1128"/>
                </a:lnTo>
                <a:lnTo>
                  <a:pt x="7690" y="1128"/>
                </a:lnTo>
                <a:lnTo>
                  <a:pt x="7549" y="1058"/>
                </a:lnTo>
                <a:lnTo>
                  <a:pt x="7443" y="1023"/>
                </a:lnTo>
                <a:lnTo>
                  <a:pt x="7337" y="1023"/>
                </a:lnTo>
                <a:lnTo>
                  <a:pt x="7196" y="987"/>
                </a:lnTo>
                <a:lnTo>
                  <a:pt x="7090" y="987"/>
                </a:lnTo>
                <a:lnTo>
                  <a:pt x="6914" y="987"/>
                </a:lnTo>
                <a:lnTo>
                  <a:pt x="6773" y="952"/>
                </a:lnTo>
                <a:lnTo>
                  <a:pt x="6667" y="881"/>
                </a:lnTo>
                <a:lnTo>
                  <a:pt x="6561" y="846"/>
                </a:lnTo>
                <a:lnTo>
                  <a:pt x="6455" y="846"/>
                </a:lnTo>
                <a:lnTo>
                  <a:pt x="6350" y="846"/>
                </a:lnTo>
                <a:lnTo>
                  <a:pt x="6208" y="846"/>
                </a:lnTo>
                <a:lnTo>
                  <a:pt x="6103" y="811"/>
                </a:lnTo>
                <a:lnTo>
                  <a:pt x="5997" y="811"/>
                </a:lnTo>
                <a:lnTo>
                  <a:pt x="5891" y="776"/>
                </a:lnTo>
                <a:lnTo>
                  <a:pt x="5785" y="846"/>
                </a:lnTo>
                <a:lnTo>
                  <a:pt x="5679" y="952"/>
                </a:lnTo>
                <a:lnTo>
                  <a:pt x="5573" y="1023"/>
                </a:lnTo>
                <a:lnTo>
                  <a:pt x="5468" y="1093"/>
                </a:lnTo>
                <a:lnTo>
                  <a:pt x="5362" y="1164"/>
                </a:lnTo>
                <a:lnTo>
                  <a:pt x="5256" y="1199"/>
                </a:lnTo>
                <a:lnTo>
                  <a:pt x="5150" y="1199"/>
                </a:lnTo>
                <a:lnTo>
                  <a:pt x="5009" y="1199"/>
                </a:lnTo>
                <a:lnTo>
                  <a:pt x="4903" y="1164"/>
                </a:lnTo>
                <a:lnTo>
                  <a:pt x="4762" y="1164"/>
                </a:lnTo>
                <a:lnTo>
                  <a:pt x="4621" y="1164"/>
                </a:lnTo>
                <a:lnTo>
                  <a:pt x="4515" y="1199"/>
                </a:lnTo>
                <a:lnTo>
                  <a:pt x="4409" y="1234"/>
                </a:lnTo>
                <a:lnTo>
                  <a:pt x="4303" y="1234"/>
                </a:lnTo>
                <a:lnTo>
                  <a:pt x="4162" y="1270"/>
                </a:lnTo>
                <a:lnTo>
                  <a:pt x="4021" y="1234"/>
                </a:lnTo>
                <a:lnTo>
                  <a:pt x="3915" y="1199"/>
                </a:lnTo>
                <a:lnTo>
                  <a:pt x="3810" y="1128"/>
                </a:lnTo>
                <a:lnTo>
                  <a:pt x="3704" y="1093"/>
                </a:lnTo>
                <a:lnTo>
                  <a:pt x="3598" y="1023"/>
                </a:lnTo>
                <a:lnTo>
                  <a:pt x="3492" y="1023"/>
                </a:lnTo>
                <a:lnTo>
                  <a:pt x="3386" y="1093"/>
                </a:lnTo>
                <a:lnTo>
                  <a:pt x="3245" y="1128"/>
                </a:lnTo>
                <a:lnTo>
                  <a:pt x="3104" y="1199"/>
                </a:lnTo>
                <a:lnTo>
                  <a:pt x="2998" y="1234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40"/>
                </a:lnTo>
                <a:lnTo>
                  <a:pt x="2469" y="1376"/>
                </a:lnTo>
                <a:lnTo>
                  <a:pt x="2293" y="1412"/>
                </a:lnTo>
                <a:lnTo>
                  <a:pt x="2187" y="1412"/>
                </a:lnTo>
                <a:lnTo>
                  <a:pt x="2046" y="1447"/>
                </a:lnTo>
                <a:lnTo>
                  <a:pt x="1940" y="1447"/>
                </a:lnTo>
                <a:lnTo>
                  <a:pt x="1834" y="1412"/>
                </a:lnTo>
                <a:lnTo>
                  <a:pt x="1728" y="1376"/>
                </a:lnTo>
                <a:lnTo>
                  <a:pt x="1658" y="1270"/>
                </a:lnTo>
                <a:lnTo>
                  <a:pt x="1622" y="1164"/>
                </a:lnTo>
                <a:lnTo>
                  <a:pt x="1516" y="1093"/>
                </a:lnTo>
                <a:lnTo>
                  <a:pt x="1375" y="1093"/>
                </a:lnTo>
                <a:lnTo>
                  <a:pt x="1269" y="1093"/>
                </a:lnTo>
                <a:lnTo>
                  <a:pt x="1164" y="1164"/>
                </a:lnTo>
                <a:lnTo>
                  <a:pt x="1058" y="1234"/>
                </a:lnTo>
                <a:lnTo>
                  <a:pt x="917" y="1270"/>
                </a:lnTo>
                <a:lnTo>
                  <a:pt x="811" y="1305"/>
                </a:lnTo>
                <a:lnTo>
                  <a:pt x="705" y="1305"/>
                </a:lnTo>
                <a:lnTo>
                  <a:pt x="599" y="1376"/>
                </a:lnTo>
                <a:lnTo>
                  <a:pt x="493" y="1447"/>
                </a:lnTo>
                <a:lnTo>
                  <a:pt x="388" y="1517"/>
                </a:lnTo>
                <a:lnTo>
                  <a:pt x="282" y="1553"/>
                </a:lnTo>
                <a:lnTo>
                  <a:pt x="176" y="1588"/>
                </a:lnTo>
                <a:lnTo>
                  <a:pt x="70" y="1588"/>
                </a:lnTo>
                <a:lnTo>
                  <a:pt x="0" y="881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69800" y="628560"/>
            <a:ext cx="8128080" cy="61023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1  9  9  4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5   ,  J  U  N  E  , 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8" name=""/>
          <p:cNvGrpSpPr/>
          <p:nvPr/>
        </p:nvGrpSpPr>
        <p:grpSpPr>
          <a:xfrm>
            <a:off x="4498920" y="1104840"/>
            <a:ext cx="3873600" cy="1780920"/>
            <a:chOff x="4498920" y="1104840"/>
            <a:chExt cx="3873600" cy="1780920"/>
          </a:xfrm>
        </p:grpSpPr>
        <p:grpSp>
          <p:nvGrpSpPr>
            <p:cNvPr id="229" name=""/>
            <p:cNvGrpSpPr/>
            <p:nvPr/>
          </p:nvGrpSpPr>
          <p:grpSpPr>
            <a:xfrm>
              <a:off x="4498920" y="1790640"/>
              <a:ext cx="3873600" cy="457200"/>
              <a:chOff x="4498920" y="1790640"/>
              <a:chExt cx="3873600" cy="457200"/>
            </a:xfrm>
          </p:grpSpPr>
          <p:sp>
            <p:nvSpPr>
              <p:cNvPr id="230" name=""/>
              <p:cNvSpPr/>
              <p:nvPr/>
            </p:nvSpPr>
            <p:spPr>
              <a:xfrm>
                <a:off x="4498920" y="1790640"/>
                <a:ext cx="3873600" cy="45720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>
                <a:off x="49435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>
                <a:off x="53625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>
                <a:off x="58197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>
                <a:off x="623880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>
                <a:off x="6645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>
                <a:off x="7077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>
                <a:off x="749628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>
                <a:off x="79279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9" name=""/>
            <p:cNvGrpSpPr/>
            <p:nvPr/>
          </p:nvGrpSpPr>
          <p:grpSpPr>
            <a:xfrm>
              <a:off x="4498920" y="1104840"/>
              <a:ext cx="863640" cy="485640"/>
              <a:chOff x="4498920" y="1104840"/>
              <a:chExt cx="863640" cy="485640"/>
            </a:xfrm>
          </p:grpSpPr>
          <p:sp>
            <p:nvSpPr>
              <p:cNvPr id="240" name=""/>
              <p:cNvSpPr/>
              <p:nvPr/>
            </p:nvSpPr>
            <p:spPr>
              <a:xfrm>
                <a:off x="4498920" y="1104840"/>
                <a:ext cx="863640" cy="4856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>
                <a:off x="4943520" y="1120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2" name=""/>
            <p:cNvGrpSpPr/>
            <p:nvPr/>
          </p:nvGrpSpPr>
          <p:grpSpPr>
            <a:xfrm>
              <a:off x="4498920" y="2419200"/>
              <a:ext cx="1765440" cy="466560"/>
              <a:chOff x="4498920" y="2419200"/>
              <a:chExt cx="1765440" cy="466560"/>
            </a:xfrm>
          </p:grpSpPr>
          <p:sp>
            <p:nvSpPr>
              <p:cNvPr id="243" name=""/>
              <p:cNvSpPr/>
              <p:nvPr/>
            </p:nvSpPr>
            <p:spPr>
              <a:xfrm>
                <a:off x="4498920" y="2419200"/>
                <a:ext cx="1765440" cy="46656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>
                <a:off x="494352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>
                <a:off x="53625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>
                <a:off x="58197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47" name=""/>
          <p:cNvGrpSpPr/>
          <p:nvPr/>
        </p:nvGrpSpPr>
        <p:grpSpPr>
          <a:xfrm>
            <a:off x="1168560" y="3533760"/>
            <a:ext cx="6350040" cy="457200"/>
            <a:chOff x="1168560" y="3533760"/>
            <a:chExt cx="6350040" cy="457200"/>
          </a:xfrm>
        </p:grpSpPr>
        <p:sp>
          <p:nvSpPr>
            <p:cNvPr id="248" name=""/>
            <p:cNvSpPr/>
            <p:nvPr/>
          </p:nvSpPr>
          <p:spPr>
            <a:xfrm>
              <a:off x="1168560" y="3533760"/>
              <a:ext cx="6350040" cy="4572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161280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20318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2489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29084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33148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37465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4165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4597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50036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5423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58802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62992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67057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71373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3" name=""/>
          <p:cNvSpPr/>
          <p:nvPr/>
        </p:nvSpPr>
        <p:spPr>
          <a:xfrm>
            <a:off x="355680" y="4013280"/>
            <a:ext cx="8280720" cy="978120"/>
          </a:xfrm>
          <a:custGeom>
            <a:avLst/>
            <a:gdLst/>
            <a:ahLst/>
            <a:rect l="0" t="0" r="r" b="b"/>
            <a:pathLst>
              <a:path w="23002" h="2717">
                <a:moveTo>
                  <a:pt x="0" y="881"/>
                </a:moveTo>
                <a:lnTo>
                  <a:pt x="105" y="846"/>
                </a:lnTo>
                <a:lnTo>
                  <a:pt x="282" y="811"/>
                </a:lnTo>
                <a:lnTo>
                  <a:pt x="388" y="811"/>
                </a:lnTo>
                <a:lnTo>
                  <a:pt x="493" y="811"/>
                </a:lnTo>
                <a:lnTo>
                  <a:pt x="599" y="776"/>
                </a:lnTo>
                <a:lnTo>
                  <a:pt x="705" y="740"/>
                </a:lnTo>
                <a:lnTo>
                  <a:pt x="917" y="670"/>
                </a:lnTo>
                <a:lnTo>
                  <a:pt x="1023" y="599"/>
                </a:lnTo>
                <a:lnTo>
                  <a:pt x="1128" y="564"/>
                </a:lnTo>
                <a:lnTo>
                  <a:pt x="1234" y="670"/>
                </a:lnTo>
                <a:lnTo>
                  <a:pt x="1375" y="740"/>
                </a:lnTo>
                <a:lnTo>
                  <a:pt x="1516" y="881"/>
                </a:lnTo>
                <a:lnTo>
                  <a:pt x="1622" y="776"/>
                </a:lnTo>
                <a:lnTo>
                  <a:pt x="1728" y="881"/>
                </a:lnTo>
                <a:lnTo>
                  <a:pt x="1799" y="987"/>
                </a:lnTo>
                <a:lnTo>
                  <a:pt x="1905" y="1023"/>
                </a:lnTo>
                <a:lnTo>
                  <a:pt x="2010" y="952"/>
                </a:lnTo>
                <a:lnTo>
                  <a:pt x="2151" y="846"/>
                </a:lnTo>
                <a:lnTo>
                  <a:pt x="2222" y="740"/>
                </a:lnTo>
                <a:lnTo>
                  <a:pt x="2328" y="705"/>
                </a:lnTo>
                <a:lnTo>
                  <a:pt x="2504" y="705"/>
                </a:lnTo>
                <a:lnTo>
                  <a:pt x="2681" y="670"/>
                </a:lnTo>
                <a:lnTo>
                  <a:pt x="2786" y="635"/>
                </a:lnTo>
                <a:lnTo>
                  <a:pt x="2892" y="599"/>
                </a:lnTo>
                <a:lnTo>
                  <a:pt x="2998" y="529"/>
                </a:lnTo>
                <a:lnTo>
                  <a:pt x="3104" y="529"/>
                </a:lnTo>
                <a:lnTo>
                  <a:pt x="3245" y="564"/>
                </a:lnTo>
                <a:lnTo>
                  <a:pt x="3351" y="564"/>
                </a:lnTo>
                <a:lnTo>
                  <a:pt x="3492" y="564"/>
                </a:lnTo>
                <a:lnTo>
                  <a:pt x="3598" y="635"/>
                </a:lnTo>
                <a:lnTo>
                  <a:pt x="3704" y="670"/>
                </a:lnTo>
                <a:lnTo>
                  <a:pt x="3880" y="635"/>
                </a:lnTo>
                <a:lnTo>
                  <a:pt x="3986" y="670"/>
                </a:lnTo>
                <a:lnTo>
                  <a:pt x="4092" y="740"/>
                </a:lnTo>
                <a:lnTo>
                  <a:pt x="4162" y="846"/>
                </a:lnTo>
                <a:lnTo>
                  <a:pt x="4268" y="881"/>
                </a:lnTo>
                <a:lnTo>
                  <a:pt x="4445" y="846"/>
                </a:lnTo>
                <a:lnTo>
                  <a:pt x="4550" y="846"/>
                </a:lnTo>
                <a:lnTo>
                  <a:pt x="4691" y="811"/>
                </a:lnTo>
                <a:lnTo>
                  <a:pt x="4797" y="811"/>
                </a:lnTo>
                <a:lnTo>
                  <a:pt x="4903" y="740"/>
                </a:lnTo>
                <a:lnTo>
                  <a:pt x="5044" y="705"/>
                </a:lnTo>
                <a:lnTo>
                  <a:pt x="5150" y="705"/>
                </a:lnTo>
                <a:lnTo>
                  <a:pt x="5256" y="670"/>
                </a:lnTo>
                <a:lnTo>
                  <a:pt x="5432" y="599"/>
                </a:lnTo>
                <a:lnTo>
                  <a:pt x="5609" y="564"/>
                </a:lnTo>
                <a:lnTo>
                  <a:pt x="5750" y="599"/>
                </a:lnTo>
                <a:lnTo>
                  <a:pt x="5856" y="599"/>
                </a:lnTo>
                <a:lnTo>
                  <a:pt x="5997" y="599"/>
                </a:lnTo>
                <a:lnTo>
                  <a:pt x="6138" y="635"/>
                </a:lnTo>
                <a:lnTo>
                  <a:pt x="6491" y="635"/>
                </a:lnTo>
                <a:lnTo>
                  <a:pt x="6632" y="599"/>
                </a:lnTo>
                <a:lnTo>
                  <a:pt x="7126" y="564"/>
                </a:lnTo>
                <a:lnTo>
                  <a:pt x="7478" y="529"/>
                </a:lnTo>
                <a:lnTo>
                  <a:pt x="7902" y="529"/>
                </a:lnTo>
                <a:lnTo>
                  <a:pt x="8043" y="493"/>
                </a:lnTo>
                <a:lnTo>
                  <a:pt x="8219" y="423"/>
                </a:lnTo>
                <a:lnTo>
                  <a:pt x="8360" y="388"/>
                </a:lnTo>
                <a:lnTo>
                  <a:pt x="8501" y="317"/>
                </a:lnTo>
                <a:lnTo>
                  <a:pt x="8678" y="246"/>
                </a:lnTo>
                <a:lnTo>
                  <a:pt x="8784" y="176"/>
                </a:lnTo>
                <a:lnTo>
                  <a:pt x="8890" y="176"/>
                </a:lnTo>
                <a:lnTo>
                  <a:pt x="9101" y="141"/>
                </a:lnTo>
                <a:lnTo>
                  <a:pt x="9207" y="246"/>
                </a:lnTo>
                <a:lnTo>
                  <a:pt x="9313" y="423"/>
                </a:lnTo>
                <a:lnTo>
                  <a:pt x="9383" y="529"/>
                </a:lnTo>
                <a:lnTo>
                  <a:pt x="9525" y="493"/>
                </a:lnTo>
                <a:lnTo>
                  <a:pt x="9666" y="458"/>
                </a:lnTo>
                <a:lnTo>
                  <a:pt x="9771" y="423"/>
                </a:lnTo>
                <a:lnTo>
                  <a:pt x="9948" y="529"/>
                </a:lnTo>
                <a:lnTo>
                  <a:pt x="10089" y="564"/>
                </a:lnTo>
                <a:lnTo>
                  <a:pt x="10301" y="564"/>
                </a:lnTo>
                <a:lnTo>
                  <a:pt x="10442" y="564"/>
                </a:lnTo>
                <a:lnTo>
                  <a:pt x="10689" y="564"/>
                </a:lnTo>
                <a:lnTo>
                  <a:pt x="11041" y="564"/>
                </a:lnTo>
                <a:lnTo>
                  <a:pt x="11183" y="564"/>
                </a:lnTo>
                <a:lnTo>
                  <a:pt x="11324" y="529"/>
                </a:lnTo>
                <a:lnTo>
                  <a:pt x="11465" y="529"/>
                </a:lnTo>
                <a:lnTo>
                  <a:pt x="11572" y="529"/>
                </a:lnTo>
                <a:lnTo>
                  <a:pt x="11677" y="529"/>
                </a:lnTo>
                <a:lnTo>
                  <a:pt x="11783" y="529"/>
                </a:lnTo>
                <a:lnTo>
                  <a:pt x="11889" y="564"/>
                </a:lnTo>
                <a:lnTo>
                  <a:pt x="11995" y="564"/>
                </a:lnTo>
                <a:lnTo>
                  <a:pt x="12101" y="599"/>
                </a:lnTo>
                <a:lnTo>
                  <a:pt x="12242" y="599"/>
                </a:lnTo>
                <a:lnTo>
                  <a:pt x="12348" y="635"/>
                </a:lnTo>
                <a:lnTo>
                  <a:pt x="12454" y="670"/>
                </a:lnTo>
                <a:lnTo>
                  <a:pt x="12595" y="670"/>
                </a:lnTo>
                <a:lnTo>
                  <a:pt x="13018" y="670"/>
                </a:lnTo>
                <a:lnTo>
                  <a:pt x="13159" y="670"/>
                </a:lnTo>
                <a:lnTo>
                  <a:pt x="13300" y="705"/>
                </a:lnTo>
                <a:lnTo>
                  <a:pt x="13441" y="705"/>
                </a:lnTo>
                <a:lnTo>
                  <a:pt x="13582" y="705"/>
                </a:lnTo>
                <a:lnTo>
                  <a:pt x="13688" y="705"/>
                </a:lnTo>
                <a:lnTo>
                  <a:pt x="13794" y="705"/>
                </a:lnTo>
                <a:lnTo>
                  <a:pt x="14041" y="776"/>
                </a:lnTo>
                <a:lnTo>
                  <a:pt x="14147" y="811"/>
                </a:lnTo>
                <a:lnTo>
                  <a:pt x="14288" y="811"/>
                </a:lnTo>
                <a:lnTo>
                  <a:pt x="14429" y="811"/>
                </a:lnTo>
                <a:lnTo>
                  <a:pt x="14570" y="811"/>
                </a:lnTo>
                <a:lnTo>
                  <a:pt x="14676" y="776"/>
                </a:lnTo>
                <a:lnTo>
                  <a:pt x="14782" y="776"/>
                </a:lnTo>
                <a:lnTo>
                  <a:pt x="14923" y="740"/>
                </a:lnTo>
                <a:lnTo>
                  <a:pt x="15029" y="705"/>
                </a:lnTo>
                <a:lnTo>
                  <a:pt x="15170" y="705"/>
                </a:lnTo>
                <a:lnTo>
                  <a:pt x="15311" y="670"/>
                </a:lnTo>
                <a:lnTo>
                  <a:pt x="15664" y="670"/>
                </a:lnTo>
                <a:lnTo>
                  <a:pt x="15805" y="670"/>
                </a:lnTo>
                <a:lnTo>
                  <a:pt x="15911" y="705"/>
                </a:lnTo>
                <a:lnTo>
                  <a:pt x="15946" y="811"/>
                </a:lnTo>
                <a:lnTo>
                  <a:pt x="16087" y="881"/>
                </a:lnTo>
                <a:lnTo>
                  <a:pt x="16193" y="952"/>
                </a:lnTo>
                <a:lnTo>
                  <a:pt x="16299" y="987"/>
                </a:lnTo>
                <a:lnTo>
                  <a:pt x="16405" y="987"/>
                </a:lnTo>
                <a:lnTo>
                  <a:pt x="16511" y="987"/>
                </a:lnTo>
                <a:lnTo>
                  <a:pt x="16652" y="1023"/>
                </a:lnTo>
                <a:lnTo>
                  <a:pt x="16757" y="1058"/>
                </a:lnTo>
                <a:lnTo>
                  <a:pt x="16863" y="1058"/>
                </a:lnTo>
                <a:lnTo>
                  <a:pt x="17004" y="1023"/>
                </a:lnTo>
                <a:lnTo>
                  <a:pt x="17110" y="1023"/>
                </a:lnTo>
                <a:lnTo>
                  <a:pt x="17251" y="987"/>
                </a:lnTo>
                <a:lnTo>
                  <a:pt x="17392" y="952"/>
                </a:lnTo>
                <a:lnTo>
                  <a:pt x="17569" y="917"/>
                </a:lnTo>
                <a:lnTo>
                  <a:pt x="17675" y="917"/>
                </a:lnTo>
                <a:lnTo>
                  <a:pt x="17851" y="917"/>
                </a:lnTo>
                <a:lnTo>
                  <a:pt x="17957" y="952"/>
                </a:lnTo>
                <a:lnTo>
                  <a:pt x="18098" y="952"/>
                </a:lnTo>
                <a:lnTo>
                  <a:pt x="18204" y="987"/>
                </a:lnTo>
                <a:lnTo>
                  <a:pt x="18310" y="1023"/>
                </a:lnTo>
                <a:lnTo>
                  <a:pt x="18416" y="1023"/>
                </a:lnTo>
                <a:lnTo>
                  <a:pt x="18521" y="1023"/>
                </a:lnTo>
                <a:lnTo>
                  <a:pt x="18662" y="1023"/>
                </a:lnTo>
                <a:lnTo>
                  <a:pt x="18768" y="1023"/>
                </a:lnTo>
                <a:lnTo>
                  <a:pt x="18909" y="987"/>
                </a:lnTo>
                <a:lnTo>
                  <a:pt x="19051" y="917"/>
                </a:lnTo>
                <a:lnTo>
                  <a:pt x="19615" y="776"/>
                </a:lnTo>
                <a:lnTo>
                  <a:pt x="19968" y="705"/>
                </a:lnTo>
                <a:lnTo>
                  <a:pt x="20391" y="670"/>
                </a:lnTo>
                <a:lnTo>
                  <a:pt x="20532" y="635"/>
                </a:lnTo>
                <a:lnTo>
                  <a:pt x="20638" y="635"/>
                </a:lnTo>
                <a:lnTo>
                  <a:pt x="20673" y="529"/>
                </a:lnTo>
                <a:lnTo>
                  <a:pt x="20709" y="388"/>
                </a:lnTo>
                <a:lnTo>
                  <a:pt x="20814" y="423"/>
                </a:lnTo>
                <a:lnTo>
                  <a:pt x="20814" y="529"/>
                </a:lnTo>
                <a:lnTo>
                  <a:pt x="20920" y="564"/>
                </a:lnTo>
                <a:lnTo>
                  <a:pt x="21026" y="529"/>
                </a:lnTo>
                <a:lnTo>
                  <a:pt x="21132" y="458"/>
                </a:lnTo>
                <a:lnTo>
                  <a:pt x="21238" y="458"/>
                </a:lnTo>
                <a:lnTo>
                  <a:pt x="21379" y="423"/>
                </a:lnTo>
                <a:lnTo>
                  <a:pt x="21520" y="423"/>
                </a:lnTo>
                <a:lnTo>
                  <a:pt x="21626" y="388"/>
                </a:lnTo>
                <a:lnTo>
                  <a:pt x="21837" y="388"/>
                </a:lnTo>
                <a:lnTo>
                  <a:pt x="21943" y="388"/>
                </a:lnTo>
                <a:lnTo>
                  <a:pt x="22049" y="388"/>
                </a:lnTo>
                <a:lnTo>
                  <a:pt x="22155" y="352"/>
                </a:lnTo>
                <a:lnTo>
                  <a:pt x="22261" y="317"/>
                </a:lnTo>
                <a:lnTo>
                  <a:pt x="22367" y="317"/>
                </a:lnTo>
                <a:lnTo>
                  <a:pt x="22472" y="282"/>
                </a:lnTo>
                <a:lnTo>
                  <a:pt x="22578" y="211"/>
                </a:lnTo>
                <a:lnTo>
                  <a:pt x="22684" y="141"/>
                </a:lnTo>
                <a:lnTo>
                  <a:pt x="22790" y="105"/>
                </a:lnTo>
                <a:lnTo>
                  <a:pt x="22896" y="35"/>
                </a:lnTo>
                <a:lnTo>
                  <a:pt x="23002" y="0"/>
                </a:lnTo>
                <a:lnTo>
                  <a:pt x="23002" y="2646"/>
                </a:lnTo>
                <a:lnTo>
                  <a:pt x="22896" y="2576"/>
                </a:lnTo>
                <a:lnTo>
                  <a:pt x="22790" y="2505"/>
                </a:lnTo>
                <a:lnTo>
                  <a:pt x="22755" y="2399"/>
                </a:lnTo>
                <a:lnTo>
                  <a:pt x="22649" y="2294"/>
                </a:lnTo>
                <a:lnTo>
                  <a:pt x="22578" y="2188"/>
                </a:lnTo>
                <a:lnTo>
                  <a:pt x="22508" y="2082"/>
                </a:lnTo>
                <a:lnTo>
                  <a:pt x="22402" y="1906"/>
                </a:lnTo>
                <a:lnTo>
                  <a:pt x="22367" y="1800"/>
                </a:lnTo>
                <a:lnTo>
                  <a:pt x="22261" y="1694"/>
                </a:lnTo>
                <a:lnTo>
                  <a:pt x="22190" y="1588"/>
                </a:lnTo>
                <a:lnTo>
                  <a:pt x="22084" y="1517"/>
                </a:lnTo>
                <a:lnTo>
                  <a:pt x="21979" y="1553"/>
                </a:lnTo>
                <a:lnTo>
                  <a:pt x="21943" y="1659"/>
                </a:lnTo>
                <a:lnTo>
                  <a:pt x="21837" y="1764"/>
                </a:lnTo>
                <a:lnTo>
                  <a:pt x="21696" y="1870"/>
                </a:lnTo>
                <a:lnTo>
                  <a:pt x="21591" y="1941"/>
                </a:lnTo>
                <a:lnTo>
                  <a:pt x="21520" y="2047"/>
                </a:lnTo>
                <a:lnTo>
                  <a:pt x="21414" y="2188"/>
                </a:lnTo>
                <a:lnTo>
                  <a:pt x="21379" y="2294"/>
                </a:lnTo>
                <a:lnTo>
                  <a:pt x="21308" y="2399"/>
                </a:lnTo>
                <a:lnTo>
                  <a:pt x="21167" y="2364"/>
                </a:lnTo>
                <a:lnTo>
                  <a:pt x="21026" y="2223"/>
                </a:lnTo>
                <a:lnTo>
                  <a:pt x="20956" y="2082"/>
                </a:lnTo>
                <a:lnTo>
                  <a:pt x="20956" y="1976"/>
                </a:lnTo>
                <a:lnTo>
                  <a:pt x="20885" y="1870"/>
                </a:lnTo>
                <a:lnTo>
                  <a:pt x="20814" y="1729"/>
                </a:lnTo>
                <a:lnTo>
                  <a:pt x="20744" y="1623"/>
                </a:lnTo>
                <a:lnTo>
                  <a:pt x="20673" y="1517"/>
                </a:lnTo>
                <a:lnTo>
                  <a:pt x="20567" y="1482"/>
                </a:lnTo>
                <a:lnTo>
                  <a:pt x="20497" y="1376"/>
                </a:lnTo>
                <a:lnTo>
                  <a:pt x="20391" y="1270"/>
                </a:lnTo>
                <a:lnTo>
                  <a:pt x="20321" y="1164"/>
                </a:lnTo>
                <a:lnTo>
                  <a:pt x="20250" y="1270"/>
                </a:lnTo>
                <a:lnTo>
                  <a:pt x="20179" y="1376"/>
                </a:lnTo>
                <a:lnTo>
                  <a:pt x="20074" y="1376"/>
                </a:lnTo>
                <a:lnTo>
                  <a:pt x="19968" y="1376"/>
                </a:lnTo>
                <a:lnTo>
                  <a:pt x="20250" y="2717"/>
                </a:lnTo>
                <a:lnTo>
                  <a:pt x="19827" y="1412"/>
                </a:lnTo>
                <a:lnTo>
                  <a:pt x="19686" y="1517"/>
                </a:lnTo>
                <a:lnTo>
                  <a:pt x="19580" y="1553"/>
                </a:lnTo>
                <a:lnTo>
                  <a:pt x="19509" y="1659"/>
                </a:lnTo>
                <a:lnTo>
                  <a:pt x="19403" y="1764"/>
                </a:lnTo>
                <a:lnTo>
                  <a:pt x="19297" y="1800"/>
                </a:lnTo>
                <a:lnTo>
                  <a:pt x="19192" y="1800"/>
                </a:lnTo>
                <a:lnTo>
                  <a:pt x="19086" y="1906"/>
                </a:lnTo>
                <a:lnTo>
                  <a:pt x="19015" y="2011"/>
                </a:lnTo>
                <a:lnTo>
                  <a:pt x="18874" y="1976"/>
                </a:lnTo>
                <a:lnTo>
                  <a:pt x="18733" y="1870"/>
                </a:lnTo>
                <a:lnTo>
                  <a:pt x="18627" y="1800"/>
                </a:lnTo>
                <a:lnTo>
                  <a:pt x="18521" y="1800"/>
                </a:lnTo>
                <a:lnTo>
                  <a:pt x="18416" y="1729"/>
                </a:lnTo>
                <a:lnTo>
                  <a:pt x="18310" y="1659"/>
                </a:lnTo>
                <a:lnTo>
                  <a:pt x="18204" y="1694"/>
                </a:lnTo>
                <a:lnTo>
                  <a:pt x="17992" y="1659"/>
                </a:lnTo>
                <a:lnTo>
                  <a:pt x="17886" y="1517"/>
                </a:lnTo>
                <a:lnTo>
                  <a:pt x="17781" y="1447"/>
                </a:lnTo>
                <a:lnTo>
                  <a:pt x="17710" y="1340"/>
                </a:lnTo>
                <a:lnTo>
                  <a:pt x="17569" y="1270"/>
                </a:lnTo>
                <a:lnTo>
                  <a:pt x="17463" y="1305"/>
                </a:lnTo>
                <a:lnTo>
                  <a:pt x="17357" y="1376"/>
                </a:lnTo>
                <a:lnTo>
                  <a:pt x="17251" y="1517"/>
                </a:lnTo>
                <a:lnTo>
                  <a:pt x="17146" y="1553"/>
                </a:lnTo>
                <a:lnTo>
                  <a:pt x="17004" y="1623"/>
                </a:lnTo>
                <a:lnTo>
                  <a:pt x="16899" y="1694"/>
                </a:lnTo>
                <a:lnTo>
                  <a:pt x="16793" y="1729"/>
                </a:lnTo>
                <a:lnTo>
                  <a:pt x="16687" y="1729"/>
                </a:lnTo>
                <a:lnTo>
                  <a:pt x="16581" y="1694"/>
                </a:lnTo>
                <a:lnTo>
                  <a:pt x="16440" y="1623"/>
                </a:lnTo>
                <a:lnTo>
                  <a:pt x="16299" y="1553"/>
                </a:lnTo>
                <a:lnTo>
                  <a:pt x="16158" y="1482"/>
                </a:lnTo>
                <a:lnTo>
                  <a:pt x="15981" y="1376"/>
                </a:lnTo>
                <a:lnTo>
                  <a:pt x="15876" y="1340"/>
                </a:lnTo>
                <a:lnTo>
                  <a:pt x="15770" y="1234"/>
                </a:lnTo>
                <a:lnTo>
                  <a:pt x="15593" y="1234"/>
                </a:lnTo>
                <a:lnTo>
                  <a:pt x="15452" y="1164"/>
                </a:lnTo>
                <a:lnTo>
                  <a:pt x="15311" y="1128"/>
                </a:lnTo>
                <a:lnTo>
                  <a:pt x="15170" y="1164"/>
                </a:lnTo>
                <a:lnTo>
                  <a:pt x="15029" y="1270"/>
                </a:lnTo>
                <a:lnTo>
                  <a:pt x="14923" y="1305"/>
                </a:lnTo>
                <a:lnTo>
                  <a:pt x="14747" y="1234"/>
                </a:lnTo>
                <a:lnTo>
                  <a:pt x="14641" y="1164"/>
                </a:lnTo>
                <a:lnTo>
                  <a:pt x="14535" y="1128"/>
                </a:lnTo>
                <a:lnTo>
                  <a:pt x="14429" y="1128"/>
                </a:lnTo>
                <a:lnTo>
                  <a:pt x="14323" y="1128"/>
                </a:lnTo>
                <a:lnTo>
                  <a:pt x="14182" y="1093"/>
                </a:lnTo>
                <a:lnTo>
                  <a:pt x="14076" y="1093"/>
                </a:lnTo>
                <a:lnTo>
                  <a:pt x="13971" y="1128"/>
                </a:lnTo>
                <a:lnTo>
                  <a:pt x="13865" y="1164"/>
                </a:lnTo>
                <a:lnTo>
                  <a:pt x="13759" y="1164"/>
                </a:lnTo>
                <a:lnTo>
                  <a:pt x="13618" y="1164"/>
                </a:lnTo>
                <a:lnTo>
                  <a:pt x="13512" y="1093"/>
                </a:lnTo>
                <a:lnTo>
                  <a:pt x="13406" y="1023"/>
                </a:lnTo>
                <a:lnTo>
                  <a:pt x="13300" y="987"/>
                </a:lnTo>
                <a:lnTo>
                  <a:pt x="13194" y="987"/>
                </a:lnTo>
                <a:lnTo>
                  <a:pt x="13089" y="1023"/>
                </a:lnTo>
                <a:lnTo>
                  <a:pt x="12912" y="987"/>
                </a:lnTo>
                <a:lnTo>
                  <a:pt x="12806" y="952"/>
                </a:lnTo>
                <a:lnTo>
                  <a:pt x="12701" y="952"/>
                </a:lnTo>
                <a:lnTo>
                  <a:pt x="12595" y="1023"/>
                </a:lnTo>
                <a:lnTo>
                  <a:pt x="12489" y="1058"/>
                </a:lnTo>
                <a:lnTo>
                  <a:pt x="12348" y="1058"/>
                </a:lnTo>
                <a:lnTo>
                  <a:pt x="12207" y="1023"/>
                </a:lnTo>
                <a:lnTo>
                  <a:pt x="12066" y="1023"/>
                </a:lnTo>
                <a:lnTo>
                  <a:pt x="11924" y="952"/>
                </a:lnTo>
                <a:lnTo>
                  <a:pt x="11783" y="881"/>
                </a:lnTo>
                <a:lnTo>
                  <a:pt x="11677" y="846"/>
                </a:lnTo>
                <a:lnTo>
                  <a:pt x="11500" y="811"/>
                </a:lnTo>
                <a:lnTo>
                  <a:pt x="11359" y="811"/>
                </a:lnTo>
                <a:lnTo>
                  <a:pt x="11253" y="846"/>
                </a:lnTo>
                <a:lnTo>
                  <a:pt x="11112" y="952"/>
                </a:lnTo>
                <a:lnTo>
                  <a:pt x="11006" y="987"/>
                </a:lnTo>
                <a:lnTo>
                  <a:pt x="10865" y="1023"/>
                </a:lnTo>
                <a:lnTo>
                  <a:pt x="10724" y="987"/>
                </a:lnTo>
                <a:lnTo>
                  <a:pt x="10548" y="1023"/>
                </a:lnTo>
                <a:lnTo>
                  <a:pt x="10371" y="1058"/>
                </a:lnTo>
                <a:lnTo>
                  <a:pt x="10265" y="1093"/>
                </a:lnTo>
                <a:lnTo>
                  <a:pt x="10089" y="1023"/>
                </a:lnTo>
                <a:lnTo>
                  <a:pt x="9948" y="881"/>
                </a:lnTo>
                <a:lnTo>
                  <a:pt x="9842" y="811"/>
                </a:lnTo>
                <a:lnTo>
                  <a:pt x="9701" y="705"/>
                </a:lnTo>
                <a:lnTo>
                  <a:pt x="9595" y="670"/>
                </a:lnTo>
                <a:lnTo>
                  <a:pt x="9454" y="740"/>
                </a:lnTo>
                <a:lnTo>
                  <a:pt x="9383" y="846"/>
                </a:lnTo>
                <a:lnTo>
                  <a:pt x="9278" y="811"/>
                </a:lnTo>
                <a:lnTo>
                  <a:pt x="9172" y="846"/>
                </a:lnTo>
                <a:lnTo>
                  <a:pt x="9066" y="846"/>
                </a:lnTo>
                <a:lnTo>
                  <a:pt x="8925" y="881"/>
                </a:lnTo>
                <a:lnTo>
                  <a:pt x="8784" y="881"/>
                </a:lnTo>
                <a:lnTo>
                  <a:pt x="8678" y="881"/>
                </a:lnTo>
                <a:lnTo>
                  <a:pt x="8572" y="846"/>
                </a:lnTo>
                <a:lnTo>
                  <a:pt x="8925" y="1517"/>
                </a:lnTo>
                <a:lnTo>
                  <a:pt x="8501" y="952"/>
                </a:lnTo>
                <a:lnTo>
                  <a:pt x="8396" y="881"/>
                </a:lnTo>
                <a:lnTo>
                  <a:pt x="8290" y="881"/>
                </a:lnTo>
                <a:lnTo>
                  <a:pt x="8184" y="952"/>
                </a:lnTo>
                <a:lnTo>
                  <a:pt x="8113" y="1058"/>
                </a:lnTo>
                <a:lnTo>
                  <a:pt x="8008" y="1128"/>
                </a:lnTo>
                <a:lnTo>
                  <a:pt x="7902" y="1128"/>
                </a:lnTo>
                <a:lnTo>
                  <a:pt x="7796" y="1128"/>
                </a:lnTo>
                <a:lnTo>
                  <a:pt x="7690" y="1128"/>
                </a:lnTo>
                <a:lnTo>
                  <a:pt x="7549" y="1058"/>
                </a:lnTo>
                <a:lnTo>
                  <a:pt x="7443" y="1023"/>
                </a:lnTo>
                <a:lnTo>
                  <a:pt x="7337" y="1023"/>
                </a:lnTo>
                <a:lnTo>
                  <a:pt x="7196" y="987"/>
                </a:lnTo>
                <a:lnTo>
                  <a:pt x="7090" y="987"/>
                </a:lnTo>
                <a:lnTo>
                  <a:pt x="6914" y="987"/>
                </a:lnTo>
                <a:lnTo>
                  <a:pt x="6773" y="952"/>
                </a:lnTo>
                <a:lnTo>
                  <a:pt x="6667" y="881"/>
                </a:lnTo>
                <a:lnTo>
                  <a:pt x="6561" y="846"/>
                </a:lnTo>
                <a:lnTo>
                  <a:pt x="6455" y="846"/>
                </a:lnTo>
                <a:lnTo>
                  <a:pt x="6350" y="846"/>
                </a:lnTo>
                <a:lnTo>
                  <a:pt x="6208" y="846"/>
                </a:lnTo>
                <a:lnTo>
                  <a:pt x="6103" y="811"/>
                </a:lnTo>
                <a:lnTo>
                  <a:pt x="5997" y="811"/>
                </a:lnTo>
                <a:lnTo>
                  <a:pt x="5891" y="776"/>
                </a:lnTo>
                <a:lnTo>
                  <a:pt x="5785" y="846"/>
                </a:lnTo>
                <a:lnTo>
                  <a:pt x="5679" y="952"/>
                </a:lnTo>
                <a:lnTo>
                  <a:pt x="5573" y="1023"/>
                </a:lnTo>
                <a:lnTo>
                  <a:pt x="5468" y="1093"/>
                </a:lnTo>
                <a:lnTo>
                  <a:pt x="5362" y="1164"/>
                </a:lnTo>
                <a:lnTo>
                  <a:pt x="5256" y="1199"/>
                </a:lnTo>
                <a:lnTo>
                  <a:pt x="5150" y="1199"/>
                </a:lnTo>
                <a:lnTo>
                  <a:pt x="5009" y="1199"/>
                </a:lnTo>
                <a:lnTo>
                  <a:pt x="4903" y="1164"/>
                </a:lnTo>
                <a:lnTo>
                  <a:pt x="4762" y="1164"/>
                </a:lnTo>
                <a:lnTo>
                  <a:pt x="4621" y="1164"/>
                </a:lnTo>
                <a:lnTo>
                  <a:pt x="4515" y="1199"/>
                </a:lnTo>
                <a:lnTo>
                  <a:pt x="4409" y="1234"/>
                </a:lnTo>
                <a:lnTo>
                  <a:pt x="4303" y="1234"/>
                </a:lnTo>
                <a:lnTo>
                  <a:pt x="4162" y="1270"/>
                </a:lnTo>
                <a:lnTo>
                  <a:pt x="4021" y="1234"/>
                </a:lnTo>
                <a:lnTo>
                  <a:pt x="3915" y="1199"/>
                </a:lnTo>
                <a:lnTo>
                  <a:pt x="3810" y="1128"/>
                </a:lnTo>
                <a:lnTo>
                  <a:pt x="3704" y="1093"/>
                </a:lnTo>
                <a:lnTo>
                  <a:pt x="3598" y="1023"/>
                </a:lnTo>
                <a:lnTo>
                  <a:pt x="3492" y="1023"/>
                </a:lnTo>
                <a:lnTo>
                  <a:pt x="3386" y="1093"/>
                </a:lnTo>
                <a:lnTo>
                  <a:pt x="3245" y="1128"/>
                </a:lnTo>
                <a:lnTo>
                  <a:pt x="3104" y="1199"/>
                </a:lnTo>
                <a:lnTo>
                  <a:pt x="2998" y="1234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40"/>
                </a:lnTo>
                <a:lnTo>
                  <a:pt x="2469" y="1376"/>
                </a:lnTo>
                <a:lnTo>
                  <a:pt x="2293" y="1412"/>
                </a:lnTo>
                <a:lnTo>
                  <a:pt x="2187" y="1412"/>
                </a:lnTo>
                <a:lnTo>
                  <a:pt x="2046" y="1447"/>
                </a:lnTo>
                <a:lnTo>
                  <a:pt x="1940" y="1447"/>
                </a:lnTo>
                <a:lnTo>
                  <a:pt x="1834" y="1412"/>
                </a:lnTo>
                <a:lnTo>
                  <a:pt x="1728" y="1376"/>
                </a:lnTo>
                <a:lnTo>
                  <a:pt x="1658" y="1270"/>
                </a:lnTo>
                <a:lnTo>
                  <a:pt x="1622" y="1164"/>
                </a:lnTo>
                <a:lnTo>
                  <a:pt x="1516" y="1093"/>
                </a:lnTo>
                <a:lnTo>
                  <a:pt x="1375" y="1093"/>
                </a:lnTo>
                <a:lnTo>
                  <a:pt x="1269" y="1093"/>
                </a:lnTo>
                <a:lnTo>
                  <a:pt x="1164" y="1164"/>
                </a:lnTo>
                <a:lnTo>
                  <a:pt x="1058" y="1234"/>
                </a:lnTo>
                <a:lnTo>
                  <a:pt x="917" y="1270"/>
                </a:lnTo>
                <a:lnTo>
                  <a:pt x="811" y="1305"/>
                </a:lnTo>
                <a:lnTo>
                  <a:pt x="705" y="1305"/>
                </a:lnTo>
                <a:lnTo>
                  <a:pt x="599" y="1376"/>
                </a:lnTo>
                <a:lnTo>
                  <a:pt x="493" y="1447"/>
                </a:lnTo>
                <a:lnTo>
                  <a:pt x="388" y="1517"/>
                </a:lnTo>
                <a:lnTo>
                  <a:pt x="282" y="1553"/>
                </a:lnTo>
                <a:lnTo>
                  <a:pt x="176" y="1588"/>
                </a:lnTo>
                <a:lnTo>
                  <a:pt x="70" y="1588"/>
                </a:lnTo>
                <a:lnTo>
                  <a:pt x="0" y="881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69800" y="628560"/>
            <a:ext cx="8128080" cy="61023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1  9  9  4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17146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5   ,  J  U  N  E  ,   1  9   9  4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 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INTO DateStr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7146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6" name=""/>
          <p:cNvGrpSpPr/>
          <p:nvPr/>
        </p:nvGrpSpPr>
        <p:grpSpPr>
          <a:xfrm>
            <a:off x="4498920" y="1104840"/>
            <a:ext cx="3873600" cy="1780920"/>
            <a:chOff x="4498920" y="1104840"/>
            <a:chExt cx="3873600" cy="1780920"/>
          </a:xfrm>
        </p:grpSpPr>
        <p:grpSp>
          <p:nvGrpSpPr>
            <p:cNvPr id="267" name=""/>
            <p:cNvGrpSpPr/>
            <p:nvPr/>
          </p:nvGrpSpPr>
          <p:grpSpPr>
            <a:xfrm>
              <a:off x="4498920" y="1790640"/>
              <a:ext cx="3873600" cy="457200"/>
              <a:chOff x="4498920" y="1790640"/>
              <a:chExt cx="3873600" cy="457200"/>
            </a:xfrm>
          </p:grpSpPr>
          <p:sp>
            <p:nvSpPr>
              <p:cNvPr id="268" name=""/>
              <p:cNvSpPr/>
              <p:nvPr/>
            </p:nvSpPr>
            <p:spPr>
              <a:xfrm>
                <a:off x="4498920" y="1790640"/>
                <a:ext cx="3873600" cy="45720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"/>
              <p:cNvSpPr/>
              <p:nvPr/>
            </p:nvSpPr>
            <p:spPr>
              <a:xfrm>
                <a:off x="49435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"/>
              <p:cNvSpPr/>
              <p:nvPr/>
            </p:nvSpPr>
            <p:spPr>
              <a:xfrm>
                <a:off x="53625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"/>
              <p:cNvSpPr/>
              <p:nvPr/>
            </p:nvSpPr>
            <p:spPr>
              <a:xfrm>
                <a:off x="581976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"/>
              <p:cNvSpPr/>
              <p:nvPr/>
            </p:nvSpPr>
            <p:spPr>
              <a:xfrm>
                <a:off x="623880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"/>
              <p:cNvSpPr/>
              <p:nvPr/>
            </p:nvSpPr>
            <p:spPr>
              <a:xfrm>
                <a:off x="6645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"/>
              <p:cNvSpPr/>
              <p:nvPr/>
            </p:nvSpPr>
            <p:spPr>
              <a:xfrm>
                <a:off x="707724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"/>
              <p:cNvSpPr/>
              <p:nvPr/>
            </p:nvSpPr>
            <p:spPr>
              <a:xfrm>
                <a:off x="749628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"/>
              <p:cNvSpPr/>
              <p:nvPr/>
            </p:nvSpPr>
            <p:spPr>
              <a:xfrm>
                <a:off x="7927920" y="179064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7" name=""/>
            <p:cNvGrpSpPr/>
            <p:nvPr/>
          </p:nvGrpSpPr>
          <p:grpSpPr>
            <a:xfrm>
              <a:off x="4498920" y="1104840"/>
              <a:ext cx="863640" cy="485640"/>
              <a:chOff x="4498920" y="1104840"/>
              <a:chExt cx="863640" cy="485640"/>
            </a:xfrm>
          </p:grpSpPr>
          <p:sp>
            <p:nvSpPr>
              <p:cNvPr id="278" name=""/>
              <p:cNvSpPr/>
              <p:nvPr/>
            </p:nvSpPr>
            <p:spPr>
              <a:xfrm>
                <a:off x="4498920" y="1104840"/>
                <a:ext cx="863640" cy="48564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>
                <a:off x="4943520" y="1120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0" name=""/>
            <p:cNvGrpSpPr/>
            <p:nvPr/>
          </p:nvGrpSpPr>
          <p:grpSpPr>
            <a:xfrm>
              <a:off x="4498920" y="2419200"/>
              <a:ext cx="1765440" cy="466560"/>
              <a:chOff x="4498920" y="2419200"/>
              <a:chExt cx="1765440" cy="466560"/>
            </a:xfrm>
          </p:grpSpPr>
          <p:sp>
            <p:nvSpPr>
              <p:cNvPr id="281" name=""/>
              <p:cNvSpPr/>
              <p:nvPr/>
            </p:nvSpPr>
            <p:spPr>
              <a:xfrm>
                <a:off x="4498920" y="2419200"/>
                <a:ext cx="1765440" cy="466560"/>
              </a:xfrm>
              <a:prstGeom prst="rect">
                <a:avLst/>
              </a:prstGeom>
              <a:noFill/>
              <a:ln w="25560">
                <a:solidFill>
                  <a:srgbClr val="676767"/>
                </a:solidFill>
                <a:round/>
              </a:ln>
            </p:spPr>
            <p:txBody>
              <a:bodyPr lIns="102600" tIns="57600" rIns="102600" bIns="57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>
                <a:off x="494352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>
                <a:off x="53625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>
                <a:off x="5819760" y="2425680"/>
                <a:ext cx="0" cy="457200"/>
              </a:xfrm>
              <a:prstGeom prst="line">
                <a:avLst/>
              </a:prstGeom>
              <a:ln w="12600">
                <a:solidFill>
                  <a:srgbClr val="6767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6120" tIns="51120" rIns="96120" bIns="51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85" name=""/>
          <p:cNvGrpSpPr/>
          <p:nvPr/>
        </p:nvGrpSpPr>
        <p:grpSpPr>
          <a:xfrm>
            <a:off x="1168560" y="3533760"/>
            <a:ext cx="6350040" cy="457200"/>
            <a:chOff x="1168560" y="3533760"/>
            <a:chExt cx="6350040" cy="457200"/>
          </a:xfrm>
        </p:grpSpPr>
        <p:sp>
          <p:nvSpPr>
            <p:cNvPr id="286" name=""/>
            <p:cNvSpPr/>
            <p:nvPr/>
          </p:nvSpPr>
          <p:spPr>
            <a:xfrm>
              <a:off x="1168560" y="3533760"/>
              <a:ext cx="6350040" cy="4572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161280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20318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2489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29084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33148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37465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4165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45975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50036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54230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588024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629928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670572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7137360" y="35337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1" name=""/>
          <p:cNvSpPr/>
          <p:nvPr/>
        </p:nvSpPr>
        <p:spPr>
          <a:xfrm>
            <a:off x="355680" y="4013280"/>
            <a:ext cx="8280720" cy="978120"/>
          </a:xfrm>
          <a:custGeom>
            <a:avLst/>
            <a:gdLst/>
            <a:ahLst/>
            <a:rect l="0" t="0" r="r" b="b"/>
            <a:pathLst>
              <a:path w="23002" h="2717">
                <a:moveTo>
                  <a:pt x="0" y="881"/>
                </a:moveTo>
                <a:lnTo>
                  <a:pt x="105" y="846"/>
                </a:lnTo>
                <a:lnTo>
                  <a:pt x="282" y="811"/>
                </a:lnTo>
                <a:lnTo>
                  <a:pt x="388" y="811"/>
                </a:lnTo>
                <a:lnTo>
                  <a:pt x="493" y="811"/>
                </a:lnTo>
                <a:lnTo>
                  <a:pt x="599" y="776"/>
                </a:lnTo>
                <a:lnTo>
                  <a:pt x="705" y="740"/>
                </a:lnTo>
                <a:lnTo>
                  <a:pt x="917" y="670"/>
                </a:lnTo>
                <a:lnTo>
                  <a:pt x="1023" y="599"/>
                </a:lnTo>
                <a:lnTo>
                  <a:pt x="1128" y="564"/>
                </a:lnTo>
                <a:lnTo>
                  <a:pt x="1234" y="670"/>
                </a:lnTo>
                <a:lnTo>
                  <a:pt x="1375" y="740"/>
                </a:lnTo>
                <a:lnTo>
                  <a:pt x="1516" y="881"/>
                </a:lnTo>
                <a:lnTo>
                  <a:pt x="1622" y="776"/>
                </a:lnTo>
                <a:lnTo>
                  <a:pt x="1728" y="881"/>
                </a:lnTo>
                <a:lnTo>
                  <a:pt x="1799" y="987"/>
                </a:lnTo>
                <a:lnTo>
                  <a:pt x="1905" y="1023"/>
                </a:lnTo>
                <a:lnTo>
                  <a:pt x="2010" y="952"/>
                </a:lnTo>
                <a:lnTo>
                  <a:pt x="2151" y="846"/>
                </a:lnTo>
                <a:lnTo>
                  <a:pt x="2222" y="740"/>
                </a:lnTo>
                <a:lnTo>
                  <a:pt x="2328" y="705"/>
                </a:lnTo>
                <a:lnTo>
                  <a:pt x="2504" y="705"/>
                </a:lnTo>
                <a:lnTo>
                  <a:pt x="2681" y="670"/>
                </a:lnTo>
                <a:lnTo>
                  <a:pt x="2786" y="635"/>
                </a:lnTo>
                <a:lnTo>
                  <a:pt x="2892" y="599"/>
                </a:lnTo>
                <a:lnTo>
                  <a:pt x="2998" y="529"/>
                </a:lnTo>
                <a:lnTo>
                  <a:pt x="3104" y="529"/>
                </a:lnTo>
                <a:lnTo>
                  <a:pt x="3245" y="564"/>
                </a:lnTo>
                <a:lnTo>
                  <a:pt x="3351" y="564"/>
                </a:lnTo>
                <a:lnTo>
                  <a:pt x="3492" y="564"/>
                </a:lnTo>
                <a:lnTo>
                  <a:pt x="3598" y="635"/>
                </a:lnTo>
                <a:lnTo>
                  <a:pt x="3704" y="670"/>
                </a:lnTo>
                <a:lnTo>
                  <a:pt x="3880" y="635"/>
                </a:lnTo>
                <a:lnTo>
                  <a:pt x="3986" y="670"/>
                </a:lnTo>
                <a:lnTo>
                  <a:pt x="4092" y="740"/>
                </a:lnTo>
                <a:lnTo>
                  <a:pt x="4162" y="846"/>
                </a:lnTo>
                <a:lnTo>
                  <a:pt x="4268" y="881"/>
                </a:lnTo>
                <a:lnTo>
                  <a:pt x="4445" y="846"/>
                </a:lnTo>
                <a:lnTo>
                  <a:pt x="4550" y="846"/>
                </a:lnTo>
                <a:lnTo>
                  <a:pt x="4691" y="811"/>
                </a:lnTo>
                <a:lnTo>
                  <a:pt x="4797" y="811"/>
                </a:lnTo>
                <a:lnTo>
                  <a:pt x="4903" y="740"/>
                </a:lnTo>
                <a:lnTo>
                  <a:pt x="5044" y="705"/>
                </a:lnTo>
                <a:lnTo>
                  <a:pt x="5150" y="705"/>
                </a:lnTo>
                <a:lnTo>
                  <a:pt x="5256" y="670"/>
                </a:lnTo>
                <a:lnTo>
                  <a:pt x="5432" y="599"/>
                </a:lnTo>
                <a:lnTo>
                  <a:pt x="5609" y="564"/>
                </a:lnTo>
                <a:lnTo>
                  <a:pt x="5750" y="599"/>
                </a:lnTo>
                <a:lnTo>
                  <a:pt x="5856" y="599"/>
                </a:lnTo>
                <a:lnTo>
                  <a:pt x="5997" y="599"/>
                </a:lnTo>
                <a:lnTo>
                  <a:pt x="6138" y="635"/>
                </a:lnTo>
                <a:lnTo>
                  <a:pt x="6491" y="635"/>
                </a:lnTo>
                <a:lnTo>
                  <a:pt x="6632" y="599"/>
                </a:lnTo>
                <a:lnTo>
                  <a:pt x="7126" y="564"/>
                </a:lnTo>
                <a:lnTo>
                  <a:pt x="7478" y="529"/>
                </a:lnTo>
                <a:lnTo>
                  <a:pt x="7902" y="529"/>
                </a:lnTo>
                <a:lnTo>
                  <a:pt x="8043" y="493"/>
                </a:lnTo>
                <a:lnTo>
                  <a:pt x="8219" y="423"/>
                </a:lnTo>
                <a:lnTo>
                  <a:pt x="8360" y="388"/>
                </a:lnTo>
                <a:lnTo>
                  <a:pt x="8501" y="317"/>
                </a:lnTo>
                <a:lnTo>
                  <a:pt x="8678" y="246"/>
                </a:lnTo>
                <a:lnTo>
                  <a:pt x="8784" y="176"/>
                </a:lnTo>
                <a:lnTo>
                  <a:pt x="8890" y="176"/>
                </a:lnTo>
                <a:lnTo>
                  <a:pt x="9101" y="141"/>
                </a:lnTo>
                <a:lnTo>
                  <a:pt x="9207" y="246"/>
                </a:lnTo>
                <a:lnTo>
                  <a:pt x="9313" y="423"/>
                </a:lnTo>
                <a:lnTo>
                  <a:pt x="9383" y="529"/>
                </a:lnTo>
                <a:lnTo>
                  <a:pt x="9525" y="493"/>
                </a:lnTo>
                <a:lnTo>
                  <a:pt x="9666" y="458"/>
                </a:lnTo>
                <a:lnTo>
                  <a:pt x="9771" y="423"/>
                </a:lnTo>
                <a:lnTo>
                  <a:pt x="9948" y="529"/>
                </a:lnTo>
                <a:lnTo>
                  <a:pt x="10089" y="564"/>
                </a:lnTo>
                <a:lnTo>
                  <a:pt x="10301" y="564"/>
                </a:lnTo>
                <a:lnTo>
                  <a:pt x="10442" y="564"/>
                </a:lnTo>
                <a:lnTo>
                  <a:pt x="10689" y="564"/>
                </a:lnTo>
                <a:lnTo>
                  <a:pt x="11041" y="564"/>
                </a:lnTo>
                <a:lnTo>
                  <a:pt x="11183" y="564"/>
                </a:lnTo>
                <a:lnTo>
                  <a:pt x="11324" y="529"/>
                </a:lnTo>
                <a:lnTo>
                  <a:pt x="11465" y="529"/>
                </a:lnTo>
                <a:lnTo>
                  <a:pt x="11572" y="529"/>
                </a:lnTo>
                <a:lnTo>
                  <a:pt x="11677" y="529"/>
                </a:lnTo>
                <a:lnTo>
                  <a:pt x="11783" y="529"/>
                </a:lnTo>
                <a:lnTo>
                  <a:pt x="11889" y="564"/>
                </a:lnTo>
                <a:lnTo>
                  <a:pt x="11995" y="564"/>
                </a:lnTo>
                <a:lnTo>
                  <a:pt x="12101" y="599"/>
                </a:lnTo>
                <a:lnTo>
                  <a:pt x="12242" y="599"/>
                </a:lnTo>
                <a:lnTo>
                  <a:pt x="12348" y="635"/>
                </a:lnTo>
                <a:lnTo>
                  <a:pt x="12454" y="670"/>
                </a:lnTo>
                <a:lnTo>
                  <a:pt x="12595" y="670"/>
                </a:lnTo>
                <a:lnTo>
                  <a:pt x="13018" y="670"/>
                </a:lnTo>
                <a:lnTo>
                  <a:pt x="13159" y="670"/>
                </a:lnTo>
                <a:lnTo>
                  <a:pt x="13300" y="705"/>
                </a:lnTo>
                <a:lnTo>
                  <a:pt x="13441" y="705"/>
                </a:lnTo>
                <a:lnTo>
                  <a:pt x="13582" y="705"/>
                </a:lnTo>
                <a:lnTo>
                  <a:pt x="13688" y="705"/>
                </a:lnTo>
                <a:lnTo>
                  <a:pt x="13794" y="705"/>
                </a:lnTo>
                <a:lnTo>
                  <a:pt x="14041" y="776"/>
                </a:lnTo>
                <a:lnTo>
                  <a:pt x="14147" y="811"/>
                </a:lnTo>
                <a:lnTo>
                  <a:pt x="14288" y="811"/>
                </a:lnTo>
                <a:lnTo>
                  <a:pt x="14429" y="811"/>
                </a:lnTo>
                <a:lnTo>
                  <a:pt x="14570" y="811"/>
                </a:lnTo>
                <a:lnTo>
                  <a:pt x="14676" y="776"/>
                </a:lnTo>
                <a:lnTo>
                  <a:pt x="14782" y="776"/>
                </a:lnTo>
                <a:lnTo>
                  <a:pt x="14923" y="740"/>
                </a:lnTo>
                <a:lnTo>
                  <a:pt x="15029" y="705"/>
                </a:lnTo>
                <a:lnTo>
                  <a:pt x="15170" y="705"/>
                </a:lnTo>
                <a:lnTo>
                  <a:pt x="15311" y="670"/>
                </a:lnTo>
                <a:lnTo>
                  <a:pt x="15664" y="670"/>
                </a:lnTo>
                <a:lnTo>
                  <a:pt x="15805" y="670"/>
                </a:lnTo>
                <a:lnTo>
                  <a:pt x="15911" y="705"/>
                </a:lnTo>
                <a:lnTo>
                  <a:pt x="15946" y="811"/>
                </a:lnTo>
                <a:lnTo>
                  <a:pt x="16087" y="881"/>
                </a:lnTo>
                <a:lnTo>
                  <a:pt x="16193" y="952"/>
                </a:lnTo>
                <a:lnTo>
                  <a:pt x="16299" y="987"/>
                </a:lnTo>
                <a:lnTo>
                  <a:pt x="16405" y="987"/>
                </a:lnTo>
                <a:lnTo>
                  <a:pt x="16511" y="987"/>
                </a:lnTo>
                <a:lnTo>
                  <a:pt x="16652" y="1023"/>
                </a:lnTo>
                <a:lnTo>
                  <a:pt x="16757" y="1058"/>
                </a:lnTo>
                <a:lnTo>
                  <a:pt x="16863" y="1058"/>
                </a:lnTo>
                <a:lnTo>
                  <a:pt x="17004" y="1023"/>
                </a:lnTo>
                <a:lnTo>
                  <a:pt x="17110" y="1023"/>
                </a:lnTo>
                <a:lnTo>
                  <a:pt x="17251" y="987"/>
                </a:lnTo>
                <a:lnTo>
                  <a:pt x="17392" y="952"/>
                </a:lnTo>
                <a:lnTo>
                  <a:pt x="17569" y="917"/>
                </a:lnTo>
                <a:lnTo>
                  <a:pt x="17675" y="917"/>
                </a:lnTo>
                <a:lnTo>
                  <a:pt x="17851" y="917"/>
                </a:lnTo>
                <a:lnTo>
                  <a:pt x="17957" y="952"/>
                </a:lnTo>
                <a:lnTo>
                  <a:pt x="18098" y="952"/>
                </a:lnTo>
                <a:lnTo>
                  <a:pt x="18204" y="987"/>
                </a:lnTo>
                <a:lnTo>
                  <a:pt x="18310" y="1023"/>
                </a:lnTo>
                <a:lnTo>
                  <a:pt x="18416" y="1023"/>
                </a:lnTo>
                <a:lnTo>
                  <a:pt x="18521" y="1023"/>
                </a:lnTo>
                <a:lnTo>
                  <a:pt x="18662" y="1023"/>
                </a:lnTo>
                <a:lnTo>
                  <a:pt x="18768" y="1023"/>
                </a:lnTo>
                <a:lnTo>
                  <a:pt x="18909" y="987"/>
                </a:lnTo>
                <a:lnTo>
                  <a:pt x="19051" y="917"/>
                </a:lnTo>
                <a:lnTo>
                  <a:pt x="19615" y="776"/>
                </a:lnTo>
                <a:lnTo>
                  <a:pt x="19968" y="705"/>
                </a:lnTo>
                <a:lnTo>
                  <a:pt x="20391" y="670"/>
                </a:lnTo>
                <a:lnTo>
                  <a:pt x="20532" y="635"/>
                </a:lnTo>
                <a:lnTo>
                  <a:pt x="20638" y="635"/>
                </a:lnTo>
                <a:lnTo>
                  <a:pt x="20673" y="529"/>
                </a:lnTo>
                <a:lnTo>
                  <a:pt x="20709" y="388"/>
                </a:lnTo>
                <a:lnTo>
                  <a:pt x="20814" y="423"/>
                </a:lnTo>
                <a:lnTo>
                  <a:pt x="20814" y="529"/>
                </a:lnTo>
                <a:lnTo>
                  <a:pt x="20920" y="564"/>
                </a:lnTo>
                <a:lnTo>
                  <a:pt x="21026" y="529"/>
                </a:lnTo>
                <a:lnTo>
                  <a:pt x="21132" y="458"/>
                </a:lnTo>
                <a:lnTo>
                  <a:pt x="21238" y="458"/>
                </a:lnTo>
                <a:lnTo>
                  <a:pt x="21379" y="423"/>
                </a:lnTo>
                <a:lnTo>
                  <a:pt x="21520" y="423"/>
                </a:lnTo>
                <a:lnTo>
                  <a:pt x="21626" y="388"/>
                </a:lnTo>
                <a:lnTo>
                  <a:pt x="21837" y="388"/>
                </a:lnTo>
                <a:lnTo>
                  <a:pt x="21943" y="388"/>
                </a:lnTo>
                <a:lnTo>
                  <a:pt x="22049" y="388"/>
                </a:lnTo>
                <a:lnTo>
                  <a:pt x="22155" y="352"/>
                </a:lnTo>
                <a:lnTo>
                  <a:pt x="22261" y="317"/>
                </a:lnTo>
                <a:lnTo>
                  <a:pt x="22367" y="317"/>
                </a:lnTo>
                <a:lnTo>
                  <a:pt x="22472" y="282"/>
                </a:lnTo>
                <a:lnTo>
                  <a:pt x="22578" y="211"/>
                </a:lnTo>
                <a:lnTo>
                  <a:pt x="22684" y="141"/>
                </a:lnTo>
                <a:lnTo>
                  <a:pt x="22790" y="105"/>
                </a:lnTo>
                <a:lnTo>
                  <a:pt x="22896" y="35"/>
                </a:lnTo>
                <a:lnTo>
                  <a:pt x="23002" y="0"/>
                </a:lnTo>
                <a:lnTo>
                  <a:pt x="23002" y="2646"/>
                </a:lnTo>
                <a:lnTo>
                  <a:pt x="22896" y="2576"/>
                </a:lnTo>
                <a:lnTo>
                  <a:pt x="22790" y="2505"/>
                </a:lnTo>
                <a:lnTo>
                  <a:pt x="22755" y="2399"/>
                </a:lnTo>
                <a:lnTo>
                  <a:pt x="22649" y="2294"/>
                </a:lnTo>
                <a:lnTo>
                  <a:pt x="22578" y="2188"/>
                </a:lnTo>
                <a:lnTo>
                  <a:pt x="22508" y="2082"/>
                </a:lnTo>
                <a:lnTo>
                  <a:pt x="22402" y="1906"/>
                </a:lnTo>
                <a:lnTo>
                  <a:pt x="22367" y="1800"/>
                </a:lnTo>
                <a:lnTo>
                  <a:pt x="22261" y="1694"/>
                </a:lnTo>
                <a:lnTo>
                  <a:pt x="22190" y="1588"/>
                </a:lnTo>
                <a:lnTo>
                  <a:pt x="22084" y="1517"/>
                </a:lnTo>
                <a:lnTo>
                  <a:pt x="21979" y="1553"/>
                </a:lnTo>
                <a:lnTo>
                  <a:pt x="21943" y="1659"/>
                </a:lnTo>
                <a:lnTo>
                  <a:pt x="21837" y="1764"/>
                </a:lnTo>
                <a:lnTo>
                  <a:pt x="21696" y="1870"/>
                </a:lnTo>
                <a:lnTo>
                  <a:pt x="21591" y="1941"/>
                </a:lnTo>
                <a:lnTo>
                  <a:pt x="21520" y="2047"/>
                </a:lnTo>
                <a:lnTo>
                  <a:pt x="21414" y="2188"/>
                </a:lnTo>
                <a:lnTo>
                  <a:pt x="21379" y="2294"/>
                </a:lnTo>
                <a:lnTo>
                  <a:pt x="21308" y="2399"/>
                </a:lnTo>
                <a:lnTo>
                  <a:pt x="21167" y="2364"/>
                </a:lnTo>
                <a:lnTo>
                  <a:pt x="21026" y="2223"/>
                </a:lnTo>
                <a:lnTo>
                  <a:pt x="20956" y="2082"/>
                </a:lnTo>
                <a:lnTo>
                  <a:pt x="20956" y="1976"/>
                </a:lnTo>
                <a:lnTo>
                  <a:pt x="20885" y="1870"/>
                </a:lnTo>
                <a:lnTo>
                  <a:pt x="20814" y="1729"/>
                </a:lnTo>
                <a:lnTo>
                  <a:pt x="20744" y="1623"/>
                </a:lnTo>
                <a:lnTo>
                  <a:pt x="20673" y="1517"/>
                </a:lnTo>
                <a:lnTo>
                  <a:pt x="20567" y="1482"/>
                </a:lnTo>
                <a:lnTo>
                  <a:pt x="20497" y="1376"/>
                </a:lnTo>
                <a:lnTo>
                  <a:pt x="20391" y="1270"/>
                </a:lnTo>
                <a:lnTo>
                  <a:pt x="20321" y="1164"/>
                </a:lnTo>
                <a:lnTo>
                  <a:pt x="20250" y="1270"/>
                </a:lnTo>
                <a:lnTo>
                  <a:pt x="20179" y="1376"/>
                </a:lnTo>
                <a:lnTo>
                  <a:pt x="20074" y="1376"/>
                </a:lnTo>
                <a:lnTo>
                  <a:pt x="19968" y="1376"/>
                </a:lnTo>
                <a:lnTo>
                  <a:pt x="20250" y="2717"/>
                </a:lnTo>
                <a:lnTo>
                  <a:pt x="19827" y="1412"/>
                </a:lnTo>
                <a:lnTo>
                  <a:pt x="19686" y="1517"/>
                </a:lnTo>
                <a:lnTo>
                  <a:pt x="19580" y="1553"/>
                </a:lnTo>
                <a:lnTo>
                  <a:pt x="19509" y="1659"/>
                </a:lnTo>
                <a:lnTo>
                  <a:pt x="19403" y="1764"/>
                </a:lnTo>
                <a:lnTo>
                  <a:pt x="19297" y="1800"/>
                </a:lnTo>
                <a:lnTo>
                  <a:pt x="19192" y="1800"/>
                </a:lnTo>
                <a:lnTo>
                  <a:pt x="19086" y="1906"/>
                </a:lnTo>
                <a:lnTo>
                  <a:pt x="19015" y="2011"/>
                </a:lnTo>
                <a:lnTo>
                  <a:pt x="18874" y="1976"/>
                </a:lnTo>
                <a:lnTo>
                  <a:pt x="18733" y="1870"/>
                </a:lnTo>
                <a:lnTo>
                  <a:pt x="18627" y="1800"/>
                </a:lnTo>
                <a:lnTo>
                  <a:pt x="18521" y="1800"/>
                </a:lnTo>
                <a:lnTo>
                  <a:pt x="18416" y="1729"/>
                </a:lnTo>
                <a:lnTo>
                  <a:pt x="18310" y="1659"/>
                </a:lnTo>
                <a:lnTo>
                  <a:pt x="18204" y="1694"/>
                </a:lnTo>
                <a:lnTo>
                  <a:pt x="17992" y="1659"/>
                </a:lnTo>
                <a:lnTo>
                  <a:pt x="17886" y="1517"/>
                </a:lnTo>
                <a:lnTo>
                  <a:pt x="17781" y="1447"/>
                </a:lnTo>
                <a:lnTo>
                  <a:pt x="17710" y="1340"/>
                </a:lnTo>
                <a:lnTo>
                  <a:pt x="17569" y="1270"/>
                </a:lnTo>
                <a:lnTo>
                  <a:pt x="17463" y="1305"/>
                </a:lnTo>
                <a:lnTo>
                  <a:pt x="17357" y="1376"/>
                </a:lnTo>
                <a:lnTo>
                  <a:pt x="17251" y="1517"/>
                </a:lnTo>
                <a:lnTo>
                  <a:pt x="17146" y="1553"/>
                </a:lnTo>
                <a:lnTo>
                  <a:pt x="17004" y="1623"/>
                </a:lnTo>
                <a:lnTo>
                  <a:pt x="16899" y="1694"/>
                </a:lnTo>
                <a:lnTo>
                  <a:pt x="16793" y="1729"/>
                </a:lnTo>
                <a:lnTo>
                  <a:pt x="16687" y="1729"/>
                </a:lnTo>
                <a:lnTo>
                  <a:pt x="16581" y="1694"/>
                </a:lnTo>
                <a:lnTo>
                  <a:pt x="16440" y="1623"/>
                </a:lnTo>
                <a:lnTo>
                  <a:pt x="16299" y="1553"/>
                </a:lnTo>
                <a:lnTo>
                  <a:pt x="16158" y="1482"/>
                </a:lnTo>
                <a:lnTo>
                  <a:pt x="15981" y="1376"/>
                </a:lnTo>
                <a:lnTo>
                  <a:pt x="15876" y="1340"/>
                </a:lnTo>
                <a:lnTo>
                  <a:pt x="15770" y="1234"/>
                </a:lnTo>
                <a:lnTo>
                  <a:pt x="15593" y="1234"/>
                </a:lnTo>
                <a:lnTo>
                  <a:pt x="15452" y="1164"/>
                </a:lnTo>
                <a:lnTo>
                  <a:pt x="15311" y="1128"/>
                </a:lnTo>
                <a:lnTo>
                  <a:pt x="15170" y="1164"/>
                </a:lnTo>
                <a:lnTo>
                  <a:pt x="15029" y="1270"/>
                </a:lnTo>
                <a:lnTo>
                  <a:pt x="14923" y="1305"/>
                </a:lnTo>
                <a:lnTo>
                  <a:pt x="14747" y="1234"/>
                </a:lnTo>
                <a:lnTo>
                  <a:pt x="14641" y="1164"/>
                </a:lnTo>
                <a:lnTo>
                  <a:pt x="14535" y="1128"/>
                </a:lnTo>
                <a:lnTo>
                  <a:pt x="14429" y="1128"/>
                </a:lnTo>
                <a:lnTo>
                  <a:pt x="14323" y="1128"/>
                </a:lnTo>
                <a:lnTo>
                  <a:pt x="14182" y="1093"/>
                </a:lnTo>
                <a:lnTo>
                  <a:pt x="14076" y="1093"/>
                </a:lnTo>
                <a:lnTo>
                  <a:pt x="13971" y="1128"/>
                </a:lnTo>
                <a:lnTo>
                  <a:pt x="13865" y="1164"/>
                </a:lnTo>
                <a:lnTo>
                  <a:pt x="13759" y="1164"/>
                </a:lnTo>
                <a:lnTo>
                  <a:pt x="13618" y="1164"/>
                </a:lnTo>
                <a:lnTo>
                  <a:pt x="13512" y="1093"/>
                </a:lnTo>
                <a:lnTo>
                  <a:pt x="13406" y="1023"/>
                </a:lnTo>
                <a:lnTo>
                  <a:pt x="13300" y="987"/>
                </a:lnTo>
                <a:lnTo>
                  <a:pt x="13194" y="987"/>
                </a:lnTo>
                <a:lnTo>
                  <a:pt x="13089" y="1023"/>
                </a:lnTo>
                <a:lnTo>
                  <a:pt x="12912" y="987"/>
                </a:lnTo>
                <a:lnTo>
                  <a:pt x="12806" y="952"/>
                </a:lnTo>
                <a:lnTo>
                  <a:pt x="12701" y="952"/>
                </a:lnTo>
                <a:lnTo>
                  <a:pt x="12595" y="1023"/>
                </a:lnTo>
                <a:lnTo>
                  <a:pt x="12489" y="1058"/>
                </a:lnTo>
                <a:lnTo>
                  <a:pt x="12348" y="1058"/>
                </a:lnTo>
                <a:lnTo>
                  <a:pt x="12207" y="1023"/>
                </a:lnTo>
                <a:lnTo>
                  <a:pt x="12066" y="1023"/>
                </a:lnTo>
                <a:lnTo>
                  <a:pt x="11924" y="952"/>
                </a:lnTo>
                <a:lnTo>
                  <a:pt x="11783" y="881"/>
                </a:lnTo>
                <a:lnTo>
                  <a:pt x="11677" y="846"/>
                </a:lnTo>
                <a:lnTo>
                  <a:pt x="11500" y="811"/>
                </a:lnTo>
                <a:lnTo>
                  <a:pt x="11359" y="811"/>
                </a:lnTo>
                <a:lnTo>
                  <a:pt x="11253" y="846"/>
                </a:lnTo>
                <a:lnTo>
                  <a:pt x="11112" y="952"/>
                </a:lnTo>
                <a:lnTo>
                  <a:pt x="11006" y="987"/>
                </a:lnTo>
                <a:lnTo>
                  <a:pt x="10865" y="1023"/>
                </a:lnTo>
                <a:lnTo>
                  <a:pt x="10724" y="987"/>
                </a:lnTo>
                <a:lnTo>
                  <a:pt x="10548" y="1023"/>
                </a:lnTo>
                <a:lnTo>
                  <a:pt x="10371" y="1058"/>
                </a:lnTo>
                <a:lnTo>
                  <a:pt x="10265" y="1093"/>
                </a:lnTo>
                <a:lnTo>
                  <a:pt x="10089" y="1023"/>
                </a:lnTo>
                <a:lnTo>
                  <a:pt x="9948" y="881"/>
                </a:lnTo>
                <a:lnTo>
                  <a:pt x="9842" y="811"/>
                </a:lnTo>
                <a:lnTo>
                  <a:pt x="9701" y="705"/>
                </a:lnTo>
                <a:lnTo>
                  <a:pt x="9595" y="670"/>
                </a:lnTo>
                <a:lnTo>
                  <a:pt x="9454" y="740"/>
                </a:lnTo>
                <a:lnTo>
                  <a:pt x="9383" y="846"/>
                </a:lnTo>
                <a:lnTo>
                  <a:pt x="9278" y="811"/>
                </a:lnTo>
                <a:lnTo>
                  <a:pt x="9172" y="846"/>
                </a:lnTo>
                <a:lnTo>
                  <a:pt x="9066" y="846"/>
                </a:lnTo>
                <a:lnTo>
                  <a:pt x="8925" y="881"/>
                </a:lnTo>
                <a:lnTo>
                  <a:pt x="8784" y="881"/>
                </a:lnTo>
                <a:lnTo>
                  <a:pt x="8678" y="881"/>
                </a:lnTo>
                <a:lnTo>
                  <a:pt x="8572" y="846"/>
                </a:lnTo>
                <a:lnTo>
                  <a:pt x="8925" y="1517"/>
                </a:lnTo>
                <a:lnTo>
                  <a:pt x="8501" y="952"/>
                </a:lnTo>
                <a:lnTo>
                  <a:pt x="8396" y="881"/>
                </a:lnTo>
                <a:lnTo>
                  <a:pt x="8290" y="881"/>
                </a:lnTo>
                <a:lnTo>
                  <a:pt x="8184" y="952"/>
                </a:lnTo>
                <a:lnTo>
                  <a:pt x="8113" y="1058"/>
                </a:lnTo>
                <a:lnTo>
                  <a:pt x="8008" y="1128"/>
                </a:lnTo>
                <a:lnTo>
                  <a:pt x="7902" y="1128"/>
                </a:lnTo>
                <a:lnTo>
                  <a:pt x="7796" y="1128"/>
                </a:lnTo>
                <a:lnTo>
                  <a:pt x="7690" y="1128"/>
                </a:lnTo>
                <a:lnTo>
                  <a:pt x="7549" y="1058"/>
                </a:lnTo>
                <a:lnTo>
                  <a:pt x="7443" y="1023"/>
                </a:lnTo>
                <a:lnTo>
                  <a:pt x="7337" y="1023"/>
                </a:lnTo>
                <a:lnTo>
                  <a:pt x="7196" y="987"/>
                </a:lnTo>
                <a:lnTo>
                  <a:pt x="7090" y="987"/>
                </a:lnTo>
                <a:lnTo>
                  <a:pt x="6914" y="987"/>
                </a:lnTo>
                <a:lnTo>
                  <a:pt x="6773" y="952"/>
                </a:lnTo>
                <a:lnTo>
                  <a:pt x="6667" y="881"/>
                </a:lnTo>
                <a:lnTo>
                  <a:pt x="6561" y="846"/>
                </a:lnTo>
                <a:lnTo>
                  <a:pt x="6455" y="846"/>
                </a:lnTo>
                <a:lnTo>
                  <a:pt x="6350" y="846"/>
                </a:lnTo>
                <a:lnTo>
                  <a:pt x="6208" y="846"/>
                </a:lnTo>
                <a:lnTo>
                  <a:pt x="6103" y="811"/>
                </a:lnTo>
                <a:lnTo>
                  <a:pt x="5997" y="811"/>
                </a:lnTo>
                <a:lnTo>
                  <a:pt x="5891" y="776"/>
                </a:lnTo>
                <a:lnTo>
                  <a:pt x="5785" y="846"/>
                </a:lnTo>
                <a:lnTo>
                  <a:pt x="5679" y="952"/>
                </a:lnTo>
                <a:lnTo>
                  <a:pt x="5573" y="1023"/>
                </a:lnTo>
                <a:lnTo>
                  <a:pt x="5468" y="1093"/>
                </a:lnTo>
                <a:lnTo>
                  <a:pt x="5362" y="1164"/>
                </a:lnTo>
                <a:lnTo>
                  <a:pt x="5256" y="1199"/>
                </a:lnTo>
                <a:lnTo>
                  <a:pt x="5150" y="1199"/>
                </a:lnTo>
                <a:lnTo>
                  <a:pt x="5009" y="1199"/>
                </a:lnTo>
                <a:lnTo>
                  <a:pt x="4903" y="1164"/>
                </a:lnTo>
                <a:lnTo>
                  <a:pt x="4762" y="1164"/>
                </a:lnTo>
                <a:lnTo>
                  <a:pt x="4621" y="1164"/>
                </a:lnTo>
                <a:lnTo>
                  <a:pt x="4515" y="1199"/>
                </a:lnTo>
                <a:lnTo>
                  <a:pt x="4409" y="1234"/>
                </a:lnTo>
                <a:lnTo>
                  <a:pt x="4303" y="1234"/>
                </a:lnTo>
                <a:lnTo>
                  <a:pt x="4162" y="1270"/>
                </a:lnTo>
                <a:lnTo>
                  <a:pt x="4021" y="1234"/>
                </a:lnTo>
                <a:lnTo>
                  <a:pt x="3915" y="1199"/>
                </a:lnTo>
                <a:lnTo>
                  <a:pt x="3810" y="1128"/>
                </a:lnTo>
                <a:lnTo>
                  <a:pt x="3704" y="1093"/>
                </a:lnTo>
                <a:lnTo>
                  <a:pt x="3598" y="1023"/>
                </a:lnTo>
                <a:lnTo>
                  <a:pt x="3492" y="1023"/>
                </a:lnTo>
                <a:lnTo>
                  <a:pt x="3386" y="1093"/>
                </a:lnTo>
                <a:lnTo>
                  <a:pt x="3245" y="1128"/>
                </a:lnTo>
                <a:lnTo>
                  <a:pt x="3104" y="1199"/>
                </a:lnTo>
                <a:lnTo>
                  <a:pt x="2998" y="1234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40"/>
                </a:lnTo>
                <a:lnTo>
                  <a:pt x="2469" y="1376"/>
                </a:lnTo>
                <a:lnTo>
                  <a:pt x="2293" y="1412"/>
                </a:lnTo>
                <a:lnTo>
                  <a:pt x="2187" y="1412"/>
                </a:lnTo>
                <a:lnTo>
                  <a:pt x="2046" y="1447"/>
                </a:lnTo>
                <a:lnTo>
                  <a:pt x="1940" y="1447"/>
                </a:lnTo>
                <a:lnTo>
                  <a:pt x="1834" y="1412"/>
                </a:lnTo>
                <a:lnTo>
                  <a:pt x="1728" y="1376"/>
                </a:lnTo>
                <a:lnTo>
                  <a:pt x="1658" y="1270"/>
                </a:lnTo>
                <a:lnTo>
                  <a:pt x="1622" y="1164"/>
                </a:lnTo>
                <a:lnTo>
                  <a:pt x="1516" y="1093"/>
                </a:lnTo>
                <a:lnTo>
                  <a:pt x="1375" y="1093"/>
                </a:lnTo>
                <a:lnTo>
                  <a:pt x="1269" y="1093"/>
                </a:lnTo>
                <a:lnTo>
                  <a:pt x="1164" y="1164"/>
                </a:lnTo>
                <a:lnTo>
                  <a:pt x="1058" y="1234"/>
                </a:lnTo>
                <a:lnTo>
                  <a:pt x="917" y="1270"/>
                </a:lnTo>
                <a:lnTo>
                  <a:pt x="811" y="1305"/>
                </a:lnTo>
                <a:lnTo>
                  <a:pt x="705" y="1305"/>
                </a:lnTo>
                <a:lnTo>
                  <a:pt x="599" y="1376"/>
                </a:lnTo>
                <a:lnTo>
                  <a:pt x="493" y="1447"/>
                </a:lnTo>
                <a:lnTo>
                  <a:pt x="388" y="1517"/>
                </a:lnTo>
                <a:lnTo>
                  <a:pt x="282" y="1553"/>
                </a:lnTo>
                <a:lnTo>
                  <a:pt x="176" y="1588"/>
                </a:lnTo>
                <a:lnTo>
                  <a:pt x="70" y="1588"/>
                </a:lnTo>
                <a:lnTo>
                  <a:pt x="0" y="881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82760" y="565200"/>
            <a:ext cx="8166240" cy="6178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StrPtr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  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1  9   9  4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   -   -   -   - 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4" name=""/>
          <p:cNvGrpSpPr/>
          <p:nvPr/>
        </p:nvGrpSpPr>
        <p:grpSpPr>
          <a:xfrm>
            <a:off x="4495680" y="1019160"/>
            <a:ext cx="3352680" cy="1342800"/>
            <a:chOff x="4495680" y="1019160"/>
            <a:chExt cx="3352680" cy="1342800"/>
          </a:xfrm>
        </p:grpSpPr>
        <p:sp>
          <p:nvSpPr>
            <p:cNvPr id="305" name=""/>
            <p:cNvSpPr/>
            <p:nvPr/>
          </p:nvSpPr>
          <p:spPr>
            <a:xfrm>
              <a:off x="4495680" y="1495440"/>
              <a:ext cx="3352680" cy="3715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49402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52959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56768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603252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640080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67690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71373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74930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4495680" y="1019160"/>
              <a:ext cx="800280" cy="3906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4940280" y="10414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4495680" y="1962000"/>
              <a:ext cx="1587600" cy="399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494028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529596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567684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0" name=""/>
          <p:cNvGrpSpPr/>
          <p:nvPr/>
        </p:nvGrpSpPr>
        <p:grpSpPr>
          <a:xfrm>
            <a:off x="965160" y="2800440"/>
            <a:ext cx="6350040" cy="466560"/>
            <a:chOff x="965160" y="2800440"/>
            <a:chExt cx="6350040" cy="466560"/>
          </a:xfrm>
        </p:grpSpPr>
        <p:sp>
          <p:nvSpPr>
            <p:cNvPr id="321" name=""/>
            <p:cNvSpPr/>
            <p:nvPr/>
          </p:nvSpPr>
          <p:spPr>
            <a:xfrm>
              <a:off x="965160" y="2800440"/>
              <a:ext cx="6350040" cy="4665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14097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18288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22860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27050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3111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3543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39625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43941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48006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52196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56768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"/>
            <p:cNvSpPr/>
            <p:nvPr/>
          </p:nvSpPr>
          <p:spPr>
            <a:xfrm>
              <a:off x="60958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6502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"/>
            <p:cNvSpPr/>
            <p:nvPr/>
          </p:nvSpPr>
          <p:spPr>
            <a:xfrm>
              <a:off x="6934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6" name=""/>
          <p:cNvSpPr/>
          <p:nvPr/>
        </p:nvSpPr>
        <p:spPr>
          <a:xfrm>
            <a:off x="393840" y="3022560"/>
            <a:ext cx="8280720" cy="1511640"/>
          </a:xfrm>
          <a:custGeom>
            <a:avLst/>
            <a:gdLst/>
            <a:ahLst/>
            <a:rect l="0" t="0" r="r" b="b"/>
            <a:pathLst>
              <a:path w="23002" h="4199">
                <a:moveTo>
                  <a:pt x="35" y="1305"/>
                </a:moveTo>
                <a:lnTo>
                  <a:pt x="176" y="1305"/>
                </a:lnTo>
                <a:lnTo>
                  <a:pt x="282" y="1270"/>
                </a:lnTo>
                <a:lnTo>
                  <a:pt x="423" y="1270"/>
                </a:lnTo>
                <a:lnTo>
                  <a:pt x="564" y="1234"/>
                </a:lnTo>
                <a:lnTo>
                  <a:pt x="670" y="1234"/>
                </a:lnTo>
                <a:lnTo>
                  <a:pt x="776" y="1234"/>
                </a:lnTo>
                <a:lnTo>
                  <a:pt x="881" y="1164"/>
                </a:lnTo>
                <a:lnTo>
                  <a:pt x="987" y="1093"/>
                </a:lnTo>
                <a:lnTo>
                  <a:pt x="1093" y="1058"/>
                </a:lnTo>
                <a:lnTo>
                  <a:pt x="1199" y="1058"/>
                </a:lnTo>
                <a:lnTo>
                  <a:pt x="1340" y="1058"/>
                </a:lnTo>
                <a:lnTo>
                  <a:pt x="1446" y="1058"/>
                </a:lnTo>
                <a:lnTo>
                  <a:pt x="1552" y="1093"/>
                </a:lnTo>
                <a:lnTo>
                  <a:pt x="1658" y="1128"/>
                </a:lnTo>
                <a:lnTo>
                  <a:pt x="1763" y="1164"/>
                </a:lnTo>
                <a:lnTo>
                  <a:pt x="1869" y="1164"/>
                </a:lnTo>
                <a:lnTo>
                  <a:pt x="1975" y="1164"/>
                </a:lnTo>
                <a:lnTo>
                  <a:pt x="2081" y="1164"/>
                </a:lnTo>
                <a:lnTo>
                  <a:pt x="2187" y="1164"/>
                </a:lnTo>
                <a:lnTo>
                  <a:pt x="2328" y="1164"/>
                </a:lnTo>
                <a:lnTo>
                  <a:pt x="2434" y="1164"/>
                </a:lnTo>
                <a:lnTo>
                  <a:pt x="2540" y="1164"/>
                </a:lnTo>
                <a:lnTo>
                  <a:pt x="2645" y="1164"/>
                </a:lnTo>
                <a:lnTo>
                  <a:pt x="2751" y="1164"/>
                </a:lnTo>
                <a:lnTo>
                  <a:pt x="2857" y="1164"/>
                </a:lnTo>
                <a:lnTo>
                  <a:pt x="2963" y="1164"/>
                </a:lnTo>
                <a:lnTo>
                  <a:pt x="3069" y="1128"/>
                </a:lnTo>
                <a:lnTo>
                  <a:pt x="3175" y="1093"/>
                </a:lnTo>
                <a:lnTo>
                  <a:pt x="3280" y="1093"/>
                </a:lnTo>
                <a:lnTo>
                  <a:pt x="3421" y="1093"/>
                </a:lnTo>
                <a:lnTo>
                  <a:pt x="3527" y="1128"/>
                </a:lnTo>
                <a:lnTo>
                  <a:pt x="3668" y="1164"/>
                </a:lnTo>
                <a:lnTo>
                  <a:pt x="3810" y="1164"/>
                </a:lnTo>
                <a:lnTo>
                  <a:pt x="3915" y="1199"/>
                </a:lnTo>
                <a:lnTo>
                  <a:pt x="4056" y="1199"/>
                </a:lnTo>
                <a:lnTo>
                  <a:pt x="4162" y="1199"/>
                </a:lnTo>
                <a:lnTo>
                  <a:pt x="4303" y="1199"/>
                </a:lnTo>
                <a:lnTo>
                  <a:pt x="4409" y="1199"/>
                </a:lnTo>
                <a:lnTo>
                  <a:pt x="4515" y="1199"/>
                </a:lnTo>
                <a:lnTo>
                  <a:pt x="4621" y="1199"/>
                </a:lnTo>
                <a:lnTo>
                  <a:pt x="4727" y="1199"/>
                </a:lnTo>
                <a:lnTo>
                  <a:pt x="4868" y="1234"/>
                </a:lnTo>
                <a:lnTo>
                  <a:pt x="5009" y="1234"/>
                </a:lnTo>
                <a:lnTo>
                  <a:pt x="5150" y="1234"/>
                </a:lnTo>
                <a:lnTo>
                  <a:pt x="5291" y="1234"/>
                </a:lnTo>
                <a:lnTo>
                  <a:pt x="5397" y="1199"/>
                </a:lnTo>
                <a:lnTo>
                  <a:pt x="5503" y="1199"/>
                </a:lnTo>
                <a:lnTo>
                  <a:pt x="5609" y="1199"/>
                </a:lnTo>
                <a:lnTo>
                  <a:pt x="5715" y="1199"/>
                </a:lnTo>
                <a:lnTo>
                  <a:pt x="5856" y="1199"/>
                </a:lnTo>
                <a:lnTo>
                  <a:pt x="5961" y="1199"/>
                </a:lnTo>
                <a:lnTo>
                  <a:pt x="6138" y="1199"/>
                </a:lnTo>
                <a:lnTo>
                  <a:pt x="6279" y="1234"/>
                </a:lnTo>
                <a:lnTo>
                  <a:pt x="6385" y="1234"/>
                </a:lnTo>
                <a:lnTo>
                  <a:pt x="6491" y="1234"/>
                </a:lnTo>
                <a:lnTo>
                  <a:pt x="6596" y="1234"/>
                </a:lnTo>
                <a:lnTo>
                  <a:pt x="6702" y="1270"/>
                </a:lnTo>
                <a:lnTo>
                  <a:pt x="6808" y="1270"/>
                </a:lnTo>
                <a:lnTo>
                  <a:pt x="6914" y="1270"/>
                </a:lnTo>
                <a:lnTo>
                  <a:pt x="7020" y="1305"/>
                </a:lnTo>
                <a:lnTo>
                  <a:pt x="7126" y="1305"/>
                </a:lnTo>
                <a:lnTo>
                  <a:pt x="7267" y="1375"/>
                </a:lnTo>
                <a:lnTo>
                  <a:pt x="7373" y="1446"/>
                </a:lnTo>
                <a:lnTo>
                  <a:pt x="7478" y="1446"/>
                </a:lnTo>
                <a:lnTo>
                  <a:pt x="7584" y="1446"/>
                </a:lnTo>
                <a:lnTo>
                  <a:pt x="7690" y="1375"/>
                </a:lnTo>
                <a:lnTo>
                  <a:pt x="7796" y="1340"/>
                </a:lnTo>
                <a:lnTo>
                  <a:pt x="7902" y="1305"/>
                </a:lnTo>
                <a:lnTo>
                  <a:pt x="8008" y="1234"/>
                </a:lnTo>
                <a:lnTo>
                  <a:pt x="8113" y="1164"/>
                </a:lnTo>
                <a:lnTo>
                  <a:pt x="8219" y="1093"/>
                </a:lnTo>
                <a:lnTo>
                  <a:pt x="8396" y="1093"/>
                </a:lnTo>
                <a:lnTo>
                  <a:pt x="8537" y="1164"/>
                </a:lnTo>
                <a:lnTo>
                  <a:pt x="8643" y="1164"/>
                </a:lnTo>
                <a:lnTo>
                  <a:pt x="8748" y="1164"/>
                </a:lnTo>
                <a:lnTo>
                  <a:pt x="8854" y="1164"/>
                </a:lnTo>
                <a:lnTo>
                  <a:pt x="8960" y="1164"/>
                </a:lnTo>
                <a:lnTo>
                  <a:pt x="9066" y="1164"/>
                </a:lnTo>
                <a:lnTo>
                  <a:pt x="9172" y="1164"/>
                </a:lnTo>
                <a:lnTo>
                  <a:pt x="9278" y="1164"/>
                </a:lnTo>
                <a:lnTo>
                  <a:pt x="9383" y="1164"/>
                </a:lnTo>
                <a:lnTo>
                  <a:pt x="9489" y="1164"/>
                </a:lnTo>
                <a:lnTo>
                  <a:pt x="9595" y="1164"/>
                </a:lnTo>
                <a:lnTo>
                  <a:pt x="9701" y="1093"/>
                </a:lnTo>
                <a:lnTo>
                  <a:pt x="9807" y="1093"/>
                </a:lnTo>
                <a:lnTo>
                  <a:pt x="9913" y="1058"/>
                </a:lnTo>
                <a:lnTo>
                  <a:pt x="10018" y="1023"/>
                </a:lnTo>
                <a:lnTo>
                  <a:pt x="10124" y="1023"/>
                </a:lnTo>
                <a:lnTo>
                  <a:pt x="10230" y="1023"/>
                </a:lnTo>
                <a:lnTo>
                  <a:pt x="10336" y="1023"/>
                </a:lnTo>
                <a:lnTo>
                  <a:pt x="10442" y="1023"/>
                </a:lnTo>
                <a:lnTo>
                  <a:pt x="10653" y="1023"/>
                </a:lnTo>
                <a:lnTo>
                  <a:pt x="10830" y="1058"/>
                </a:lnTo>
                <a:lnTo>
                  <a:pt x="10936" y="1058"/>
                </a:lnTo>
                <a:lnTo>
                  <a:pt x="11077" y="1058"/>
                </a:lnTo>
                <a:lnTo>
                  <a:pt x="11183" y="1058"/>
                </a:lnTo>
                <a:lnTo>
                  <a:pt x="11288" y="1023"/>
                </a:lnTo>
                <a:lnTo>
                  <a:pt x="11394" y="1023"/>
                </a:lnTo>
                <a:lnTo>
                  <a:pt x="11500" y="1023"/>
                </a:lnTo>
                <a:lnTo>
                  <a:pt x="11607" y="952"/>
                </a:lnTo>
                <a:lnTo>
                  <a:pt x="11713" y="952"/>
                </a:lnTo>
                <a:lnTo>
                  <a:pt x="11854" y="987"/>
                </a:lnTo>
                <a:lnTo>
                  <a:pt x="11960" y="1023"/>
                </a:lnTo>
                <a:lnTo>
                  <a:pt x="12066" y="1058"/>
                </a:lnTo>
                <a:lnTo>
                  <a:pt x="12207" y="1093"/>
                </a:lnTo>
                <a:lnTo>
                  <a:pt x="12348" y="1093"/>
                </a:lnTo>
                <a:lnTo>
                  <a:pt x="12489" y="1128"/>
                </a:lnTo>
                <a:lnTo>
                  <a:pt x="12595" y="1164"/>
                </a:lnTo>
                <a:lnTo>
                  <a:pt x="12701" y="1164"/>
                </a:lnTo>
                <a:lnTo>
                  <a:pt x="12806" y="1199"/>
                </a:lnTo>
                <a:lnTo>
                  <a:pt x="12912" y="1199"/>
                </a:lnTo>
                <a:lnTo>
                  <a:pt x="13053" y="1234"/>
                </a:lnTo>
                <a:lnTo>
                  <a:pt x="13159" y="1234"/>
                </a:lnTo>
                <a:lnTo>
                  <a:pt x="13265" y="1234"/>
                </a:lnTo>
                <a:lnTo>
                  <a:pt x="13371" y="1234"/>
                </a:lnTo>
                <a:lnTo>
                  <a:pt x="13477" y="1305"/>
                </a:lnTo>
                <a:lnTo>
                  <a:pt x="13618" y="1305"/>
                </a:lnTo>
                <a:lnTo>
                  <a:pt x="13724" y="1305"/>
                </a:lnTo>
                <a:lnTo>
                  <a:pt x="13829" y="1270"/>
                </a:lnTo>
                <a:lnTo>
                  <a:pt x="13935" y="1234"/>
                </a:lnTo>
                <a:lnTo>
                  <a:pt x="14041" y="1234"/>
                </a:lnTo>
                <a:lnTo>
                  <a:pt x="14147" y="1164"/>
                </a:lnTo>
                <a:lnTo>
                  <a:pt x="14253" y="1164"/>
                </a:lnTo>
                <a:lnTo>
                  <a:pt x="14429" y="1164"/>
                </a:lnTo>
                <a:lnTo>
                  <a:pt x="14570" y="1164"/>
                </a:lnTo>
                <a:lnTo>
                  <a:pt x="14923" y="1164"/>
                </a:lnTo>
                <a:lnTo>
                  <a:pt x="15346" y="1128"/>
                </a:lnTo>
                <a:lnTo>
                  <a:pt x="15770" y="1093"/>
                </a:lnTo>
                <a:lnTo>
                  <a:pt x="16122" y="1093"/>
                </a:lnTo>
                <a:lnTo>
                  <a:pt x="16264" y="1093"/>
                </a:lnTo>
                <a:lnTo>
                  <a:pt x="16369" y="1093"/>
                </a:lnTo>
                <a:lnTo>
                  <a:pt x="16369" y="1199"/>
                </a:lnTo>
                <a:lnTo>
                  <a:pt x="16475" y="1199"/>
                </a:lnTo>
                <a:lnTo>
                  <a:pt x="16581" y="1164"/>
                </a:lnTo>
                <a:lnTo>
                  <a:pt x="16687" y="1164"/>
                </a:lnTo>
                <a:lnTo>
                  <a:pt x="16828" y="1164"/>
                </a:lnTo>
                <a:lnTo>
                  <a:pt x="16934" y="1164"/>
                </a:lnTo>
                <a:lnTo>
                  <a:pt x="17075" y="1199"/>
                </a:lnTo>
                <a:lnTo>
                  <a:pt x="17216" y="1199"/>
                </a:lnTo>
                <a:lnTo>
                  <a:pt x="17357" y="1164"/>
                </a:lnTo>
                <a:lnTo>
                  <a:pt x="17463" y="1164"/>
                </a:lnTo>
                <a:lnTo>
                  <a:pt x="17569" y="1164"/>
                </a:lnTo>
                <a:lnTo>
                  <a:pt x="17710" y="1164"/>
                </a:lnTo>
                <a:lnTo>
                  <a:pt x="17886" y="1128"/>
                </a:lnTo>
                <a:lnTo>
                  <a:pt x="17992" y="1093"/>
                </a:lnTo>
                <a:lnTo>
                  <a:pt x="18098" y="1093"/>
                </a:lnTo>
                <a:lnTo>
                  <a:pt x="18204" y="1093"/>
                </a:lnTo>
                <a:lnTo>
                  <a:pt x="18345" y="1058"/>
                </a:lnTo>
                <a:lnTo>
                  <a:pt x="18451" y="1058"/>
                </a:lnTo>
                <a:lnTo>
                  <a:pt x="18557" y="1023"/>
                </a:lnTo>
                <a:lnTo>
                  <a:pt x="18662" y="1058"/>
                </a:lnTo>
                <a:lnTo>
                  <a:pt x="18768" y="1093"/>
                </a:lnTo>
                <a:lnTo>
                  <a:pt x="18874" y="1093"/>
                </a:lnTo>
                <a:lnTo>
                  <a:pt x="19015" y="1093"/>
                </a:lnTo>
                <a:lnTo>
                  <a:pt x="19121" y="1058"/>
                </a:lnTo>
                <a:lnTo>
                  <a:pt x="19227" y="1058"/>
                </a:lnTo>
                <a:lnTo>
                  <a:pt x="19333" y="1058"/>
                </a:lnTo>
                <a:lnTo>
                  <a:pt x="19439" y="1058"/>
                </a:lnTo>
                <a:lnTo>
                  <a:pt x="19544" y="1023"/>
                </a:lnTo>
                <a:lnTo>
                  <a:pt x="19650" y="952"/>
                </a:lnTo>
                <a:lnTo>
                  <a:pt x="19756" y="881"/>
                </a:lnTo>
                <a:lnTo>
                  <a:pt x="19897" y="881"/>
                </a:lnTo>
                <a:lnTo>
                  <a:pt x="20003" y="881"/>
                </a:lnTo>
                <a:lnTo>
                  <a:pt x="20109" y="881"/>
                </a:lnTo>
                <a:lnTo>
                  <a:pt x="20215" y="952"/>
                </a:lnTo>
                <a:lnTo>
                  <a:pt x="20321" y="952"/>
                </a:lnTo>
                <a:lnTo>
                  <a:pt x="20426" y="1023"/>
                </a:lnTo>
                <a:lnTo>
                  <a:pt x="20532" y="1093"/>
                </a:lnTo>
                <a:lnTo>
                  <a:pt x="20638" y="1058"/>
                </a:lnTo>
                <a:lnTo>
                  <a:pt x="20744" y="1023"/>
                </a:lnTo>
                <a:lnTo>
                  <a:pt x="21061" y="0"/>
                </a:lnTo>
                <a:lnTo>
                  <a:pt x="20885" y="1199"/>
                </a:lnTo>
                <a:lnTo>
                  <a:pt x="21026" y="1234"/>
                </a:lnTo>
                <a:lnTo>
                  <a:pt x="21132" y="1305"/>
                </a:lnTo>
                <a:lnTo>
                  <a:pt x="21238" y="1305"/>
                </a:lnTo>
                <a:lnTo>
                  <a:pt x="21379" y="1375"/>
                </a:lnTo>
                <a:lnTo>
                  <a:pt x="21485" y="1411"/>
                </a:lnTo>
                <a:lnTo>
                  <a:pt x="21591" y="1375"/>
                </a:lnTo>
                <a:lnTo>
                  <a:pt x="21696" y="1305"/>
                </a:lnTo>
                <a:lnTo>
                  <a:pt x="21802" y="1305"/>
                </a:lnTo>
                <a:lnTo>
                  <a:pt x="21943" y="1305"/>
                </a:lnTo>
                <a:lnTo>
                  <a:pt x="22049" y="1305"/>
                </a:lnTo>
                <a:lnTo>
                  <a:pt x="22155" y="1305"/>
                </a:lnTo>
                <a:lnTo>
                  <a:pt x="22261" y="1305"/>
                </a:lnTo>
                <a:lnTo>
                  <a:pt x="22367" y="1234"/>
                </a:lnTo>
                <a:lnTo>
                  <a:pt x="22472" y="1234"/>
                </a:lnTo>
                <a:lnTo>
                  <a:pt x="22578" y="1270"/>
                </a:lnTo>
                <a:lnTo>
                  <a:pt x="22755" y="1375"/>
                </a:lnTo>
                <a:lnTo>
                  <a:pt x="22861" y="1446"/>
                </a:lnTo>
                <a:lnTo>
                  <a:pt x="22966" y="1516"/>
                </a:lnTo>
                <a:lnTo>
                  <a:pt x="23002" y="4199"/>
                </a:lnTo>
                <a:lnTo>
                  <a:pt x="22896" y="4128"/>
                </a:lnTo>
                <a:lnTo>
                  <a:pt x="22790" y="4022"/>
                </a:lnTo>
                <a:lnTo>
                  <a:pt x="22719" y="3916"/>
                </a:lnTo>
                <a:lnTo>
                  <a:pt x="22649" y="3811"/>
                </a:lnTo>
                <a:lnTo>
                  <a:pt x="22578" y="3705"/>
                </a:lnTo>
                <a:lnTo>
                  <a:pt x="22472" y="3599"/>
                </a:lnTo>
                <a:lnTo>
                  <a:pt x="22437" y="3493"/>
                </a:lnTo>
                <a:lnTo>
                  <a:pt x="22367" y="3352"/>
                </a:lnTo>
                <a:lnTo>
                  <a:pt x="22296" y="3246"/>
                </a:lnTo>
                <a:lnTo>
                  <a:pt x="22226" y="3140"/>
                </a:lnTo>
                <a:lnTo>
                  <a:pt x="22155" y="3034"/>
                </a:lnTo>
                <a:lnTo>
                  <a:pt x="22049" y="2999"/>
                </a:lnTo>
                <a:lnTo>
                  <a:pt x="21943" y="2929"/>
                </a:lnTo>
                <a:lnTo>
                  <a:pt x="21873" y="2787"/>
                </a:lnTo>
                <a:lnTo>
                  <a:pt x="21767" y="2752"/>
                </a:lnTo>
                <a:lnTo>
                  <a:pt x="21661" y="2787"/>
                </a:lnTo>
                <a:lnTo>
                  <a:pt x="21591" y="2893"/>
                </a:lnTo>
                <a:lnTo>
                  <a:pt x="21520" y="2999"/>
                </a:lnTo>
                <a:lnTo>
                  <a:pt x="21449" y="4057"/>
                </a:lnTo>
                <a:lnTo>
                  <a:pt x="21308" y="2717"/>
                </a:lnTo>
                <a:lnTo>
                  <a:pt x="21202" y="2646"/>
                </a:lnTo>
                <a:lnTo>
                  <a:pt x="21097" y="2646"/>
                </a:lnTo>
                <a:lnTo>
                  <a:pt x="20885" y="2646"/>
                </a:lnTo>
                <a:lnTo>
                  <a:pt x="20744" y="2646"/>
                </a:lnTo>
                <a:lnTo>
                  <a:pt x="20603" y="2576"/>
                </a:lnTo>
                <a:lnTo>
                  <a:pt x="20462" y="2505"/>
                </a:lnTo>
                <a:lnTo>
                  <a:pt x="20462" y="2399"/>
                </a:lnTo>
                <a:lnTo>
                  <a:pt x="20356" y="2435"/>
                </a:lnTo>
                <a:lnTo>
                  <a:pt x="20250" y="2435"/>
                </a:lnTo>
                <a:lnTo>
                  <a:pt x="20144" y="2435"/>
                </a:lnTo>
                <a:lnTo>
                  <a:pt x="20038" y="2399"/>
                </a:lnTo>
                <a:lnTo>
                  <a:pt x="19897" y="2364"/>
                </a:lnTo>
                <a:lnTo>
                  <a:pt x="19791" y="2329"/>
                </a:lnTo>
                <a:lnTo>
                  <a:pt x="19686" y="2435"/>
                </a:lnTo>
                <a:lnTo>
                  <a:pt x="19580" y="2435"/>
                </a:lnTo>
                <a:lnTo>
                  <a:pt x="19439" y="2435"/>
                </a:lnTo>
                <a:lnTo>
                  <a:pt x="19333" y="2435"/>
                </a:lnTo>
                <a:lnTo>
                  <a:pt x="19227" y="2435"/>
                </a:lnTo>
                <a:lnTo>
                  <a:pt x="19121" y="2435"/>
                </a:lnTo>
                <a:lnTo>
                  <a:pt x="19015" y="2329"/>
                </a:lnTo>
                <a:lnTo>
                  <a:pt x="18909" y="2294"/>
                </a:lnTo>
                <a:lnTo>
                  <a:pt x="18804" y="2188"/>
                </a:lnTo>
                <a:lnTo>
                  <a:pt x="18768" y="2081"/>
                </a:lnTo>
                <a:lnTo>
                  <a:pt x="18662" y="2152"/>
                </a:lnTo>
                <a:lnTo>
                  <a:pt x="18557" y="2152"/>
                </a:lnTo>
                <a:lnTo>
                  <a:pt x="18380" y="2046"/>
                </a:lnTo>
                <a:lnTo>
                  <a:pt x="18274" y="2010"/>
                </a:lnTo>
                <a:lnTo>
                  <a:pt x="18169" y="1975"/>
                </a:lnTo>
                <a:lnTo>
                  <a:pt x="18063" y="1975"/>
                </a:lnTo>
                <a:lnTo>
                  <a:pt x="17922" y="2010"/>
                </a:lnTo>
                <a:lnTo>
                  <a:pt x="17816" y="2081"/>
                </a:lnTo>
                <a:lnTo>
                  <a:pt x="17710" y="2046"/>
                </a:lnTo>
                <a:lnTo>
                  <a:pt x="17639" y="1940"/>
                </a:lnTo>
                <a:lnTo>
                  <a:pt x="17534" y="1940"/>
                </a:lnTo>
                <a:lnTo>
                  <a:pt x="17428" y="1940"/>
                </a:lnTo>
                <a:lnTo>
                  <a:pt x="17322" y="2010"/>
                </a:lnTo>
                <a:lnTo>
                  <a:pt x="17287" y="2117"/>
                </a:lnTo>
                <a:lnTo>
                  <a:pt x="17216" y="2223"/>
                </a:lnTo>
                <a:lnTo>
                  <a:pt x="17110" y="2223"/>
                </a:lnTo>
                <a:lnTo>
                  <a:pt x="17075" y="2117"/>
                </a:lnTo>
                <a:lnTo>
                  <a:pt x="16969" y="2081"/>
                </a:lnTo>
                <a:lnTo>
                  <a:pt x="16863" y="2010"/>
                </a:lnTo>
                <a:lnTo>
                  <a:pt x="16757" y="1975"/>
                </a:lnTo>
                <a:lnTo>
                  <a:pt x="16652" y="1940"/>
                </a:lnTo>
                <a:lnTo>
                  <a:pt x="16511" y="1869"/>
                </a:lnTo>
                <a:lnTo>
                  <a:pt x="16405" y="1763"/>
                </a:lnTo>
                <a:lnTo>
                  <a:pt x="16193" y="1587"/>
                </a:lnTo>
                <a:lnTo>
                  <a:pt x="16087" y="1552"/>
                </a:lnTo>
                <a:lnTo>
                  <a:pt x="15981" y="1481"/>
                </a:lnTo>
                <a:lnTo>
                  <a:pt x="15876" y="1446"/>
                </a:lnTo>
                <a:lnTo>
                  <a:pt x="15734" y="1481"/>
                </a:lnTo>
                <a:lnTo>
                  <a:pt x="15629" y="1516"/>
                </a:lnTo>
                <a:lnTo>
                  <a:pt x="15523" y="1516"/>
                </a:lnTo>
                <a:lnTo>
                  <a:pt x="15382" y="1516"/>
                </a:lnTo>
                <a:lnTo>
                  <a:pt x="15241" y="1516"/>
                </a:lnTo>
                <a:lnTo>
                  <a:pt x="15099" y="1481"/>
                </a:lnTo>
                <a:lnTo>
                  <a:pt x="14994" y="1481"/>
                </a:lnTo>
                <a:lnTo>
                  <a:pt x="14852" y="1481"/>
                </a:lnTo>
                <a:lnTo>
                  <a:pt x="14747" y="1516"/>
                </a:lnTo>
                <a:lnTo>
                  <a:pt x="14606" y="1587"/>
                </a:lnTo>
                <a:lnTo>
                  <a:pt x="14464" y="1587"/>
                </a:lnTo>
                <a:lnTo>
                  <a:pt x="14359" y="1587"/>
                </a:lnTo>
                <a:lnTo>
                  <a:pt x="14253" y="1587"/>
                </a:lnTo>
                <a:lnTo>
                  <a:pt x="14147" y="1587"/>
                </a:lnTo>
                <a:lnTo>
                  <a:pt x="14041" y="1587"/>
                </a:lnTo>
                <a:lnTo>
                  <a:pt x="13935" y="1622"/>
                </a:lnTo>
                <a:lnTo>
                  <a:pt x="13829" y="1658"/>
                </a:lnTo>
                <a:lnTo>
                  <a:pt x="13724" y="1693"/>
                </a:lnTo>
                <a:lnTo>
                  <a:pt x="13618" y="1728"/>
                </a:lnTo>
                <a:lnTo>
                  <a:pt x="13477" y="1658"/>
                </a:lnTo>
                <a:lnTo>
                  <a:pt x="13371" y="1658"/>
                </a:lnTo>
                <a:lnTo>
                  <a:pt x="13265" y="1658"/>
                </a:lnTo>
                <a:lnTo>
                  <a:pt x="13159" y="1622"/>
                </a:lnTo>
                <a:lnTo>
                  <a:pt x="13053" y="1622"/>
                </a:lnTo>
                <a:lnTo>
                  <a:pt x="12947" y="1587"/>
                </a:lnTo>
                <a:lnTo>
                  <a:pt x="12842" y="1587"/>
                </a:lnTo>
                <a:lnTo>
                  <a:pt x="12701" y="1552"/>
                </a:lnTo>
                <a:lnTo>
                  <a:pt x="12559" y="1446"/>
                </a:lnTo>
                <a:lnTo>
                  <a:pt x="12454" y="1375"/>
                </a:lnTo>
                <a:lnTo>
                  <a:pt x="12348" y="1340"/>
                </a:lnTo>
                <a:lnTo>
                  <a:pt x="12242" y="1305"/>
                </a:lnTo>
                <a:lnTo>
                  <a:pt x="12136" y="1270"/>
                </a:lnTo>
                <a:lnTo>
                  <a:pt x="12030" y="1234"/>
                </a:lnTo>
                <a:lnTo>
                  <a:pt x="11924" y="1234"/>
                </a:lnTo>
                <a:lnTo>
                  <a:pt x="11819" y="1199"/>
                </a:lnTo>
                <a:lnTo>
                  <a:pt x="11713" y="1164"/>
                </a:lnTo>
                <a:lnTo>
                  <a:pt x="11607" y="1199"/>
                </a:lnTo>
                <a:lnTo>
                  <a:pt x="11536" y="1305"/>
                </a:lnTo>
                <a:lnTo>
                  <a:pt x="11430" y="1270"/>
                </a:lnTo>
                <a:lnTo>
                  <a:pt x="11288" y="1234"/>
                </a:lnTo>
                <a:lnTo>
                  <a:pt x="11147" y="1234"/>
                </a:lnTo>
                <a:lnTo>
                  <a:pt x="11041" y="1234"/>
                </a:lnTo>
                <a:lnTo>
                  <a:pt x="10936" y="1305"/>
                </a:lnTo>
                <a:lnTo>
                  <a:pt x="10830" y="1305"/>
                </a:lnTo>
                <a:lnTo>
                  <a:pt x="10724" y="1305"/>
                </a:lnTo>
                <a:lnTo>
                  <a:pt x="10618" y="1305"/>
                </a:lnTo>
                <a:lnTo>
                  <a:pt x="10512" y="1270"/>
                </a:lnTo>
                <a:lnTo>
                  <a:pt x="10371" y="1234"/>
                </a:lnTo>
                <a:lnTo>
                  <a:pt x="10265" y="1199"/>
                </a:lnTo>
                <a:lnTo>
                  <a:pt x="10160" y="1199"/>
                </a:lnTo>
                <a:lnTo>
                  <a:pt x="10018" y="1305"/>
                </a:lnTo>
                <a:lnTo>
                  <a:pt x="9913" y="1340"/>
                </a:lnTo>
                <a:lnTo>
                  <a:pt x="9771" y="1375"/>
                </a:lnTo>
                <a:lnTo>
                  <a:pt x="9666" y="1375"/>
                </a:lnTo>
                <a:lnTo>
                  <a:pt x="9560" y="1375"/>
                </a:lnTo>
                <a:lnTo>
                  <a:pt x="9454" y="1375"/>
                </a:lnTo>
                <a:lnTo>
                  <a:pt x="9348" y="1375"/>
                </a:lnTo>
                <a:lnTo>
                  <a:pt x="9242" y="1375"/>
                </a:lnTo>
                <a:lnTo>
                  <a:pt x="9136" y="1375"/>
                </a:lnTo>
                <a:lnTo>
                  <a:pt x="9031" y="1375"/>
                </a:lnTo>
                <a:lnTo>
                  <a:pt x="8925" y="1375"/>
                </a:lnTo>
                <a:lnTo>
                  <a:pt x="8819" y="1340"/>
                </a:lnTo>
                <a:lnTo>
                  <a:pt x="8713" y="1340"/>
                </a:lnTo>
                <a:lnTo>
                  <a:pt x="8501" y="1305"/>
                </a:lnTo>
                <a:lnTo>
                  <a:pt x="8396" y="1270"/>
                </a:lnTo>
                <a:lnTo>
                  <a:pt x="8290" y="1305"/>
                </a:lnTo>
                <a:lnTo>
                  <a:pt x="8184" y="1305"/>
                </a:lnTo>
                <a:lnTo>
                  <a:pt x="8078" y="1375"/>
                </a:lnTo>
                <a:lnTo>
                  <a:pt x="7972" y="1411"/>
                </a:lnTo>
                <a:lnTo>
                  <a:pt x="7866" y="1516"/>
                </a:lnTo>
                <a:lnTo>
                  <a:pt x="7761" y="1552"/>
                </a:lnTo>
                <a:lnTo>
                  <a:pt x="7655" y="1587"/>
                </a:lnTo>
                <a:lnTo>
                  <a:pt x="7549" y="1622"/>
                </a:lnTo>
                <a:lnTo>
                  <a:pt x="7443" y="1658"/>
                </a:lnTo>
                <a:lnTo>
                  <a:pt x="7337" y="1622"/>
                </a:lnTo>
                <a:lnTo>
                  <a:pt x="7231" y="1622"/>
                </a:lnTo>
                <a:lnTo>
                  <a:pt x="7126" y="1552"/>
                </a:lnTo>
                <a:lnTo>
                  <a:pt x="7020" y="1516"/>
                </a:lnTo>
                <a:lnTo>
                  <a:pt x="6914" y="1516"/>
                </a:lnTo>
                <a:lnTo>
                  <a:pt x="6808" y="1481"/>
                </a:lnTo>
                <a:lnTo>
                  <a:pt x="6702" y="1446"/>
                </a:lnTo>
                <a:lnTo>
                  <a:pt x="6596" y="1446"/>
                </a:lnTo>
                <a:lnTo>
                  <a:pt x="6491" y="1516"/>
                </a:lnTo>
                <a:lnTo>
                  <a:pt x="6385" y="1587"/>
                </a:lnTo>
                <a:lnTo>
                  <a:pt x="6208" y="1516"/>
                </a:lnTo>
                <a:lnTo>
                  <a:pt x="6067" y="1516"/>
                </a:lnTo>
                <a:lnTo>
                  <a:pt x="5961" y="1516"/>
                </a:lnTo>
                <a:lnTo>
                  <a:pt x="5856" y="1516"/>
                </a:lnTo>
                <a:lnTo>
                  <a:pt x="5715" y="1587"/>
                </a:lnTo>
                <a:lnTo>
                  <a:pt x="5644" y="1728"/>
                </a:lnTo>
                <a:lnTo>
                  <a:pt x="5644" y="1587"/>
                </a:lnTo>
                <a:lnTo>
                  <a:pt x="5644" y="1481"/>
                </a:lnTo>
                <a:lnTo>
                  <a:pt x="5503" y="1446"/>
                </a:lnTo>
                <a:lnTo>
                  <a:pt x="5362" y="1375"/>
                </a:lnTo>
                <a:lnTo>
                  <a:pt x="5256" y="1375"/>
                </a:lnTo>
                <a:lnTo>
                  <a:pt x="5150" y="1446"/>
                </a:lnTo>
                <a:lnTo>
                  <a:pt x="5009" y="1481"/>
                </a:lnTo>
                <a:lnTo>
                  <a:pt x="4903" y="1516"/>
                </a:lnTo>
                <a:lnTo>
                  <a:pt x="4797" y="1481"/>
                </a:lnTo>
                <a:lnTo>
                  <a:pt x="4656" y="1446"/>
                </a:lnTo>
                <a:lnTo>
                  <a:pt x="4550" y="1446"/>
                </a:lnTo>
                <a:lnTo>
                  <a:pt x="4444" y="1446"/>
                </a:lnTo>
                <a:lnTo>
                  <a:pt x="4339" y="1481"/>
                </a:lnTo>
                <a:lnTo>
                  <a:pt x="4233" y="1481"/>
                </a:lnTo>
                <a:lnTo>
                  <a:pt x="4127" y="1481"/>
                </a:lnTo>
                <a:lnTo>
                  <a:pt x="4021" y="1481"/>
                </a:lnTo>
                <a:lnTo>
                  <a:pt x="3915" y="1446"/>
                </a:lnTo>
                <a:lnTo>
                  <a:pt x="3810" y="1446"/>
                </a:lnTo>
                <a:lnTo>
                  <a:pt x="3704" y="1375"/>
                </a:lnTo>
                <a:lnTo>
                  <a:pt x="3563" y="1375"/>
                </a:lnTo>
                <a:lnTo>
                  <a:pt x="3457" y="1375"/>
                </a:lnTo>
                <a:lnTo>
                  <a:pt x="3351" y="1375"/>
                </a:lnTo>
                <a:lnTo>
                  <a:pt x="3245" y="1375"/>
                </a:lnTo>
                <a:lnTo>
                  <a:pt x="3139" y="1340"/>
                </a:lnTo>
                <a:lnTo>
                  <a:pt x="2998" y="1305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75"/>
                </a:lnTo>
                <a:lnTo>
                  <a:pt x="2469" y="1375"/>
                </a:lnTo>
                <a:lnTo>
                  <a:pt x="2363" y="1375"/>
                </a:lnTo>
                <a:lnTo>
                  <a:pt x="2257" y="1375"/>
                </a:lnTo>
                <a:lnTo>
                  <a:pt x="2151" y="1375"/>
                </a:lnTo>
                <a:lnTo>
                  <a:pt x="2010" y="1340"/>
                </a:lnTo>
                <a:lnTo>
                  <a:pt x="1905" y="1375"/>
                </a:lnTo>
                <a:lnTo>
                  <a:pt x="1799" y="1375"/>
                </a:lnTo>
                <a:lnTo>
                  <a:pt x="1658" y="1340"/>
                </a:lnTo>
                <a:lnTo>
                  <a:pt x="1552" y="1305"/>
                </a:lnTo>
                <a:lnTo>
                  <a:pt x="1446" y="1270"/>
                </a:lnTo>
                <a:lnTo>
                  <a:pt x="1305" y="1270"/>
                </a:lnTo>
                <a:lnTo>
                  <a:pt x="1199" y="1234"/>
                </a:lnTo>
                <a:lnTo>
                  <a:pt x="1093" y="1305"/>
                </a:lnTo>
                <a:lnTo>
                  <a:pt x="987" y="1340"/>
                </a:lnTo>
                <a:lnTo>
                  <a:pt x="881" y="1375"/>
                </a:lnTo>
                <a:lnTo>
                  <a:pt x="776" y="1446"/>
                </a:lnTo>
                <a:lnTo>
                  <a:pt x="670" y="1516"/>
                </a:lnTo>
                <a:lnTo>
                  <a:pt x="564" y="1516"/>
                </a:lnTo>
                <a:lnTo>
                  <a:pt x="458" y="1516"/>
                </a:lnTo>
                <a:lnTo>
                  <a:pt x="352" y="1552"/>
                </a:lnTo>
                <a:lnTo>
                  <a:pt x="246" y="1552"/>
                </a:lnTo>
                <a:lnTo>
                  <a:pt x="141" y="1587"/>
                </a:lnTo>
                <a:lnTo>
                  <a:pt x="0" y="1622"/>
                </a:lnTo>
                <a:lnTo>
                  <a:pt x="35" y="130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1079640" y="3314880"/>
            <a:ext cx="241560" cy="317880"/>
          </a:xfrm>
          <a:custGeom>
            <a:avLst/>
            <a:gdLst/>
            <a:ahLst/>
            <a:rect l="0" t="0" r="r" b="b"/>
            <a:pathLst>
              <a:path w="671" h="883">
                <a:moveTo>
                  <a:pt x="0" y="294"/>
                </a:moveTo>
                <a:lnTo>
                  <a:pt x="0" y="588"/>
                </a:lnTo>
                <a:lnTo>
                  <a:pt x="470" y="588"/>
                </a:lnTo>
                <a:lnTo>
                  <a:pt x="470" y="883"/>
                </a:lnTo>
                <a:lnTo>
                  <a:pt x="671" y="441"/>
                </a:lnTo>
                <a:lnTo>
                  <a:pt x="470" y="0"/>
                </a:lnTo>
                <a:lnTo>
                  <a:pt x="470" y="294"/>
                </a:lnTo>
                <a:lnTo>
                  <a:pt x="0" y="294"/>
                </a:lnTo>
                <a:close/>
              </a:path>
            </a:pathLst>
          </a:custGeom>
          <a:solidFill>
            <a:srgbClr val="00FF00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482760" y="565200"/>
            <a:ext cx="8166240" cy="6178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StrPtr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  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1  9   9  4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5   ,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   -   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0" name=""/>
          <p:cNvGrpSpPr/>
          <p:nvPr/>
        </p:nvGrpSpPr>
        <p:grpSpPr>
          <a:xfrm>
            <a:off x="4495680" y="1019160"/>
            <a:ext cx="3352680" cy="1342800"/>
            <a:chOff x="4495680" y="1019160"/>
            <a:chExt cx="3352680" cy="1342800"/>
          </a:xfrm>
        </p:grpSpPr>
        <p:sp>
          <p:nvSpPr>
            <p:cNvPr id="341" name=""/>
            <p:cNvSpPr/>
            <p:nvPr/>
          </p:nvSpPr>
          <p:spPr>
            <a:xfrm>
              <a:off x="4495680" y="1495440"/>
              <a:ext cx="3352680" cy="3715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"/>
            <p:cNvSpPr/>
            <p:nvPr/>
          </p:nvSpPr>
          <p:spPr>
            <a:xfrm>
              <a:off x="49402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52959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"/>
            <p:cNvSpPr/>
            <p:nvPr/>
          </p:nvSpPr>
          <p:spPr>
            <a:xfrm>
              <a:off x="56768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"/>
            <p:cNvSpPr/>
            <p:nvPr/>
          </p:nvSpPr>
          <p:spPr>
            <a:xfrm>
              <a:off x="603252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640080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"/>
            <p:cNvSpPr/>
            <p:nvPr/>
          </p:nvSpPr>
          <p:spPr>
            <a:xfrm>
              <a:off x="67690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"/>
            <p:cNvSpPr/>
            <p:nvPr/>
          </p:nvSpPr>
          <p:spPr>
            <a:xfrm>
              <a:off x="71373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74930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4495680" y="1019160"/>
              <a:ext cx="800280" cy="3906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4940280" y="10414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4495680" y="1962000"/>
              <a:ext cx="1587600" cy="399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494028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"/>
            <p:cNvSpPr/>
            <p:nvPr/>
          </p:nvSpPr>
          <p:spPr>
            <a:xfrm>
              <a:off x="529596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"/>
            <p:cNvSpPr/>
            <p:nvPr/>
          </p:nvSpPr>
          <p:spPr>
            <a:xfrm>
              <a:off x="567684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6" name=""/>
          <p:cNvGrpSpPr/>
          <p:nvPr/>
        </p:nvGrpSpPr>
        <p:grpSpPr>
          <a:xfrm>
            <a:off x="965160" y="2800440"/>
            <a:ext cx="6350040" cy="466560"/>
            <a:chOff x="965160" y="2800440"/>
            <a:chExt cx="6350040" cy="466560"/>
          </a:xfrm>
        </p:grpSpPr>
        <p:sp>
          <p:nvSpPr>
            <p:cNvPr id="357" name=""/>
            <p:cNvSpPr/>
            <p:nvPr/>
          </p:nvSpPr>
          <p:spPr>
            <a:xfrm>
              <a:off x="965160" y="2800440"/>
              <a:ext cx="6350040" cy="4665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"/>
            <p:cNvSpPr/>
            <p:nvPr/>
          </p:nvSpPr>
          <p:spPr>
            <a:xfrm>
              <a:off x="14097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"/>
            <p:cNvSpPr/>
            <p:nvPr/>
          </p:nvSpPr>
          <p:spPr>
            <a:xfrm>
              <a:off x="18288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"/>
            <p:cNvSpPr/>
            <p:nvPr/>
          </p:nvSpPr>
          <p:spPr>
            <a:xfrm>
              <a:off x="22860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"/>
            <p:cNvSpPr/>
            <p:nvPr/>
          </p:nvSpPr>
          <p:spPr>
            <a:xfrm>
              <a:off x="27050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"/>
            <p:cNvSpPr/>
            <p:nvPr/>
          </p:nvSpPr>
          <p:spPr>
            <a:xfrm>
              <a:off x="3111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"/>
            <p:cNvSpPr/>
            <p:nvPr/>
          </p:nvSpPr>
          <p:spPr>
            <a:xfrm>
              <a:off x="3543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"/>
            <p:cNvSpPr/>
            <p:nvPr/>
          </p:nvSpPr>
          <p:spPr>
            <a:xfrm>
              <a:off x="39625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"/>
            <p:cNvSpPr/>
            <p:nvPr/>
          </p:nvSpPr>
          <p:spPr>
            <a:xfrm>
              <a:off x="43941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"/>
            <p:cNvSpPr/>
            <p:nvPr/>
          </p:nvSpPr>
          <p:spPr>
            <a:xfrm>
              <a:off x="48006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"/>
            <p:cNvSpPr/>
            <p:nvPr/>
          </p:nvSpPr>
          <p:spPr>
            <a:xfrm>
              <a:off x="52196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56768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60958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6502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"/>
            <p:cNvSpPr/>
            <p:nvPr/>
          </p:nvSpPr>
          <p:spPr>
            <a:xfrm>
              <a:off x="6934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2" name=""/>
          <p:cNvSpPr/>
          <p:nvPr/>
        </p:nvSpPr>
        <p:spPr>
          <a:xfrm>
            <a:off x="393840" y="3022560"/>
            <a:ext cx="8280720" cy="1511640"/>
          </a:xfrm>
          <a:custGeom>
            <a:avLst/>
            <a:gdLst/>
            <a:ahLst/>
            <a:rect l="0" t="0" r="r" b="b"/>
            <a:pathLst>
              <a:path w="23002" h="4199">
                <a:moveTo>
                  <a:pt x="35" y="1305"/>
                </a:moveTo>
                <a:lnTo>
                  <a:pt x="176" y="1305"/>
                </a:lnTo>
                <a:lnTo>
                  <a:pt x="282" y="1270"/>
                </a:lnTo>
                <a:lnTo>
                  <a:pt x="423" y="1270"/>
                </a:lnTo>
                <a:lnTo>
                  <a:pt x="564" y="1234"/>
                </a:lnTo>
                <a:lnTo>
                  <a:pt x="670" y="1234"/>
                </a:lnTo>
                <a:lnTo>
                  <a:pt x="776" y="1234"/>
                </a:lnTo>
                <a:lnTo>
                  <a:pt x="881" y="1164"/>
                </a:lnTo>
                <a:lnTo>
                  <a:pt x="987" y="1093"/>
                </a:lnTo>
                <a:lnTo>
                  <a:pt x="1093" y="1058"/>
                </a:lnTo>
                <a:lnTo>
                  <a:pt x="1199" y="1058"/>
                </a:lnTo>
                <a:lnTo>
                  <a:pt x="1340" y="1058"/>
                </a:lnTo>
                <a:lnTo>
                  <a:pt x="1446" y="1058"/>
                </a:lnTo>
                <a:lnTo>
                  <a:pt x="1552" y="1093"/>
                </a:lnTo>
                <a:lnTo>
                  <a:pt x="1658" y="1128"/>
                </a:lnTo>
                <a:lnTo>
                  <a:pt x="1763" y="1164"/>
                </a:lnTo>
                <a:lnTo>
                  <a:pt x="1869" y="1164"/>
                </a:lnTo>
                <a:lnTo>
                  <a:pt x="1975" y="1164"/>
                </a:lnTo>
                <a:lnTo>
                  <a:pt x="2081" y="1164"/>
                </a:lnTo>
                <a:lnTo>
                  <a:pt x="2187" y="1164"/>
                </a:lnTo>
                <a:lnTo>
                  <a:pt x="2328" y="1164"/>
                </a:lnTo>
                <a:lnTo>
                  <a:pt x="2434" y="1164"/>
                </a:lnTo>
                <a:lnTo>
                  <a:pt x="2540" y="1164"/>
                </a:lnTo>
                <a:lnTo>
                  <a:pt x="2645" y="1164"/>
                </a:lnTo>
                <a:lnTo>
                  <a:pt x="2751" y="1164"/>
                </a:lnTo>
                <a:lnTo>
                  <a:pt x="2857" y="1164"/>
                </a:lnTo>
                <a:lnTo>
                  <a:pt x="2963" y="1164"/>
                </a:lnTo>
                <a:lnTo>
                  <a:pt x="3069" y="1128"/>
                </a:lnTo>
                <a:lnTo>
                  <a:pt x="3175" y="1093"/>
                </a:lnTo>
                <a:lnTo>
                  <a:pt x="3280" y="1093"/>
                </a:lnTo>
                <a:lnTo>
                  <a:pt x="3421" y="1093"/>
                </a:lnTo>
                <a:lnTo>
                  <a:pt x="3527" y="1128"/>
                </a:lnTo>
                <a:lnTo>
                  <a:pt x="3668" y="1164"/>
                </a:lnTo>
                <a:lnTo>
                  <a:pt x="3810" y="1164"/>
                </a:lnTo>
                <a:lnTo>
                  <a:pt x="3915" y="1199"/>
                </a:lnTo>
                <a:lnTo>
                  <a:pt x="4056" y="1199"/>
                </a:lnTo>
                <a:lnTo>
                  <a:pt x="4162" y="1199"/>
                </a:lnTo>
                <a:lnTo>
                  <a:pt x="4303" y="1199"/>
                </a:lnTo>
                <a:lnTo>
                  <a:pt x="4409" y="1199"/>
                </a:lnTo>
                <a:lnTo>
                  <a:pt x="4515" y="1199"/>
                </a:lnTo>
                <a:lnTo>
                  <a:pt x="4621" y="1199"/>
                </a:lnTo>
                <a:lnTo>
                  <a:pt x="4727" y="1199"/>
                </a:lnTo>
                <a:lnTo>
                  <a:pt x="4868" y="1234"/>
                </a:lnTo>
                <a:lnTo>
                  <a:pt x="5009" y="1234"/>
                </a:lnTo>
                <a:lnTo>
                  <a:pt x="5150" y="1234"/>
                </a:lnTo>
                <a:lnTo>
                  <a:pt x="5291" y="1234"/>
                </a:lnTo>
                <a:lnTo>
                  <a:pt x="5397" y="1199"/>
                </a:lnTo>
                <a:lnTo>
                  <a:pt x="5503" y="1199"/>
                </a:lnTo>
                <a:lnTo>
                  <a:pt x="5609" y="1199"/>
                </a:lnTo>
                <a:lnTo>
                  <a:pt x="5715" y="1199"/>
                </a:lnTo>
                <a:lnTo>
                  <a:pt x="5856" y="1199"/>
                </a:lnTo>
                <a:lnTo>
                  <a:pt x="5961" y="1199"/>
                </a:lnTo>
                <a:lnTo>
                  <a:pt x="6138" y="1199"/>
                </a:lnTo>
                <a:lnTo>
                  <a:pt x="6279" y="1234"/>
                </a:lnTo>
                <a:lnTo>
                  <a:pt x="6385" y="1234"/>
                </a:lnTo>
                <a:lnTo>
                  <a:pt x="6491" y="1234"/>
                </a:lnTo>
                <a:lnTo>
                  <a:pt x="6596" y="1234"/>
                </a:lnTo>
                <a:lnTo>
                  <a:pt x="6702" y="1270"/>
                </a:lnTo>
                <a:lnTo>
                  <a:pt x="6808" y="1270"/>
                </a:lnTo>
                <a:lnTo>
                  <a:pt x="6914" y="1270"/>
                </a:lnTo>
                <a:lnTo>
                  <a:pt x="7020" y="1305"/>
                </a:lnTo>
                <a:lnTo>
                  <a:pt x="7126" y="1305"/>
                </a:lnTo>
                <a:lnTo>
                  <a:pt x="7267" y="1375"/>
                </a:lnTo>
                <a:lnTo>
                  <a:pt x="7373" y="1446"/>
                </a:lnTo>
                <a:lnTo>
                  <a:pt x="7478" y="1446"/>
                </a:lnTo>
                <a:lnTo>
                  <a:pt x="7584" y="1446"/>
                </a:lnTo>
                <a:lnTo>
                  <a:pt x="7690" y="1375"/>
                </a:lnTo>
                <a:lnTo>
                  <a:pt x="7796" y="1340"/>
                </a:lnTo>
                <a:lnTo>
                  <a:pt x="7902" y="1305"/>
                </a:lnTo>
                <a:lnTo>
                  <a:pt x="8008" y="1234"/>
                </a:lnTo>
                <a:lnTo>
                  <a:pt x="8113" y="1164"/>
                </a:lnTo>
                <a:lnTo>
                  <a:pt x="8219" y="1093"/>
                </a:lnTo>
                <a:lnTo>
                  <a:pt x="8396" y="1093"/>
                </a:lnTo>
                <a:lnTo>
                  <a:pt x="8537" y="1164"/>
                </a:lnTo>
                <a:lnTo>
                  <a:pt x="8643" y="1164"/>
                </a:lnTo>
                <a:lnTo>
                  <a:pt x="8748" y="1164"/>
                </a:lnTo>
                <a:lnTo>
                  <a:pt x="8854" y="1164"/>
                </a:lnTo>
                <a:lnTo>
                  <a:pt x="8960" y="1164"/>
                </a:lnTo>
                <a:lnTo>
                  <a:pt x="9066" y="1164"/>
                </a:lnTo>
                <a:lnTo>
                  <a:pt x="9172" y="1164"/>
                </a:lnTo>
                <a:lnTo>
                  <a:pt x="9278" y="1164"/>
                </a:lnTo>
                <a:lnTo>
                  <a:pt x="9383" y="1164"/>
                </a:lnTo>
                <a:lnTo>
                  <a:pt x="9489" y="1164"/>
                </a:lnTo>
                <a:lnTo>
                  <a:pt x="9595" y="1164"/>
                </a:lnTo>
                <a:lnTo>
                  <a:pt x="9701" y="1093"/>
                </a:lnTo>
                <a:lnTo>
                  <a:pt x="9807" y="1093"/>
                </a:lnTo>
                <a:lnTo>
                  <a:pt x="9913" y="1058"/>
                </a:lnTo>
                <a:lnTo>
                  <a:pt x="10018" y="1023"/>
                </a:lnTo>
                <a:lnTo>
                  <a:pt x="10124" y="1023"/>
                </a:lnTo>
                <a:lnTo>
                  <a:pt x="10230" y="1023"/>
                </a:lnTo>
                <a:lnTo>
                  <a:pt x="10336" y="1023"/>
                </a:lnTo>
                <a:lnTo>
                  <a:pt x="10442" y="1023"/>
                </a:lnTo>
                <a:lnTo>
                  <a:pt x="10653" y="1023"/>
                </a:lnTo>
                <a:lnTo>
                  <a:pt x="10830" y="1058"/>
                </a:lnTo>
                <a:lnTo>
                  <a:pt x="10936" y="1058"/>
                </a:lnTo>
                <a:lnTo>
                  <a:pt x="11077" y="1058"/>
                </a:lnTo>
                <a:lnTo>
                  <a:pt x="11183" y="1058"/>
                </a:lnTo>
                <a:lnTo>
                  <a:pt x="11288" y="1023"/>
                </a:lnTo>
                <a:lnTo>
                  <a:pt x="11394" y="1023"/>
                </a:lnTo>
                <a:lnTo>
                  <a:pt x="11500" y="1023"/>
                </a:lnTo>
                <a:lnTo>
                  <a:pt x="11607" y="952"/>
                </a:lnTo>
                <a:lnTo>
                  <a:pt x="11713" y="952"/>
                </a:lnTo>
                <a:lnTo>
                  <a:pt x="11854" y="987"/>
                </a:lnTo>
                <a:lnTo>
                  <a:pt x="11960" y="1023"/>
                </a:lnTo>
                <a:lnTo>
                  <a:pt x="12066" y="1058"/>
                </a:lnTo>
                <a:lnTo>
                  <a:pt x="12207" y="1093"/>
                </a:lnTo>
                <a:lnTo>
                  <a:pt x="12348" y="1093"/>
                </a:lnTo>
                <a:lnTo>
                  <a:pt x="12489" y="1128"/>
                </a:lnTo>
                <a:lnTo>
                  <a:pt x="12595" y="1164"/>
                </a:lnTo>
                <a:lnTo>
                  <a:pt x="12701" y="1164"/>
                </a:lnTo>
                <a:lnTo>
                  <a:pt x="12806" y="1199"/>
                </a:lnTo>
                <a:lnTo>
                  <a:pt x="12912" y="1199"/>
                </a:lnTo>
                <a:lnTo>
                  <a:pt x="13053" y="1234"/>
                </a:lnTo>
                <a:lnTo>
                  <a:pt x="13159" y="1234"/>
                </a:lnTo>
                <a:lnTo>
                  <a:pt x="13265" y="1234"/>
                </a:lnTo>
                <a:lnTo>
                  <a:pt x="13371" y="1234"/>
                </a:lnTo>
                <a:lnTo>
                  <a:pt x="13477" y="1305"/>
                </a:lnTo>
                <a:lnTo>
                  <a:pt x="13618" y="1305"/>
                </a:lnTo>
                <a:lnTo>
                  <a:pt x="13724" y="1305"/>
                </a:lnTo>
                <a:lnTo>
                  <a:pt x="13829" y="1270"/>
                </a:lnTo>
                <a:lnTo>
                  <a:pt x="13935" y="1234"/>
                </a:lnTo>
                <a:lnTo>
                  <a:pt x="14041" y="1234"/>
                </a:lnTo>
                <a:lnTo>
                  <a:pt x="14147" y="1164"/>
                </a:lnTo>
                <a:lnTo>
                  <a:pt x="14253" y="1164"/>
                </a:lnTo>
                <a:lnTo>
                  <a:pt x="14429" y="1164"/>
                </a:lnTo>
                <a:lnTo>
                  <a:pt x="14570" y="1164"/>
                </a:lnTo>
                <a:lnTo>
                  <a:pt x="14923" y="1164"/>
                </a:lnTo>
                <a:lnTo>
                  <a:pt x="15346" y="1128"/>
                </a:lnTo>
                <a:lnTo>
                  <a:pt x="15770" y="1093"/>
                </a:lnTo>
                <a:lnTo>
                  <a:pt x="16122" y="1093"/>
                </a:lnTo>
                <a:lnTo>
                  <a:pt x="16264" y="1093"/>
                </a:lnTo>
                <a:lnTo>
                  <a:pt x="16369" y="1093"/>
                </a:lnTo>
                <a:lnTo>
                  <a:pt x="16369" y="1199"/>
                </a:lnTo>
                <a:lnTo>
                  <a:pt x="16475" y="1199"/>
                </a:lnTo>
                <a:lnTo>
                  <a:pt x="16581" y="1164"/>
                </a:lnTo>
                <a:lnTo>
                  <a:pt x="16687" y="1164"/>
                </a:lnTo>
                <a:lnTo>
                  <a:pt x="16828" y="1164"/>
                </a:lnTo>
                <a:lnTo>
                  <a:pt x="16934" y="1164"/>
                </a:lnTo>
                <a:lnTo>
                  <a:pt x="17075" y="1199"/>
                </a:lnTo>
                <a:lnTo>
                  <a:pt x="17216" y="1199"/>
                </a:lnTo>
                <a:lnTo>
                  <a:pt x="17357" y="1164"/>
                </a:lnTo>
                <a:lnTo>
                  <a:pt x="17463" y="1164"/>
                </a:lnTo>
                <a:lnTo>
                  <a:pt x="17569" y="1164"/>
                </a:lnTo>
                <a:lnTo>
                  <a:pt x="17710" y="1164"/>
                </a:lnTo>
                <a:lnTo>
                  <a:pt x="17886" y="1128"/>
                </a:lnTo>
                <a:lnTo>
                  <a:pt x="17992" y="1093"/>
                </a:lnTo>
                <a:lnTo>
                  <a:pt x="18098" y="1093"/>
                </a:lnTo>
                <a:lnTo>
                  <a:pt x="18204" y="1093"/>
                </a:lnTo>
                <a:lnTo>
                  <a:pt x="18345" y="1058"/>
                </a:lnTo>
                <a:lnTo>
                  <a:pt x="18451" y="1058"/>
                </a:lnTo>
                <a:lnTo>
                  <a:pt x="18557" y="1023"/>
                </a:lnTo>
                <a:lnTo>
                  <a:pt x="18662" y="1058"/>
                </a:lnTo>
                <a:lnTo>
                  <a:pt x="18768" y="1093"/>
                </a:lnTo>
                <a:lnTo>
                  <a:pt x="18874" y="1093"/>
                </a:lnTo>
                <a:lnTo>
                  <a:pt x="19015" y="1093"/>
                </a:lnTo>
                <a:lnTo>
                  <a:pt x="19121" y="1058"/>
                </a:lnTo>
                <a:lnTo>
                  <a:pt x="19227" y="1058"/>
                </a:lnTo>
                <a:lnTo>
                  <a:pt x="19333" y="1058"/>
                </a:lnTo>
                <a:lnTo>
                  <a:pt x="19439" y="1058"/>
                </a:lnTo>
                <a:lnTo>
                  <a:pt x="19544" y="1023"/>
                </a:lnTo>
                <a:lnTo>
                  <a:pt x="19650" y="952"/>
                </a:lnTo>
                <a:lnTo>
                  <a:pt x="19756" y="881"/>
                </a:lnTo>
                <a:lnTo>
                  <a:pt x="19897" y="881"/>
                </a:lnTo>
                <a:lnTo>
                  <a:pt x="20003" y="881"/>
                </a:lnTo>
                <a:lnTo>
                  <a:pt x="20109" y="881"/>
                </a:lnTo>
                <a:lnTo>
                  <a:pt x="20215" y="952"/>
                </a:lnTo>
                <a:lnTo>
                  <a:pt x="20321" y="952"/>
                </a:lnTo>
                <a:lnTo>
                  <a:pt x="20426" y="1023"/>
                </a:lnTo>
                <a:lnTo>
                  <a:pt x="20532" y="1093"/>
                </a:lnTo>
                <a:lnTo>
                  <a:pt x="20638" y="1058"/>
                </a:lnTo>
                <a:lnTo>
                  <a:pt x="20744" y="1023"/>
                </a:lnTo>
                <a:lnTo>
                  <a:pt x="21061" y="0"/>
                </a:lnTo>
                <a:lnTo>
                  <a:pt x="20885" y="1199"/>
                </a:lnTo>
                <a:lnTo>
                  <a:pt x="21026" y="1234"/>
                </a:lnTo>
                <a:lnTo>
                  <a:pt x="21132" y="1305"/>
                </a:lnTo>
                <a:lnTo>
                  <a:pt x="21238" y="1305"/>
                </a:lnTo>
                <a:lnTo>
                  <a:pt x="21379" y="1375"/>
                </a:lnTo>
                <a:lnTo>
                  <a:pt x="21485" y="1411"/>
                </a:lnTo>
                <a:lnTo>
                  <a:pt x="21591" y="1375"/>
                </a:lnTo>
                <a:lnTo>
                  <a:pt x="21696" y="1305"/>
                </a:lnTo>
                <a:lnTo>
                  <a:pt x="21802" y="1305"/>
                </a:lnTo>
                <a:lnTo>
                  <a:pt x="21943" y="1305"/>
                </a:lnTo>
                <a:lnTo>
                  <a:pt x="22049" y="1305"/>
                </a:lnTo>
                <a:lnTo>
                  <a:pt x="22155" y="1305"/>
                </a:lnTo>
                <a:lnTo>
                  <a:pt x="22261" y="1305"/>
                </a:lnTo>
                <a:lnTo>
                  <a:pt x="22367" y="1234"/>
                </a:lnTo>
                <a:lnTo>
                  <a:pt x="22472" y="1234"/>
                </a:lnTo>
                <a:lnTo>
                  <a:pt x="22578" y="1270"/>
                </a:lnTo>
                <a:lnTo>
                  <a:pt x="22755" y="1375"/>
                </a:lnTo>
                <a:lnTo>
                  <a:pt x="22861" y="1446"/>
                </a:lnTo>
                <a:lnTo>
                  <a:pt x="22966" y="1516"/>
                </a:lnTo>
                <a:lnTo>
                  <a:pt x="23002" y="4199"/>
                </a:lnTo>
                <a:lnTo>
                  <a:pt x="22896" y="4128"/>
                </a:lnTo>
                <a:lnTo>
                  <a:pt x="22790" y="4022"/>
                </a:lnTo>
                <a:lnTo>
                  <a:pt x="22719" y="3916"/>
                </a:lnTo>
                <a:lnTo>
                  <a:pt x="22649" y="3811"/>
                </a:lnTo>
                <a:lnTo>
                  <a:pt x="22578" y="3705"/>
                </a:lnTo>
                <a:lnTo>
                  <a:pt x="22472" y="3599"/>
                </a:lnTo>
                <a:lnTo>
                  <a:pt x="22437" y="3493"/>
                </a:lnTo>
                <a:lnTo>
                  <a:pt x="22367" y="3352"/>
                </a:lnTo>
                <a:lnTo>
                  <a:pt x="22296" y="3246"/>
                </a:lnTo>
                <a:lnTo>
                  <a:pt x="22226" y="3140"/>
                </a:lnTo>
                <a:lnTo>
                  <a:pt x="22155" y="3034"/>
                </a:lnTo>
                <a:lnTo>
                  <a:pt x="22049" y="2999"/>
                </a:lnTo>
                <a:lnTo>
                  <a:pt x="21943" y="2929"/>
                </a:lnTo>
                <a:lnTo>
                  <a:pt x="21873" y="2787"/>
                </a:lnTo>
                <a:lnTo>
                  <a:pt x="21767" y="2752"/>
                </a:lnTo>
                <a:lnTo>
                  <a:pt x="21661" y="2787"/>
                </a:lnTo>
                <a:lnTo>
                  <a:pt x="21591" y="2893"/>
                </a:lnTo>
                <a:lnTo>
                  <a:pt x="21520" y="2999"/>
                </a:lnTo>
                <a:lnTo>
                  <a:pt x="21449" y="4057"/>
                </a:lnTo>
                <a:lnTo>
                  <a:pt x="21308" y="2717"/>
                </a:lnTo>
                <a:lnTo>
                  <a:pt x="21202" y="2646"/>
                </a:lnTo>
                <a:lnTo>
                  <a:pt x="21097" y="2646"/>
                </a:lnTo>
                <a:lnTo>
                  <a:pt x="20885" y="2646"/>
                </a:lnTo>
                <a:lnTo>
                  <a:pt x="20744" y="2646"/>
                </a:lnTo>
                <a:lnTo>
                  <a:pt x="20603" y="2576"/>
                </a:lnTo>
                <a:lnTo>
                  <a:pt x="20462" y="2505"/>
                </a:lnTo>
                <a:lnTo>
                  <a:pt x="20462" y="2399"/>
                </a:lnTo>
                <a:lnTo>
                  <a:pt x="20356" y="2435"/>
                </a:lnTo>
                <a:lnTo>
                  <a:pt x="20250" y="2435"/>
                </a:lnTo>
                <a:lnTo>
                  <a:pt x="20144" y="2435"/>
                </a:lnTo>
                <a:lnTo>
                  <a:pt x="20038" y="2399"/>
                </a:lnTo>
                <a:lnTo>
                  <a:pt x="19897" y="2364"/>
                </a:lnTo>
                <a:lnTo>
                  <a:pt x="19791" y="2329"/>
                </a:lnTo>
                <a:lnTo>
                  <a:pt x="19686" y="2435"/>
                </a:lnTo>
                <a:lnTo>
                  <a:pt x="19580" y="2435"/>
                </a:lnTo>
                <a:lnTo>
                  <a:pt x="19439" y="2435"/>
                </a:lnTo>
                <a:lnTo>
                  <a:pt x="19333" y="2435"/>
                </a:lnTo>
                <a:lnTo>
                  <a:pt x="19227" y="2435"/>
                </a:lnTo>
                <a:lnTo>
                  <a:pt x="19121" y="2435"/>
                </a:lnTo>
                <a:lnTo>
                  <a:pt x="19015" y="2329"/>
                </a:lnTo>
                <a:lnTo>
                  <a:pt x="18909" y="2294"/>
                </a:lnTo>
                <a:lnTo>
                  <a:pt x="18804" y="2188"/>
                </a:lnTo>
                <a:lnTo>
                  <a:pt x="18768" y="2081"/>
                </a:lnTo>
                <a:lnTo>
                  <a:pt x="18662" y="2152"/>
                </a:lnTo>
                <a:lnTo>
                  <a:pt x="18557" y="2152"/>
                </a:lnTo>
                <a:lnTo>
                  <a:pt x="18380" y="2046"/>
                </a:lnTo>
                <a:lnTo>
                  <a:pt x="18274" y="2010"/>
                </a:lnTo>
                <a:lnTo>
                  <a:pt x="18169" y="1975"/>
                </a:lnTo>
                <a:lnTo>
                  <a:pt x="18063" y="1975"/>
                </a:lnTo>
                <a:lnTo>
                  <a:pt x="17922" y="2010"/>
                </a:lnTo>
                <a:lnTo>
                  <a:pt x="17816" y="2081"/>
                </a:lnTo>
                <a:lnTo>
                  <a:pt x="17710" y="2046"/>
                </a:lnTo>
                <a:lnTo>
                  <a:pt x="17639" y="1940"/>
                </a:lnTo>
                <a:lnTo>
                  <a:pt x="17534" y="1940"/>
                </a:lnTo>
                <a:lnTo>
                  <a:pt x="17428" y="1940"/>
                </a:lnTo>
                <a:lnTo>
                  <a:pt x="17322" y="2010"/>
                </a:lnTo>
                <a:lnTo>
                  <a:pt x="17287" y="2117"/>
                </a:lnTo>
                <a:lnTo>
                  <a:pt x="17216" y="2223"/>
                </a:lnTo>
                <a:lnTo>
                  <a:pt x="17110" y="2223"/>
                </a:lnTo>
                <a:lnTo>
                  <a:pt x="17075" y="2117"/>
                </a:lnTo>
                <a:lnTo>
                  <a:pt x="16969" y="2081"/>
                </a:lnTo>
                <a:lnTo>
                  <a:pt x="16863" y="2010"/>
                </a:lnTo>
                <a:lnTo>
                  <a:pt x="16757" y="1975"/>
                </a:lnTo>
                <a:lnTo>
                  <a:pt x="16652" y="1940"/>
                </a:lnTo>
                <a:lnTo>
                  <a:pt x="16511" y="1869"/>
                </a:lnTo>
                <a:lnTo>
                  <a:pt x="16405" y="1763"/>
                </a:lnTo>
                <a:lnTo>
                  <a:pt x="16193" y="1587"/>
                </a:lnTo>
                <a:lnTo>
                  <a:pt x="16087" y="1552"/>
                </a:lnTo>
                <a:lnTo>
                  <a:pt x="15981" y="1481"/>
                </a:lnTo>
                <a:lnTo>
                  <a:pt x="15876" y="1446"/>
                </a:lnTo>
                <a:lnTo>
                  <a:pt x="15734" y="1481"/>
                </a:lnTo>
                <a:lnTo>
                  <a:pt x="15629" y="1516"/>
                </a:lnTo>
                <a:lnTo>
                  <a:pt x="15523" y="1516"/>
                </a:lnTo>
                <a:lnTo>
                  <a:pt x="15382" y="1516"/>
                </a:lnTo>
                <a:lnTo>
                  <a:pt x="15241" y="1516"/>
                </a:lnTo>
                <a:lnTo>
                  <a:pt x="15099" y="1481"/>
                </a:lnTo>
                <a:lnTo>
                  <a:pt x="14994" y="1481"/>
                </a:lnTo>
                <a:lnTo>
                  <a:pt x="14852" y="1481"/>
                </a:lnTo>
                <a:lnTo>
                  <a:pt x="14747" y="1516"/>
                </a:lnTo>
                <a:lnTo>
                  <a:pt x="14606" y="1587"/>
                </a:lnTo>
                <a:lnTo>
                  <a:pt x="14464" y="1587"/>
                </a:lnTo>
                <a:lnTo>
                  <a:pt x="14359" y="1587"/>
                </a:lnTo>
                <a:lnTo>
                  <a:pt x="14253" y="1587"/>
                </a:lnTo>
                <a:lnTo>
                  <a:pt x="14147" y="1587"/>
                </a:lnTo>
                <a:lnTo>
                  <a:pt x="14041" y="1587"/>
                </a:lnTo>
                <a:lnTo>
                  <a:pt x="13935" y="1622"/>
                </a:lnTo>
                <a:lnTo>
                  <a:pt x="13829" y="1658"/>
                </a:lnTo>
                <a:lnTo>
                  <a:pt x="13724" y="1693"/>
                </a:lnTo>
                <a:lnTo>
                  <a:pt x="13618" y="1728"/>
                </a:lnTo>
                <a:lnTo>
                  <a:pt x="13477" y="1658"/>
                </a:lnTo>
                <a:lnTo>
                  <a:pt x="13371" y="1658"/>
                </a:lnTo>
                <a:lnTo>
                  <a:pt x="13265" y="1658"/>
                </a:lnTo>
                <a:lnTo>
                  <a:pt x="13159" y="1622"/>
                </a:lnTo>
                <a:lnTo>
                  <a:pt x="13053" y="1622"/>
                </a:lnTo>
                <a:lnTo>
                  <a:pt x="12947" y="1587"/>
                </a:lnTo>
                <a:lnTo>
                  <a:pt x="12842" y="1587"/>
                </a:lnTo>
                <a:lnTo>
                  <a:pt x="12701" y="1552"/>
                </a:lnTo>
                <a:lnTo>
                  <a:pt x="12559" y="1446"/>
                </a:lnTo>
                <a:lnTo>
                  <a:pt x="12454" y="1375"/>
                </a:lnTo>
                <a:lnTo>
                  <a:pt x="12348" y="1340"/>
                </a:lnTo>
                <a:lnTo>
                  <a:pt x="12242" y="1305"/>
                </a:lnTo>
                <a:lnTo>
                  <a:pt x="12136" y="1270"/>
                </a:lnTo>
                <a:lnTo>
                  <a:pt x="12030" y="1234"/>
                </a:lnTo>
                <a:lnTo>
                  <a:pt x="11924" y="1234"/>
                </a:lnTo>
                <a:lnTo>
                  <a:pt x="11819" y="1199"/>
                </a:lnTo>
                <a:lnTo>
                  <a:pt x="11713" y="1164"/>
                </a:lnTo>
                <a:lnTo>
                  <a:pt x="11607" y="1199"/>
                </a:lnTo>
                <a:lnTo>
                  <a:pt x="11536" y="1305"/>
                </a:lnTo>
                <a:lnTo>
                  <a:pt x="11430" y="1270"/>
                </a:lnTo>
                <a:lnTo>
                  <a:pt x="11288" y="1234"/>
                </a:lnTo>
                <a:lnTo>
                  <a:pt x="11147" y="1234"/>
                </a:lnTo>
                <a:lnTo>
                  <a:pt x="11041" y="1234"/>
                </a:lnTo>
                <a:lnTo>
                  <a:pt x="10936" y="1305"/>
                </a:lnTo>
                <a:lnTo>
                  <a:pt x="10830" y="1305"/>
                </a:lnTo>
                <a:lnTo>
                  <a:pt x="10724" y="1305"/>
                </a:lnTo>
                <a:lnTo>
                  <a:pt x="10618" y="1305"/>
                </a:lnTo>
                <a:lnTo>
                  <a:pt x="10512" y="1270"/>
                </a:lnTo>
                <a:lnTo>
                  <a:pt x="10371" y="1234"/>
                </a:lnTo>
                <a:lnTo>
                  <a:pt x="10265" y="1199"/>
                </a:lnTo>
                <a:lnTo>
                  <a:pt x="10160" y="1199"/>
                </a:lnTo>
                <a:lnTo>
                  <a:pt x="10018" y="1305"/>
                </a:lnTo>
                <a:lnTo>
                  <a:pt x="9913" y="1340"/>
                </a:lnTo>
                <a:lnTo>
                  <a:pt x="9771" y="1375"/>
                </a:lnTo>
                <a:lnTo>
                  <a:pt x="9666" y="1375"/>
                </a:lnTo>
                <a:lnTo>
                  <a:pt x="9560" y="1375"/>
                </a:lnTo>
                <a:lnTo>
                  <a:pt x="9454" y="1375"/>
                </a:lnTo>
                <a:lnTo>
                  <a:pt x="9348" y="1375"/>
                </a:lnTo>
                <a:lnTo>
                  <a:pt x="9242" y="1375"/>
                </a:lnTo>
                <a:lnTo>
                  <a:pt x="9136" y="1375"/>
                </a:lnTo>
                <a:lnTo>
                  <a:pt x="9031" y="1375"/>
                </a:lnTo>
                <a:lnTo>
                  <a:pt x="8925" y="1375"/>
                </a:lnTo>
                <a:lnTo>
                  <a:pt x="8819" y="1340"/>
                </a:lnTo>
                <a:lnTo>
                  <a:pt x="8713" y="1340"/>
                </a:lnTo>
                <a:lnTo>
                  <a:pt x="8501" y="1305"/>
                </a:lnTo>
                <a:lnTo>
                  <a:pt x="8396" y="1270"/>
                </a:lnTo>
                <a:lnTo>
                  <a:pt x="8290" y="1305"/>
                </a:lnTo>
                <a:lnTo>
                  <a:pt x="8184" y="1305"/>
                </a:lnTo>
                <a:lnTo>
                  <a:pt x="8078" y="1375"/>
                </a:lnTo>
                <a:lnTo>
                  <a:pt x="7972" y="1411"/>
                </a:lnTo>
                <a:lnTo>
                  <a:pt x="7866" y="1516"/>
                </a:lnTo>
                <a:lnTo>
                  <a:pt x="7761" y="1552"/>
                </a:lnTo>
                <a:lnTo>
                  <a:pt x="7655" y="1587"/>
                </a:lnTo>
                <a:lnTo>
                  <a:pt x="7549" y="1622"/>
                </a:lnTo>
                <a:lnTo>
                  <a:pt x="7443" y="1658"/>
                </a:lnTo>
                <a:lnTo>
                  <a:pt x="7337" y="1622"/>
                </a:lnTo>
                <a:lnTo>
                  <a:pt x="7231" y="1622"/>
                </a:lnTo>
                <a:lnTo>
                  <a:pt x="7126" y="1552"/>
                </a:lnTo>
                <a:lnTo>
                  <a:pt x="7020" y="1516"/>
                </a:lnTo>
                <a:lnTo>
                  <a:pt x="6914" y="1516"/>
                </a:lnTo>
                <a:lnTo>
                  <a:pt x="6808" y="1481"/>
                </a:lnTo>
                <a:lnTo>
                  <a:pt x="6702" y="1446"/>
                </a:lnTo>
                <a:lnTo>
                  <a:pt x="6596" y="1446"/>
                </a:lnTo>
                <a:lnTo>
                  <a:pt x="6491" y="1516"/>
                </a:lnTo>
                <a:lnTo>
                  <a:pt x="6385" y="1587"/>
                </a:lnTo>
                <a:lnTo>
                  <a:pt x="6208" y="1516"/>
                </a:lnTo>
                <a:lnTo>
                  <a:pt x="6067" y="1516"/>
                </a:lnTo>
                <a:lnTo>
                  <a:pt x="5961" y="1516"/>
                </a:lnTo>
                <a:lnTo>
                  <a:pt x="5856" y="1516"/>
                </a:lnTo>
                <a:lnTo>
                  <a:pt x="5715" y="1587"/>
                </a:lnTo>
                <a:lnTo>
                  <a:pt x="5644" y="1728"/>
                </a:lnTo>
                <a:lnTo>
                  <a:pt x="5644" y="1587"/>
                </a:lnTo>
                <a:lnTo>
                  <a:pt x="5644" y="1481"/>
                </a:lnTo>
                <a:lnTo>
                  <a:pt x="5503" y="1446"/>
                </a:lnTo>
                <a:lnTo>
                  <a:pt x="5362" y="1375"/>
                </a:lnTo>
                <a:lnTo>
                  <a:pt x="5256" y="1375"/>
                </a:lnTo>
                <a:lnTo>
                  <a:pt x="5150" y="1446"/>
                </a:lnTo>
                <a:lnTo>
                  <a:pt x="5009" y="1481"/>
                </a:lnTo>
                <a:lnTo>
                  <a:pt x="4903" y="1516"/>
                </a:lnTo>
                <a:lnTo>
                  <a:pt x="4797" y="1481"/>
                </a:lnTo>
                <a:lnTo>
                  <a:pt x="4656" y="1446"/>
                </a:lnTo>
                <a:lnTo>
                  <a:pt x="4550" y="1446"/>
                </a:lnTo>
                <a:lnTo>
                  <a:pt x="4444" y="1446"/>
                </a:lnTo>
                <a:lnTo>
                  <a:pt x="4339" y="1481"/>
                </a:lnTo>
                <a:lnTo>
                  <a:pt x="4233" y="1481"/>
                </a:lnTo>
                <a:lnTo>
                  <a:pt x="4127" y="1481"/>
                </a:lnTo>
                <a:lnTo>
                  <a:pt x="4021" y="1481"/>
                </a:lnTo>
                <a:lnTo>
                  <a:pt x="3915" y="1446"/>
                </a:lnTo>
                <a:lnTo>
                  <a:pt x="3810" y="1446"/>
                </a:lnTo>
                <a:lnTo>
                  <a:pt x="3704" y="1375"/>
                </a:lnTo>
                <a:lnTo>
                  <a:pt x="3563" y="1375"/>
                </a:lnTo>
                <a:lnTo>
                  <a:pt x="3457" y="1375"/>
                </a:lnTo>
                <a:lnTo>
                  <a:pt x="3351" y="1375"/>
                </a:lnTo>
                <a:lnTo>
                  <a:pt x="3245" y="1375"/>
                </a:lnTo>
                <a:lnTo>
                  <a:pt x="3139" y="1340"/>
                </a:lnTo>
                <a:lnTo>
                  <a:pt x="2998" y="1305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75"/>
                </a:lnTo>
                <a:lnTo>
                  <a:pt x="2469" y="1375"/>
                </a:lnTo>
                <a:lnTo>
                  <a:pt x="2363" y="1375"/>
                </a:lnTo>
                <a:lnTo>
                  <a:pt x="2257" y="1375"/>
                </a:lnTo>
                <a:lnTo>
                  <a:pt x="2151" y="1375"/>
                </a:lnTo>
                <a:lnTo>
                  <a:pt x="2010" y="1340"/>
                </a:lnTo>
                <a:lnTo>
                  <a:pt x="1905" y="1375"/>
                </a:lnTo>
                <a:lnTo>
                  <a:pt x="1799" y="1375"/>
                </a:lnTo>
                <a:lnTo>
                  <a:pt x="1658" y="1340"/>
                </a:lnTo>
                <a:lnTo>
                  <a:pt x="1552" y="1305"/>
                </a:lnTo>
                <a:lnTo>
                  <a:pt x="1446" y="1270"/>
                </a:lnTo>
                <a:lnTo>
                  <a:pt x="1305" y="1270"/>
                </a:lnTo>
                <a:lnTo>
                  <a:pt x="1199" y="1234"/>
                </a:lnTo>
                <a:lnTo>
                  <a:pt x="1093" y="1305"/>
                </a:lnTo>
                <a:lnTo>
                  <a:pt x="987" y="1340"/>
                </a:lnTo>
                <a:lnTo>
                  <a:pt x="881" y="1375"/>
                </a:lnTo>
                <a:lnTo>
                  <a:pt x="776" y="1446"/>
                </a:lnTo>
                <a:lnTo>
                  <a:pt x="670" y="1516"/>
                </a:lnTo>
                <a:lnTo>
                  <a:pt x="564" y="1516"/>
                </a:lnTo>
                <a:lnTo>
                  <a:pt x="458" y="1516"/>
                </a:lnTo>
                <a:lnTo>
                  <a:pt x="352" y="1552"/>
                </a:lnTo>
                <a:lnTo>
                  <a:pt x="246" y="1552"/>
                </a:lnTo>
                <a:lnTo>
                  <a:pt x="141" y="1587"/>
                </a:lnTo>
                <a:lnTo>
                  <a:pt x="0" y="1622"/>
                </a:lnTo>
                <a:lnTo>
                  <a:pt x="35" y="130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968480" y="3301920"/>
            <a:ext cx="241560" cy="317880"/>
          </a:xfrm>
          <a:custGeom>
            <a:avLst/>
            <a:gdLst/>
            <a:ahLst/>
            <a:rect l="0" t="0" r="r" b="b"/>
            <a:pathLst>
              <a:path w="671" h="883">
                <a:moveTo>
                  <a:pt x="0" y="294"/>
                </a:moveTo>
                <a:lnTo>
                  <a:pt x="0" y="588"/>
                </a:lnTo>
                <a:lnTo>
                  <a:pt x="470" y="588"/>
                </a:lnTo>
                <a:lnTo>
                  <a:pt x="470" y="883"/>
                </a:lnTo>
                <a:lnTo>
                  <a:pt x="671" y="441"/>
                </a:lnTo>
                <a:lnTo>
                  <a:pt x="470" y="0"/>
                </a:lnTo>
                <a:lnTo>
                  <a:pt x="470" y="294"/>
                </a:lnTo>
                <a:lnTo>
                  <a:pt x="0" y="294"/>
                </a:lnTo>
                <a:close/>
              </a:path>
            </a:pathLst>
          </a:custGeom>
          <a:solidFill>
            <a:srgbClr val="00FF00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482760" y="565200"/>
            <a:ext cx="8166240" cy="6178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StrPtr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  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1  9   9  4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5   ,  J  U  N  E   , 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   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6" name=""/>
          <p:cNvGrpSpPr/>
          <p:nvPr/>
        </p:nvGrpSpPr>
        <p:grpSpPr>
          <a:xfrm>
            <a:off x="4495680" y="1019160"/>
            <a:ext cx="3352680" cy="1342800"/>
            <a:chOff x="4495680" y="1019160"/>
            <a:chExt cx="3352680" cy="1342800"/>
          </a:xfrm>
        </p:grpSpPr>
        <p:sp>
          <p:nvSpPr>
            <p:cNvPr id="377" name=""/>
            <p:cNvSpPr/>
            <p:nvPr/>
          </p:nvSpPr>
          <p:spPr>
            <a:xfrm>
              <a:off x="4495680" y="1495440"/>
              <a:ext cx="3352680" cy="3715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49402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52959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"/>
            <p:cNvSpPr/>
            <p:nvPr/>
          </p:nvSpPr>
          <p:spPr>
            <a:xfrm>
              <a:off x="56768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603252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640080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67690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71373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74930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4495680" y="1019160"/>
              <a:ext cx="800280" cy="3906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4940280" y="10414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4495680" y="1962000"/>
              <a:ext cx="1587600" cy="399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"/>
            <p:cNvSpPr/>
            <p:nvPr/>
          </p:nvSpPr>
          <p:spPr>
            <a:xfrm>
              <a:off x="494028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"/>
            <p:cNvSpPr/>
            <p:nvPr/>
          </p:nvSpPr>
          <p:spPr>
            <a:xfrm>
              <a:off x="529596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"/>
            <p:cNvSpPr/>
            <p:nvPr/>
          </p:nvSpPr>
          <p:spPr>
            <a:xfrm>
              <a:off x="567684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2" name=""/>
          <p:cNvGrpSpPr/>
          <p:nvPr/>
        </p:nvGrpSpPr>
        <p:grpSpPr>
          <a:xfrm>
            <a:off x="965160" y="2800440"/>
            <a:ext cx="6350040" cy="466560"/>
            <a:chOff x="965160" y="2800440"/>
            <a:chExt cx="6350040" cy="466560"/>
          </a:xfrm>
        </p:grpSpPr>
        <p:sp>
          <p:nvSpPr>
            <p:cNvPr id="393" name=""/>
            <p:cNvSpPr/>
            <p:nvPr/>
          </p:nvSpPr>
          <p:spPr>
            <a:xfrm>
              <a:off x="965160" y="2800440"/>
              <a:ext cx="6350040" cy="4665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"/>
            <p:cNvSpPr/>
            <p:nvPr/>
          </p:nvSpPr>
          <p:spPr>
            <a:xfrm>
              <a:off x="14097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"/>
            <p:cNvSpPr/>
            <p:nvPr/>
          </p:nvSpPr>
          <p:spPr>
            <a:xfrm>
              <a:off x="18288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22860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"/>
            <p:cNvSpPr/>
            <p:nvPr/>
          </p:nvSpPr>
          <p:spPr>
            <a:xfrm>
              <a:off x="27050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"/>
            <p:cNvSpPr/>
            <p:nvPr/>
          </p:nvSpPr>
          <p:spPr>
            <a:xfrm>
              <a:off x="3111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"/>
            <p:cNvSpPr/>
            <p:nvPr/>
          </p:nvSpPr>
          <p:spPr>
            <a:xfrm>
              <a:off x="3543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"/>
            <p:cNvSpPr/>
            <p:nvPr/>
          </p:nvSpPr>
          <p:spPr>
            <a:xfrm>
              <a:off x="39625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"/>
            <p:cNvSpPr/>
            <p:nvPr/>
          </p:nvSpPr>
          <p:spPr>
            <a:xfrm>
              <a:off x="43941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"/>
            <p:cNvSpPr/>
            <p:nvPr/>
          </p:nvSpPr>
          <p:spPr>
            <a:xfrm>
              <a:off x="48006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"/>
            <p:cNvSpPr/>
            <p:nvPr/>
          </p:nvSpPr>
          <p:spPr>
            <a:xfrm>
              <a:off x="52196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56768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60958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6502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"/>
            <p:cNvSpPr/>
            <p:nvPr/>
          </p:nvSpPr>
          <p:spPr>
            <a:xfrm>
              <a:off x="6934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8" name=""/>
          <p:cNvSpPr/>
          <p:nvPr/>
        </p:nvSpPr>
        <p:spPr>
          <a:xfrm>
            <a:off x="393840" y="3022560"/>
            <a:ext cx="8280720" cy="1511640"/>
          </a:xfrm>
          <a:custGeom>
            <a:avLst/>
            <a:gdLst/>
            <a:ahLst/>
            <a:rect l="0" t="0" r="r" b="b"/>
            <a:pathLst>
              <a:path w="23002" h="4199">
                <a:moveTo>
                  <a:pt x="35" y="1305"/>
                </a:moveTo>
                <a:lnTo>
                  <a:pt x="176" y="1305"/>
                </a:lnTo>
                <a:lnTo>
                  <a:pt x="282" y="1270"/>
                </a:lnTo>
                <a:lnTo>
                  <a:pt x="423" y="1270"/>
                </a:lnTo>
                <a:lnTo>
                  <a:pt x="564" y="1234"/>
                </a:lnTo>
                <a:lnTo>
                  <a:pt x="670" y="1234"/>
                </a:lnTo>
                <a:lnTo>
                  <a:pt x="776" y="1234"/>
                </a:lnTo>
                <a:lnTo>
                  <a:pt x="881" y="1164"/>
                </a:lnTo>
                <a:lnTo>
                  <a:pt x="987" y="1093"/>
                </a:lnTo>
                <a:lnTo>
                  <a:pt x="1093" y="1058"/>
                </a:lnTo>
                <a:lnTo>
                  <a:pt x="1199" y="1058"/>
                </a:lnTo>
                <a:lnTo>
                  <a:pt x="1340" y="1058"/>
                </a:lnTo>
                <a:lnTo>
                  <a:pt x="1446" y="1058"/>
                </a:lnTo>
                <a:lnTo>
                  <a:pt x="1552" y="1093"/>
                </a:lnTo>
                <a:lnTo>
                  <a:pt x="1658" y="1128"/>
                </a:lnTo>
                <a:lnTo>
                  <a:pt x="1763" y="1164"/>
                </a:lnTo>
                <a:lnTo>
                  <a:pt x="1869" y="1164"/>
                </a:lnTo>
                <a:lnTo>
                  <a:pt x="1975" y="1164"/>
                </a:lnTo>
                <a:lnTo>
                  <a:pt x="2081" y="1164"/>
                </a:lnTo>
                <a:lnTo>
                  <a:pt x="2187" y="1164"/>
                </a:lnTo>
                <a:lnTo>
                  <a:pt x="2328" y="1164"/>
                </a:lnTo>
                <a:lnTo>
                  <a:pt x="2434" y="1164"/>
                </a:lnTo>
                <a:lnTo>
                  <a:pt x="2540" y="1164"/>
                </a:lnTo>
                <a:lnTo>
                  <a:pt x="2645" y="1164"/>
                </a:lnTo>
                <a:lnTo>
                  <a:pt x="2751" y="1164"/>
                </a:lnTo>
                <a:lnTo>
                  <a:pt x="2857" y="1164"/>
                </a:lnTo>
                <a:lnTo>
                  <a:pt x="2963" y="1164"/>
                </a:lnTo>
                <a:lnTo>
                  <a:pt x="3069" y="1128"/>
                </a:lnTo>
                <a:lnTo>
                  <a:pt x="3175" y="1093"/>
                </a:lnTo>
                <a:lnTo>
                  <a:pt x="3280" y="1093"/>
                </a:lnTo>
                <a:lnTo>
                  <a:pt x="3421" y="1093"/>
                </a:lnTo>
                <a:lnTo>
                  <a:pt x="3527" y="1128"/>
                </a:lnTo>
                <a:lnTo>
                  <a:pt x="3668" y="1164"/>
                </a:lnTo>
                <a:lnTo>
                  <a:pt x="3810" y="1164"/>
                </a:lnTo>
                <a:lnTo>
                  <a:pt x="3915" y="1199"/>
                </a:lnTo>
                <a:lnTo>
                  <a:pt x="4056" y="1199"/>
                </a:lnTo>
                <a:lnTo>
                  <a:pt x="4162" y="1199"/>
                </a:lnTo>
                <a:lnTo>
                  <a:pt x="4303" y="1199"/>
                </a:lnTo>
                <a:lnTo>
                  <a:pt x="4409" y="1199"/>
                </a:lnTo>
                <a:lnTo>
                  <a:pt x="4515" y="1199"/>
                </a:lnTo>
                <a:lnTo>
                  <a:pt x="4621" y="1199"/>
                </a:lnTo>
                <a:lnTo>
                  <a:pt x="4727" y="1199"/>
                </a:lnTo>
                <a:lnTo>
                  <a:pt x="4868" y="1234"/>
                </a:lnTo>
                <a:lnTo>
                  <a:pt x="5009" y="1234"/>
                </a:lnTo>
                <a:lnTo>
                  <a:pt x="5150" y="1234"/>
                </a:lnTo>
                <a:lnTo>
                  <a:pt x="5291" y="1234"/>
                </a:lnTo>
                <a:lnTo>
                  <a:pt x="5397" y="1199"/>
                </a:lnTo>
                <a:lnTo>
                  <a:pt x="5503" y="1199"/>
                </a:lnTo>
                <a:lnTo>
                  <a:pt x="5609" y="1199"/>
                </a:lnTo>
                <a:lnTo>
                  <a:pt x="5715" y="1199"/>
                </a:lnTo>
                <a:lnTo>
                  <a:pt x="5856" y="1199"/>
                </a:lnTo>
                <a:lnTo>
                  <a:pt x="5961" y="1199"/>
                </a:lnTo>
                <a:lnTo>
                  <a:pt x="6138" y="1199"/>
                </a:lnTo>
                <a:lnTo>
                  <a:pt x="6279" y="1234"/>
                </a:lnTo>
                <a:lnTo>
                  <a:pt x="6385" y="1234"/>
                </a:lnTo>
                <a:lnTo>
                  <a:pt x="6491" y="1234"/>
                </a:lnTo>
                <a:lnTo>
                  <a:pt x="6596" y="1234"/>
                </a:lnTo>
                <a:lnTo>
                  <a:pt x="6702" y="1270"/>
                </a:lnTo>
                <a:lnTo>
                  <a:pt x="6808" y="1270"/>
                </a:lnTo>
                <a:lnTo>
                  <a:pt x="6914" y="1270"/>
                </a:lnTo>
                <a:lnTo>
                  <a:pt x="7020" y="1305"/>
                </a:lnTo>
                <a:lnTo>
                  <a:pt x="7126" y="1305"/>
                </a:lnTo>
                <a:lnTo>
                  <a:pt x="7267" y="1375"/>
                </a:lnTo>
                <a:lnTo>
                  <a:pt x="7373" y="1446"/>
                </a:lnTo>
                <a:lnTo>
                  <a:pt x="7478" y="1446"/>
                </a:lnTo>
                <a:lnTo>
                  <a:pt x="7584" y="1446"/>
                </a:lnTo>
                <a:lnTo>
                  <a:pt x="7690" y="1375"/>
                </a:lnTo>
                <a:lnTo>
                  <a:pt x="7796" y="1340"/>
                </a:lnTo>
                <a:lnTo>
                  <a:pt x="7902" y="1305"/>
                </a:lnTo>
                <a:lnTo>
                  <a:pt x="8008" y="1234"/>
                </a:lnTo>
                <a:lnTo>
                  <a:pt x="8113" y="1164"/>
                </a:lnTo>
                <a:lnTo>
                  <a:pt x="8219" y="1093"/>
                </a:lnTo>
                <a:lnTo>
                  <a:pt x="8396" y="1093"/>
                </a:lnTo>
                <a:lnTo>
                  <a:pt x="8537" y="1164"/>
                </a:lnTo>
                <a:lnTo>
                  <a:pt x="8643" y="1164"/>
                </a:lnTo>
                <a:lnTo>
                  <a:pt x="8748" y="1164"/>
                </a:lnTo>
                <a:lnTo>
                  <a:pt x="8854" y="1164"/>
                </a:lnTo>
                <a:lnTo>
                  <a:pt x="8960" y="1164"/>
                </a:lnTo>
                <a:lnTo>
                  <a:pt x="9066" y="1164"/>
                </a:lnTo>
                <a:lnTo>
                  <a:pt x="9172" y="1164"/>
                </a:lnTo>
                <a:lnTo>
                  <a:pt x="9278" y="1164"/>
                </a:lnTo>
                <a:lnTo>
                  <a:pt x="9383" y="1164"/>
                </a:lnTo>
                <a:lnTo>
                  <a:pt x="9489" y="1164"/>
                </a:lnTo>
                <a:lnTo>
                  <a:pt x="9595" y="1164"/>
                </a:lnTo>
                <a:lnTo>
                  <a:pt x="9701" y="1093"/>
                </a:lnTo>
                <a:lnTo>
                  <a:pt x="9807" y="1093"/>
                </a:lnTo>
                <a:lnTo>
                  <a:pt x="9913" y="1058"/>
                </a:lnTo>
                <a:lnTo>
                  <a:pt x="10018" y="1023"/>
                </a:lnTo>
                <a:lnTo>
                  <a:pt x="10124" y="1023"/>
                </a:lnTo>
                <a:lnTo>
                  <a:pt x="10230" y="1023"/>
                </a:lnTo>
                <a:lnTo>
                  <a:pt x="10336" y="1023"/>
                </a:lnTo>
                <a:lnTo>
                  <a:pt x="10442" y="1023"/>
                </a:lnTo>
                <a:lnTo>
                  <a:pt x="10653" y="1023"/>
                </a:lnTo>
                <a:lnTo>
                  <a:pt x="10830" y="1058"/>
                </a:lnTo>
                <a:lnTo>
                  <a:pt x="10936" y="1058"/>
                </a:lnTo>
                <a:lnTo>
                  <a:pt x="11077" y="1058"/>
                </a:lnTo>
                <a:lnTo>
                  <a:pt x="11183" y="1058"/>
                </a:lnTo>
                <a:lnTo>
                  <a:pt x="11288" y="1023"/>
                </a:lnTo>
                <a:lnTo>
                  <a:pt x="11394" y="1023"/>
                </a:lnTo>
                <a:lnTo>
                  <a:pt x="11500" y="1023"/>
                </a:lnTo>
                <a:lnTo>
                  <a:pt x="11607" y="952"/>
                </a:lnTo>
                <a:lnTo>
                  <a:pt x="11713" y="952"/>
                </a:lnTo>
                <a:lnTo>
                  <a:pt x="11854" y="987"/>
                </a:lnTo>
                <a:lnTo>
                  <a:pt x="11960" y="1023"/>
                </a:lnTo>
                <a:lnTo>
                  <a:pt x="12066" y="1058"/>
                </a:lnTo>
                <a:lnTo>
                  <a:pt x="12207" y="1093"/>
                </a:lnTo>
                <a:lnTo>
                  <a:pt x="12348" y="1093"/>
                </a:lnTo>
                <a:lnTo>
                  <a:pt x="12489" y="1128"/>
                </a:lnTo>
                <a:lnTo>
                  <a:pt x="12595" y="1164"/>
                </a:lnTo>
                <a:lnTo>
                  <a:pt x="12701" y="1164"/>
                </a:lnTo>
                <a:lnTo>
                  <a:pt x="12806" y="1199"/>
                </a:lnTo>
                <a:lnTo>
                  <a:pt x="12912" y="1199"/>
                </a:lnTo>
                <a:lnTo>
                  <a:pt x="13053" y="1234"/>
                </a:lnTo>
                <a:lnTo>
                  <a:pt x="13159" y="1234"/>
                </a:lnTo>
                <a:lnTo>
                  <a:pt x="13265" y="1234"/>
                </a:lnTo>
                <a:lnTo>
                  <a:pt x="13371" y="1234"/>
                </a:lnTo>
                <a:lnTo>
                  <a:pt x="13477" y="1305"/>
                </a:lnTo>
                <a:lnTo>
                  <a:pt x="13618" y="1305"/>
                </a:lnTo>
                <a:lnTo>
                  <a:pt x="13724" y="1305"/>
                </a:lnTo>
                <a:lnTo>
                  <a:pt x="13829" y="1270"/>
                </a:lnTo>
                <a:lnTo>
                  <a:pt x="13935" y="1234"/>
                </a:lnTo>
                <a:lnTo>
                  <a:pt x="14041" y="1234"/>
                </a:lnTo>
                <a:lnTo>
                  <a:pt x="14147" y="1164"/>
                </a:lnTo>
                <a:lnTo>
                  <a:pt x="14253" y="1164"/>
                </a:lnTo>
                <a:lnTo>
                  <a:pt x="14429" y="1164"/>
                </a:lnTo>
                <a:lnTo>
                  <a:pt x="14570" y="1164"/>
                </a:lnTo>
                <a:lnTo>
                  <a:pt x="14923" y="1164"/>
                </a:lnTo>
                <a:lnTo>
                  <a:pt x="15346" y="1128"/>
                </a:lnTo>
                <a:lnTo>
                  <a:pt x="15770" y="1093"/>
                </a:lnTo>
                <a:lnTo>
                  <a:pt x="16122" y="1093"/>
                </a:lnTo>
                <a:lnTo>
                  <a:pt x="16264" y="1093"/>
                </a:lnTo>
                <a:lnTo>
                  <a:pt x="16369" y="1093"/>
                </a:lnTo>
                <a:lnTo>
                  <a:pt x="16369" y="1199"/>
                </a:lnTo>
                <a:lnTo>
                  <a:pt x="16475" y="1199"/>
                </a:lnTo>
                <a:lnTo>
                  <a:pt x="16581" y="1164"/>
                </a:lnTo>
                <a:lnTo>
                  <a:pt x="16687" y="1164"/>
                </a:lnTo>
                <a:lnTo>
                  <a:pt x="16828" y="1164"/>
                </a:lnTo>
                <a:lnTo>
                  <a:pt x="16934" y="1164"/>
                </a:lnTo>
                <a:lnTo>
                  <a:pt x="17075" y="1199"/>
                </a:lnTo>
                <a:lnTo>
                  <a:pt x="17216" y="1199"/>
                </a:lnTo>
                <a:lnTo>
                  <a:pt x="17357" y="1164"/>
                </a:lnTo>
                <a:lnTo>
                  <a:pt x="17463" y="1164"/>
                </a:lnTo>
                <a:lnTo>
                  <a:pt x="17569" y="1164"/>
                </a:lnTo>
                <a:lnTo>
                  <a:pt x="17710" y="1164"/>
                </a:lnTo>
                <a:lnTo>
                  <a:pt x="17886" y="1128"/>
                </a:lnTo>
                <a:lnTo>
                  <a:pt x="17992" y="1093"/>
                </a:lnTo>
                <a:lnTo>
                  <a:pt x="18098" y="1093"/>
                </a:lnTo>
                <a:lnTo>
                  <a:pt x="18204" y="1093"/>
                </a:lnTo>
                <a:lnTo>
                  <a:pt x="18345" y="1058"/>
                </a:lnTo>
                <a:lnTo>
                  <a:pt x="18451" y="1058"/>
                </a:lnTo>
                <a:lnTo>
                  <a:pt x="18557" y="1023"/>
                </a:lnTo>
                <a:lnTo>
                  <a:pt x="18662" y="1058"/>
                </a:lnTo>
                <a:lnTo>
                  <a:pt x="18768" y="1093"/>
                </a:lnTo>
                <a:lnTo>
                  <a:pt x="18874" y="1093"/>
                </a:lnTo>
                <a:lnTo>
                  <a:pt x="19015" y="1093"/>
                </a:lnTo>
                <a:lnTo>
                  <a:pt x="19121" y="1058"/>
                </a:lnTo>
                <a:lnTo>
                  <a:pt x="19227" y="1058"/>
                </a:lnTo>
                <a:lnTo>
                  <a:pt x="19333" y="1058"/>
                </a:lnTo>
                <a:lnTo>
                  <a:pt x="19439" y="1058"/>
                </a:lnTo>
                <a:lnTo>
                  <a:pt x="19544" y="1023"/>
                </a:lnTo>
                <a:lnTo>
                  <a:pt x="19650" y="952"/>
                </a:lnTo>
                <a:lnTo>
                  <a:pt x="19756" y="881"/>
                </a:lnTo>
                <a:lnTo>
                  <a:pt x="19897" y="881"/>
                </a:lnTo>
                <a:lnTo>
                  <a:pt x="20003" y="881"/>
                </a:lnTo>
                <a:lnTo>
                  <a:pt x="20109" y="881"/>
                </a:lnTo>
                <a:lnTo>
                  <a:pt x="20215" y="952"/>
                </a:lnTo>
                <a:lnTo>
                  <a:pt x="20321" y="952"/>
                </a:lnTo>
                <a:lnTo>
                  <a:pt x="20426" y="1023"/>
                </a:lnTo>
                <a:lnTo>
                  <a:pt x="20532" y="1093"/>
                </a:lnTo>
                <a:lnTo>
                  <a:pt x="20638" y="1058"/>
                </a:lnTo>
                <a:lnTo>
                  <a:pt x="20744" y="1023"/>
                </a:lnTo>
                <a:lnTo>
                  <a:pt x="21061" y="0"/>
                </a:lnTo>
                <a:lnTo>
                  <a:pt x="20885" y="1199"/>
                </a:lnTo>
                <a:lnTo>
                  <a:pt x="21026" y="1234"/>
                </a:lnTo>
                <a:lnTo>
                  <a:pt x="21132" y="1305"/>
                </a:lnTo>
                <a:lnTo>
                  <a:pt x="21238" y="1305"/>
                </a:lnTo>
                <a:lnTo>
                  <a:pt x="21379" y="1375"/>
                </a:lnTo>
                <a:lnTo>
                  <a:pt x="21485" y="1411"/>
                </a:lnTo>
                <a:lnTo>
                  <a:pt x="21591" y="1375"/>
                </a:lnTo>
                <a:lnTo>
                  <a:pt x="21696" y="1305"/>
                </a:lnTo>
                <a:lnTo>
                  <a:pt x="21802" y="1305"/>
                </a:lnTo>
                <a:lnTo>
                  <a:pt x="21943" y="1305"/>
                </a:lnTo>
                <a:lnTo>
                  <a:pt x="22049" y="1305"/>
                </a:lnTo>
                <a:lnTo>
                  <a:pt x="22155" y="1305"/>
                </a:lnTo>
                <a:lnTo>
                  <a:pt x="22261" y="1305"/>
                </a:lnTo>
                <a:lnTo>
                  <a:pt x="22367" y="1234"/>
                </a:lnTo>
                <a:lnTo>
                  <a:pt x="22472" y="1234"/>
                </a:lnTo>
                <a:lnTo>
                  <a:pt x="22578" y="1270"/>
                </a:lnTo>
                <a:lnTo>
                  <a:pt x="22755" y="1375"/>
                </a:lnTo>
                <a:lnTo>
                  <a:pt x="22861" y="1446"/>
                </a:lnTo>
                <a:lnTo>
                  <a:pt x="22966" y="1516"/>
                </a:lnTo>
                <a:lnTo>
                  <a:pt x="23002" y="4199"/>
                </a:lnTo>
                <a:lnTo>
                  <a:pt x="22896" y="4128"/>
                </a:lnTo>
                <a:lnTo>
                  <a:pt x="22790" y="4022"/>
                </a:lnTo>
                <a:lnTo>
                  <a:pt x="22719" y="3916"/>
                </a:lnTo>
                <a:lnTo>
                  <a:pt x="22649" y="3811"/>
                </a:lnTo>
                <a:lnTo>
                  <a:pt x="22578" y="3705"/>
                </a:lnTo>
                <a:lnTo>
                  <a:pt x="22472" y="3599"/>
                </a:lnTo>
                <a:lnTo>
                  <a:pt x="22437" y="3493"/>
                </a:lnTo>
                <a:lnTo>
                  <a:pt x="22367" y="3352"/>
                </a:lnTo>
                <a:lnTo>
                  <a:pt x="22296" y="3246"/>
                </a:lnTo>
                <a:lnTo>
                  <a:pt x="22226" y="3140"/>
                </a:lnTo>
                <a:lnTo>
                  <a:pt x="22155" y="3034"/>
                </a:lnTo>
                <a:lnTo>
                  <a:pt x="22049" y="2999"/>
                </a:lnTo>
                <a:lnTo>
                  <a:pt x="21943" y="2929"/>
                </a:lnTo>
                <a:lnTo>
                  <a:pt x="21873" y="2787"/>
                </a:lnTo>
                <a:lnTo>
                  <a:pt x="21767" y="2752"/>
                </a:lnTo>
                <a:lnTo>
                  <a:pt x="21661" y="2787"/>
                </a:lnTo>
                <a:lnTo>
                  <a:pt x="21591" y="2893"/>
                </a:lnTo>
                <a:lnTo>
                  <a:pt x="21520" y="2999"/>
                </a:lnTo>
                <a:lnTo>
                  <a:pt x="21449" y="4057"/>
                </a:lnTo>
                <a:lnTo>
                  <a:pt x="21308" y="2717"/>
                </a:lnTo>
                <a:lnTo>
                  <a:pt x="21202" y="2646"/>
                </a:lnTo>
                <a:lnTo>
                  <a:pt x="21097" y="2646"/>
                </a:lnTo>
                <a:lnTo>
                  <a:pt x="20885" y="2646"/>
                </a:lnTo>
                <a:lnTo>
                  <a:pt x="20744" y="2646"/>
                </a:lnTo>
                <a:lnTo>
                  <a:pt x="20603" y="2576"/>
                </a:lnTo>
                <a:lnTo>
                  <a:pt x="20462" y="2505"/>
                </a:lnTo>
                <a:lnTo>
                  <a:pt x="20462" y="2399"/>
                </a:lnTo>
                <a:lnTo>
                  <a:pt x="20356" y="2435"/>
                </a:lnTo>
                <a:lnTo>
                  <a:pt x="20250" y="2435"/>
                </a:lnTo>
                <a:lnTo>
                  <a:pt x="20144" y="2435"/>
                </a:lnTo>
                <a:lnTo>
                  <a:pt x="20038" y="2399"/>
                </a:lnTo>
                <a:lnTo>
                  <a:pt x="19897" y="2364"/>
                </a:lnTo>
                <a:lnTo>
                  <a:pt x="19791" y="2329"/>
                </a:lnTo>
                <a:lnTo>
                  <a:pt x="19686" y="2435"/>
                </a:lnTo>
                <a:lnTo>
                  <a:pt x="19580" y="2435"/>
                </a:lnTo>
                <a:lnTo>
                  <a:pt x="19439" y="2435"/>
                </a:lnTo>
                <a:lnTo>
                  <a:pt x="19333" y="2435"/>
                </a:lnTo>
                <a:lnTo>
                  <a:pt x="19227" y="2435"/>
                </a:lnTo>
                <a:lnTo>
                  <a:pt x="19121" y="2435"/>
                </a:lnTo>
                <a:lnTo>
                  <a:pt x="19015" y="2329"/>
                </a:lnTo>
                <a:lnTo>
                  <a:pt x="18909" y="2294"/>
                </a:lnTo>
                <a:lnTo>
                  <a:pt x="18804" y="2188"/>
                </a:lnTo>
                <a:lnTo>
                  <a:pt x="18768" y="2081"/>
                </a:lnTo>
                <a:lnTo>
                  <a:pt x="18662" y="2152"/>
                </a:lnTo>
                <a:lnTo>
                  <a:pt x="18557" y="2152"/>
                </a:lnTo>
                <a:lnTo>
                  <a:pt x="18380" y="2046"/>
                </a:lnTo>
                <a:lnTo>
                  <a:pt x="18274" y="2010"/>
                </a:lnTo>
                <a:lnTo>
                  <a:pt x="18169" y="1975"/>
                </a:lnTo>
                <a:lnTo>
                  <a:pt x="18063" y="1975"/>
                </a:lnTo>
                <a:lnTo>
                  <a:pt x="17922" y="2010"/>
                </a:lnTo>
                <a:lnTo>
                  <a:pt x="17816" y="2081"/>
                </a:lnTo>
                <a:lnTo>
                  <a:pt x="17710" y="2046"/>
                </a:lnTo>
                <a:lnTo>
                  <a:pt x="17639" y="1940"/>
                </a:lnTo>
                <a:lnTo>
                  <a:pt x="17534" y="1940"/>
                </a:lnTo>
                <a:lnTo>
                  <a:pt x="17428" y="1940"/>
                </a:lnTo>
                <a:lnTo>
                  <a:pt x="17322" y="2010"/>
                </a:lnTo>
                <a:lnTo>
                  <a:pt x="17287" y="2117"/>
                </a:lnTo>
                <a:lnTo>
                  <a:pt x="17216" y="2223"/>
                </a:lnTo>
                <a:lnTo>
                  <a:pt x="17110" y="2223"/>
                </a:lnTo>
                <a:lnTo>
                  <a:pt x="17075" y="2117"/>
                </a:lnTo>
                <a:lnTo>
                  <a:pt x="16969" y="2081"/>
                </a:lnTo>
                <a:lnTo>
                  <a:pt x="16863" y="2010"/>
                </a:lnTo>
                <a:lnTo>
                  <a:pt x="16757" y="1975"/>
                </a:lnTo>
                <a:lnTo>
                  <a:pt x="16652" y="1940"/>
                </a:lnTo>
                <a:lnTo>
                  <a:pt x="16511" y="1869"/>
                </a:lnTo>
                <a:lnTo>
                  <a:pt x="16405" y="1763"/>
                </a:lnTo>
                <a:lnTo>
                  <a:pt x="16193" y="1587"/>
                </a:lnTo>
                <a:lnTo>
                  <a:pt x="16087" y="1552"/>
                </a:lnTo>
                <a:lnTo>
                  <a:pt x="15981" y="1481"/>
                </a:lnTo>
                <a:lnTo>
                  <a:pt x="15876" y="1446"/>
                </a:lnTo>
                <a:lnTo>
                  <a:pt x="15734" y="1481"/>
                </a:lnTo>
                <a:lnTo>
                  <a:pt x="15629" y="1516"/>
                </a:lnTo>
                <a:lnTo>
                  <a:pt x="15523" y="1516"/>
                </a:lnTo>
                <a:lnTo>
                  <a:pt x="15382" y="1516"/>
                </a:lnTo>
                <a:lnTo>
                  <a:pt x="15241" y="1516"/>
                </a:lnTo>
                <a:lnTo>
                  <a:pt x="15099" y="1481"/>
                </a:lnTo>
                <a:lnTo>
                  <a:pt x="14994" y="1481"/>
                </a:lnTo>
                <a:lnTo>
                  <a:pt x="14852" y="1481"/>
                </a:lnTo>
                <a:lnTo>
                  <a:pt x="14747" y="1516"/>
                </a:lnTo>
                <a:lnTo>
                  <a:pt x="14606" y="1587"/>
                </a:lnTo>
                <a:lnTo>
                  <a:pt x="14464" y="1587"/>
                </a:lnTo>
                <a:lnTo>
                  <a:pt x="14359" y="1587"/>
                </a:lnTo>
                <a:lnTo>
                  <a:pt x="14253" y="1587"/>
                </a:lnTo>
                <a:lnTo>
                  <a:pt x="14147" y="1587"/>
                </a:lnTo>
                <a:lnTo>
                  <a:pt x="14041" y="1587"/>
                </a:lnTo>
                <a:lnTo>
                  <a:pt x="13935" y="1622"/>
                </a:lnTo>
                <a:lnTo>
                  <a:pt x="13829" y="1658"/>
                </a:lnTo>
                <a:lnTo>
                  <a:pt x="13724" y="1693"/>
                </a:lnTo>
                <a:lnTo>
                  <a:pt x="13618" y="1728"/>
                </a:lnTo>
                <a:lnTo>
                  <a:pt x="13477" y="1658"/>
                </a:lnTo>
                <a:lnTo>
                  <a:pt x="13371" y="1658"/>
                </a:lnTo>
                <a:lnTo>
                  <a:pt x="13265" y="1658"/>
                </a:lnTo>
                <a:lnTo>
                  <a:pt x="13159" y="1622"/>
                </a:lnTo>
                <a:lnTo>
                  <a:pt x="13053" y="1622"/>
                </a:lnTo>
                <a:lnTo>
                  <a:pt x="12947" y="1587"/>
                </a:lnTo>
                <a:lnTo>
                  <a:pt x="12842" y="1587"/>
                </a:lnTo>
                <a:lnTo>
                  <a:pt x="12701" y="1552"/>
                </a:lnTo>
                <a:lnTo>
                  <a:pt x="12559" y="1446"/>
                </a:lnTo>
                <a:lnTo>
                  <a:pt x="12454" y="1375"/>
                </a:lnTo>
                <a:lnTo>
                  <a:pt x="12348" y="1340"/>
                </a:lnTo>
                <a:lnTo>
                  <a:pt x="12242" y="1305"/>
                </a:lnTo>
                <a:lnTo>
                  <a:pt x="12136" y="1270"/>
                </a:lnTo>
                <a:lnTo>
                  <a:pt x="12030" y="1234"/>
                </a:lnTo>
                <a:lnTo>
                  <a:pt x="11924" y="1234"/>
                </a:lnTo>
                <a:lnTo>
                  <a:pt x="11819" y="1199"/>
                </a:lnTo>
                <a:lnTo>
                  <a:pt x="11713" y="1164"/>
                </a:lnTo>
                <a:lnTo>
                  <a:pt x="11607" y="1199"/>
                </a:lnTo>
                <a:lnTo>
                  <a:pt x="11536" y="1305"/>
                </a:lnTo>
                <a:lnTo>
                  <a:pt x="11430" y="1270"/>
                </a:lnTo>
                <a:lnTo>
                  <a:pt x="11288" y="1234"/>
                </a:lnTo>
                <a:lnTo>
                  <a:pt x="11147" y="1234"/>
                </a:lnTo>
                <a:lnTo>
                  <a:pt x="11041" y="1234"/>
                </a:lnTo>
                <a:lnTo>
                  <a:pt x="10936" y="1305"/>
                </a:lnTo>
                <a:lnTo>
                  <a:pt x="10830" y="1305"/>
                </a:lnTo>
                <a:lnTo>
                  <a:pt x="10724" y="1305"/>
                </a:lnTo>
                <a:lnTo>
                  <a:pt x="10618" y="1305"/>
                </a:lnTo>
                <a:lnTo>
                  <a:pt x="10512" y="1270"/>
                </a:lnTo>
                <a:lnTo>
                  <a:pt x="10371" y="1234"/>
                </a:lnTo>
                <a:lnTo>
                  <a:pt x="10265" y="1199"/>
                </a:lnTo>
                <a:lnTo>
                  <a:pt x="10160" y="1199"/>
                </a:lnTo>
                <a:lnTo>
                  <a:pt x="10018" y="1305"/>
                </a:lnTo>
                <a:lnTo>
                  <a:pt x="9913" y="1340"/>
                </a:lnTo>
                <a:lnTo>
                  <a:pt x="9771" y="1375"/>
                </a:lnTo>
                <a:lnTo>
                  <a:pt x="9666" y="1375"/>
                </a:lnTo>
                <a:lnTo>
                  <a:pt x="9560" y="1375"/>
                </a:lnTo>
                <a:lnTo>
                  <a:pt x="9454" y="1375"/>
                </a:lnTo>
                <a:lnTo>
                  <a:pt x="9348" y="1375"/>
                </a:lnTo>
                <a:lnTo>
                  <a:pt x="9242" y="1375"/>
                </a:lnTo>
                <a:lnTo>
                  <a:pt x="9136" y="1375"/>
                </a:lnTo>
                <a:lnTo>
                  <a:pt x="9031" y="1375"/>
                </a:lnTo>
                <a:lnTo>
                  <a:pt x="8925" y="1375"/>
                </a:lnTo>
                <a:lnTo>
                  <a:pt x="8819" y="1340"/>
                </a:lnTo>
                <a:lnTo>
                  <a:pt x="8713" y="1340"/>
                </a:lnTo>
                <a:lnTo>
                  <a:pt x="8501" y="1305"/>
                </a:lnTo>
                <a:lnTo>
                  <a:pt x="8396" y="1270"/>
                </a:lnTo>
                <a:lnTo>
                  <a:pt x="8290" y="1305"/>
                </a:lnTo>
                <a:lnTo>
                  <a:pt x="8184" y="1305"/>
                </a:lnTo>
                <a:lnTo>
                  <a:pt x="8078" y="1375"/>
                </a:lnTo>
                <a:lnTo>
                  <a:pt x="7972" y="1411"/>
                </a:lnTo>
                <a:lnTo>
                  <a:pt x="7866" y="1516"/>
                </a:lnTo>
                <a:lnTo>
                  <a:pt x="7761" y="1552"/>
                </a:lnTo>
                <a:lnTo>
                  <a:pt x="7655" y="1587"/>
                </a:lnTo>
                <a:lnTo>
                  <a:pt x="7549" y="1622"/>
                </a:lnTo>
                <a:lnTo>
                  <a:pt x="7443" y="1658"/>
                </a:lnTo>
                <a:lnTo>
                  <a:pt x="7337" y="1622"/>
                </a:lnTo>
                <a:lnTo>
                  <a:pt x="7231" y="1622"/>
                </a:lnTo>
                <a:lnTo>
                  <a:pt x="7126" y="1552"/>
                </a:lnTo>
                <a:lnTo>
                  <a:pt x="7020" y="1516"/>
                </a:lnTo>
                <a:lnTo>
                  <a:pt x="6914" y="1516"/>
                </a:lnTo>
                <a:lnTo>
                  <a:pt x="6808" y="1481"/>
                </a:lnTo>
                <a:lnTo>
                  <a:pt x="6702" y="1446"/>
                </a:lnTo>
                <a:lnTo>
                  <a:pt x="6596" y="1446"/>
                </a:lnTo>
                <a:lnTo>
                  <a:pt x="6491" y="1516"/>
                </a:lnTo>
                <a:lnTo>
                  <a:pt x="6385" y="1587"/>
                </a:lnTo>
                <a:lnTo>
                  <a:pt x="6208" y="1516"/>
                </a:lnTo>
                <a:lnTo>
                  <a:pt x="6067" y="1516"/>
                </a:lnTo>
                <a:lnTo>
                  <a:pt x="5961" y="1516"/>
                </a:lnTo>
                <a:lnTo>
                  <a:pt x="5856" y="1516"/>
                </a:lnTo>
                <a:lnTo>
                  <a:pt x="5715" y="1587"/>
                </a:lnTo>
                <a:lnTo>
                  <a:pt x="5644" y="1728"/>
                </a:lnTo>
                <a:lnTo>
                  <a:pt x="5644" y="1587"/>
                </a:lnTo>
                <a:lnTo>
                  <a:pt x="5644" y="1481"/>
                </a:lnTo>
                <a:lnTo>
                  <a:pt x="5503" y="1446"/>
                </a:lnTo>
                <a:lnTo>
                  <a:pt x="5362" y="1375"/>
                </a:lnTo>
                <a:lnTo>
                  <a:pt x="5256" y="1375"/>
                </a:lnTo>
                <a:lnTo>
                  <a:pt x="5150" y="1446"/>
                </a:lnTo>
                <a:lnTo>
                  <a:pt x="5009" y="1481"/>
                </a:lnTo>
                <a:lnTo>
                  <a:pt x="4903" y="1516"/>
                </a:lnTo>
                <a:lnTo>
                  <a:pt x="4797" y="1481"/>
                </a:lnTo>
                <a:lnTo>
                  <a:pt x="4656" y="1446"/>
                </a:lnTo>
                <a:lnTo>
                  <a:pt x="4550" y="1446"/>
                </a:lnTo>
                <a:lnTo>
                  <a:pt x="4444" y="1446"/>
                </a:lnTo>
                <a:lnTo>
                  <a:pt x="4339" y="1481"/>
                </a:lnTo>
                <a:lnTo>
                  <a:pt x="4233" y="1481"/>
                </a:lnTo>
                <a:lnTo>
                  <a:pt x="4127" y="1481"/>
                </a:lnTo>
                <a:lnTo>
                  <a:pt x="4021" y="1481"/>
                </a:lnTo>
                <a:lnTo>
                  <a:pt x="3915" y="1446"/>
                </a:lnTo>
                <a:lnTo>
                  <a:pt x="3810" y="1446"/>
                </a:lnTo>
                <a:lnTo>
                  <a:pt x="3704" y="1375"/>
                </a:lnTo>
                <a:lnTo>
                  <a:pt x="3563" y="1375"/>
                </a:lnTo>
                <a:lnTo>
                  <a:pt x="3457" y="1375"/>
                </a:lnTo>
                <a:lnTo>
                  <a:pt x="3351" y="1375"/>
                </a:lnTo>
                <a:lnTo>
                  <a:pt x="3245" y="1375"/>
                </a:lnTo>
                <a:lnTo>
                  <a:pt x="3139" y="1340"/>
                </a:lnTo>
                <a:lnTo>
                  <a:pt x="2998" y="1305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75"/>
                </a:lnTo>
                <a:lnTo>
                  <a:pt x="2469" y="1375"/>
                </a:lnTo>
                <a:lnTo>
                  <a:pt x="2363" y="1375"/>
                </a:lnTo>
                <a:lnTo>
                  <a:pt x="2257" y="1375"/>
                </a:lnTo>
                <a:lnTo>
                  <a:pt x="2151" y="1375"/>
                </a:lnTo>
                <a:lnTo>
                  <a:pt x="2010" y="1340"/>
                </a:lnTo>
                <a:lnTo>
                  <a:pt x="1905" y="1375"/>
                </a:lnTo>
                <a:lnTo>
                  <a:pt x="1799" y="1375"/>
                </a:lnTo>
                <a:lnTo>
                  <a:pt x="1658" y="1340"/>
                </a:lnTo>
                <a:lnTo>
                  <a:pt x="1552" y="1305"/>
                </a:lnTo>
                <a:lnTo>
                  <a:pt x="1446" y="1270"/>
                </a:lnTo>
                <a:lnTo>
                  <a:pt x="1305" y="1270"/>
                </a:lnTo>
                <a:lnTo>
                  <a:pt x="1199" y="1234"/>
                </a:lnTo>
                <a:lnTo>
                  <a:pt x="1093" y="1305"/>
                </a:lnTo>
                <a:lnTo>
                  <a:pt x="987" y="1340"/>
                </a:lnTo>
                <a:lnTo>
                  <a:pt x="881" y="1375"/>
                </a:lnTo>
                <a:lnTo>
                  <a:pt x="776" y="1446"/>
                </a:lnTo>
                <a:lnTo>
                  <a:pt x="670" y="1516"/>
                </a:lnTo>
                <a:lnTo>
                  <a:pt x="564" y="1516"/>
                </a:lnTo>
                <a:lnTo>
                  <a:pt x="458" y="1516"/>
                </a:lnTo>
                <a:lnTo>
                  <a:pt x="352" y="1552"/>
                </a:lnTo>
                <a:lnTo>
                  <a:pt x="246" y="1552"/>
                </a:lnTo>
                <a:lnTo>
                  <a:pt x="141" y="1587"/>
                </a:lnTo>
                <a:lnTo>
                  <a:pt x="0" y="1622"/>
                </a:lnTo>
                <a:lnTo>
                  <a:pt x="35" y="130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4114800" y="3301920"/>
            <a:ext cx="241560" cy="317880"/>
          </a:xfrm>
          <a:custGeom>
            <a:avLst/>
            <a:gdLst/>
            <a:ahLst/>
            <a:rect l="0" t="0" r="r" b="b"/>
            <a:pathLst>
              <a:path w="671" h="883">
                <a:moveTo>
                  <a:pt x="0" y="294"/>
                </a:moveTo>
                <a:lnTo>
                  <a:pt x="0" y="588"/>
                </a:lnTo>
                <a:lnTo>
                  <a:pt x="470" y="588"/>
                </a:lnTo>
                <a:lnTo>
                  <a:pt x="470" y="883"/>
                </a:lnTo>
                <a:lnTo>
                  <a:pt x="671" y="441"/>
                </a:lnTo>
                <a:lnTo>
                  <a:pt x="470" y="0"/>
                </a:lnTo>
                <a:lnTo>
                  <a:pt x="470" y="294"/>
                </a:lnTo>
                <a:lnTo>
                  <a:pt x="0" y="294"/>
                </a:lnTo>
                <a:close/>
              </a:path>
            </a:pathLst>
          </a:custGeom>
          <a:solidFill>
            <a:srgbClr val="00FF00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482760" y="565200"/>
            <a:ext cx="8166240" cy="6178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StrPtr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DayStr 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XX.   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MonthStr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X(9). 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J  U  N  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YearStr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X(4).   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1  9   9  4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01 DateStr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 X(15) VALUE ALL "-".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1523880" algn="l"/>
                <a:tab pos="4000680" algn="l"/>
              </a:tabLs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5   ,  J  U  N  E   ,  1  9  9   4 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-   -   -   -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1523880" algn="l"/>
                <a:tab pos="400068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1523880" algn="l"/>
                <a:tab pos="4000680" algn="l"/>
              </a:tabLst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2000"/>
            </a:b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2" name=""/>
          <p:cNvGrpSpPr/>
          <p:nvPr/>
        </p:nvGrpSpPr>
        <p:grpSpPr>
          <a:xfrm>
            <a:off x="4495680" y="1019160"/>
            <a:ext cx="3352680" cy="1342800"/>
            <a:chOff x="4495680" y="1019160"/>
            <a:chExt cx="3352680" cy="1342800"/>
          </a:xfrm>
        </p:grpSpPr>
        <p:sp>
          <p:nvSpPr>
            <p:cNvPr id="413" name=""/>
            <p:cNvSpPr/>
            <p:nvPr/>
          </p:nvSpPr>
          <p:spPr>
            <a:xfrm>
              <a:off x="4495680" y="1495440"/>
              <a:ext cx="3352680" cy="3715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49402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52959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56768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603252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640080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"/>
            <p:cNvSpPr/>
            <p:nvPr/>
          </p:nvSpPr>
          <p:spPr>
            <a:xfrm>
              <a:off x="676908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713736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7493040" y="14986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"/>
            <p:cNvSpPr/>
            <p:nvPr/>
          </p:nvSpPr>
          <p:spPr>
            <a:xfrm>
              <a:off x="4495680" y="1019160"/>
              <a:ext cx="800280" cy="39060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4940280" y="104148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4495680" y="1962000"/>
              <a:ext cx="1587600" cy="399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494028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529596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"/>
            <p:cNvSpPr/>
            <p:nvPr/>
          </p:nvSpPr>
          <p:spPr>
            <a:xfrm>
              <a:off x="5676840" y="1994040"/>
              <a:ext cx="0" cy="342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8" name=""/>
          <p:cNvGrpSpPr/>
          <p:nvPr/>
        </p:nvGrpSpPr>
        <p:grpSpPr>
          <a:xfrm>
            <a:off x="965160" y="2800440"/>
            <a:ext cx="6350040" cy="466560"/>
            <a:chOff x="965160" y="2800440"/>
            <a:chExt cx="6350040" cy="466560"/>
          </a:xfrm>
        </p:grpSpPr>
        <p:sp>
          <p:nvSpPr>
            <p:cNvPr id="429" name=""/>
            <p:cNvSpPr/>
            <p:nvPr/>
          </p:nvSpPr>
          <p:spPr>
            <a:xfrm>
              <a:off x="965160" y="2800440"/>
              <a:ext cx="6350040" cy="4665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"/>
            <p:cNvSpPr/>
            <p:nvPr/>
          </p:nvSpPr>
          <p:spPr>
            <a:xfrm>
              <a:off x="14097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"/>
            <p:cNvSpPr/>
            <p:nvPr/>
          </p:nvSpPr>
          <p:spPr>
            <a:xfrm>
              <a:off x="18288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22860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"/>
            <p:cNvSpPr/>
            <p:nvPr/>
          </p:nvSpPr>
          <p:spPr>
            <a:xfrm>
              <a:off x="27050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"/>
            <p:cNvSpPr/>
            <p:nvPr/>
          </p:nvSpPr>
          <p:spPr>
            <a:xfrm>
              <a:off x="3111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35434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39625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"/>
            <p:cNvSpPr/>
            <p:nvPr/>
          </p:nvSpPr>
          <p:spPr>
            <a:xfrm>
              <a:off x="439416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480060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52196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"/>
            <p:cNvSpPr/>
            <p:nvPr/>
          </p:nvSpPr>
          <p:spPr>
            <a:xfrm>
              <a:off x="567684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609588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6502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6934320" y="2806560"/>
              <a:ext cx="0" cy="457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4" name=""/>
          <p:cNvSpPr/>
          <p:nvPr/>
        </p:nvSpPr>
        <p:spPr>
          <a:xfrm>
            <a:off x="393840" y="3022560"/>
            <a:ext cx="8280720" cy="1511640"/>
          </a:xfrm>
          <a:custGeom>
            <a:avLst/>
            <a:gdLst/>
            <a:ahLst/>
            <a:rect l="0" t="0" r="r" b="b"/>
            <a:pathLst>
              <a:path w="23002" h="4199">
                <a:moveTo>
                  <a:pt x="35" y="1305"/>
                </a:moveTo>
                <a:lnTo>
                  <a:pt x="176" y="1305"/>
                </a:lnTo>
                <a:lnTo>
                  <a:pt x="282" y="1270"/>
                </a:lnTo>
                <a:lnTo>
                  <a:pt x="423" y="1270"/>
                </a:lnTo>
                <a:lnTo>
                  <a:pt x="564" y="1234"/>
                </a:lnTo>
                <a:lnTo>
                  <a:pt x="670" y="1234"/>
                </a:lnTo>
                <a:lnTo>
                  <a:pt x="776" y="1234"/>
                </a:lnTo>
                <a:lnTo>
                  <a:pt x="881" y="1164"/>
                </a:lnTo>
                <a:lnTo>
                  <a:pt x="987" y="1093"/>
                </a:lnTo>
                <a:lnTo>
                  <a:pt x="1093" y="1058"/>
                </a:lnTo>
                <a:lnTo>
                  <a:pt x="1199" y="1058"/>
                </a:lnTo>
                <a:lnTo>
                  <a:pt x="1340" y="1058"/>
                </a:lnTo>
                <a:lnTo>
                  <a:pt x="1446" y="1058"/>
                </a:lnTo>
                <a:lnTo>
                  <a:pt x="1552" y="1093"/>
                </a:lnTo>
                <a:lnTo>
                  <a:pt x="1658" y="1128"/>
                </a:lnTo>
                <a:lnTo>
                  <a:pt x="1763" y="1164"/>
                </a:lnTo>
                <a:lnTo>
                  <a:pt x="1869" y="1164"/>
                </a:lnTo>
                <a:lnTo>
                  <a:pt x="1975" y="1164"/>
                </a:lnTo>
                <a:lnTo>
                  <a:pt x="2081" y="1164"/>
                </a:lnTo>
                <a:lnTo>
                  <a:pt x="2187" y="1164"/>
                </a:lnTo>
                <a:lnTo>
                  <a:pt x="2328" y="1164"/>
                </a:lnTo>
                <a:lnTo>
                  <a:pt x="2434" y="1164"/>
                </a:lnTo>
                <a:lnTo>
                  <a:pt x="2540" y="1164"/>
                </a:lnTo>
                <a:lnTo>
                  <a:pt x="2645" y="1164"/>
                </a:lnTo>
                <a:lnTo>
                  <a:pt x="2751" y="1164"/>
                </a:lnTo>
                <a:lnTo>
                  <a:pt x="2857" y="1164"/>
                </a:lnTo>
                <a:lnTo>
                  <a:pt x="2963" y="1164"/>
                </a:lnTo>
                <a:lnTo>
                  <a:pt x="3069" y="1128"/>
                </a:lnTo>
                <a:lnTo>
                  <a:pt x="3175" y="1093"/>
                </a:lnTo>
                <a:lnTo>
                  <a:pt x="3280" y="1093"/>
                </a:lnTo>
                <a:lnTo>
                  <a:pt x="3421" y="1093"/>
                </a:lnTo>
                <a:lnTo>
                  <a:pt x="3527" y="1128"/>
                </a:lnTo>
                <a:lnTo>
                  <a:pt x="3668" y="1164"/>
                </a:lnTo>
                <a:lnTo>
                  <a:pt x="3810" y="1164"/>
                </a:lnTo>
                <a:lnTo>
                  <a:pt x="3915" y="1199"/>
                </a:lnTo>
                <a:lnTo>
                  <a:pt x="4056" y="1199"/>
                </a:lnTo>
                <a:lnTo>
                  <a:pt x="4162" y="1199"/>
                </a:lnTo>
                <a:lnTo>
                  <a:pt x="4303" y="1199"/>
                </a:lnTo>
                <a:lnTo>
                  <a:pt x="4409" y="1199"/>
                </a:lnTo>
                <a:lnTo>
                  <a:pt x="4515" y="1199"/>
                </a:lnTo>
                <a:lnTo>
                  <a:pt x="4621" y="1199"/>
                </a:lnTo>
                <a:lnTo>
                  <a:pt x="4727" y="1199"/>
                </a:lnTo>
                <a:lnTo>
                  <a:pt x="4868" y="1234"/>
                </a:lnTo>
                <a:lnTo>
                  <a:pt x="5009" y="1234"/>
                </a:lnTo>
                <a:lnTo>
                  <a:pt x="5150" y="1234"/>
                </a:lnTo>
                <a:lnTo>
                  <a:pt x="5291" y="1234"/>
                </a:lnTo>
                <a:lnTo>
                  <a:pt x="5397" y="1199"/>
                </a:lnTo>
                <a:lnTo>
                  <a:pt x="5503" y="1199"/>
                </a:lnTo>
                <a:lnTo>
                  <a:pt x="5609" y="1199"/>
                </a:lnTo>
                <a:lnTo>
                  <a:pt x="5715" y="1199"/>
                </a:lnTo>
                <a:lnTo>
                  <a:pt x="5856" y="1199"/>
                </a:lnTo>
                <a:lnTo>
                  <a:pt x="5961" y="1199"/>
                </a:lnTo>
                <a:lnTo>
                  <a:pt x="6138" y="1199"/>
                </a:lnTo>
                <a:lnTo>
                  <a:pt x="6279" y="1234"/>
                </a:lnTo>
                <a:lnTo>
                  <a:pt x="6385" y="1234"/>
                </a:lnTo>
                <a:lnTo>
                  <a:pt x="6491" y="1234"/>
                </a:lnTo>
                <a:lnTo>
                  <a:pt x="6596" y="1234"/>
                </a:lnTo>
                <a:lnTo>
                  <a:pt x="6702" y="1270"/>
                </a:lnTo>
                <a:lnTo>
                  <a:pt x="6808" y="1270"/>
                </a:lnTo>
                <a:lnTo>
                  <a:pt x="6914" y="1270"/>
                </a:lnTo>
                <a:lnTo>
                  <a:pt x="7020" y="1305"/>
                </a:lnTo>
                <a:lnTo>
                  <a:pt x="7126" y="1305"/>
                </a:lnTo>
                <a:lnTo>
                  <a:pt x="7267" y="1375"/>
                </a:lnTo>
                <a:lnTo>
                  <a:pt x="7373" y="1446"/>
                </a:lnTo>
                <a:lnTo>
                  <a:pt x="7478" y="1446"/>
                </a:lnTo>
                <a:lnTo>
                  <a:pt x="7584" y="1446"/>
                </a:lnTo>
                <a:lnTo>
                  <a:pt x="7690" y="1375"/>
                </a:lnTo>
                <a:lnTo>
                  <a:pt x="7796" y="1340"/>
                </a:lnTo>
                <a:lnTo>
                  <a:pt x="7902" y="1305"/>
                </a:lnTo>
                <a:lnTo>
                  <a:pt x="8008" y="1234"/>
                </a:lnTo>
                <a:lnTo>
                  <a:pt x="8113" y="1164"/>
                </a:lnTo>
                <a:lnTo>
                  <a:pt x="8219" y="1093"/>
                </a:lnTo>
                <a:lnTo>
                  <a:pt x="8396" y="1093"/>
                </a:lnTo>
                <a:lnTo>
                  <a:pt x="8537" y="1164"/>
                </a:lnTo>
                <a:lnTo>
                  <a:pt x="8643" y="1164"/>
                </a:lnTo>
                <a:lnTo>
                  <a:pt x="8748" y="1164"/>
                </a:lnTo>
                <a:lnTo>
                  <a:pt x="8854" y="1164"/>
                </a:lnTo>
                <a:lnTo>
                  <a:pt x="8960" y="1164"/>
                </a:lnTo>
                <a:lnTo>
                  <a:pt x="9066" y="1164"/>
                </a:lnTo>
                <a:lnTo>
                  <a:pt x="9172" y="1164"/>
                </a:lnTo>
                <a:lnTo>
                  <a:pt x="9278" y="1164"/>
                </a:lnTo>
                <a:lnTo>
                  <a:pt x="9383" y="1164"/>
                </a:lnTo>
                <a:lnTo>
                  <a:pt x="9489" y="1164"/>
                </a:lnTo>
                <a:lnTo>
                  <a:pt x="9595" y="1164"/>
                </a:lnTo>
                <a:lnTo>
                  <a:pt x="9701" y="1093"/>
                </a:lnTo>
                <a:lnTo>
                  <a:pt x="9807" y="1093"/>
                </a:lnTo>
                <a:lnTo>
                  <a:pt x="9913" y="1058"/>
                </a:lnTo>
                <a:lnTo>
                  <a:pt x="10018" y="1023"/>
                </a:lnTo>
                <a:lnTo>
                  <a:pt x="10124" y="1023"/>
                </a:lnTo>
                <a:lnTo>
                  <a:pt x="10230" y="1023"/>
                </a:lnTo>
                <a:lnTo>
                  <a:pt x="10336" y="1023"/>
                </a:lnTo>
                <a:lnTo>
                  <a:pt x="10442" y="1023"/>
                </a:lnTo>
                <a:lnTo>
                  <a:pt x="10653" y="1023"/>
                </a:lnTo>
                <a:lnTo>
                  <a:pt x="10830" y="1058"/>
                </a:lnTo>
                <a:lnTo>
                  <a:pt x="10936" y="1058"/>
                </a:lnTo>
                <a:lnTo>
                  <a:pt x="11077" y="1058"/>
                </a:lnTo>
                <a:lnTo>
                  <a:pt x="11183" y="1058"/>
                </a:lnTo>
                <a:lnTo>
                  <a:pt x="11288" y="1023"/>
                </a:lnTo>
                <a:lnTo>
                  <a:pt x="11394" y="1023"/>
                </a:lnTo>
                <a:lnTo>
                  <a:pt x="11500" y="1023"/>
                </a:lnTo>
                <a:lnTo>
                  <a:pt x="11607" y="952"/>
                </a:lnTo>
                <a:lnTo>
                  <a:pt x="11713" y="952"/>
                </a:lnTo>
                <a:lnTo>
                  <a:pt x="11854" y="987"/>
                </a:lnTo>
                <a:lnTo>
                  <a:pt x="11960" y="1023"/>
                </a:lnTo>
                <a:lnTo>
                  <a:pt x="12066" y="1058"/>
                </a:lnTo>
                <a:lnTo>
                  <a:pt x="12207" y="1093"/>
                </a:lnTo>
                <a:lnTo>
                  <a:pt x="12348" y="1093"/>
                </a:lnTo>
                <a:lnTo>
                  <a:pt x="12489" y="1128"/>
                </a:lnTo>
                <a:lnTo>
                  <a:pt x="12595" y="1164"/>
                </a:lnTo>
                <a:lnTo>
                  <a:pt x="12701" y="1164"/>
                </a:lnTo>
                <a:lnTo>
                  <a:pt x="12806" y="1199"/>
                </a:lnTo>
                <a:lnTo>
                  <a:pt x="12912" y="1199"/>
                </a:lnTo>
                <a:lnTo>
                  <a:pt x="13053" y="1234"/>
                </a:lnTo>
                <a:lnTo>
                  <a:pt x="13159" y="1234"/>
                </a:lnTo>
                <a:lnTo>
                  <a:pt x="13265" y="1234"/>
                </a:lnTo>
                <a:lnTo>
                  <a:pt x="13371" y="1234"/>
                </a:lnTo>
                <a:lnTo>
                  <a:pt x="13477" y="1305"/>
                </a:lnTo>
                <a:lnTo>
                  <a:pt x="13618" y="1305"/>
                </a:lnTo>
                <a:lnTo>
                  <a:pt x="13724" y="1305"/>
                </a:lnTo>
                <a:lnTo>
                  <a:pt x="13829" y="1270"/>
                </a:lnTo>
                <a:lnTo>
                  <a:pt x="13935" y="1234"/>
                </a:lnTo>
                <a:lnTo>
                  <a:pt x="14041" y="1234"/>
                </a:lnTo>
                <a:lnTo>
                  <a:pt x="14147" y="1164"/>
                </a:lnTo>
                <a:lnTo>
                  <a:pt x="14253" y="1164"/>
                </a:lnTo>
                <a:lnTo>
                  <a:pt x="14429" y="1164"/>
                </a:lnTo>
                <a:lnTo>
                  <a:pt x="14570" y="1164"/>
                </a:lnTo>
                <a:lnTo>
                  <a:pt x="14923" y="1164"/>
                </a:lnTo>
                <a:lnTo>
                  <a:pt x="15346" y="1128"/>
                </a:lnTo>
                <a:lnTo>
                  <a:pt x="15770" y="1093"/>
                </a:lnTo>
                <a:lnTo>
                  <a:pt x="16122" y="1093"/>
                </a:lnTo>
                <a:lnTo>
                  <a:pt x="16264" y="1093"/>
                </a:lnTo>
                <a:lnTo>
                  <a:pt x="16369" y="1093"/>
                </a:lnTo>
                <a:lnTo>
                  <a:pt x="16369" y="1199"/>
                </a:lnTo>
                <a:lnTo>
                  <a:pt x="16475" y="1199"/>
                </a:lnTo>
                <a:lnTo>
                  <a:pt x="16581" y="1164"/>
                </a:lnTo>
                <a:lnTo>
                  <a:pt x="16687" y="1164"/>
                </a:lnTo>
                <a:lnTo>
                  <a:pt x="16828" y="1164"/>
                </a:lnTo>
                <a:lnTo>
                  <a:pt x="16934" y="1164"/>
                </a:lnTo>
                <a:lnTo>
                  <a:pt x="17075" y="1199"/>
                </a:lnTo>
                <a:lnTo>
                  <a:pt x="17216" y="1199"/>
                </a:lnTo>
                <a:lnTo>
                  <a:pt x="17357" y="1164"/>
                </a:lnTo>
                <a:lnTo>
                  <a:pt x="17463" y="1164"/>
                </a:lnTo>
                <a:lnTo>
                  <a:pt x="17569" y="1164"/>
                </a:lnTo>
                <a:lnTo>
                  <a:pt x="17710" y="1164"/>
                </a:lnTo>
                <a:lnTo>
                  <a:pt x="17886" y="1128"/>
                </a:lnTo>
                <a:lnTo>
                  <a:pt x="17992" y="1093"/>
                </a:lnTo>
                <a:lnTo>
                  <a:pt x="18098" y="1093"/>
                </a:lnTo>
                <a:lnTo>
                  <a:pt x="18204" y="1093"/>
                </a:lnTo>
                <a:lnTo>
                  <a:pt x="18345" y="1058"/>
                </a:lnTo>
                <a:lnTo>
                  <a:pt x="18451" y="1058"/>
                </a:lnTo>
                <a:lnTo>
                  <a:pt x="18557" y="1023"/>
                </a:lnTo>
                <a:lnTo>
                  <a:pt x="18662" y="1058"/>
                </a:lnTo>
                <a:lnTo>
                  <a:pt x="18768" y="1093"/>
                </a:lnTo>
                <a:lnTo>
                  <a:pt x="18874" y="1093"/>
                </a:lnTo>
                <a:lnTo>
                  <a:pt x="19015" y="1093"/>
                </a:lnTo>
                <a:lnTo>
                  <a:pt x="19121" y="1058"/>
                </a:lnTo>
                <a:lnTo>
                  <a:pt x="19227" y="1058"/>
                </a:lnTo>
                <a:lnTo>
                  <a:pt x="19333" y="1058"/>
                </a:lnTo>
                <a:lnTo>
                  <a:pt x="19439" y="1058"/>
                </a:lnTo>
                <a:lnTo>
                  <a:pt x="19544" y="1023"/>
                </a:lnTo>
                <a:lnTo>
                  <a:pt x="19650" y="952"/>
                </a:lnTo>
                <a:lnTo>
                  <a:pt x="19756" y="881"/>
                </a:lnTo>
                <a:lnTo>
                  <a:pt x="19897" y="881"/>
                </a:lnTo>
                <a:lnTo>
                  <a:pt x="20003" y="881"/>
                </a:lnTo>
                <a:lnTo>
                  <a:pt x="20109" y="881"/>
                </a:lnTo>
                <a:lnTo>
                  <a:pt x="20215" y="952"/>
                </a:lnTo>
                <a:lnTo>
                  <a:pt x="20321" y="952"/>
                </a:lnTo>
                <a:lnTo>
                  <a:pt x="20426" y="1023"/>
                </a:lnTo>
                <a:lnTo>
                  <a:pt x="20532" y="1093"/>
                </a:lnTo>
                <a:lnTo>
                  <a:pt x="20638" y="1058"/>
                </a:lnTo>
                <a:lnTo>
                  <a:pt x="20744" y="1023"/>
                </a:lnTo>
                <a:lnTo>
                  <a:pt x="21061" y="0"/>
                </a:lnTo>
                <a:lnTo>
                  <a:pt x="20885" y="1199"/>
                </a:lnTo>
                <a:lnTo>
                  <a:pt x="21026" y="1234"/>
                </a:lnTo>
                <a:lnTo>
                  <a:pt x="21132" y="1305"/>
                </a:lnTo>
                <a:lnTo>
                  <a:pt x="21238" y="1305"/>
                </a:lnTo>
                <a:lnTo>
                  <a:pt x="21379" y="1375"/>
                </a:lnTo>
                <a:lnTo>
                  <a:pt x="21485" y="1411"/>
                </a:lnTo>
                <a:lnTo>
                  <a:pt x="21591" y="1375"/>
                </a:lnTo>
                <a:lnTo>
                  <a:pt x="21696" y="1305"/>
                </a:lnTo>
                <a:lnTo>
                  <a:pt x="21802" y="1305"/>
                </a:lnTo>
                <a:lnTo>
                  <a:pt x="21943" y="1305"/>
                </a:lnTo>
                <a:lnTo>
                  <a:pt x="22049" y="1305"/>
                </a:lnTo>
                <a:lnTo>
                  <a:pt x="22155" y="1305"/>
                </a:lnTo>
                <a:lnTo>
                  <a:pt x="22261" y="1305"/>
                </a:lnTo>
                <a:lnTo>
                  <a:pt x="22367" y="1234"/>
                </a:lnTo>
                <a:lnTo>
                  <a:pt x="22472" y="1234"/>
                </a:lnTo>
                <a:lnTo>
                  <a:pt x="22578" y="1270"/>
                </a:lnTo>
                <a:lnTo>
                  <a:pt x="22755" y="1375"/>
                </a:lnTo>
                <a:lnTo>
                  <a:pt x="22861" y="1446"/>
                </a:lnTo>
                <a:lnTo>
                  <a:pt x="22966" y="1516"/>
                </a:lnTo>
                <a:lnTo>
                  <a:pt x="23002" y="4199"/>
                </a:lnTo>
                <a:lnTo>
                  <a:pt x="22896" y="4128"/>
                </a:lnTo>
                <a:lnTo>
                  <a:pt x="22790" y="4022"/>
                </a:lnTo>
                <a:lnTo>
                  <a:pt x="22719" y="3916"/>
                </a:lnTo>
                <a:lnTo>
                  <a:pt x="22649" y="3811"/>
                </a:lnTo>
                <a:lnTo>
                  <a:pt x="22578" y="3705"/>
                </a:lnTo>
                <a:lnTo>
                  <a:pt x="22472" y="3599"/>
                </a:lnTo>
                <a:lnTo>
                  <a:pt x="22437" y="3493"/>
                </a:lnTo>
                <a:lnTo>
                  <a:pt x="22367" y="3352"/>
                </a:lnTo>
                <a:lnTo>
                  <a:pt x="22296" y="3246"/>
                </a:lnTo>
                <a:lnTo>
                  <a:pt x="22226" y="3140"/>
                </a:lnTo>
                <a:lnTo>
                  <a:pt x="22155" y="3034"/>
                </a:lnTo>
                <a:lnTo>
                  <a:pt x="22049" y="2999"/>
                </a:lnTo>
                <a:lnTo>
                  <a:pt x="21943" y="2929"/>
                </a:lnTo>
                <a:lnTo>
                  <a:pt x="21873" y="2787"/>
                </a:lnTo>
                <a:lnTo>
                  <a:pt x="21767" y="2752"/>
                </a:lnTo>
                <a:lnTo>
                  <a:pt x="21661" y="2787"/>
                </a:lnTo>
                <a:lnTo>
                  <a:pt x="21591" y="2893"/>
                </a:lnTo>
                <a:lnTo>
                  <a:pt x="21520" y="2999"/>
                </a:lnTo>
                <a:lnTo>
                  <a:pt x="21449" y="4057"/>
                </a:lnTo>
                <a:lnTo>
                  <a:pt x="21308" y="2717"/>
                </a:lnTo>
                <a:lnTo>
                  <a:pt x="21202" y="2646"/>
                </a:lnTo>
                <a:lnTo>
                  <a:pt x="21097" y="2646"/>
                </a:lnTo>
                <a:lnTo>
                  <a:pt x="20885" y="2646"/>
                </a:lnTo>
                <a:lnTo>
                  <a:pt x="20744" y="2646"/>
                </a:lnTo>
                <a:lnTo>
                  <a:pt x="20603" y="2576"/>
                </a:lnTo>
                <a:lnTo>
                  <a:pt x="20462" y="2505"/>
                </a:lnTo>
                <a:lnTo>
                  <a:pt x="20462" y="2399"/>
                </a:lnTo>
                <a:lnTo>
                  <a:pt x="20356" y="2435"/>
                </a:lnTo>
                <a:lnTo>
                  <a:pt x="20250" y="2435"/>
                </a:lnTo>
                <a:lnTo>
                  <a:pt x="20144" y="2435"/>
                </a:lnTo>
                <a:lnTo>
                  <a:pt x="20038" y="2399"/>
                </a:lnTo>
                <a:lnTo>
                  <a:pt x="19897" y="2364"/>
                </a:lnTo>
                <a:lnTo>
                  <a:pt x="19791" y="2329"/>
                </a:lnTo>
                <a:lnTo>
                  <a:pt x="19686" y="2435"/>
                </a:lnTo>
                <a:lnTo>
                  <a:pt x="19580" y="2435"/>
                </a:lnTo>
                <a:lnTo>
                  <a:pt x="19439" y="2435"/>
                </a:lnTo>
                <a:lnTo>
                  <a:pt x="19333" y="2435"/>
                </a:lnTo>
                <a:lnTo>
                  <a:pt x="19227" y="2435"/>
                </a:lnTo>
                <a:lnTo>
                  <a:pt x="19121" y="2435"/>
                </a:lnTo>
                <a:lnTo>
                  <a:pt x="19015" y="2329"/>
                </a:lnTo>
                <a:lnTo>
                  <a:pt x="18909" y="2294"/>
                </a:lnTo>
                <a:lnTo>
                  <a:pt x="18804" y="2188"/>
                </a:lnTo>
                <a:lnTo>
                  <a:pt x="18768" y="2081"/>
                </a:lnTo>
                <a:lnTo>
                  <a:pt x="18662" y="2152"/>
                </a:lnTo>
                <a:lnTo>
                  <a:pt x="18557" y="2152"/>
                </a:lnTo>
                <a:lnTo>
                  <a:pt x="18380" y="2046"/>
                </a:lnTo>
                <a:lnTo>
                  <a:pt x="18274" y="2010"/>
                </a:lnTo>
                <a:lnTo>
                  <a:pt x="18169" y="1975"/>
                </a:lnTo>
                <a:lnTo>
                  <a:pt x="18063" y="1975"/>
                </a:lnTo>
                <a:lnTo>
                  <a:pt x="17922" y="2010"/>
                </a:lnTo>
                <a:lnTo>
                  <a:pt x="17816" y="2081"/>
                </a:lnTo>
                <a:lnTo>
                  <a:pt x="17710" y="2046"/>
                </a:lnTo>
                <a:lnTo>
                  <a:pt x="17639" y="1940"/>
                </a:lnTo>
                <a:lnTo>
                  <a:pt x="17534" y="1940"/>
                </a:lnTo>
                <a:lnTo>
                  <a:pt x="17428" y="1940"/>
                </a:lnTo>
                <a:lnTo>
                  <a:pt x="17322" y="2010"/>
                </a:lnTo>
                <a:lnTo>
                  <a:pt x="17287" y="2117"/>
                </a:lnTo>
                <a:lnTo>
                  <a:pt x="17216" y="2223"/>
                </a:lnTo>
                <a:lnTo>
                  <a:pt x="17110" y="2223"/>
                </a:lnTo>
                <a:lnTo>
                  <a:pt x="17075" y="2117"/>
                </a:lnTo>
                <a:lnTo>
                  <a:pt x="16969" y="2081"/>
                </a:lnTo>
                <a:lnTo>
                  <a:pt x="16863" y="2010"/>
                </a:lnTo>
                <a:lnTo>
                  <a:pt x="16757" y="1975"/>
                </a:lnTo>
                <a:lnTo>
                  <a:pt x="16652" y="1940"/>
                </a:lnTo>
                <a:lnTo>
                  <a:pt x="16511" y="1869"/>
                </a:lnTo>
                <a:lnTo>
                  <a:pt x="16405" y="1763"/>
                </a:lnTo>
                <a:lnTo>
                  <a:pt x="16193" y="1587"/>
                </a:lnTo>
                <a:lnTo>
                  <a:pt x="16087" y="1552"/>
                </a:lnTo>
                <a:lnTo>
                  <a:pt x="15981" y="1481"/>
                </a:lnTo>
                <a:lnTo>
                  <a:pt x="15876" y="1446"/>
                </a:lnTo>
                <a:lnTo>
                  <a:pt x="15734" y="1481"/>
                </a:lnTo>
                <a:lnTo>
                  <a:pt x="15629" y="1516"/>
                </a:lnTo>
                <a:lnTo>
                  <a:pt x="15523" y="1516"/>
                </a:lnTo>
                <a:lnTo>
                  <a:pt x="15382" y="1516"/>
                </a:lnTo>
                <a:lnTo>
                  <a:pt x="15241" y="1516"/>
                </a:lnTo>
                <a:lnTo>
                  <a:pt x="15099" y="1481"/>
                </a:lnTo>
                <a:lnTo>
                  <a:pt x="14994" y="1481"/>
                </a:lnTo>
                <a:lnTo>
                  <a:pt x="14852" y="1481"/>
                </a:lnTo>
                <a:lnTo>
                  <a:pt x="14747" y="1516"/>
                </a:lnTo>
                <a:lnTo>
                  <a:pt x="14606" y="1587"/>
                </a:lnTo>
                <a:lnTo>
                  <a:pt x="14464" y="1587"/>
                </a:lnTo>
                <a:lnTo>
                  <a:pt x="14359" y="1587"/>
                </a:lnTo>
                <a:lnTo>
                  <a:pt x="14253" y="1587"/>
                </a:lnTo>
                <a:lnTo>
                  <a:pt x="14147" y="1587"/>
                </a:lnTo>
                <a:lnTo>
                  <a:pt x="14041" y="1587"/>
                </a:lnTo>
                <a:lnTo>
                  <a:pt x="13935" y="1622"/>
                </a:lnTo>
                <a:lnTo>
                  <a:pt x="13829" y="1658"/>
                </a:lnTo>
                <a:lnTo>
                  <a:pt x="13724" y="1693"/>
                </a:lnTo>
                <a:lnTo>
                  <a:pt x="13618" y="1728"/>
                </a:lnTo>
                <a:lnTo>
                  <a:pt x="13477" y="1658"/>
                </a:lnTo>
                <a:lnTo>
                  <a:pt x="13371" y="1658"/>
                </a:lnTo>
                <a:lnTo>
                  <a:pt x="13265" y="1658"/>
                </a:lnTo>
                <a:lnTo>
                  <a:pt x="13159" y="1622"/>
                </a:lnTo>
                <a:lnTo>
                  <a:pt x="13053" y="1622"/>
                </a:lnTo>
                <a:lnTo>
                  <a:pt x="12947" y="1587"/>
                </a:lnTo>
                <a:lnTo>
                  <a:pt x="12842" y="1587"/>
                </a:lnTo>
                <a:lnTo>
                  <a:pt x="12701" y="1552"/>
                </a:lnTo>
                <a:lnTo>
                  <a:pt x="12559" y="1446"/>
                </a:lnTo>
                <a:lnTo>
                  <a:pt x="12454" y="1375"/>
                </a:lnTo>
                <a:lnTo>
                  <a:pt x="12348" y="1340"/>
                </a:lnTo>
                <a:lnTo>
                  <a:pt x="12242" y="1305"/>
                </a:lnTo>
                <a:lnTo>
                  <a:pt x="12136" y="1270"/>
                </a:lnTo>
                <a:lnTo>
                  <a:pt x="12030" y="1234"/>
                </a:lnTo>
                <a:lnTo>
                  <a:pt x="11924" y="1234"/>
                </a:lnTo>
                <a:lnTo>
                  <a:pt x="11819" y="1199"/>
                </a:lnTo>
                <a:lnTo>
                  <a:pt x="11713" y="1164"/>
                </a:lnTo>
                <a:lnTo>
                  <a:pt x="11607" y="1199"/>
                </a:lnTo>
                <a:lnTo>
                  <a:pt x="11536" y="1305"/>
                </a:lnTo>
                <a:lnTo>
                  <a:pt x="11430" y="1270"/>
                </a:lnTo>
                <a:lnTo>
                  <a:pt x="11288" y="1234"/>
                </a:lnTo>
                <a:lnTo>
                  <a:pt x="11147" y="1234"/>
                </a:lnTo>
                <a:lnTo>
                  <a:pt x="11041" y="1234"/>
                </a:lnTo>
                <a:lnTo>
                  <a:pt x="10936" y="1305"/>
                </a:lnTo>
                <a:lnTo>
                  <a:pt x="10830" y="1305"/>
                </a:lnTo>
                <a:lnTo>
                  <a:pt x="10724" y="1305"/>
                </a:lnTo>
                <a:lnTo>
                  <a:pt x="10618" y="1305"/>
                </a:lnTo>
                <a:lnTo>
                  <a:pt x="10512" y="1270"/>
                </a:lnTo>
                <a:lnTo>
                  <a:pt x="10371" y="1234"/>
                </a:lnTo>
                <a:lnTo>
                  <a:pt x="10265" y="1199"/>
                </a:lnTo>
                <a:lnTo>
                  <a:pt x="10160" y="1199"/>
                </a:lnTo>
                <a:lnTo>
                  <a:pt x="10018" y="1305"/>
                </a:lnTo>
                <a:lnTo>
                  <a:pt x="9913" y="1340"/>
                </a:lnTo>
                <a:lnTo>
                  <a:pt x="9771" y="1375"/>
                </a:lnTo>
                <a:lnTo>
                  <a:pt x="9666" y="1375"/>
                </a:lnTo>
                <a:lnTo>
                  <a:pt x="9560" y="1375"/>
                </a:lnTo>
                <a:lnTo>
                  <a:pt x="9454" y="1375"/>
                </a:lnTo>
                <a:lnTo>
                  <a:pt x="9348" y="1375"/>
                </a:lnTo>
                <a:lnTo>
                  <a:pt x="9242" y="1375"/>
                </a:lnTo>
                <a:lnTo>
                  <a:pt x="9136" y="1375"/>
                </a:lnTo>
                <a:lnTo>
                  <a:pt x="9031" y="1375"/>
                </a:lnTo>
                <a:lnTo>
                  <a:pt x="8925" y="1375"/>
                </a:lnTo>
                <a:lnTo>
                  <a:pt x="8819" y="1340"/>
                </a:lnTo>
                <a:lnTo>
                  <a:pt x="8713" y="1340"/>
                </a:lnTo>
                <a:lnTo>
                  <a:pt x="8501" y="1305"/>
                </a:lnTo>
                <a:lnTo>
                  <a:pt x="8396" y="1270"/>
                </a:lnTo>
                <a:lnTo>
                  <a:pt x="8290" y="1305"/>
                </a:lnTo>
                <a:lnTo>
                  <a:pt x="8184" y="1305"/>
                </a:lnTo>
                <a:lnTo>
                  <a:pt x="8078" y="1375"/>
                </a:lnTo>
                <a:lnTo>
                  <a:pt x="7972" y="1411"/>
                </a:lnTo>
                <a:lnTo>
                  <a:pt x="7866" y="1516"/>
                </a:lnTo>
                <a:lnTo>
                  <a:pt x="7761" y="1552"/>
                </a:lnTo>
                <a:lnTo>
                  <a:pt x="7655" y="1587"/>
                </a:lnTo>
                <a:lnTo>
                  <a:pt x="7549" y="1622"/>
                </a:lnTo>
                <a:lnTo>
                  <a:pt x="7443" y="1658"/>
                </a:lnTo>
                <a:lnTo>
                  <a:pt x="7337" y="1622"/>
                </a:lnTo>
                <a:lnTo>
                  <a:pt x="7231" y="1622"/>
                </a:lnTo>
                <a:lnTo>
                  <a:pt x="7126" y="1552"/>
                </a:lnTo>
                <a:lnTo>
                  <a:pt x="7020" y="1516"/>
                </a:lnTo>
                <a:lnTo>
                  <a:pt x="6914" y="1516"/>
                </a:lnTo>
                <a:lnTo>
                  <a:pt x="6808" y="1481"/>
                </a:lnTo>
                <a:lnTo>
                  <a:pt x="6702" y="1446"/>
                </a:lnTo>
                <a:lnTo>
                  <a:pt x="6596" y="1446"/>
                </a:lnTo>
                <a:lnTo>
                  <a:pt x="6491" y="1516"/>
                </a:lnTo>
                <a:lnTo>
                  <a:pt x="6385" y="1587"/>
                </a:lnTo>
                <a:lnTo>
                  <a:pt x="6208" y="1516"/>
                </a:lnTo>
                <a:lnTo>
                  <a:pt x="6067" y="1516"/>
                </a:lnTo>
                <a:lnTo>
                  <a:pt x="5961" y="1516"/>
                </a:lnTo>
                <a:lnTo>
                  <a:pt x="5856" y="1516"/>
                </a:lnTo>
                <a:lnTo>
                  <a:pt x="5715" y="1587"/>
                </a:lnTo>
                <a:lnTo>
                  <a:pt x="5644" y="1728"/>
                </a:lnTo>
                <a:lnTo>
                  <a:pt x="5644" y="1587"/>
                </a:lnTo>
                <a:lnTo>
                  <a:pt x="5644" y="1481"/>
                </a:lnTo>
                <a:lnTo>
                  <a:pt x="5503" y="1446"/>
                </a:lnTo>
                <a:lnTo>
                  <a:pt x="5362" y="1375"/>
                </a:lnTo>
                <a:lnTo>
                  <a:pt x="5256" y="1375"/>
                </a:lnTo>
                <a:lnTo>
                  <a:pt x="5150" y="1446"/>
                </a:lnTo>
                <a:lnTo>
                  <a:pt x="5009" y="1481"/>
                </a:lnTo>
                <a:lnTo>
                  <a:pt x="4903" y="1516"/>
                </a:lnTo>
                <a:lnTo>
                  <a:pt x="4797" y="1481"/>
                </a:lnTo>
                <a:lnTo>
                  <a:pt x="4656" y="1446"/>
                </a:lnTo>
                <a:lnTo>
                  <a:pt x="4550" y="1446"/>
                </a:lnTo>
                <a:lnTo>
                  <a:pt x="4444" y="1446"/>
                </a:lnTo>
                <a:lnTo>
                  <a:pt x="4339" y="1481"/>
                </a:lnTo>
                <a:lnTo>
                  <a:pt x="4233" y="1481"/>
                </a:lnTo>
                <a:lnTo>
                  <a:pt x="4127" y="1481"/>
                </a:lnTo>
                <a:lnTo>
                  <a:pt x="4021" y="1481"/>
                </a:lnTo>
                <a:lnTo>
                  <a:pt x="3915" y="1446"/>
                </a:lnTo>
                <a:lnTo>
                  <a:pt x="3810" y="1446"/>
                </a:lnTo>
                <a:lnTo>
                  <a:pt x="3704" y="1375"/>
                </a:lnTo>
                <a:lnTo>
                  <a:pt x="3563" y="1375"/>
                </a:lnTo>
                <a:lnTo>
                  <a:pt x="3457" y="1375"/>
                </a:lnTo>
                <a:lnTo>
                  <a:pt x="3351" y="1375"/>
                </a:lnTo>
                <a:lnTo>
                  <a:pt x="3245" y="1375"/>
                </a:lnTo>
                <a:lnTo>
                  <a:pt x="3139" y="1340"/>
                </a:lnTo>
                <a:lnTo>
                  <a:pt x="2998" y="1305"/>
                </a:lnTo>
                <a:lnTo>
                  <a:pt x="2892" y="1270"/>
                </a:lnTo>
                <a:lnTo>
                  <a:pt x="2786" y="1305"/>
                </a:lnTo>
                <a:lnTo>
                  <a:pt x="2681" y="1305"/>
                </a:lnTo>
                <a:lnTo>
                  <a:pt x="2575" y="1375"/>
                </a:lnTo>
                <a:lnTo>
                  <a:pt x="2469" y="1375"/>
                </a:lnTo>
                <a:lnTo>
                  <a:pt x="2363" y="1375"/>
                </a:lnTo>
                <a:lnTo>
                  <a:pt x="2257" y="1375"/>
                </a:lnTo>
                <a:lnTo>
                  <a:pt x="2151" y="1375"/>
                </a:lnTo>
                <a:lnTo>
                  <a:pt x="2010" y="1340"/>
                </a:lnTo>
                <a:lnTo>
                  <a:pt x="1905" y="1375"/>
                </a:lnTo>
                <a:lnTo>
                  <a:pt x="1799" y="1375"/>
                </a:lnTo>
                <a:lnTo>
                  <a:pt x="1658" y="1340"/>
                </a:lnTo>
                <a:lnTo>
                  <a:pt x="1552" y="1305"/>
                </a:lnTo>
                <a:lnTo>
                  <a:pt x="1446" y="1270"/>
                </a:lnTo>
                <a:lnTo>
                  <a:pt x="1305" y="1270"/>
                </a:lnTo>
                <a:lnTo>
                  <a:pt x="1199" y="1234"/>
                </a:lnTo>
                <a:lnTo>
                  <a:pt x="1093" y="1305"/>
                </a:lnTo>
                <a:lnTo>
                  <a:pt x="987" y="1340"/>
                </a:lnTo>
                <a:lnTo>
                  <a:pt x="881" y="1375"/>
                </a:lnTo>
                <a:lnTo>
                  <a:pt x="776" y="1446"/>
                </a:lnTo>
                <a:lnTo>
                  <a:pt x="670" y="1516"/>
                </a:lnTo>
                <a:lnTo>
                  <a:pt x="564" y="1516"/>
                </a:lnTo>
                <a:lnTo>
                  <a:pt x="458" y="1516"/>
                </a:lnTo>
                <a:lnTo>
                  <a:pt x="352" y="1552"/>
                </a:lnTo>
                <a:lnTo>
                  <a:pt x="246" y="1552"/>
                </a:lnTo>
                <a:lnTo>
                  <a:pt x="141" y="1587"/>
                </a:lnTo>
                <a:lnTo>
                  <a:pt x="0" y="1622"/>
                </a:lnTo>
                <a:lnTo>
                  <a:pt x="35" y="130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5753160" y="3340080"/>
            <a:ext cx="241560" cy="317880"/>
          </a:xfrm>
          <a:custGeom>
            <a:avLst/>
            <a:gdLst/>
            <a:ahLst/>
            <a:rect l="0" t="0" r="r" b="b"/>
            <a:pathLst>
              <a:path w="671" h="883">
                <a:moveTo>
                  <a:pt x="0" y="294"/>
                </a:moveTo>
                <a:lnTo>
                  <a:pt x="0" y="588"/>
                </a:lnTo>
                <a:lnTo>
                  <a:pt x="470" y="588"/>
                </a:lnTo>
                <a:lnTo>
                  <a:pt x="470" y="883"/>
                </a:lnTo>
                <a:lnTo>
                  <a:pt x="671" y="441"/>
                </a:lnTo>
                <a:lnTo>
                  <a:pt x="470" y="0"/>
                </a:lnTo>
                <a:lnTo>
                  <a:pt x="470" y="294"/>
                </a:lnTo>
                <a:lnTo>
                  <a:pt x="0" y="294"/>
                </a:lnTo>
                <a:close/>
              </a:path>
            </a:pathLst>
          </a:custGeom>
          <a:solidFill>
            <a:srgbClr val="00FF00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 txBox="1"/>
          <p:nvPr/>
        </p:nvSpPr>
        <p:spPr>
          <a:xfrm>
            <a:off x="282600" y="695160"/>
            <a:ext cx="8434440" cy="54705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"Where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BY SPACES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Field2.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216000" y="2768760"/>
            <a:ext cx="8547480" cy="1981440"/>
          </a:xfrm>
          <a:custGeom>
            <a:avLst/>
            <a:gdLst/>
            <a:ahLst/>
            <a:rect l="0" t="0" r="r" b="b"/>
            <a:pathLst>
              <a:path w="23743" h="5504">
                <a:moveTo>
                  <a:pt x="0" y="2504"/>
                </a:moveTo>
                <a:lnTo>
                  <a:pt x="141" y="2447"/>
                </a:lnTo>
                <a:lnTo>
                  <a:pt x="282" y="2420"/>
                </a:lnTo>
                <a:lnTo>
                  <a:pt x="423" y="2390"/>
                </a:lnTo>
                <a:lnTo>
                  <a:pt x="529" y="2363"/>
                </a:lnTo>
                <a:lnTo>
                  <a:pt x="635" y="2332"/>
                </a:lnTo>
                <a:lnTo>
                  <a:pt x="776" y="2306"/>
                </a:lnTo>
                <a:lnTo>
                  <a:pt x="917" y="2306"/>
                </a:lnTo>
                <a:lnTo>
                  <a:pt x="1058" y="2332"/>
                </a:lnTo>
                <a:lnTo>
                  <a:pt x="1199" y="2332"/>
                </a:lnTo>
                <a:lnTo>
                  <a:pt x="1375" y="2306"/>
                </a:lnTo>
                <a:lnTo>
                  <a:pt x="1446" y="2218"/>
                </a:lnTo>
                <a:lnTo>
                  <a:pt x="1552" y="2160"/>
                </a:lnTo>
                <a:lnTo>
                  <a:pt x="1587" y="2072"/>
                </a:lnTo>
                <a:lnTo>
                  <a:pt x="1693" y="2103"/>
                </a:lnTo>
                <a:lnTo>
                  <a:pt x="1834" y="2072"/>
                </a:lnTo>
                <a:lnTo>
                  <a:pt x="2046" y="2015"/>
                </a:lnTo>
                <a:lnTo>
                  <a:pt x="2187" y="1957"/>
                </a:lnTo>
                <a:lnTo>
                  <a:pt x="2257" y="2072"/>
                </a:lnTo>
                <a:lnTo>
                  <a:pt x="2328" y="2160"/>
                </a:lnTo>
                <a:lnTo>
                  <a:pt x="2434" y="2134"/>
                </a:lnTo>
                <a:lnTo>
                  <a:pt x="2540" y="2103"/>
                </a:lnTo>
                <a:lnTo>
                  <a:pt x="2681" y="2160"/>
                </a:lnTo>
                <a:lnTo>
                  <a:pt x="2822" y="2248"/>
                </a:lnTo>
                <a:lnTo>
                  <a:pt x="2963" y="2306"/>
                </a:lnTo>
                <a:lnTo>
                  <a:pt x="3069" y="2306"/>
                </a:lnTo>
                <a:lnTo>
                  <a:pt x="3175" y="2306"/>
                </a:lnTo>
                <a:lnTo>
                  <a:pt x="3316" y="2306"/>
                </a:lnTo>
                <a:lnTo>
                  <a:pt x="3421" y="2363"/>
                </a:lnTo>
                <a:lnTo>
                  <a:pt x="3527" y="2420"/>
                </a:lnTo>
                <a:lnTo>
                  <a:pt x="3633" y="2447"/>
                </a:lnTo>
                <a:lnTo>
                  <a:pt x="3739" y="2478"/>
                </a:lnTo>
                <a:lnTo>
                  <a:pt x="3774" y="1671"/>
                </a:lnTo>
                <a:lnTo>
                  <a:pt x="3810" y="1816"/>
                </a:lnTo>
                <a:lnTo>
                  <a:pt x="3880" y="1957"/>
                </a:lnTo>
                <a:lnTo>
                  <a:pt x="3951" y="2072"/>
                </a:lnTo>
                <a:lnTo>
                  <a:pt x="4021" y="2191"/>
                </a:lnTo>
                <a:lnTo>
                  <a:pt x="4056" y="2275"/>
                </a:lnTo>
                <a:lnTo>
                  <a:pt x="4127" y="2363"/>
                </a:lnTo>
                <a:lnTo>
                  <a:pt x="4233" y="2420"/>
                </a:lnTo>
                <a:lnTo>
                  <a:pt x="4339" y="2420"/>
                </a:lnTo>
                <a:lnTo>
                  <a:pt x="4445" y="2420"/>
                </a:lnTo>
                <a:lnTo>
                  <a:pt x="4550" y="2390"/>
                </a:lnTo>
                <a:lnTo>
                  <a:pt x="4656" y="2363"/>
                </a:lnTo>
                <a:lnTo>
                  <a:pt x="4762" y="2332"/>
                </a:lnTo>
                <a:lnTo>
                  <a:pt x="4797" y="2248"/>
                </a:lnTo>
                <a:lnTo>
                  <a:pt x="4938" y="2191"/>
                </a:lnTo>
                <a:lnTo>
                  <a:pt x="5044" y="2134"/>
                </a:lnTo>
                <a:lnTo>
                  <a:pt x="5221" y="2103"/>
                </a:lnTo>
                <a:lnTo>
                  <a:pt x="5326" y="2103"/>
                </a:lnTo>
                <a:lnTo>
                  <a:pt x="5432" y="2103"/>
                </a:lnTo>
                <a:lnTo>
                  <a:pt x="5573" y="2072"/>
                </a:lnTo>
                <a:lnTo>
                  <a:pt x="5679" y="2015"/>
                </a:lnTo>
                <a:lnTo>
                  <a:pt x="5785" y="2046"/>
                </a:lnTo>
                <a:lnTo>
                  <a:pt x="5891" y="2046"/>
                </a:lnTo>
                <a:lnTo>
                  <a:pt x="5926" y="2191"/>
                </a:lnTo>
                <a:lnTo>
                  <a:pt x="6068" y="2275"/>
                </a:lnTo>
                <a:lnTo>
                  <a:pt x="6209" y="2248"/>
                </a:lnTo>
                <a:lnTo>
                  <a:pt x="6351" y="2248"/>
                </a:lnTo>
                <a:lnTo>
                  <a:pt x="6456" y="2248"/>
                </a:lnTo>
                <a:lnTo>
                  <a:pt x="6633" y="2248"/>
                </a:lnTo>
                <a:lnTo>
                  <a:pt x="6774" y="2248"/>
                </a:lnTo>
                <a:lnTo>
                  <a:pt x="6880" y="2218"/>
                </a:lnTo>
                <a:lnTo>
                  <a:pt x="6986" y="2218"/>
                </a:lnTo>
                <a:lnTo>
                  <a:pt x="7162" y="2191"/>
                </a:lnTo>
                <a:lnTo>
                  <a:pt x="7303" y="2191"/>
                </a:lnTo>
                <a:lnTo>
                  <a:pt x="7656" y="2134"/>
                </a:lnTo>
                <a:lnTo>
                  <a:pt x="7797" y="2072"/>
                </a:lnTo>
                <a:lnTo>
                  <a:pt x="7938" y="2072"/>
                </a:lnTo>
                <a:lnTo>
                  <a:pt x="8079" y="2015"/>
                </a:lnTo>
                <a:lnTo>
                  <a:pt x="8220" y="1957"/>
                </a:lnTo>
                <a:lnTo>
                  <a:pt x="8326" y="1957"/>
                </a:lnTo>
                <a:lnTo>
                  <a:pt x="8644" y="1931"/>
                </a:lnTo>
                <a:lnTo>
                  <a:pt x="8785" y="1900"/>
                </a:lnTo>
                <a:lnTo>
                  <a:pt x="8926" y="1900"/>
                </a:lnTo>
                <a:lnTo>
                  <a:pt x="9067" y="1874"/>
                </a:lnTo>
                <a:lnTo>
                  <a:pt x="9173" y="1843"/>
                </a:lnTo>
                <a:lnTo>
                  <a:pt x="9349" y="1785"/>
                </a:lnTo>
                <a:lnTo>
                  <a:pt x="9490" y="1759"/>
                </a:lnTo>
                <a:lnTo>
                  <a:pt x="9843" y="1728"/>
                </a:lnTo>
                <a:lnTo>
                  <a:pt x="9984" y="1702"/>
                </a:lnTo>
                <a:lnTo>
                  <a:pt x="10090" y="1671"/>
                </a:lnTo>
                <a:lnTo>
                  <a:pt x="10231" y="1759"/>
                </a:lnTo>
                <a:lnTo>
                  <a:pt x="10337" y="1843"/>
                </a:lnTo>
                <a:lnTo>
                  <a:pt x="10478" y="1843"/>
                </a:lnTo>
                <a:lnTo>
                  <a:pt x="10584" y="1843"/>
                </a:lnTo>
                <a:lnTo>
                  <a:pt x="10725" y="1843"/>
                </a:lnTo>
                <a:lnTo>
                  <a:pt x="10866" y="1874"/>
                </a:lnTo>
                <a:lnTo>
                  <a:pt x="11360" y="0"/>
                </a:lnTo>
                <a:lnTo>
                  <a:pt x="11007" y="1900"/>
                </a:lnTo>
                <a:lnTo>
                  <a:pt x="11078" y="2015"/>
                </a:lnTo>
                <a:lnTo>
                  <a:pt x="11148" y="2103"/>
                </a:lnTo>
                <a:lnTo>
                  <a:pt x="11325" y="2103"/>
                </a:lnTo>
                <a:lnTo>
                  <a:pt x="11431" y="2134"/>
                </a:lnTo>
                <a:lnTo>
                  <a:pt x="11536" y="2191"/>
                </a:lnTo>
                <a:lnTo>
                  <a:pt x="11642" y="2134"/>
                </a:lnTo>
                <a:lnTo>
                  <a:pt x="11783" y="2046"/>
                </a:lnTo>
                <a:lnTo>
                  <a:pt x="11854" y="1957"/>
                </a:lnTo>
                <a:lnTo>
                  <a:pt x="11960" y="1931"/>
                </a:lnTo>
                <a:lnTo>
                  <a:pt x="12066" y="1900"/>
                </a:lnTo>
                <a:lnTo>
                  <a:pt x="12207" y="1843"/>
                </a:lnTo>
                <a:lnTo>
                  <a:pt x="12312" y="1816"/>
                </a:lnTo>
                <a:lnTo>
                  <a:pt x="12489" y="1843"/>
                </a:lnTo>
                <a:lnTo>
                  <a:pt x="12701" y="1843"/>
                </a:lnTo>
                <a:lnTo>
                  <a:pt x="12842" y="1816"/>
                </a:lnTo>
                <a:lnTo>
                  <a:pt x="12947" y="1785"/>
                </a:lnTo>
                <a:lnTo>
                  <a:pt x="13089" y="1785"/>
                </a:lnTo>
                <a:lnTo>
                  <a:pt x="13194" y="1785"/>
                </a:lnTo>
                <a:lnTo>
                  <a:pt x="13300" y="1785"/>
                </a:lnTo>
                <a:lnTo>
                  <a:pt x="13441" y="1843"/>
                </a:lnTo>
                <a:lnTo>
                  <a:pt x="13582" y="1900"/>
                </a:lnTo>
                <a:lnTo>
                  <a:pt x="13724" y="1957"/>
                </a:lnTo>
                <a:lnTo>
                  <a:pt x="13865" y="1957"/>
                </a:lnTo>
                <a:lnTo>
                  <a:pt x="13971" y="1988"/>
                </a:lnTo>
                <a:lnTo>
                  <a:pt x="14076" y="1988"/>
                </a:lnTo>
                <a:lnTo>
                  <a:pt x="14182" y="1988"/>
                </a:lnTo>
                <a:lnTo>
                  <a:pt x="14288" y="1988"/>
                </a:lnTo>
                <a:lnTo>
                  <a:pt x="14394" y="1957"/>
                </a:lnTo>
                <a:lnTo>
                  <a:pt x="14535" y="1957"/>
                </a:lnTo>
                <a:lnTo>
                  <a:pt x="14888" y="1900"/>
                </a:lnTo>
                <a:lnTo>
                  <a:pt x="14994" y="1843"/>
                </a:lnTo>
                <a:lnTo>
                  <a:pt x="15346" y="1785"/>
                </a:lnTo>
                <a:lnTo>
                  <a:pt x="15452" y="1728"/>
                </a:lnTo>
                <a:lnTo>
                  <a:pt x="15558" y="1671"/>
                </a:lnTo>
                <a:lnTo>
                  <a:pt x="15664" y="1671"/>
                </a:lnTo>
                <a:lnTo>
                  <a:pt x="15805" y="1613"/>
                </a:lnTo>
                <a:lnTo>
                  <a:pt x="15946" y="1556"/>
                </a:lnTo>
                <a:lnTo>
                  <a:pt x="16052" y="1499"/>
                </a:lnTo>
                <a:lnTo>
                  <a:pt x="16158" y="1441"/>
                </a:lnTo>
                <a:lnTo>
                  <a:pt x="16228" y="1556"/>
                </a:lnTo>
                <a:lnTo>
                  <a:pt x="16299" y="1640"/>
                </a:lnTo>
                <a:lnTo>
                  <a:pt x="16511" y="1671"/>
                </a:lnTo>
                <a:lnTo>
                  <a:pt x="16687" y="1671"/>
                </a:lnTo>
                <a:lnTo>
                  <a:pt x="16793" y="1671"/>
                </a:lnTo>
                <a:lnTo>
                  <a:pt x="16934" y="1640"/>
                </a:lnTo>
                <a:lnTo>
                  <a:pt x="17075" y="1613"/>
                </a:lnTo>
                <a:lnTo>
                  <a:pt x="17216" y="1556"/>
                </a:lnTo>
                <a:lnTo>
                  <a:pt x="17322" y="1556"/>
                </a:lnTo>
                <a:lnTo>
                  <a:pt x="17463" y="1525"/>
                </a:lnTo>
                <a:lnTo>
                  <a:pt x="17569" y="1499"/>
                </a:lnTo>
                <a:lnTo>
                  <a:pt x="17675" y="1499"/>
                </a:lnTo>
                <a:lnTo>
                  <a:pt x="17781" y="1499"/>
                </a:lnTo>
                <a:lnTo>
                  <a:pt x="17887" y="1441"/>
                </a:lnTo>
                <a:lnTo>
                  <a:pt x="18064" y="1411"/>
                </a:lnTo>
                <a:lnTo>
                  <a:pt x="18170" y="1384"/>
                </a:lnTo>
                <a:lnTo>
                  <a:pt x="18275" y="1327"/>
                </a:lnTo>
                <a:lnTo>
                  <a:pt x="18417" y="1265"/>
                </a:lnTo>
                <a:lnTo>
                  <a:pt x="18558" y="1208"/>
                </a:lnTo>
                <a:lnTo>
                  <a:pt x="18699" y="1150"/>
                </a:lnTo>
                <a:lnTo>
                  <a:pt x="18805" y="1093"/>
                </a:lnTo>
                <a:lnTo>
                  <a:pt x="18875" y="1181"/>
                </a:lnTo>
                <a:lnTo>
                  <a:pt x="18910" y="1265"/>
                </a:lnTo>
                <a:lnTo>
                  <a:pt x="19016" y="1384"/>
                </a:lnTo>
                <a:lnTo>
                  <a:pt x="19122" y="1441"/>
                </a:lnTo>
                <a:lnTo>
                  <a:pt x="19263" y="1468"/>
                </a:lnTo>
                <a:lnTo>
                  <a:pt x="19404" y="1499"/>
                </a:lnTo>
                <a:lnTo>
                  <a:pt x="19581" y="1499"/>
                </a:lnTo>
                <a:lnTo>
                  <a:pt x="19687" y="1525"/>
                </a:lnTo>
                <a:lnTo>
                  <a:pt x="19792" y="1525"/>
                </a:lnTo>
                <a:lnTo>
                  <a:pt x="19969" y="1525"/>
                </a:lnTo>
                <a:lnTo>
                  <a:pt x="20322" y="1556"/>
                </a:lnTo>
                <a:lnTo>
                  <a:pt x="20674" y="1556"/>
                </a:lnTo>
                <a:lnTo>
                  <a:pt x="20780" y="1556"/>
                </a:lnTo>
                <a:lnTo>
                  <a:pt x="20886" y="1556"/>
                </a:lnTo>
                <a:lnTo>
                  <a:pt x="20992" y="1583"/>
                </a:lnTo>
                <a:lnTo>
                  <a:pt x="21098" y="1556"/>
                </a:lnTo>
                <a:lnTo>
                  <a:pt x="21203" y="1556"/>
                </a:lnTo>
                <a:lnTo>
                  <a:pt x="21309" y="1556"/>
                </a:lnTo>
                <a:lnTo>
                  <a:pt x="21415" y="1556"/>
                </a:lnTo>
                <a:lnTo>
                  <a:pt x="21521" y="1613"/>
                </a:lnTo>
                <a:lnTo>
                  <a:pt x="21627" y="1613"/>
                </a:lnTo>
                <a:lnTo>
                  <a:pt x="21768" y="1671"/>
                </a:lnTo>
                <a:lnTo>
                  <a:pt x="21874" y="1728"/>
                </a:lnTo>
                <a:lnTo>
                  <a:pt x="22050" y="1728"/>
                </a:lnTo>
                <a:lnTo>
                  <a:pt x="22227" y="1728"/>
                </a:lnTo>
                <a:lnTo>
                  <a:pt x="22332" y="1728"/>
                </a:lnTo>
                <a:lnTo>
                  <a:pt x="22473" y="1728"/>
                </a:lnTo>
                <a:lnTo>
                  <a:pt x="22579" y="1728"/>
                </a:lnTo>
                <a:lnTo>
                  <a:pt x="22685" y="1728"/>
                </a:lnTo>
                <a:lnTo>
                  <a:pt x="22791" y="1671"/>
                </a:lnTo>
                <a:lnTo>
                  <a:pt x="22897" y="1640"/>
                </a:lnTo>
                <a:lnTo>
                  <a:pt x="23038" y="1640"/>
                </a:lnTo>
                <a:lnTo>
                  <a:pt x="23144" y="1640"/>
                </a:lnTo>
                <a:lnTo>
                  <a:pt x="23250" y="1613"/>
                </a:lnTo>
                <a:lnTo>
                  <a:pt x="23355" y="1556"/>
                </a:lnTo>
                <a:lnTo>
                  <a:pt x="23461" y="1468"/>
                </a:lnTo>
                <a:lnTo>
                  <a:pt x="23567" y="1384"/>
                </a:lnTo>
                <a:lnTo>
                  <a:pt x="23673" y="1327"/>
                </a:lnTo>
                <a:lnTo>
                  <a:pt x="23743" y="5447"/>
                </a:lnTo>
                <a:lnTo>
                  <a:pt x="23285" y="5332"/>
                </a:lnTo>
                <a:lnTo>
                  <a:pt x="23179" y="5301"/>
                </a:lnTo>
                <a:lnTo>
                  <a:pt x="23073" y="5244"/>
                </a:lnTo>
                <a:lnTo>
                  <a:pt x="22967" y="5217"/>
                </a:lnTo>
                <a:lnTo>
                  <a:pt x="22932" y="5103"/>
                </a:lnTo>
                <a:lnTo>
                  <a:pt x="22862" y="4983"/>
                </a:lnTo>
                <a:lnTo>
                  <a:pt x="22756" y="4869"/>
                </a:lnTo>
                <a:lnTo>
                  <a:pt x="22615" y="4957"/>
                </a:lnTo>
                <a:lnTo>
                  <a:pt x="22438" y="5072"/>
                </a:lnTo>
                <a:lnTo>
                  <a:pt x="22297" y="5014"/>
                </a:lnTo>
                <a:lnTo>
                  <a:pt x="22121" y="4957"/>
                </a:lnTo>
                <a:lnTo>
                  <a:pt x="21980" y="4983"/>
                </a:lnTo>
                <a:lnTo>
                  <a:pt x="21874" y="4926"/>
                </a:lnTo>
                <a:lnTo>
                  <a:pt x="21733" y="4926"/>
                </a:lnTo>
                <a:lnTo>
                  <a:pt x="21627" y="4983"/>
                </a:lnTo>
                <a:lnTo>
                  <a:pt x="21486" y="5014"/>
                </a:lnTo>
                <a:lnTo>
                  <a:pt x="21345" y="5041"/>
                </a:lnTo>
                <a:lnTo>
                  <a:pt x="21168" y="5072"/>
                </a:lnTo>
                <a:lnTo>
                  <a:pt x="21027" y="5072"/>
                </a:lnTo>
                <a:lnTo>
                  <a:pt x="20886" y="5103"/>
                </a:lnTo>
                <a:lnTo>
                  <a:pt x="20745" y="5129"/>
                </a:lnTo>
                <a:lnTo>
                  <a:pt x="20639" y="5217"/>
                </a:lnTo>
                <a:lnTo>
                  <a:pt x="20463" y="5301"/>
                </a:lnTo>
                <a:lnTo>
                  <a:pt x="20357" y="5416"/>
                </a:lnTo>
                <a:lnTo>
                  <a:pt x="20286" y="5332"/>
                </a:lnTo>
                <a:lnTo>
                  <a:pt x="20180" y="5301"/>
                </a:lnTo>
                <a:lnTo>
                  <a:pt x="20075" y="5217"/>
                </a:lnTo>
                <a:lnTo>
                  <a:pt x="19969" y="5186"/>
                </a:lnTo>
                <a:lnTo>
                  <a:pt x="19898" y="5103"/>
                </a:lnTo>
                <a:lnTo>
                  <a:pt x="19757" y="5103"/>
                </a:lnTo>
                <a:lnTo>
                  <a:pt x="19616" y="5129"/>
                </a:lnTo>
                <a:lnTo>
                  <a:pt x="19510" y="5129"/>
                </a:lnTo>
                <a:lnTo>
                  <a:pt x="19404" y="5041"/>
                </a:lnTo>
                <a:lnTo>
                  <a:pt x="19263" y="4900"/>
                </a:lnTo>
                <a:lnTo>
                  <a:pt x="19122" y="4842"/>
                </a:lnTo>
                <a:lnTo>
                  <a:pt x="18981" y="4754"/>
                </a:lnTo>
                <a:lnTo>
                  <a:pt x="18875" y="4754"/>
                </a:lnTo>
                <a:lnTo>
                  <a:pt x="18769" y="4785"/>
                </a:lnTo>
                <a:lnTo>
                  <a:pt x="18699" y="4869"/>
                </a:lnTo>
                <a:lnTo>
                  <a:pt x="18593" y="4869"/>
                </a:lnTo>
                <a:lnTo>
                  <a:pt x="18452" y="4842"/>
                </a:lnTo>
                <a:lnTo>
                  <a:pt x="18346" y="4842"/>
                </a:lnTo>
                <a:lnTo>
                  <a:pt x="18240" y="4900"/>
                </a:lnTo>
                <a:lnTo>
                  <a:pt x="18064" y="4926"/>
                </a:lnTo>
                <a:lnTo>
                  <a:pt x="17923" y="4957"/>
                </a:lnTo>
                <a:lnTo>
                  <a:pt x="17817" y="4957"/>
                </a:lnTo>
                <a:lnTo>
                  <a:pt x="17639" y="4926"/>
                </a:lnTo>
                <a:lnTo>
                  <a:pt x="17534" y="4957"/>
                </a:lnTo>
                <a:lnTo>
                  <a:pt x="17428" y="4983"/>
                </a:lnTo>
                <a:lnTo>
                  <a:pt x="17251" y="5072"/>
                </a:lnTo>
                <a:lnTo>
                  <a:pt x="17146" y="5103"/>
                </a:lnTo>
                <a:lnTo>
                  <a:pt x="17040" y="5014"/>
                </a:lnTo>
                <a:lnTo>
                  <a:pt x="16934" y="5014"/>
                </a:lnTo>
                <a:lnTo>
                  <a:pt x="16828" y="4983"/>
                </a:lnTo>
                <a:lnTo>
                  <a:pt x="16687" y="4957"/>
                </a:lnTo>
                <a:lnTo>
                  <a:pt x="16546" y="4983"/>
                </a:lnTo>
                <a:lnTo>
                  <a:pt x="16440" y="4957"/>
                </a:lnTo>
                <a:lnTo>
                  <a:pt x="16369" y="4869"/>
                </a:lnTo>
                <a:lnTo>
                  <a:pt x="16264" y="4842"/>
                </a:lnTo>
                <a:lnTo>
                  <a:pt x="16158" y="4812"/>
                </a:lnTo>
                <a:lnTo>
                  <a:pt x="16017" y="4785"/>
                </a:lnTo>
                <a:lnTo>
                  <a:pt x="15911" y="4728"/>
                </a:lnTo>
                <a:lnTo>
                  <a:pt x="15805" y="4670"/>
                </a:lnTo>
                <a:lnTo>
                  <a:pt x="15664" y="4609"/>
                </a:lnTo>
                <a:lnTo>
                  <a:pt x="15558" y="4551"/>
                </a:lnTo>
                <a:lnTo>
                  <a:pt x="15911" y="5504"/>
                </a:lnTo>
                <a:lnTo>
                  <a:pt x="15382" y="4551"/>
                </a:lnTo>
                <a:lnTo>
                  <a:pt x="15241" y="4609"/>
                </a:lnTo>
                <a:lnTo>
                  <a:pt x="15135" y="4670"/>
                </a:lnTo>
                <a:lnTo>
                  <a:pt x="15029" y="4728"/>
                </a:lnTo>
                <a:lnTo>
                  <a:pt x="14923" y="4785"/>
                </a:lnTo>
                <a:lnTo>
                  <a:pt x="14817" y="4842"/>
                </a:lnTo>
                <a:lnTo>
                  <a:pt x="14711" y="4842"/>
                </a:lnTo>
                <a:lnTo>
                  <a:pt x="14606" y="4842"/>
                </a:lnTo>
                <a:lnTo>
                  <a:pt x="14394" y="4785"/>
                </a:lnTo>
                <a:lnTo>
                  <a:pt x="14288" y="4785"/>
                </a:lnTo>
                <a:lnTo>
                  <a:pt x="14112" y="4754"/>
                </a:lnTo>
                <a:lnTo>
                  <a:pt x="14006" y="4728"/>
                </a:lnTo>
                <a:lnTo>
                  <a:pt x="13865" y="4728"/>
                </a:lnTo>
                <a:lnTo>
                  <a:pt x="13688" y="4728"/>
                </a:lnTo>
                <a:lnTo>
                  <a:pt x="13582" y="4728"/>
                </a:lnTo>
                <a:lnTo>
                  <a:pt x="13441" y="4785"/>
                </a:lnTo>
                <a:lnTo>
                  <a:pt x="13336" y="4842"/>
                </a:lnTo>
                <a:lnTo>
                  <a:pt x="13230" y="4900"/>
                </a:lnTo>
                <a:lnTo>
                  <a:pt x="13124" y="4900"/>
                </a:lnTo>
                <a:lnTo>
                  <a:pt x="13018" y="4900"/>
                </a:lnTo>
                <a:lnTo>
                  <a:pt x="12842" y="4869"/>
                </a:lnTo>
                <a:lnTo>
                  <a:pt x="12701" y="4842"/>
                </a:lnTo>
                <a:lnTo>
                  <a:pt x="12559" y="4842"/>
                </a:lnTo>
                <a:lnTo>
                  <a:pt x="12418" y="4842"/>
                </a:lnTo>
                <a:lnTo>
                  <a:pt x="12312" y="4842"/>
                </a:lnTo>
                <a:lnTo>
                  <a:pt x="12207" y="4842"/>
                </a:lnTo>
                <a:lnTo>
                  <a:pt x="12101" y="4812"/>
                </a:lnTo>
                <a:lnTo>
                  <a:pt x="11995" y="4812"/>
                </a:lnTo>
                <a:lnTo>
                  <a:pt x="11889" y="4785"/>
                </a:lnTo>
                <a:lnTo>
                  <a:pt x="11783" y="4785"/>
                </a:lnTo>
                <a:lnTo>
                  <a:pt x="11677" y="4670"/>
                </a:lnTo>
                <a:lnTo>
                  <a:pt x="11572" y="4609"/>
                </a:lnTo>
                <a:lnTo>
                  <a:pt x="11431" y="4609"/>
                </a:lnTo>
                <a:lnTo>
                  <a:pt x="11289" y="4640"/>
                </a:lnTo>
                <a:lnTo>
                  <a:pt x="11219" y="4728"/>
                </a:lnTo>
                <a:lnTo>
                  <a:pt x="11113" y="4785"/>
                </a:lnTo>
                <a:lnTo>
                  <a:pt x="11007" y="4869"/>
                </a:lnTo>
                <a:lnTo>
                  <a:pt x="10866" y="4926"/>
                </a:lnTo>
                <a:lnTo>
                  <a:pt x="10725" y="4869"/>
                </a:lnTo>
                <a:lnTo>
                  <a:pt x="10584" y="4842"/>
                </a:lnTo>
                <a:lnTo>
                  <a:pt x="10478" y="4842"/>
                </a:lnTo>
                <a:lnTo>
                  <a:pt x="10372" y="4812"/>
                </a:lnTo>
                <a:lnTo>
                  <a:pt x="10266" y="4842"/>
                </a:lnTo>
                <a:lnTo>
                  <a:pt x="10160" y="4869"/>
                </a:lnTo>
                <a:lnTo>
                  <a:pt x="9984" y="4869"/>
                </a:lnTo>
                <a:lnTo>
                  <a:pt x="9878" y="4842"/>
                </a:lnTo>
                <a:lnTo>
                  <a:pt x="9737" y="4842"/>
                </a:lnTo>
                <a:lnTo>
                  <a:pt x="9631" y="4869"/>
                </a:lnTo>
                <a:lnTo>
                  <a:pt x="9526" y="4869"/>
                </a:lnTo>
                <a:lnTo>
                  <a:pt x="9420" y="4785"/>
                </a:lnTo>
                <a:lnTo>
                  <a:pt x="9314" y="4812"/>
                </a:lnTo>
                <a:lnTo>
                  <a:pt x="9208" y="4785"/>
                </a:lnTo>
                <a:lnTo>
                  <a:pt x="9102" y="4812"/>
                </a:lnTo>
                <a:lnTo>
                  <a:pt x="8926" y="4842"/>
                </a:lnTo>
                <a:lnTo>
                  <a:pt x="8820" y="4900"/>
                </a:lnTo>
                <a:lnTo>
                  <a:pt x="8679" y="4957"/>
                </a:lnTo>
                <a:lnTo>
                  <a:pt x="8467" y="4957"/>
                </a:lnTo>
                <a:lnTo>
                  <a:pt x="8326" y="4957"/>
                </a:lnTo>
                <a:lnTo>
                  <a:pt x="8185" y="4957"/>
                </a:lnTo>
                <a:lnTo>
                  <a:pt x="8079" y="4983"/>
                </a:lnTo>
                <a:lnTo>
                  <a:pt x="7973" y="4900"/>
                </a:lnTo>
                <a:lnTo>
                  <a:pt x="7832" y="4842"/>
                </a:lnTo>
                <a:lnTo>
                  <a:pt x="7726" y="4785"/>
                </a:lnTo>
                <a:lnTo>
                  <a:pt x="7621" y="4842"/>
                </a:lnTo>
                <a:lnTo>
                  <a:pt x="7515" y="4900"/>
                </a:lnTo>
                <a:lnTo>
                  <a:pt x="7409" y="4926"/>
                </a:lnTo>
                <a:lnTo>
                  <a:pt x="7338" y="4842"/>
                </a:lnTo>
                <a:lnTo>
                  <a:pt x="7232" y="4842"/>
                </a:lnTo>
                <a:lnTo>
                  <a:pt x="7127" y="4869"/>
                </a:lnTo>
                <a:lnTo>
                  <a:pt x="6986" y="4900"/>
                </a:lnTo>
                <a:lnTo>
                  <a:pt x="6844" y="4900"/>
                </a:lnTo>
                <a:lnTo>
                  <a:pt x="6739" y="4900"/>
                </a:lnTo>
                <a:lnTo>
                  <a:pt x="6633" y="4900"/>
                </a:lnTo>
                <a:lnTo>
                  <a:pt x="6492" y="4926"/>
                </a:lnTo>
                <a:lnTo>
                  <a:pt x="6386" y="4983"/>
                </a:lnTo>
                <a:lnTo>
                  <a:pt x="6280" y="5014"/>
                </a:lnTo>
                <a:lnTo>
                  <a:pt x="6174" y="4957"/>
                </a:lnTo>
                <a:lnTo>
                  <a:pt x="6068" y="4900"/>
                </a:lnTo>
                <a:lnTo>
                  <a:pt x="5926" y="4957"/>
                </a:lnTo>
                <a:lnTo>
                  <a:pt x="5785" y="5014"/>
                </a:lnTo>
                <a:lnTo>
                  <a:pt x="5644" y="5072"/>
                </a:lnTo>
                <a:lnTo>
                  <a:pt x="5644" y="4957"/>
                </a:lnTo>
                <a:lnTo>
                  <a:pt x="5503" y="4957"/>
                </a:lnTo>
                <a:lnTo>
                  <a:pt x="5362" y="4983"/>
                </a:lnTo>
                <a:lnTo>
                  <a:pt x="5256" y="4957"/>
                </a:lnTo>
                <a:lnTo>
                  <a:pt x="5115" y="4926"/>
                </a:lnTo>
                <a:lnTo>
                  <a:pt x="5009" y="4957"/>
                </a:lnTo>
                <a:lnTo>
                  <a:pt x="4868" y="4957"/>
                </a:lnTo>
                <a:lnTo>
                  <a:pt x="4762" y="4957"/>
                </a:lnTo>
                <a:lnTo>
                  <a:pt x="4727" y="4869"/>
                </a:lnTo>
                <a:lnTo>
                  <a:pt x="4621" y="4842"/>
                </a:lnTo>
                <a:lnTo>
                  <a:pt x="4515" y="4842"/>
                </a:lnTo>
                <a:lnTo>
                  <a:pt x="4409" y="4869"/>
                </a:lnTo>
                <a:lnTo>
                  <a:pt x="4268" y="4900"/>
                </a:lnTo>
                <a:lnTo>
                  <a:pt x="4162" y="4926"/>
                </a:lnTo>
                <a:lnTo>
                  <a:pt x="4056" y="4957"/>
                </a:lnTo>
                <a:lnTo>
                  <a:pt x="3951" y="4957"/>
                </a:lnTo>
                <a:lnTo>
                  <a:pt x="3845" y="4983"/>
                </a:lnTo>
                <a:lnTo>
                  <a:pt x="3668" y="5014"/>
                </a:lnTo>
                <a:lnTo>
                  <a:pt x="3563" y="5041"/>
                </a:lnTo>
                <a:lnTo>
                  <a:pt x="3457" y="5072"/>
                </a:lnTo>
                <a:lnTo>
                  <a:pt x="3351" y="5072"/>
                </a:lnTo>
                <a:lnTo>
                  <a:pt x="3245" y="5072"/>
                </a:lnTo>
                <a:lnTo>
                  <a:pt x="3139" y="5041"/>
                </a:lnTo>
                <a:lnTo>
                  <a:pt x="3033" y="5041"/>
                </a:lnTo>
                <a:lnTo>
                  <a:pt x="2928" y="5072"/>
                </a:lnTo>
                <a:lnTo>
                  <a:pt x="2822" y="5072"/>
                </a:lnTo>
                <a:lnTo>
                  <a:pt x="2716" y="5072"/>
                </a:lnTo>
                <a:lnTo>
                  <a:pt x="2575" y="5072"/>
                </a:lnTo>
                <a:lnTo>
                  <a:pt x="2398" y="5103"/>
                </a:lnTo>
                <a:lnTo>
                  <a:pt x="2257" y="5160"/>
                </a:lnTo>
                <a:lnTo>
                  <a:pt x="2151" y="5186"/>
                </a:lnTo>
                <a:lnTo>
                  <a:pt x="2046" y="5186"/>
                </a:lnTo>
                <a:lnTo>
                  <a:pt x="1940" y="5186"/>
                </a:lnTo>
                <a:lnTo>
                  <a:pt x="1834" y="5186"/>
                </a:lnTo>
                <a:lnTo>
                  <a:pt x="1693" y="5160"/>
                </a:lnTo>
                <a:lnTo>
                  <a:pt x="1552" y="5129"/>
                </a:lnTo>
                <a:lnTo>
                  <a:pt x="1411" y="5103"/>
                </a:lnTo>
                <a:lnTo>
                  <a:pt x="1305" y="5041"/>
                </a:lnTo>
                <a:lnTo>
                  <a:pt x="1199" y="4983"/>
                </a:lnTo>
                <a:lnTo>
                  <a:pt x="1093" y="4957"/>
                </a:lnTo>
                <a:lnTo>
                  <a:pt x="987" y="4957"/>
                </a:lnTo>
                <a:lnTo>
                  <a:pt x="846" y="4957"/>
                </a:lnTo>
                <a:lnTo>
                  <a:pt x="740" y="4957"/>
                </a:lnTo>
                <a:lnTo>
                  <a:pt x="635" y="4957"/>
                </a:lnTo>
                <a:lnTo>
                  <a:pt x="529" y="4983"/>
                </a:lnTo>
                <a:lnTo>
                  <a:pt x="423" y="5014"/>
                </a:lnTo>
                <a:lnTo>
                  <a:pt x="282" y="5041"/>
                </a:lnTo>
                <a:lnTo>
                  <a:pt x="141" y="5041"/>
                </a:lnTo>
                <a:lnTo>
                  <a:pt x="35" y="5041"/>
                </a:lnTo>
                <a:lnTo>
                  <a:pt x="0" y="4957"/>
                </a:lnTo>
                <a:lnTo>
                  <a:pt x="0" y="2504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1209600" y="3803760"/>
            <a:ext cx="7512120" cy="55404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This is the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 txBox="1"/>
          <p:nvPr/>
        </p:nvSpPr>
        <p:spPr>
          <a:xfrm>
            <a:off x="282600" y="695160"/>
            <a:ext cx="8434440" cy="54705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BY SPACES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Field2.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216000" y="2768760"/>
            <a:ext cx="8547480" cy="1981440"/>
          </a:xfrm>
          <a:custGeom>
            <a:avLst/>
            <a:gdLst/>
            <a:ahLst/>
            <a:rect l="0" t="0" r="r" b="b"/>
            <a:pathLst>
              <a:path w="23743" h="5504">
                <a:moveTo>
                  <a:pt x="0" y="2504"/>
                </a:moveTo>
                <a:lnTo>
                  <a:pt x="141" y="2447"/>
                </a:lnTo>
                <a:lnTo>
                  <a:pt x="282" y="2420"/>
                </a:lnTo>
                <a:lnTo>
                  <a:pt x="423" y="2390"/>
                </a:lnTo>
                <a:lnTo>
                  <a:pt x="529" y="2363"/>
                </a:lnTo>
                <a:lnTo>
                  <a:pt x="635" y="2332"/>
                </a:lnTo>
                <a:lnTo>
                  <a:pt x="776" y="2306"/>
                </a:lnTo>
                <a:lnTo>
                  <a:pt x="917" y="2306"/>
                </a:lnTo>
                <a:lnTo>
                  <a:pt x="1058" y="2332"/>
                </a:lnTo>
                <a:lnTo>
                  <a:pt x="1199" y="2332"/>
                </a:lnTo>
                <a:lnTo>
                  <a:pt x="1375" y="2306"/>
                </a:lnTo>
                <a:lnTo>
                  <a:pt x="1446" y="2218"/>
                </a:lnTo>
                <a:lnTo>
                  <a:pt x="1552" y="2160"/>
                </a:lnTo>
                <a:lnTo>
                  <a:pt x="1587" y="2072"/>
                </a:lnTo>
                <a:lnTo>
                  <a:pt x="1693" y="2103"/>
                </a:lnTo>
                <a:lnTo>
                  <a:pt x="1834" y="2072"/>
                </a:lnTo>
                <a:lnTo>
                  <a:pt x="2046" y="2015"/>
                </a:lnTo>
                <a:lnTo>
                  <a:pt x="2187" y="1957"/>
                </a:lnTo>
                <a:lnTo>
                  <a:pt x="2257" y="2072"/>
                </a:lnTo>
                <a:lnTo>
                  <a:pt x="2328" y="2160"/>
                </a:lnTo>
                <a:lnTo>
                  <a:pt x="2434" y="2134"/>
                </a:lnTo>
                <a:lnTo>
                  <a:pt x="2540" y="2103"/>
                </a:lnTo>
                <a:lnTo>
                  <a:pt x="2681" y="2160"/>
                </a:lnTo>
                <a:lnTo>
                  <a:pt x="2822" y="2248"/>
                </a:lnTo>
                <a:lnTo>
                  <a:pt x="2963" y="2306"/>
                </a:lnTo>
                <a:lnTo>
                  <a:pt x="3069" y="2306"/>
                </a:lnTo>
                <a:lnTo>
                  <a:pt x="3175" y="2306"/>
                </a:lnTo>
                <a:lnTo>
                  <a:pt x="3316" y="2306"/>
                </a:lnTo>
                <a:lnTo>
                  <a:pt x="3421" y="2363"/>
                </a:lnTo>
                <a:lnTo>
                  <a:pt x="3527" y="2420"/>
                </a:lnTo>
                <a:lnTo>
                  <a:pt x="3633" y="2447"/>
                </a:lnTo>
                <a:lnTo>
                  <a:pt x="3739" y="2478"/>
                </a:lnTo>
                <a:lnTo>
                  <a:pt x="3774" y="1671"/>
                </a:lnTo>
                <a:lnTo>
                  <a:pt x="3810" y="1816"/>
                </a:lnTo>
                <a:lnTo>
                  <a:pt x="3880" y="1957"/>
                </a:lnTo>
                <a:lnTo>
                  <a:pt x="3951" y="2072"/>
                </a:lnTo>
                <a:lnTo>
                  <a:pt x="4021" y="2191"/>
                </a:lnTo>
                <a:lnTo>
                  <a:pt x="4056" y="2275"/>
                </a:lnTo>
                <a:lnTo>
                  <a:pt x="4127" y="2363"/>
                </a:lnTo>
                <a:lnTo>
                  <a:pt x="4233" y="2420"/>
                </a:lnTo>
                <a:lnTo>
                  <a:pt x="4339" y="2420"/>
                </a:lnTo>
                <a:lnTo>
                  <a:pt x="4445" y="2420"/>
                </a:lnTo>
                <a:lnTo>
                  <a:pt x="4550" y="2390"/>
                </a:lnTo>
                <a:lnTo>
                  <a:pt x="4656" y="2363"/>
                </a:lnTo>
                <a:lnTo>
                  <a:pt x="4762" y="2332"/>
                </a:lnTo>
                <a:lnTo>
                  <a:pt x="4797" y="2248"/>
                </a:lnTo>
                <a:lnTo>
                  <a:pt x="4938" y="2191"/>
                </a:lnTo>
                <a:lnTo>
                  <a:pt x="5044" y="2134"/>
                </a:lnTo>
                <a:lnTo>
                  <a:pt x="5221" y="2103"/>
                </a:lnTo>
                <a:lnTo>
                  <a:pt x="5326" y="2103"/>
                </a:lnTo>
                <a:lnTo>
                  <a:pt x="5432" y="2103"/>
                </a:lnTo>
                <a:lnTo>
                  <a:pt x="5573" y="2072"/>
                </a:lnTo>
                <a:lnTo>
                  <a:pt x="5679" y="2015"/>
                </a:lnTo>
                <a:lnTo>
                  <a:pt x="5785" y="2046"/>
                </a:lnTo>
                <a:lnTo>
                  <a:pt x="5891" y="2046"/>
                </a:lnTo>
                <a:lnTo>
                  <a:pt x="5926" y="2191"/>
                </a:lnTo>
                <a:lnTo>
                  <a:pt x="6068" y="2275"/>
                </a:lnTo>
                <a:lnTo>
                  <a:pt x="6209" y="2248"/>
                </a:lnTo>
                <a:lnTo>
                  <a:pt x="6351" y="2248"/>
                </a:lnTo>
                <a:lnTo>
                  <a:pt x="6456" y="2248"/>
                </a:lnTo>
                <a:lnTo>
                  <a:pt x="6633" y="2248"/>
                </a:lnTo>
                <a:lnTo>
                  <a:pt x="6774" y="2248"/>
                </a:lnTo>
                <a:lnTo>
                  <a:pt x="6880" y="2218"/>
                </a:lnTo>
                <a:lnTo>
                  <a:pt x="6986" y="2218"/>
                </a:lnTo>
                <a:lnTo>
                  <a:pt x="7162" y="2191"/>
                </a:lnTo>
                <a:lnTo>
                  <a:pt x="7303" y="2191"/>
                </a:lnTo>
                <a:lnTo>
                  <a:pt x="7656" y="2134"/>
                </a:lnTo>
                <a:lnTo>
                  <a:pt x="7797" y="2072"/>
                </a:lnTo>
                <a:lnTo>
                  <a:pt x="7938" y="2072"/>
                </a:lnTo>
                <a:lnTo>
                  <a:pt x="8079" y="2015"/>
                </a:lnTo>
                <a:lnTo>
                  <a:pt x="8220" y="1957"/>
                </a:lnTo>
                <a:lnTo>
                  <a:pt x="8326" y="1957"/>
                </a:lnTo>
                <a:lnTo>
                  <a:pt x="8644" y="1931"/>
                </a:lnTo>
                <a:lnTo>
                  <a:pt x="8785" y="1900"/>
                </a:lnTo>
                <a:lnTo>
                  <a:pt x="8926" y="1900"/>
                </a:lnTo>
                <a:lnTo>
                  <a:pt x="9067" y="1874"/>
                </a:lnTo>
                <a:lnTo>
                  <a:pt x="9173" y="1843"/>
                </a:lnTo>
                <a:lnTo>
                  <a:pt x="9349" y="1785"/>
                </a:lnTo>
                <a:lnTo>
                  <a:pt x="9490" y="1759"/>
                </a:lnTo>
                <a:lnTo>
                  <a:pt x="9843" y="1728"/>
                </a:lnTo>
                <a:lnTo>
                  <a:pt x="9984" y="1702"/>
                </a:lnTo>
                <a:lnTo>
                  <a:pt x="10090" y="1671"/>
                </a:lnTo>
                <a:lnTo>
                  <a:pt x="10231" y="1759"/>
                </a:lnTo>
                <a:lnTo>
                  <a:pt x="10337" y="1843"/>
                </a:lnTo>
                <a:lnTo>
                  <a:pt x="10478" y="1843"/>
                </a:lnTo>
                <a:lnTo>
                  <a:pt x="10584" y="1843"/>
                </a:lnTo>
                <a:lnTo>
                  <a:pt x="10725" y="1843"/>
                </a:lnTo>
                <a:lnTo>
                  <a:pt x="10866" y="1874"/>
                </a:lnTo>
                <a:lnTo>
                  <a:pt x="11360" y="0"/>
                </a:lnTo>
                <a:lnTo>
                  <a:pt x="11007" y="1900"/>
                </a:lnTo>
                <a:lnTo>
                  <a:pt x="11078" y="2015"/>
                </a:lnTo>
                <a:lnTo>
                  <a:pt x="11148" y="2103"/>
                </a:lnTo>
                <a:lnTo>
                  <a:pt x="11325" y="2103"/>
                </a:lnTo>
                <a:lnTo>
                  <a:pt x="11431" y="2134"/>
                </a:lnTo>
                <a:lnTo>
                  <a:pt x="11536" y="2191"/>
                </a:lnTo>
                <a:lnTo>
                  <a:pt x="11642" y="2134"/>
                </a:lnTo>
                <a:lnTo>
                  <a:pt x="11783" y="2046"/>
                </a:lnTo>
                <a:lnTo>
                  <a:pt x="11854" y="1957"/>
                </a:lnTo>
                <a:lnTo>
                  <a:pt x="11960" y="1931"/>
                </a:lnTo>
                <a:lnTo>
                  <a:pt x="12066" y="1900"/>
                </a:lnTo>
                <a:lnTo>
                  <a:pt x="12207" y="1843"/>
                </a:lnTo>
                <a:lnTo>
                  <a:pt x="12312" y="1816"/>
                </a:lnTo>
                <a:lnTo>
                  <a:pt x="12489" y="1843"/>
                </a:lnTo>
                <a:lnTo>
                  <a:pt x="12701" y="1843"/>
                </a:lnTo>
                <a:lnTo>
                  <a:pt x="12842" y="1816"/>
                </a:lnTo>
                <a:lnTo>
                  <a:pt x="12947" y="1785"/>
                </a:lnTo>
                <a:lnTo>
                  <a:pt x="13089" y="1785"/>
                </a:lnTo>
                <a:lnTo>
                  <a:pt x="13194" y="1785"/>
                </a:lnTo>
                <a:lnTo>
                  <a:pt x="13300" y="1785"/>
                </a:lnTo>
                <a:lnTo>
                  <a:pt x="13441" y="1843"/>
                </a:lnTo>
                <a:lnTo>
                  <a:pt x="13582" y="1900"/>
                </a:lnTo>
                <a:lnTo>
                  <a:pt x="13724" y="1957"/>
                </a:lnTo>
                <a:lnTo>
                  <a:pt x="13865" y="1957"/>
                </a:lnTo>
                <a:lnTo>
                  <a:pt x="13971" y="1988"/>
                </a:lnTo>
                <a:lnTo>
                  <a:pt x="14076" y="1988"/>
                </a:lnTo>
                <a:lnTo>
                  <a:pt x="14182" y="1988"/>
                </a:lnTo>
                <a:lnTo>
                  <a:pt x="14288" y="1988"/>
                </a:lnTo>
                <a:lnTo>
                  <a:pt x="14394" y="1957"/>
                </a:lnTo>
                <a:lnTo>
                  <a:pt x="14535" y="1957"/>
                </a:lnTo>
                <a:lnTo>
                  <a:pt x="14888" y="1900"/>
                </a:lnTo>
                <a:lnTo>
                  <a:pt x="14994" y="1843"/>
                </a:lnTo>
                <a:lnTo>
                  <a:pt x="15346" y="1785"/>
                </a:lnTo>
                <a:lnTo>
                  <a:pt x="15452" y="1728"/>
                </a:lnTo>
                <a:lnTo>
                  <a:pt x="15558" y="1671"/>
                </a:lnTo>
                <a:lnTo>
                  <a:pt x="15664" y="1671"/>
                </a:lnTo>
                <a:lnTo>
                  <a:pt x="15805" y="1613"/>
                </a:lnTo>
                <a:lnTo>
                  <a:pt x="15946" y="1556"/>
                </a:lnTo>
                <a:lnTo>
                  <a:pt x="16052" y="1499"/>
                </a:lnTo>
                <a:lnTo>
                  <a:pt x="16158" y="1441"/>
                </a:lnTo>
                <a:lnTo>
                  <a:pt x="16228" y="1556"/>
                </a:lnTo>
                <a:lnTo>
                  <a:pt x="16299" y="1640"/>
                </a:lnTo>
                <a:lnTo>
                  <a:pt x="16511" y="1671"/>
                </a:lnTo>
                <a:lnTo>
                  <a:pt x="16687" y="1671"/>
                </a:lnTo>
                <a:lnTo>
                  <a:pt x="16793" y="1671"/>
                </a:lnTo>
                <a:lnTo>
                  <a:pt x="16934" y="1640"/>
                </a:lnTo>
                <a:lnTo>
                  <a:pt x="17075" y="1613"/>
                </a:lnTo>
                <a:lnTo>
                  <a:pt x="17216" y="1556"/>
                </a:lnTo>
                <a:lnTo>
                  <a:pt x="17322" y="1556"/>
                </a:lnTo>
                <a:lnTo>
                  <a:pt x="17463" y="1525"/>
                </a:lnTo>
                <a:lnTo>
                  <a:pt x="17569" y="1499"/>
                </a:lnTo>
                <a:lnTo>
                  <a:pt x="17675" y="1499"/>
                </a:lnTo>
                <a:lnTo>
                  <a:pt x="17781" y="1499"/>
                </a:lnTo>
                <a:lnTo>
                  <a:pt x="17887" y="1441"/>
                </a:lnTo>
                <a:lnTo>
                  <a:pt x="18064" y="1411"/>
                </a:lnTo>
                <a:lnTo>
                  <a:pt x="18170" y="1384"/>
                </a:lnTo>
                <a:lnTo>
                  <a:pt x="18275" y="1327"/>
                </a:lnTo>
                <a:lnTo>
                  <a:pt x="18417" y="1265"/>
                </a:lnTo>
                <a:lnTo>
                  <a:pt x="18558" y="1208"/>
                </a:lnTo>
                <a:lnTo>
                  <a:pt x="18699" y="1150"/>
                </a:lnTo>
                <a:lnTo>
                  <a:pt x="18805" y="1093"/>
                </a:lnTo>
                <a:lnTo>
                  <a:pt x="18875" y="1181"/>
                </a:lnTo>
                <a:lnTo>
                  <a:pt x="18910" y="1265"/>
                </a:lnTo>
                <a:lnTo>
                  <a:pt x="19016" y="1384"/>
                </a:lnTo>
                <a:lnTo>
                  <a:pt x="19122" y="1441"/>
                </a:lnTo>
                <a:lnTo>
                  <a:pt x="19263" y="1468"/>
                </a:lnTo>
                <a:lnTo>
                  <a:pt x="19404" y="1499"/>
                </a:lnTo>
                <a:lnTo>
                  <a:pt x="19581" y="1499"/>
                </a:lnTo>
                <a:lnTo>
                  <a:pt x="19687" y="1525"/>
                </a:lnTo>
                <a:lnTo>
                  <a:pt x="19792" y="1525"/>
                </a:lnTo>
                <a:lnTo>
                  <a:pt x="19969" y="1525"/>
                </a:lnTo>
                <a:lnTo>
                  <a:pt x="20322" y="1556"/>
                </a:lnTo>
                <a:lnTo>
                  <a:pt x="20674" y="1556"/>
                </a:lnTo>
                <a:lnTo>
                  <a:pt x="20780" y="1556"/>
                </a:lnTo>
                <a:lnTo>
                  <a:pt x="20886" y="1556"/>
                </a:lnTo>
                <a:lnTo>
                  <a:pt x="20992" y="1583"/>
                </a:lnTo>
                <a:lnTo>
                  <a:pt x="21098" y="1556"/>
                </a:lnTo>
                <a:lnTo>
                  <a:pt x="21203" y="1556"/>
                </a:lnTo>
                <a:lnTo>
                  <a:pt x="21309" y="1556"/>
                </a:lnTo>
                <a:lnTo>
                  <a:pt x="21415" y="1556"/>
                </a:lnTo>
                <a:lnTo>
                  <a:pt x="21521" y="1613"/>
                </a:lnTo>
                <a:lnTo>
                  <a:pt x="21627" y="1613"/>
                </a:lnTo>
                <a:lnTo>
                  <a:pt x="21768" y="1671"/>
                </a:lnTo>
                <a:lnTo>
                  <a:pt x="21874" y="1728"/>
                </a:lnTo>
                <a:lnTo>
                  <a:pt x="22050" y="1728"/>
                </a:lnTo>
                <a:lnTo>
                  <a:pt x="22227" y="1728"/>
                </a:lnTo>
                <a:lnTo>
                  <a:pt x="22332" y="1728"/>
                </a:lnTo>
                <a:lnTo>
                  <a:pt x="22473" y="1728"/>
                </a:lnTo>
                <a:lnTo>
                  <a:pt x="22579" y="1728"/>
                </a:lnTo>
                <a:lnTo>
                  <a:pt x="22685" y="1728"/>
                </a:lnTo>
                <a:lnTo>
                  <a:pt x="22791" y="1671"/>
                </a:lnTo>
                <a:lnTo>
                  <a:pt x="22897" y="1640"/>
                </a:lnTo>
                <a:lnTo>
                  <a:pt x="23038" y="1640"/>
                </a:lnTo>
                <a:lnTo>
                  <a:pt x="23144" y="1640"/>
                </a:lnTo>
                <a:lnTo>
                  <a:pt x="23250" y="1613"/>
                </a:lnTo>
                <a:lnTo>
                  <a:pt x="23355" y="1556"/>
                </a:lnTo>
                <a:lnTo>
                  <a:pt x="23461" y="1468"/>
                </a:lnTo>
                <a:lnTo>
                  <a:pt x="23567" y="1384"/>
                </a:lnTo>
                <a:lnTo>
                  <a:pt x="23673" y="1327"/>
                </a:lnTo>
                <a:lnTo>
                  <a:pt x="23743" y="5447"/>
                </a:lnTo>
                <a:lnTo>
                  <a:pt x="23285" y="5332"/>
                </a:lnTo>
                <a:lnTo>
                  <a:pt x="23179" y="5301"/>
                </a:lnTo>
                <a:lnTo>
                  <a:pt x="23073" y="5244"/>
                </a:lnTo>
                <a:lnTo>
                  <a:pt x="22967" y="5217"/>
                </a:lnTo>
                <a:lnTo>
                  <a:pt x="22932" y="5103"/>
                </a:lnTo>
                <a:lnTo>
                  <a:pt x="22862" y="4983"/>
                </a:lnTo>
                <a:lnTo>
                  <a:pt x="22756" y="4869"/>
                </a:lnTo>
                <a:lnTo>
                  <a:pt x="22615" y="4957"/>
                </a:lnTo>
                <a:lnTo>
                  <a:pt x="22438" y="5072"/>
                </a:lnTo>
                <a:lnTo>
                  <a:pt x="22297" y="5014"/>
                </a:lnTo>
                <a:lnTo>
                  <a:pt x="22121" y="4957"/>
                </a:lnTo>
                <a:lnTo>
                  <a:pt x="21980" y="4983"/>
                </a:lnTo>
                <a:lnTo>
                  <a:pt x="21874" y="4926"/>
                </a:lnTo>
                <a:lnTo>
                  <a:pt x="21733" y="4926"/>
                </a:lnTo>
                <a:lnTo>
                  <a:pt x="21627" y="4983"/>
                </a:lnTo>
                <a:lnTo>
                  <a:pt x="21486" y="5014"/>
                </a:lnTo>
                <a:lnTo>
                  <a:pt x="21345" y="5041"/>
                </a:lnTo>
                <a:lnTo>
                  <a:pt x="21168" y="5072"/>
                </a:lnTo>
                <a:lnTo>
                  <a:pt x="21027" y="5072"/>
                </a:lnTo>
                <a:lnTo>
                  <a:pt x="20886" y="5103"/>
                </a:lnTo>
                <a:lnTo>
                  <a:pt x="20745" y="5129"/>
                </a:lnTo>
                <a:lnTo>
                  <a:pt x="20639" y="5217"/>
                </a:lnTo>
                <a:lnTo>
                  <a:pt x="20463" y="5301"/>
                </a:lnTo>
                <a:lnTo>
                  <a:pt x="20357" y="5416"/>
                </a:lnTo>
                <a:lnTo>
                  <a:pt x="20286" y="5332"/>
                </a:lnTo>
                <a:lnTo>
                  <a:pt x="20180" y="5301"/>
                </a:lnTo>
                <a:lnTo>
                  <a:pt x="20075" y="5217"/>
                </a:lnTo>
                <a:lnTo>
                  <a:pt x="19969" y="5186"/>
                </a:lnTo>
                <a:lnTo>
                  <a:pt x="19898" y="5103"/>
                </a:lnTo>
                <a:lnTo>
                  <a:pt x="19757" y="5103"/>
                </a:lnTo>
                <a:lnTo>
                  <a:pt x="19616" y="5129"/>
                </a:lnTo>
                <a:lnTo>
                  <a:pt x="19510" y="5129"/>
                </a:lnTo>
                <a:lnTo>
                  <a:pt x="19404" y="5041"/>
                </a:lnTo>
                <a:lnTo>
                  <a:pt x="19263" y="4900"/>
                </a:lnTo>
                <a:lnTo>
                  <a:pt x="19122" y="4842"/>
                </a:lnTo>
                <a:lnTo>
                  <a:pt x="18981" y="4754"/>
                </a:lnTo>
                <a:lnTo>
                  <a:pt x="18875" y="4754"/>
                </a:lnTo>
                <a:lnTo>
                  <a:pt x="18769" y="4785"/>
                </a:lnTo>
                <a:lnTo>
                  <a:pt x="18699" y="4869"/>
                </a:lnTo>
                <a:lnTo>
                  <a:pt x="18593" y="4869"/>
                </a:lnTo>
                <a:lnTo>
                  <a:pt x="18452" y="4842"/>
                </a:lnTo>
                <a:lnTo>
                  <a:pt x="18346" y="4842"/>
                </a:lnTo>
                <a:lnTo>
                  <a:pt x="18240" y="4900"/>
                </a:lnTo>
                <a:lnTo>
                  <a:pt x="18064" y="4926"/>
                </a:lnTo>
                <a:lnTo>
                  <a:pt x="17923" y="4957"/>
                </a:lnTo>
                <a:lnTo>
                  <a:pt x="17817" y="4957"/>
                </a:lnTo>
                <a:lnTo>
                  <a:pt x="17639" y="4926"/>
                </a:lnTo>
                <a:lnTo>
                  <a:pt x="17534" y="4957"/>
                </a:lnTo>
                <a:lnTo>
                  <a:pt x="17428" y="4983"/>
                </a:lnTo>
                <a:lnTo>
                  <a:pt x="17251" y="5072"/>
                </a:lnTo>
                <a:lnTo>
                  <a:pt x="17146" y="5103"/>
                </a:lnTo>
                <a:lnTo>
                  <a:pt x="17040" y="5014"/>
                </a:lnTo>
                <a:lnTo>
                  <a:pt x="16934" y="5014"/>
                </a:lnTo>
                <a:lnTo>
                  <a:pt x="16828" y="4983"/>
                </a:lnTo>
                <a:lnTo>
                  <a:pt x="16687" y="4957"/>
                </a:lnTo>
                <a:lnTo>
                  <a:pt x="16546" y="4983"/>
                </a:lnTo>
                <a:lnTo>
                  <a:pt x="16440" y="4957"/>
                </a:lnTo>
                <a:lnTo>
                  <a:pt x="16369" y="4869"/>
                </a:lnTo>
                <a:lnTo>
                  <a:pt x="16264" y="4842"/>
                </a:lnTo>
                <a:lnTo>
                  <a:pt x="16158" y="4812"/>
                </a:lnTo>
                <a:lnTo>
                  <a:pt x="16017" y="4785"/>
                </a:lnTo>
                <a:lnTo>
                  <a:pt x="15911" y="4728"/>
                </a:lnTo>
                <a:lnTo>
                  <a:pt x="15805" y="4670"/>
                </a:lnTo>
                <a:lnTo>
                  <a:pt x="15664" y="4609"/>
                </a:lnTo>
                <a:lnTo>
                  <a:pt x="15558" y="4551"/>
                </a:lnTo>
                <a:lnTo>
                  <a:pt x="15911" y="5504"/>
                </a:lnTo>
                <a:lnTo>
                  <a:pt x="15382" y="4551"/>
                </a:lnTo>
                <a:lnTo>
                  <a:pt x="15241" y="4609"/>
                </a:lnTo>
                <a:lnTo>
                  <a:pt x="15135" y="4670"/>
                </a:lnTo>
                <a:lnTo>
                  <a:pt x="15029" y="4728"/>
                </a:lnTo>
                <a:lnTo>
                  <a:pt x="14923" y="4785"/>
                </a:lnTo>
                <a:lnTo>
                  <a:pt x="14817" y="4842"/>
                </a:lnTo>
                <a:lnTo>
                  <a:pt x="14711" y="4842"/>
                </a:lnTo>
                <a:lnTo>
                  <a:pt x="14606" y="4842"/>
                </a:lnTo>
                <a:lnTo>
                  <a:pt x="14394" y="4785"/>
                </a:lnTo>
                <a:lnTo>
                  <a:pt x="14288" y="4785"/>
                </a:lnTo>
                <a:lnTo>
                  <a:pt x="14112" y="4754"/>
                </a:lnTo>
                <a:lnTo>
                  <a:pt x="14006" y="4728"/>
                </a:lnTo>
                <a:lnTo>
                  <a:pt x="13865" y="4728"/>
                </a:lnTo>
                <a:lnTo>
                  <a:pt x="13688" y="4728"/>
                </a:lnTo>
                <a:lnTo>
                  <a:pt x="13582" y="4728"/>
                </a:lnTo>
                <a:lnTo>
                  <a:pt x="13441" y="4785"/>
                </a:lnTo>
                <a:lnTo>
                  <a:pt x="13336" y="4842"/>
                </a:lnTo>
                <a:lnTo>
                  <a:pt x="13230" y="4900"/>
                </a:lnTo>
                <a:lnTo>
                  <a:pt x="13124" y="4900"/>
                </a:lnTo>
                <a:lnTo>
                  <a:pt x="13018" y="4900"/>
                </a:lnTo>
                <a:lnTo>
                  <a:pt x="12842" y="4869"/>
                </a:lnTo>
                <a:lnTo>
                  <a:pt x="12701" y="4842"/>
                </a:lnTo>
                <a:lnTo>
                  <a:pt x="12559" y="4842"/>
                </a:lnTo>
                <a:lnTo>
                  <a:pt x="12418" y="4842"/>
                </a:lnTo>
                <a:lnTo>
                  <a:pt x="12312" y="4842"/>
                </a:lnTo>
                <a:lnTo>
                  <a:pt x="12207" y="4842"/>
                </a:lnTo>
                <a:lnTo>
                  <a:pt x="12101" y="4812"/>
                </a:lnTo>
                <a:lnTo>
                  <a:pt x="11995" y="4812"/>
                </a:lnTo>
                <a:lnTo>
                  <a:pt x="11889" y="4785"/>
                </a:lnTo>
                <a:lnTo>
                  <a:pt x="11783" y="4785"/>
                </a:lnTo>
                <a:lnTo>
                  <a:pt x="11677" y="4670"/>
                </a:lnTo>
                <a:lnTo>
                  <a:pt x="11572" y="4609"/>
                </a:lnTo>
                <a:lnTo>
                  <a:pt x="11431" y="4609"/>
                </a:lnTo>
                <a:lnTo>
                  <a:pt x="11289" y="4640"/>
                </a:lnTo>
                <a:lnTo>
                  <a:pt x="11219" y="4728"/>
                </a:lnTo>
                <a:lnTo>
                  <a:pt x="11113" y="4785"/>
                </a:lnTo>
                <a:lnTo>
                  <a:pt x="11007" y="4869"/>
                </a:lnTo>
                <a:lnTo>
                  <a:pt x="10866" y="4926"/>
                </a:lnTo>
                <a:lnTo>
                  <a:pt x="10725" y="4869"/>
                </a:lnTo>
                <a:lnTo>
                  <a:pt x="10584" y="4842"/>
                </a:lnTo>
                <a:lnTo>
                  <a:pt x="10478" y="4842"/>
                </a:lnTo>
                <a:lnTo>
                  <a:pt x="10372" y="4812"/>
                </a:lnTo>
                <a:lnTo>
                  <a:pt x="10266" y="4842"/>
                </a:lnTo>
                <a:lnTo>
                  <a:pt x="10160" y="4869"/>
                </a:lnTo>
                <a:lnTo>
                  <a:pt x="9984" y="4869"/>
                </a:lnTo>
                <a:lnTo>
                  <a:pt x="9878" y="4842"/>
                </a:lnTo>
                <a:lnTo>
                  <a:pt x="9737" y="4842"/>
                </a:lnTo>
                <a:lnTo>
                  <a:pt x="9631" y="4869"/>
                </a:lnTo>
                <a:lnTo>
                  <a:pt x="9526" y="4869"/>
                </a:lnTo>
                <a:lnTo>
                  <a:pt x="9420" y="4785"/>
                </a:lnTo>
                <a:lnTo>
                  <a:pt x="9314" y="4812"/>
                </a:lnTo>
                <a:lnTo>
                  <a:pt x="9208" y="4785"/>
                </a:lnTo>
                <a:lnTo>
                  <a:pt x="9102" y="4812"/>
                </a:lnTo>
                <a:lnTo>
                  <a:pt x="8926" y="4842"/>
                </a:lnTo>
                <a:lnTo>
                  <a:pt x="8820" y="4900"/>
                </a:lnTo>
                <a:lnTo>
                  <a:pt x="8679" y="4957"/>
                </a:lnTo>
                <a:lnTo>
                  <a:pt x="8467" y="4957"/>
                </a:lnTo>
                <a:lnTo>
                  <a:pt x="8326" y="4957"/>
                </a:lnTo>
                <a:lnTo>
                  <a:pt x="8185" y="4957"/>
                </a:lnTo>
                <a:lnTo>
                  <a:pt x="8079" y="4983"/>
                </a:lnTo>
                <a:lnTo>
                  <a:pt x="7973" y="4900"/>
                </a:lnTo>
                <a:lnTo>
                  <a:pt x="7832" y="4842"/>
                </a:lnTo>
                <a:lnTo>
                  <a:pt x="7726" y="4785"/>
                </a:lnTo>
                <a:lnTo>
                  <a:pt x="7621" y="4842"/>
                </a:lnTo>
                <a:lnTo>
                  <a:pt x="7515" y="4900"/>
                </a:lnTo>
                <a:lnTo>
                  <a:pt x="7409" y="4926"/>
                </a:lnTo>
                <a:lnTo>
                  <a:pt x="7338" y="4842"/>
                </a:lnTo>
                <a:lnTo>
                  <a:pt x="7232" y="4842"/>
                </a:lnTo>
                <a:lnTo>
                  <a:pt x="7127" y="4869"/>
                </a:lnTo>
                <a:lnTo>
                  <a:pt x="6986" y="4900"/>
                </a:lnTo>
                <a:lnTo>
                  <a:pt x="6844" y="4900"/>
                </a:lnTo>
                <a:lnTo>
                  <a:pt x="6739" y="4900"/>
                </a:lnTo>
                <a:lnTo>
                  <a:pt x="6633" y="4900"/>
                </a:lnTo>
                <a:lnTo>
                  <a:pt x="6492" y="4926"/>
                </a:lnTo>
                <a:lnTo>
                  <a:pt x="6386" y="4983"/>
                </a:lnTo>
                <a:lnTo>
                  <a:pt x="6280" y="5014"/>
                </a:lnTo>
                <a:lnTo>
                  <a:pt x="6174" y="4957"/>
                </a:lnTo>
                <a:lnTo>
                  <a:pt x="6068" y="4900"/>
                </a:lnTo>
                <a:lnTo>
                  <a:pt x="5926" y="4957"/>
                </a:lnTo>
                <a:lnTo>
                  <a:pt x="5785" y="5014"/>
                </a:lnTo>
                <a:lnTo>
                  <a:pt x="5644" y="5072"/>
                </a:lnTo>
                <a:lnTo>
                  <a:pt x="5644" y="4957"/>
                </a:lnTo>
                <a:lnTo>
                  <a:pt x="5503" y="4957"/>
                </a:lnTo>
                <a:lnTo>
                  <a:pt x="5362" y="4983"/>
                </a:lnTo>
                <a:lnTo>
                  <a:pt x="5256" y="4957"/>
                </a:lnTo>
                <a:lnTo>
                  <a:pt x="5115" y="4926"/>
                </a:lnTo>
                <a:lnTo>
                  <a:pt x="5009" y="4957"/>
                </a:lnTo>
                <a:lnTo>
                  <a:pt x="4868" y="4957"/>
                </a:lnTo>
                <a:lnTo>
                  <a:pt x="4762" y="4957"/>
                </a:lnTo>
                <a:lnTo>
                  <a:pt x="4727" y="4869"/>
                </a:lnTo>
                <a:lnTo>
                  <a:pt x="4621" y="4842"/>
                </a:lnTo>
                <a:lnTo>
                  <a:pt x="4515" y="4842"/>
                </a:lnTo>
                <a:lnTo>
                  <a:pt x="4409" y="4869"/>
                </a:lnTo>
                <a:lnTo>
                  <a:pt x="4268" y="4900"/>
                </a:lnTo>
                <a:lnTo>
                  <a:pt x="4162" y="4926"/>
                </a:lnTo>
                <a:lnTo>
                  <a:pt x="4056" y="4957"/>
                </a:lnTo>
                <a:lnTo>
                  <a:pt x="3951" y="4957"/>
                </a:lnTo>
                <a:lnTo>
                  <a:pt x="3845" y="4983"/>
                </a:lnTo>
                <a:lnTo>
                  <a:pt x="3668" y="5014"/>
                </a:lnTo>
                <a:lnTo>
                  <a:pt x="3563" y="5041"/>
                </a:lnTo>
                <a:lnTo>
                  <a:pt x="3457" y="5072"/>
                </a:lnTo>
                <a:lnTo>
                  <a:pt x="3351" y="5072"/>
                </a:lnTo>
                <a:lnTo>
                  <a:pt x="3245" y="5072"/>
                </a:lnTo>
                <a:lnTo>
                  <a:pt x="3139" y="5041"/>
                </a:lnTo>
                <a:lnTo>
                  <a:pt x="3033" y="5041"/>
                </a:lnTo>
                <a:lnTo>
                  <a:pt x="2928" y="5072"/>
                </a:lnTo>
                <a:lnTo>
                  <a:pt x="2822" y="5072"/>
                </a:lnTo>
                <a:lnTo>
                  <a:pt x="2716" y="5072"/>
                </a:lnTo>
                <a:lnTo>
                  <a:pt x="2575" y="5072"/>
                </a:lnTo>
                <a:lnTo>
                  <a:pt x="2398" y="5103"/>
                </a:lnTo>
                <a:lnTo>
                  <a:pt x="2257" y="5160"/>
                </a:lnTo>
                <a:lnTo>
                  <a:pt x="2151" y="5186"/>
                </a:lnTo>
                <a:lnTo>
                  <a:pt x="2046" y="5186"/>
                </a:lnTo>
                <a:lnTo>
                  <a:pt x="1940" y="5186"/>
                </a:lnTo>
                <a:lnTo>
                  <a:pt x="1834" y="5186"/>
                </a:lnTo>
                <a:lnTo>
                  <a:pt x="1693" y="5160"/>
                </a:lnTo>
                <a:lnTo>
                  <a:pt x="1552" y="5129"/>
                </a:lnTo>
                <a:lnTo>
                  <a:pt x="1411" y="5103"/>
                </a:lnTo>
                <a:lnTo>
                  <a:pt x="1305" y="5041"/>
                </a:lnTo>
                <a:lnTo>
                  <a:pt x="1199" y="4983"/>
                </a:lnTo>
                <a:lnTo>
                  <a:pt x="1093" y="4957"/>
                </a:lnTo>
                <a:lnTo>
                  <a:pt x="987" y="4957"/>
                </a:lnTo>
                <a:lnTo>
                  <a:pt x="846" y="4957"/>
                </a:lnTo>
                <a:lnTo>
                  <a:pt x="740" y="4957"/>
                </a:lnTo>
                <a:lnTo>
                  <a:pt x="635" y="4957"/>
                </a:lnTo>
                <a:lnTo>
                  <a:pt x="529" y="4983"/>
                </a:lnTo>
                <a:lnTo>
                  <a:pt x="423" y="5014"/>
                </a:lnTo>
                <a:lnTo>
                  <a:pt x="282" y="5041"/>
                </a:lnTo>
                <a:lnTo>
                  <a:pt x="141" y="5041"/>
                </a:lnTo>
                <a:lnTo>
                  <a:pt x="35" y="5041"/>
                </a:lnTo>
                <a:lnTo>
                  <a:pt x="0" y="4957"/>
                </a:lnTo>
                <a:lnTo>
                  <a:pt x="0" y="2504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208160" y="3800520"/>
            <a:ext cx="754236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Where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is the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 txBox="1"/>
          <p:nvPr/>
        </p:nvSpPr>
        <p:spPr>
          <a:xfrm>
            <a:off x="282600" y="695160"/>
            <a:ext cx="8434440" cy="54705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"Where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BY SIZE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Field2.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216000" y="2768760"/>
            <a:ext cx="8547480" cy="1981440"/>
          </a:xfrm>
          <a:custGeom>
            <a:avLst/>
            <a:gdLst/>
            <a:ahLst/>
            <a:rect l="0" t="0" r="r" b="b"/>
            <a:pathLst>
              <a:path w="23743" h="5504">
                <a:moveTo>
                  <a:pt x="0" y="2504"/>
                </a:moveTo>
                <a:lnTo>
                  <a:pt x="141" y="2447"/>
                </a:lnTo>
                <a:lnTo>
                  <a:pt x="282" y="2420"/>
                </a:lnTo>
                <a:lnTo>
                  <a:pt x="423" y="2390"/>
                </a:lnTo>
                <a:lnTo>
                  <a:pt x="529" y="2363"/>
                </a:lnTo>
                <a:lnTo>
                  <a:pt x="635" y="2332"/>
                </a:lnTo>
                <a:lnTo>
                  <a:pt x="776" y="2306"/>
                </a:lnTo>
                <a:lnTo>
                  <a:pt x="917" y="2306"/>
                </a:lnTo>
                <a:lnTo>
                  <a:pt x="1058" y="2332"/>
                </a:lnTo>
                <a:lnTo>
                  <a:pt x="1199" y="2332"/>
                </a:lnTo>
                <a:lnTo>
                  <a:pt x="1375" y="2306"/>
                </a:lnTo>
                <a:lnTo>
                  <a:pt x="1446" y="2218"/>
                </a:lnTo>
                <a:lnTo>
                  <a:pt x="1552" y="2160"/>
                </a:lnTo>
                <a:lnTo>
                  <a:pt x="1587" y="2072"/>
                </a:lnTo>
                <a:lnTo>
                  <a:pt x="1693" y="2103"/>
                </a:lnTo>
                <a:lnTo>
                  <a:pt x="1834" y="2072"/>
                </a:lnTo>
                <a:lnTo>
                  <a:pt x="2046" y="2015"/>
                </a:lnTo>
                <a:lnTo>
                  <a:pt x="2187" y="1957"/>
                </a:lnTo>
                <a:lnTo>
                  <a:pt x="2257" y="2072"/>
                </a:lnTo>
                <a:lnTo>
                  <a:pt x="2328" y="2160"/>
                </a:lnTo>
                <a:lnTo>
                  <a:pt x="2434" y="2134"/>
                </a:lnTo>
                <a:lnTo>
                  <a:pt x="2540" y="2103"/>
                </a:lnTo>
                <a:lnTo>
                  <a:pt x="2681" y="2160"/>
                </a:lnTo>
                <a:lnTo>
                  <a:pt x="2822" y="2248"/>
                </a:lnTo>
                <a:lnTo>
                  <a:pt x="2963" y="2306"/>
                </a:lnTo>
                <a:lnTo>
                  <a:pt x="3069" y="2306"/>
                </a:lnTo>
                <a:lnTo>
                  <a:pt x="3175" y="2306"/>
                </a:lnTo>
                <a:lnTo>
                  <a:pt x="3316" y="2306"/>
                </a:lnTo>
                <a:lnTo>
                  <a:pt x="3421" y="2363"/>
                </a:lnTo>
                <a:lnTo>
                  <a:pt x="3527" y="2420"/>
                </a:lnTo>
                <a:lnTo>
                  <a:pt x="3633" y="2447"/>
                </a:lnTo>
                <a:lnTo>
                  <a:pt x="3739" y="2478"/>
                </a:lnTo>
                <a:lnTo>
                  <a:pt x="3774" y="1671"/>
                </a:lnTo>
                <a:lnTo>
                  <a:pt x="3810" y="1816"/>
                </a:lnTo>
                <a:lnTo>
                  <a:pt x="3880" y="1957"/>
                </a:lnTo>
                <a:lnTo>
                  <a:pt x="3951" y="2072"/>
                </a:lnTo>
                <a:lnTo>
                  <a:pt x="4021" y="2191"/>
                </a:lnTo>
                <a:lnTo>
                  <a:pt x="4056" y="2275"/>
                </a:lnTo>
                <a:lnTo>
                  <a:pt x="4127" y="2363"/>
                </a:lnTo>
                <a:lnTo>
                  <a:pt x="4233" y="2420"/>
                </a:lnTo>
                <a:lnTo>
                  <a:pt x="4339" y="2420"/>
                </a:lnTo>
                <a:lnTo>
                  <a:pt x="4445" y="2420"/>
                </a:lnTo>
                <a:lnTo>
                  <a:pt x="4550" y="2390"/>
                </a:lnTo>
                <a:lnTo>
                  <a:pt x="4656" y="2363"/>
                </a:lnTo>
                <a:lnTo>
                  <a:pt x="4762" y="2332"/>
                </a:lnTo>
                <a:lnTo>
                  <a:pt x="4797" y="2248"/>
                </a:lnTo>
                <a:lnTo>
                  <a:pt x="4938" y="2191"/>
                </a:lnTo>
                <a:lnTo>
                  <a:pt x="5044" y="2134"/>
                </a:lnTo>
                <a:lnTo>
                  <a:pt x="5221" y="2103"/>
                </a:lnTo>
                <a:lnTo>
                  <a:pt x="5326" y="2103"/>
                </a:lnTo>
                <a:lnTo>
                  <a:pt x="5432" y="2103"/>
                </a:lnTo>
                <a:lnTo>
                  <a:pt x="5573" y="2072"/>
                </a:lnTo>
                <a:lnTo>
                  <a:pt x="5679" y="2015"/>
                </a:lnTo>
                <a:lnTo>
                  <a:pt x="5785" y="2046"/>
                </a:lnTo>
                <a:lnTo>
                  <a:pt x="5891" y="2046"/>
                </a:lnTo>
                <a:lnTo>
                  <a:pt x="5926" y="2191"/>
                </a:lnTo>
                <a:lnTo>
                  <a:pt x="6068" y="2275"/>
                </a:lnTo>
                <a:lnTo>
                  <a:pt x="6209" y="2248"/>
                </a:lnTo>
                <a:lnTo>
                  <a:pt x="6351" y="2248"/>
                </a:lnTo>
                <a:lnTo>
                  <a:pt x="6456" y="2248"/>
                </a:lnTo>
                <a:lnTo>
                  <a:pt x="6633" y="2248"/>
                </a:lnTo>
                <a:lnTo>
                  <a:pt x="6774" y="2248"/>
                </a:lnTo>
                <a:lnTo>
                  <a:pt x="6880" y="2218"/>
                </a:lnTo>
                <a:lnTo>
                  <a:pt x="6986" y="2218"/>
                </a:lnTo>
                <a:lnTo>
                  <a:pt x="7162" y="2191"/>
                </a:lnTo>
                <a:lnTo>
                  <a:pt x="7303" y="2191"/>
                </a:lnTo>
                <a:lnTo>
                  <a:pt x="7656" y="2134"/>
                </a:lnTo>
                <a:lnTo>
                  <a:pt x="7797" y="2072"/>
                </a:lnTo>
                <a:lnTo>
                  <a:pt x="7938" y="2072"/>
                </a:lnTo>
                <a:lnTo>
                  <a:pt x="8079" y="2015"/>
                </a:lnTo>
                <a:lnTo>
                  <a:pt x="8220" y="1957"/>
                </a:lnTo>
                <a:lnTo>
                  <a:pt x="8326" y="1957"/>
                </a:lnTo>
                <a:lnTo>
                  <a:pt x="8644" y="1931"/>
                </a:lnTo>
                <a:lnTo>
                  <a:pt x="8785" y="1900"/>
                </a:lnTo>
                <a:lnTo>
                  <a:pt x="8926" y="1900"/>
                </a:lnTo>
                <a:lnTo>
                  <a:pt x="9067" y="1874"/>
                </a:lnTo>
                <a:lnTo>
                  <a:pt x="9173" y="1843"/>
                </a:lnTo>
                <a:lnTo>
                  <a:pt x="9349" y="1785"/>
                </a:lnTo>
                <a:lnTo>
                  <a:pt x="9490" y="1759"/>
                </a:lnTo>
                <a:lnTo>
                  <a:pt x="9843" y="1728"/>
                </a:lnTo>
                <a:lnTo>
                  <a:pt x="9984" y="1702"/>
                </a:lnTo>
                <a:lnTo>
                  <a:pt x="10090" y="1671"/>
                </a:lnTo>
                <a:lnTo>
                  <a:pt x="10231" y="1759"/>
                </a:lnTo>
                <a:lnTo>
                  <a:pt x="10337" y="1843"/>
                </a:lnTo>
                <a:lnTo>
                  <a:pt x="10478" y="1843"/>
                </a:lnTo>
                <a:lnTo>
                  <a:pt x="10584" y="1843"/>
                </a:lnTo>
                <a:lnTo>
                  <a:pt x="10725" y="1843"/>
                </a:lnTo>
                <a:lnTo>
                  <a:pt x="10866" y="1874"/>
                </a:lnTo>
                <a:lnTo>
                  <a:pt x="11360" y="0"/>
                </a:lnTo>
                <a:lnTo>
                  <a:pt x="11007" y="1900"/>
                </a:lnTo>
                <a:lnTo>
                  <a:pt x="11078" y="2015"/>
                </a:lnTo>
                <a:lnTo>
                  <a:pt x="11148" y="2103"/>
                </a:lnTo>
                <a:lnTo>
                  <a:pt x="11325" y="2103"/>
                </a:lnTo>
                <a:lnTo>
                  <a:pt x="11431" y="2134"/>
                </a:lnTo>
                <a:lnTo>
                  <a:pt x="11536" y="2191"/>
                </a:lnTo>
                <a:lnTo>
                  <a:pt x="11642" y="2134"/>
                </a:lnTo>
                <a:lnTo>
                  <a:pt x="11783" y="2046"/>
                </a:lnTo>
                <a:lnTo>
                  <a:pt x="11854" y="1957"/>
                </a:lnTo>
                <a:lnTo>
                  <a:pt x="11960" y="1931"/>
                </a:lnTo>
                <a:lnTo>
                  <a:pt x="12066" y="1900"/>
                </a:lnTo>
                <a:lnTo>
                  <a:pt x="12207" y="1843"/>
                </a:lnTo>
                <a:lnTo>
                  <a:pt x="12312" y="1816"/>
                </a:lnTo>
                <a:lnTo>
                  <a:pt x="12489" y="1843"/>
                </a:lnTo>
                <a:lnTo>
                  <a:pt x="12701" y="1843"/>
                </a:lnTo>
                <a:lnTo>
                  <a:pt x="12842" y="1816"/>
                </a:lnTo>
                <a:lnTo>
                  <a:pt x="12947" y="1785"/>
                </a:lnTo>
                <a:lnTo>
                  <a:pt x="13089" y="1785"/>
                </a:lnTo>
                <a:lnTo>
                  <a:pt x="13194" y="1785"/>
                </a:lnTo>
                <a:lnTo>
                  <a:pt x="13300" y="1785"/>
                </a:lnTo>
                <a:lnTo>
                  <a:pt x="13441" y="1843"/>
                </a:lnTo>
                <a:lnTo>
                  <a:pt x="13582" y="1900"/>
                </a:lnTo>
                <a:lnTo>
                  <a:pt x="13724" y="1957"/>
                </a:lnTo>
                <a:lnTo>
                  <a:pt x="13865" y="1957"/>
                </a:lnTo>
                <a:lnTo>
                  <a:pt x="13971" y="1988"/>
                </a:lnTo>
                <a:lnTo>
                  <a:pt x="14076" y="1988"/>
                </a:lnTo>
                <a:lnTo>
                  <a:pt x="14182" y="1988"/>
                </a:lnTo>
                <a:lnTo>
                  <a:pt x="14288" y="1988"/>
                </a:lnTo>
                <a:lnTo>
                  <a:pt x="14394" y="1957"/>
                </a:lnTo>
                <a:lnTo>
                  <a:pt x="14535" y="1957"/>
                </a:lnTo>
                <a:lnTo>
                  <a:pt x="14888" y="1900"/>
                </a:lnTo>
                <a:lnTo>
                  <a:pt x="14994" y="1843"/>
                </a:lnTo>
                <a:lnTo>
                  <a:pt x="15346" y="1785"/>
                </a:lnTo>
                <a:lnTo>
                  <a:pt x="15452" y="1728"/>
                </a:lnTo>
                <a:lnTo>
                  <a:pt x="15558" y="1671"/>
                </a:lnTo>
                <a:lnTo>
                  <a:pt x="15664" y="1671"/>
                </a:lnTo>
                <a:lnTo>
                  <a:pt x="15805" y="1613"/>
                </a:lnTo>
                <a:lnTo>
                  <a:pt x="15946" y="1556"/>
                </a:lnTo>
                <a:lnTo>
                  <a:pt x="16052" y="1499"/>
                </a:lnTo>
                <a:lnTo>
                  <a:pt x="16158" y="1441"/>
                </a:lnTo>
                <a:lnTo>
                  <a:pt x="16228" y="1556"/>
                </a:lnTo>
                <a:lnTo>
                  <a:pt x="16299" y="1640"/>
                </a:lnTo>
                <a:lnTo>
                  <a:pt x="16511" y="1671"/>
                </a:lnTo>
                <a:lnTo>
                  <a:pt x="16687" y="1671"/>
                </a:lnTo>
                <a:lnTo>
                  <a:pt x="16793" y="1671"/>
                </a:lnTo>
                <a:lnTo>
                  <a:pt x="16934" y="1640"/>
                </a:lnTo>
                <a:lnTo>
                  <a:pt x="17075" y="1613"/>
                </a:lnTo>
                <a:lnTo>
                  <a:pt x="17216" y="1556"/>
                </a:lnTo>
                <a:lnTo>
                  <a:pt x="17322" y="1556"/>
                </a:lnTo>
                <a:lnTo>
                  <a:pt x="17463" y="1525"/>
                </a:lnTo>
                <a:lnTo>
                  <a:pt x="17569" y="1499"/>
                </a:lnTo>
                <a:lnTo>
                  <a:pt x="17675" y="1499"/>
                </a:lnTo>
                <a:lnTo>
                  <a:pt x="17781" y="1499"/>
                </a:lnTo>
                <a:lnTo>
                  <a:pt x="17887" y="1441"/>
                </a:lnTo>
                <a:lnTo>
                  <a:pt x="18064" y="1411"/>
                </a:lnTo>
                <a:lnTo>
                  <a:pt x="18170" y="1384"/>
                </a:lnTo>
                <a:lnTo>
                  <a:pt x="18275" y="1327"/>
                </a:lnTo>
                <a:lnTo>
                  <a:pt x="18417" y="1265"/>
                </a:lnTo>
                <a:lnTo>
                  <a:pt x="18558" y="1208"/>
                </a:lnTo>
                <a:lnTo>
                  <a:pt x="18699" y="1150"/>
                </a:lnTo>
                <a:lnTo>
                  <a:pt x="18805" y="1093"/>
                </a:lnTo>
                <a:lnTo>
                  <a:pt x="18875" y="1181"/>
                </a:lnTo>
                <a:lnTo>
                  <a:pt x="18910" y="1265"/>
                </a:lnTo>
                <a:lnTo>
                  <a:pt x="19016" y="1384"/>
                </a:lnTo>
                <a:lnTo>
                  <a:pt x="19122" y="1441"/>
                </a:lnTo>
                <a:lnTo>
                  <a:pt x="19263" y="1468"/>
                </a:lnTo>
                <a:lnTo>
                  <a:pt x="19404" y="1499"/>
                </a:lnTo>
                <a:lnTo>
                  <a:pt x="19581" y="1499"/>
                </a:lnTo>
                <a:lnTo>
                  <a:pt x="19687" y="1525"/>
                </a:lnTo>
                <a:lnTo>
                  <a:pt x="19792" y="1525"/>
                </a:lnTo>
                <a:lnTo>
                  <a:pt x="19969" y="1525"/>
                </a:lnTo>
                <a:lnTo>
                  <a:pt x="20322" y="1556"/>
                </a:lnTo>
                <a:lnTo>
                  <a:pt x="20674" y="1556"/>
                </a:lnTo>
                <a:lnTo>
                  <a:pt x="20780" y="1556"/>
                </a:lnTo>
                <a:lnTo>
                  <a:pt x="20886" y="1556"/>
                </a:lnTo>
                <a:lnTo>
                  <a:pt x="20992" y="1583"/>
                </a:lnTo>
                <a:lnTo>
                  <a:pt x="21098" y="1556"/>
                </a:lnTo>
                <a:lnTo>
                  <a:pt x="21203" y="1556"/>
                </a:lnTo>
                <a:lnTo>
                  <a:pt x="21309" y="1556"/>
                </a:lnTo>
                <a:lnTo>
                  <a:pt x="21415" y="1556"/>
                </a:lnTo>
                <a:lnTo>
                  <a:pt x="21521" y="1613"/>
                </a:lnTo>
                <a:lnTo>
                  <a:pt x="21627" y="1613"/>
                </a:lnTo>
                <a:lnTo>
                  <a:pt x="21768" y="1671"/>
                </a:lnTo>
                <a:lnTo>
                  <a:pt x="21874" y="1728"/>
                </a:lnTo>
                <a:lnTo>
                  <a:pt x="22050" y="1728"/>
                </a:lnTo>
                <a:lnTo>
                  <a:pt x="22227" y="1728"/>
                </a:lnTo>
                <a:lnTo>
                  <a:pt x="22332" y="1728"/>
                </a:lnTo>
                <a:lnTo>
                  <a:pt x="22473" y="1728"/>
                </a:lnTo>
                <a:lnTo>
                  <a:pt x="22579" y="1728"/>
                </a:lnTo>
                <a:lnTo>
                  <a:pt x="22685" y="1728"/>
                </a:lnTo>
                <a:lnTo>
                  <a:pt x="22791" y="1671"/>
                </a:lnTo>
                <a:lnTo>
                  <a:pt x="22897" y="1640"/>
                </a:lnTo>
                <a:lnTo>
                  <a:pt x="23038" y="1640"/>
                </a:lnTo>
                <a:lnTo>
                  <a:pt x="23144" y="1640"/>
                </a:lnTo>
                <a:lnTo>
                  <a:pt x="23250" y="1613"/>
                </a:lnTo>
                <a:lnTo>
                  <a:pt x="23355" y="1556"/>
                </a:lnTo>
                <a:lnTo>
                  <a:pt x="23461" y="1468"/>
                </a:lnTo>
                <a:lnTo>
                  <a:pt x="23567" y="1384"/>
                </a:lnTo>
                <a:lnTo>
                  <a:pt x="23673" y="1327"/>
                </a:lnTo>
                <a:lnTo>
                  <a:pt x="23743" y="5447"/>
                </a:lnTo>
                <a:lnTo>
                  <a:pt x="23285" y="5332"/>
                </a:lnTo>
                <a:lnTo>
                  <a:pt x="23179" y="5301"/>
                </a:lnTo>
                <a:lnTo>
                  <a:pt x="23073" y="5244"/>
                </a:lnTo>
                <a:lnTo>
                  <a:pt x="22967" y="5217"/>
                </a:lnTo>
                <a:lnTo>
                  <a:pt x="22932" y="5103"/>
                </a:lnTo>
                <a:lnTo>
                  <a:pt x="22862" y="4983"/>
                </a:lnTo>
                <a:lnTo>
                  <a:pt x="22756" y="4869"/>
                </a:lnTo>
                <a:lnTo>
                  <a:pt x="22615" y="4957"/>
                </a:lnTo>
                <a:lnTo>
                  <a:pt x="22438" y="5072"/>
                </a:lnTo>
                <a:lnTo>
                  <a:pt x="22297" y="5014"/>
                </a:lnTo>
                <a:lnTo>
                  <a:pt x="22121" y="4957"/>
                </a:lnTo>
                <a:lnTo>
                  <a:pt x="21980" y="4983"/>
                </a:lnTo>
                <a:lnTo>
                  <a:pt x="21874" y="4926"/>
                </a:lnTo>
                <a:lnTo>
                  <a:pt x="21733" y="4926"/>
                </a:lnTo>
                <a:lnTo>
                  <a:pt x="21627" y="4983"/>
                </a:lnTo>
                <a:lnTo>
                  <a:pt x="21486" y="5014"/>
                </a:lnTo>
                <a:lnTo>
                  <a:pt x="21345" y="5041"/>
                </a:lnTo>
                <a:lnTo>
                  <a:pt x="21168" y="5072"/>
                </a:lnTo>
                <a:lnTo>
                  <a:pt x="21027" y="5072"/>
                </a:lnTo>
                <a:lnTo>
                  <a:pt x="20886" y="5103"/>
                </a:lnTo>
                <a:lnTo>
                  <a:pt x="20745" y="5129"/>
                </a:lnTo>
                <a:lnTo>
                  <a:pt x="20639" y="5217"/>
                </a:lnTo>
                <a:lnTo>
                  <a:pt x="20463" y="5301"/>
                </a:lnTo>
                <a:lnTo>
                  <a:pt x="20357" y="5416"/>
                </a:lnTo>
                <a:lnTo>
                  <a:pt x="20286" y="5332"/>
                </a:lnTo>
                <a:lnTo>
                  <a:pt x="20180" y="5301"/>
                </a:lnTo>
                <a:lnTo>
                  <a:pt x="20075" y="5217"/>
                </a:lnTo>
                <a:lnTo>
                  <a:pt x="19969" y="5186"/>
                </a:lnTo>
                <a:lnTo>
                  <a:pt x="19898" y="5103"/>
                </a:lnTo>
                <a:lnTo>
                  <a:pt x="19757" y="5103"/>
                </a:lnTo>
                <a:lnTo>
                  <a:pt x="19616" y="5129"/>
                </a:lnTo>
                <a:lnTo>
                  <a:pt x="19510" y="5129"/>
                </a:lnTo>
                <a:lnTo>
                  <a:pt x="19404" y="5041"/>
                </a:lnTo>
                <a:lnTo>
                  <a:pt x="19263" y="4900"/>
                </a:lnTo>
                <a:lnTo>
                  <a:pt x="19122" y="4842"/>
                </a:lnTo>
                <a:lnTo>
                  <a:pt x="18981" y="4754"/>
                </a:lnTo>
                <a:lnTo>
                  <a:pt x="18875" y="4754"/>
                </a:lnTo>
                <a:lnTo>
                  <a:pt x="18769" y="4785"/>
                </a:lnTo>
                <a:lnTo>
                  <a:pt x="18699" y="4869"/>
                </a:lnTo>
                <a:lnTo>
                  <a:pt x="18593" y="4869"/>
                </a:lnTo>
                <a:lnTo>
                  <a:pt x="18452" y="4842"/>
                </a:lnTo>
                <a:lnTo>
                  <a:pt x="18346" y="4842"/>
                </a:lnTo>
                <a:lnTo>
                  <a:pt x="18240" y="4900"/>
                </a:lnTo>
                <a:lnTo>
                  <a:pt x="18064" y="4926"/>
                </a:lnTo>
                <a:lnTo>
                  <a:pt x="17923" y="4957"/>
                </a:lnTo>
                <a:lnTo>
                  <a:pt x="17817" y="4957"/>
                </a:lnTo>
                <a:lnTo>
                  <a:pt x="17639" y="4926"/>
                </a:lnTo>
                <a:lnTo>
                  <a:pt x="17534" y="4957"/>
                </a:lnTo>
                <a:lnTo>
                  <a:pt x="17428" y="4983"/>
                </a:lnTo>
                <a:lnTo>
                  <a:pt x="17251" y="5072"/>
                </a:lnTo>
                <a:lnTo>
                  <a:pt x="17146" y="5103"/>
                </a:lnTo>
                <a:lnTo>
                  <a:pt x="17040" y="5014"/>
                </a:lnTo>
                <a:lnTo>
                  <a:pt x="16934" y="5014"/>
                </a:lnTo>
                <a:lnTo>
                  <a:pt x="16828" y="4983"/>
                </a:lnTo>
                <a:lnTo>
                  <a:pt x="16687" y="4957"/>
                </a:lnTo>
                <a:lnTo>
                  <a:pt x="16546" y="4983"/>
                </a:lnTo>
                <a:lnTo>
                  <a:pt x="16440" y="4957"/>
                </a:lnTo>
                <a:lnTo>
                  <a:pt x="16369" y="4869"/>
                </a:lnTo>
                <a:lnTo>
                  <a:pt x="16264" y="4842"/>
                </a:lnTo>
                <a:lnTo>
                  <a:pt x="16158" y="4812"/>
                </a:lnTo>
                <a:lnTo>
                  <a:pt x="16017" y="4785"/>
                </a:lnTo>
                <a:lnTo>
                  <a:pt x="15911" y="4728"/>
                </a:lnTo>
                <a:lnTo>
                  <a:pt x="15805" y="4670"/>
                </a:lnTo>
                <a:lnTo>
                  <a:pt x="15664" y="4609"/>
                </a:lnTo>
                <a:lnTo>
                  <a:pt x="15558" y="4551"/>
                </a:lnTo>
                <a:lnTo>
                  <a:pt x="15911" y="5504"/>
                </a:lnTo>
                <a:lnTo>
                  <a:pt x="15382" y="4551"/>
                </a:lnTo>
                <a:lnTo>
                  <a:pt x="15241" y="4609"/>
                </a:lnTo>
                <a:lnTo>
                  <a:pt x="15135" y="4670"/>
                </a:lnTo>
                <a:lnTo>
                  <a:pt x="15029" y="4728"/>
                </a:lnTo>
                <a:lnTo>
                  <a:pt x="14923" y="4785"/>
                </a:lnTo>
                <a:lnTo>
                  <a:pt x="14817" y="4842"/>
                </a:lnTo>
                <a:lnTo>
                  <a:pt x="14711" y="4842"/>
                </a:lnTo>
                <a:lnTo>
                  <a:pt x="14606" y="4842"/>
                </a:lnTo>
                <a:lnTo>
                  <a:pt x="14394" y="4785"/>
                </a:lnTo>
                <a:lnTo>
                  <a:pt x="14288" y="4785"/>
                </a:lnTo>
                <a:lnTo>
                  <a:pt x="14112" y="4754"/>
                </a:lnTo>
                <a:lnTo>
                  <a:pt x="14006" y="4728"/>
                </a:lnTo>
                <a:lnTo>
                  <a:pt x="13865" y="4728"/>
                </a:lnTo>
                <a:lnTo>
                  <a:pt x="13688" y="4728"/>
                </a:lnTo>
                <a:lnTo>
                  <a:pt x="13582" y="4728"/>
                </a:lnTo>
                <a:lnTo>
                  <a:pt x="13441" y="4785"/>
                </a:lnTo>
                <a:lnTo>
                  <a:pt x="13336" y="4842"/>
                </a:lnTo>
                <a:lnTo>
                  <a:pt x="13230" y="4900"/>
                </a:lnTo>
                <a:lnTo>
                  <a:pt x="13124" y="4900"/>
                </a:lnTo>
                <a:lnTo>
                  <a:pt x="13018" y="4900"/>
                </a:lnTo>
                <a:lnTo>
                  <a:pt x="12842" y="4869"/>
                </a:lnTo>
                <a:lnTo>
                  <a:pt x="12701" y="4842"/>
                </a:lnTo>
                <a:lnTo>
                  <a:pt x="12559" y="4842"/>
                </a:lnTo>
                <a:lnTo>
                  <a:pt x="12418" y="4842"/>
                </a:lnTo>
                <a:lnTo>
                  <a:pt x="12312" y="4842"/>
                </a:lnTo>
                <a:lnTo>
                  <a:pt x="12207" y="4842"/>
                </a:lnTo>
                <a:lnTo>
                  <a:pt x="12101" y="4812"/>
                </a:lnTo>
                <a:lnTo>
                  <a:pt x="11995" y="4812"/>
                </a:lnTo>
                <a:lnTo>
                  <a:pt x="11889" y="4785"/>
                </a:lnTo>
                <a:lnTo>
                  <a:pt x="11783" y="4785"/>
                </a:lnTo>
                <a:lnTo>
                  <a:pt x="11677" y="4670"/>
                </a:lnTo>
                <a:lnTo>
                  <a:pt x="11572" y="4609"/>
                </a:lnTo>
                <a:lnTo>
                  <a:pt x="11431" y="4609"/>
                </a:lnTo>
                <a:lnTo>
                  <a:pt x="11289" y="4640"/>
                </a:lnTo>
                <a:lnTo>
                  <a:pt x="11219" y="4728"/>
                </a:lnTo>
                <a:lnTo>
                  <a:pt x="11113" y="4785"/>
                </a:lnTo>
                <a:lnTo>
                  <a:pt x="11007" y="4869"/>
                </a:lnTo>
                <a:lnTo>
                  <a:pt x="10866" y="4926"/>
                </a:lnTo>
                <a:lnTo>
                  <a:pt x="10725" y="4869"/>
                </a:lnTo>
                <a:lnTo>
                  <a:pt x="10584" y="4842"/>
                </a:lnTo>
                <a:lnTo>
                  <a:pt x="10478" y="4842"/>
                </a:lnTo>
                <a:lnTo>
                  <a:pt x="10372" y="4812"/>
                </a:lnTo>
                <a:lnTo>
                  <a:pt x="10266" y="4842"/>
                </a:lnTo>
                <a:lnTo>
                  <a:pt x="10160" y="4869"/>
                </a:lnTo>
                <a:lnTo>
                  <a:pt x="9984" y="4869"/>
                </a:lnTo>
                <a:lnTo>
                  <a:pt x="9878" y="4842"/>
                </a:lnTo>
                <a:lnTo>
                  <a:pt x="9737" y="4842"/>
                </a:lnTo>
                <a:lnTo>
                  <a:pt x="9631" y="4869"/>
                </a:lnTo>
                <a:lnTo>
                  <a:pt x="9526" y="4869"/>
                </a:lnTo>
                <a:lnTo>
                  <a:pt x="9420" y="4785"/>
                </a:lnTo>
                <a:lnTo>
                  <a:pt x="9314" y="4812"/>
                </a:lnTo>
                <a:lnTo>
                  <a:pt x="9208" y="4785"/>
                </a:lnTo>
                <a:lnTo>
                  <a:pt x="9102" y="4812"/>
                </a:lnTo>
                <a:lnTo>
                  <a:pt x="8926" y="4842"/>
                </a:lnTo>
                <a:lnTo>
                  <a:pt x="8820" y="4900"/>
                </a:lnTo>
                <a:lnTo>
                  <a:pt x="8679" y="4957"/>
                </a:lnTo>
                <a:lnTo>
                  <a:pt x="8467" y="4957"/>
                </a:lnTo>
                <a:lnTo>
                  <a:pt x="8326" y="4957"/>
                </a:lnTo>
                <a:lnTo>
                  <a:pt x="8185" y="4957"/>
                </a:lnTo>
                <a:lnTo>
                  <a:pt x="8079" y="4983"/>
                </a:lnTo>
                <a:lnTo>
                  <a:pt x="7973" y="4900"/>
                </a:lnTo>
                <a:lnTo>
                  <a:pt x="7832" y="4842"/>
                </a:lnTo>
                <a:lnTo>
                  <a:pt x="7726" y="4785"/>
                </a:lnTo>
                <a:lnTo>
                  <a:pt x="7621" y="4842"/>
                </a:lnTo>
                <a:lnTo>
                  <a:pt x="7515" y="4900"/>
                </a:lnTo>
                <a:lnTo>
                  <a:pt x="7409" y="4926"/>
                </a:lnTo>
                <a:lnTo>
                  <a:pt x="7338" y="4842"/>
                </a:lnTo>
                <a:lnTo>
                  <a:pt x="7232" y="4842"/>
                </a:lnTo>
                <a:lnTo>
                  <a:pt x="7127" y="4869"/>
                </a:lnTo>
                <a:lnTo>
                  <a:pt x="6986" y="4900"/>
                </a:lnTo>
                <a:lnTo>
                  <a:pt x="6844" y="4900"/>
                </a:lnTo>
                <a:lnTo>
                  <a:pt x="6739" y="4900"/>
                </a:lnTo>
                <a:lnTo>
                  <a:pt x="6633" y="4900"/>
                </a:lnTo>
                <a:lnTo>
                  <a:pt x="6492" y="4926"/>
                </a:lnTo>
                <a:lnTo>
                  <a:pt x="6386" y="4983"/>
                </a:lnTo>
                <a:lnTo>
                  <a:pt x="6280" y="5014"/>
                </a:lnTo>
                <a:lnTo>
                  <a:pt x="6174" y="4957"/>
                </a:lnTo>
                <a:lnTo>
                  <a:pt x="6068" y="4900"/>
                </a:lnTo>
                <a:lnTo>
                  <a:pt x="5926" y="4957"/>
                </a:lnTo>
                <a:lnTo>
                  <a:pt x="5785" y="5014"/>
                </a:lnTo>
                <a:lnTo>
                  <a:pt x="5644" y="5072"/>
                </a:lnTo>
                <a:lnTo>
                  <a:pt x="5644" y="4957"/>
                </a:lnTo>
                <a:lnTo>
                  <a:pt x="5503" y="4957"/>
                </a:lnTo>
                <a:lnTo>
                  <a:pt x="5362" y="4983"/>
                </a:lnTo>
                <a:lnTo>
                  <a:pt x="5256" y="4957"/>
                </a:lnTo>
                <a:lnTo>
                  <a:pt x="5115" y="4926"/>
                </a:lnTo>
                <a:lnTo>
                  <a:pt x="5009" y="4957"/>
                </a:lnTo>
                <a:lnTo>
                  <a:pt x="4868" y="4957"/>
                </a:lnTo>
                <a:lnTo>
                  <a:pt x="4762" y="4957"/>
                </a:lnTo>
                <a:lnTo>
                  <a:pt x="4727" y="4869"/>
                </a:lnTo>
                <a:lnTo>
                  <a:pt x="4621" y="4842"/>
                </a:lnTo>
                <a:lnTo>
                  <a:pt x="4515" y="4842"/>
                </a:lnTo>
                <a:lnTo>
                  <a:pt x="4409" y="4869"/>
                </a:lnTo>
                <a:lnTo>
                  <a:pt x="4268" y="4900"/>
                </a:lnTo>
                <a:lnTo>
                  <a:pt x="4162" y="4926"/>
                </a:lnTo>
                <a:lnTo>
                  <a:pt x="4056" y="4957"/>
                </a:lnTo>
                <a:lnTo>
                  <a:pt x="3951" y="4957"/>
                </a:lnTo>
                <a:lnTo>
                  <a:pt x="3845" y="4983"/>
                </a:lnTo>
                <a:lnTo>
                  <a:pt x="3668" y="5014"/>
                </a:lnTo>
                <a:lnTo>
                  <a:pt x="3563" y="5041"/>
                </a:lnTo>
                <a:lnTo>
                  <a:pt x="3457" y="5072"/>
                </a:lnTo>
                <a:lnTo>
                  <a:pt x="3351" y="5072"/>
                </a:lnTo>
                <a:lnTo>
                  <a:pt x="3245" y="5072"/>
                </a:lnTo>
                <a:lnTo>
                  <a:pt x="3139" y="5041"/>
                </a:lnTo>
                <a:lnTo>
                  <a:pt x="3033" y="5041"/>
                </a:lnTo>
                <a:lnTo>
                  <a:pt x="2928" y="5072"/>
                </a:lnTo>
                <a:lnTo>
                  <a:pt x="2822" y="5072"/>
                </a:lnTo>
                <a:lnTo>
                  <a:pt x="2716" y="5072"/>
                </a:lnTo>
                <a:lnTo>
                  <a:pt x="2575" y="5072"/>
                </a:lnTo>
                <a:lnTo>
                  <a:pt x="2398" y="5103"/>
                </a:lnTo>
                <a:lnTo>
                  <a:pt x="2257" y="5160"/>
                </a:lnTo>
                <a:lnTo>
                  <a:pt x="2151" y="5186"/>
                </a:lnTo>
                <a:lnTo>
                  <a:pt x="2046" y="5186"/>
                </a:lnTo>
                <a:lnTo>
                  <a:pt x="1940" y="5186"/>
                </a:lnTo>
                <a:lnTo>
                  <a:pt x="1834" y="5186"/>
                </a:lnTo>
                <a:lnTo>
                  <a:pt x="1693" y="5160"/>
                </a:lnTo>
                <a:lnTo>
                  <a:pt x="1552" y="5129"/>
                </a:lnTo>
                <a:lnTo>
                  <a:pt x="1411" y="5103"/>
                </a:lnTo>
                <a:lnTo>
                  <a:pt x="1305" y="5041"/>
                </a:lnTo>
                <a:lnTo>
                  <a:pt x="1199" y="4983"/>
                </a:lnTo>
                <a:lnTo>
                  <a:pt x="1093" y="4957"/>
                </a:lnTo>
                <a:lnTo>
                  <a:pt x="987" y="4957"/>
                </a:lnTo>
                <a:lnTo>
                  <a:pt x="846" y="4957"/>
                </a:lnTo>
                <a:lnTo>
                  <a:pt x="740" y="4957"/>
                </a:lnTo>
                <a:lnTo>
                  <a:pt x="635" y="4957"/>
                </a:lnTo>
                <a:lnTo>
                  <a:pt x="529" y="4983"/>
                </a:lnTo>
                <a:lnTo>
                  <a:pt x="423" y="5014"/>
                </a:lnTo>
                <a:lnTo>
                  <a:pt x="282" y="5041"/>
                </a:lnTo>
                <a:lnTo>
                  <a:pt x="141" y="5041"/>
                </a:lnTo>
                <a:lnTo>
                  <a:pt x="35" y="5041"/>
                </a:lnTo>
                <a:lnTo>
                  <a:pt x="0" y="4957"/>
                </a:lnTo>
                <a:lnTo>
                  <a:pt x="0" y="2504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208160" y="3800520"/>
            <a:ext cx="75168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This is the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 txBox="1"/>
          <p:nvPr/>
        </p:nvSpPr>
        <p:spPr>
          <a:xfrm>
            <a:off x="282600" y="695160"/>
            <a:ext cx="8434440" cy="54705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Where does this go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BY SIZE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Field2.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216000" y="2768760"/>
            <a:ext cx="8547480" cy="1981440"/>
          </a:xfrm>
          <a:custGeom>
            <a:avLst/>
            <a:gdLst/>
            <a:ahLst/>
            <a:rect l="0" t="0" r="r" b="b"/>
            <a:pathLst>
              <a:path w="23743" h="5504">
                <a:moveTo>
                  <a:pt x="0" y="2504"/>
                </a:moveTo>
                <a:lnTo>
                  <a:pt x="141" y="2447"/>
                </a:lnTo>
                <a:lnTo>
                  <a:pt x="282" y="2420"/>
                </a:lnTo>
                <a:lnTo>
                  <a:pt x="423" y="2390"/>
                </a:lnTo>
                <a:lnTo>
                  <a:pt x="529" y="2363"/>
                </a:lnTo>
                <a:lnTo>
                  <a:pt x="635" y="2332"/>
                </a:lnTo>
                <a:lnTo>
                  <a:pt x="776" y="2306"/>
                </a:lnTo>
                <a:lnTo>
                  <a:pt x="917" y="2306"/>
                </a:lnTo>
                <a:lnTo>
                  <a:pt x="1058" y="2332"/>
                </a:lnTo>
                <a:lnTo>
                  <a:pt x="1199" y="2332"/>
                </a:lnTo>
                <a:lnTo>
                  <a:pt x="1375" y="2306"/>
                </a:lnTo>
                <a:lnTo>
                  <a:pt x="1446" y="2218"/>
                </a:lnTo>
                <a:lnTo>
                  <a:pt x="1552" y="2160"/>
                </a:lnTo>
                <a:lnTo>
                  <a:pt x="1587" y="2072"/>
                </a:lnTo>
                <a:lnTo>
                  <a:pt x="1693" y="2103"/>
                </a:lnTo>
                <a:lnTo>
                  <a:pt x="1834" y="2072"/>
                </a:lnTo>
                <a:lnTo>
                  <a:pt x="2046" y="2015"/>
                </a:lnTo>
                <a:lnTo>
                  <a:pt x="2187" y="1957"/>
                </a:lnTo>
                <a:lnTo>
                  <a:pt x="2257" y="2072"/>
                </a:lnTo>
                <a:lnTo>
                  <a:pt x="2328" y="2160"/>
                </a:lnTo>
                <a:lnTo>
                  <a:pt x="2434" y="2134"/>
                </a:lnTo>
                <a:lnTo>
                  <a:pt x="2540" y="2103"/>
                </a:lnTo>
                <a:lnTo>
                  <a:pt x="2681" y="2160"/>
                </a:lnTo>
                <a:lnTo>
                  <a:pt x="2822" y="2248"/>
                </a:lnTo>
                <a:lnTo>
                  <a:pt x="2963" y="2306"/>
                </a:lnTo>
                <a:lnTo>
                  <a:pt x="3069" y="2306"/>
                </a:lnTo>
                <a:lnTo>
                  <a:pt x="3175" y="2306"/>
                </a:lnTo>
                <a:lnTo>
                  <a:pt x="3316" y="2306"/>
                </a:lnTo>
                <a:lnTo>
                  <a:pt x="3421" y="2363"/>
                </a:lnTo>
                <a:lnTo>
                  <a:pt x="3527" y="2420"/>
                </a:lnTo>
                <a:lnTo>
                  <a:pt x="3633" y="2447"/>
                </a:lnTo>
                <a:lnTo>
                  <a:pt x="3739" y="2478"/>
                </a:lnTo>
                <a:lnTo>
                  <a:pt x="3774" y="1671"/>
                </a:lnTo>
                <a:lnTo>
                  <a:pt x="3810" y="1816"/>
                </a:lnTo>
                <a:lnTo>
                  <a:pt x="3880" y="1957"/>
                </a:lnTo>
                <a:lnTo>
                  <a:pt x="3951" y="2072"/>
                </a:lnTo>
                <a:lnTo>
                  <a:pt x="4021" y="2191"/>
                </a:lnTo>
                <a:lnTo>
                  <a:pt x="4056" y="2275"/>
                </a:lnTo>
                <a:lnTo>
                  <a:pt x="4127" y="2363"/>
                </a:lnTo>
                <a:lnTo>
                  <a:pt x="4233" y="2420"/>
                </a:lnTo>
                <a:lnTo>
                  <a:pt x="4339" y="2420"/>
                </a:lnTo>
                <a:lnTo>
                  <a:pt x="4445" y="2420"/>
                </a:lnTo>
                <a:lnTo>
                  <a:pt x="4550" y="2390"/>
                </a:lnTo>
                <a:lnTo>
                  <a:pt x="4656" y="2363"/>
                </a:lnTo>
                <a:lnTo>
                  <a:pt x="4762" y="2332"/>
                </a:lnTo>
                <a:lnTo>
                  <a:pt x="4797" y="2248"/>
                </a:lnTo>
                <a:lnTo>
                  <a:pt x="4938" y="2191"/>
                </a:lnTo>
                <a:lnTo>
                  <a:pt x="5044" y="2134"/>
                </a:lnTo>
                <a:lnTo>
                  <a:pt x="5221" y="2103"/>
                </a:lnTo>
                <a:lnTo>
                  <a:pt x="5326" y="2103"/>
                </a:lnTo>
                <a:lnTo>
                  <a:pt x="5432" y="2103"/>
                </a:lnTo>
                <a:lnTo>
                  <a:pt x="5573" y="2072"/>
                </a:lnTo>
                <a:lnTo>
                  <a:pt x="5679" y="2015"/>
                </a:lnTo>
                <a:lnTo>
                  <a:pt x="5785" y="2046"/>
                </a:lnTo>
                <a:lnTo>
                  <a:pt x="5891" y="2046"/>
                </a:lnTo>
                <a:lnTo>
                  <a:pt x="5926" y="2191"/>
                </a:lnTo>
                <a:lnTo>
                  <a:pt x="6068" y="2275"/>
                </a:lnTo>
                <a:lnTo>
                  <a:pt x="6209" y="2248"/>
                </a:lnTo>
                <a:lnTo>
                  <a:pt x="6351" y="2248"/>
                </a:lnTo>
                <a:lnTo>
                  <a:pt x="6456" y="2248"/>
                </a:lnTo>
                <a:lnTo>
                  <a:pt x="6633" y="2248"/>
                </a:lnTo>
                <a:lnTo>
                  <a:pt x="6774" y="2248"/>
                </a:lnTo>
                <a:lnTo>
                  <a:pt x="6880" y="2218"/>
                </a:lnTo>
                <a:lnTo>
                  <a:pt x="6986" y="2218"/>
                </a:lnTo>
                <a:lnTo>
                  <a:pt x="7162" y="2191"/>
                </a:lnTo>
                <a:lnTo>
                  <a:pt x="7303" y="2191"/>
                </a:lnTo>
                <a:lnTo>
                  <a:pt x="7656" y="2134"/>
                </a:lnTo>
                <a:lnTo>
                  <a:pt x="7797" y="2072"/>
                </a:lnTo>
                <a:lnTo>
                  <a:pt x="7938" y="2072"/>
                </a:lnTo>
                <a:lnTo>
                  <a:pt x="8079" y="2015"/>
                </a:lnTo>
                <a:lnTo>
                  <a:pt x="8220" y="1957"/>
                </a:lnTo>
                <a:lnTo>
                  <a:pt x="8326" y="1957"/>
                </a:lnTo>
                <a:lnTo>
                  <a:pt x="8644" y="1931"/>
                </a:lnTo>
                <a:lnTo>
                  <a:pt x="8785" y="1900"/>
                </a:lnTo>
                <a:lnTo>
                  <a:pt x="8926" y="1900"/>
                </a:lnTo>
                <a:lnTo>
                  <a:pt x="9067" y="1874"/>
                </a:lnTo>
                <a:lnTo>
                  <a:pt x="9173" y="1843"/>
                </a:lnTo>
                <a:lnTo>
                  <a:pt x="9349" y="1785"/>
                </a:lnTo>
                <a:lnTo>
                  <a:pt x="9490" y="1759"/>
                </a:lnTo>
                <a:lnTo>
                  <a:pt x="9843" y="1728"/>
                </a:lnTo>
                <a:lnTo>
                  <a:pt x="9984" y="1702"/>
                </a:lnTo>
                <a:lnTo>
                  <a:pt x="10090" y="1671"/>
                </a:lnTo>
                <a:lnTo>
                  <a:pt x="10231" y="1759"/>
                </a:lnTo>
                <a:lnTo>
                  <a:pt x="10337" y="1843"/>
                </a:lnTo>
                <a:lnTo>
                  <a:pt x="10478" y="1843"/>
                </a:lnTo>
                <a:lnTo>
                  <a:pt x="10584" y="1843"/>
                </a:lnTo>
                <a:lnTo>
                  <a:pt x="10725" y="1843"/>
                </a:lnTo>
                <a:lnTo>
                  <a:pt x="10866" y="1874"/>
                </a:lnTo>
                <a:lnTo>
                  <a:pt x="11360" y="0"/>
                </a:lnTo>
                <a:lnTo>
                  <a:pt x="11007" y="1900"/>
                </a:lnTo>
                <a:lnTo>
                  <a:pt x="11078" y="2015"/>
                </a:lnTo>
                <a:lnTo>
                  <a:pt x="11148" y="2103"/>
                </a:lnTo>
                <a:lnTo>
                  <a:pt x="11325" y="2103"/>
                </a:lnTo>
                <a:lnTo>
                  <a:pt x="11431" y="2134"/>
                </a:lnTo>
                <a:lnTo>
                  <a:pt x="11536" y="2191"/>
                </a:lnTo>
                <a:lnTo>
                  <a:pt x="11642" y="2134"/>
                </a:lnTo>
                <a:lnTo>
                  <a:pt x="11783" y="2046"/>
                </a:lnTo>
                <a:lnTo>
                  <a:pt x="11854" y="1957"/>
                </a:lnTo>
                <a:lnTo>
                  <a:pt x="11960" y="1931"/>
                </a:lnTo>
                <a:lnTo>
                  <a:pt x="12066" y="1900"/>
                </a:lnTo>
                <a:lnTo>
                  <a:pt x="12207" y="1843"/>
                </a:lnTo>
                <a:lnTo>
                  <a:pt x="12312" y="1816"/>
                </a:lnTo>
                <a:lnTo>
                  <a:pt x="12489" y="1843"/>
                </a:lnTo>
                <a:lnTo>
                  <a:pt x="12701" y="1843"/>
                </a:lnTo>
                <a:lnTo>
                  <a:pt x="12842" y="1816"/>
                </a:lnTo>
                <a:lnTo>
                  <a:pt x="12947" y="1785"/>
                </a:lnTo>
                <a:lnTo>
                  <a:pt x="13089" y="1785"/>
                </a:lnTo>
                <a:lnTo>
                  <a:pt x="13194" y="1785"/>
                </a:lnTo>
                <a:lnTo>
                  <a:pt x="13300" y="1785"/>
                </a:lnTo>
                <a:lnTo>
                  <a:pt x="13441" y="1843"/>
                </a:lnTo>
                <a:lnTo>
                  <a:pt x="13582" y="1900"/>
                </a:lnTo>
                <a:lnTo>
                  <a:pt x="13724" y="1957"/>
                </a:lnTo>
                <a:lnTo>
                  <a:pt x="13865" y="1957"/>
                </a:lnTo>
                <a:lnTo>
                  <a:pt x="13971" y="1988"/>
                </a:lnTo>
                <a:lnTo>
                  <a:pt x="14076" y="1988"/>
                </a:lnTo>
                <a:lnTo>
                  <a:pt x="14182" y="1988"/>
                </a:lnTo>
                <a:lnTo>
                  <a:pt x="14288" y="1988"/>
                </a:lnTo>
                <a:lnTo>
                  <a:pt x="14394" y="1957"/>
                </a:lnTo>
                <a:lnTo>
                  <a:pt x="14535" y="1957"/>
                </a:lnTo>
                <a:lnTo>
                  <a:pt x="14888" y="1900"/>
                </a:lnTo>
                <a:lnTo>
                  <a:pt x="14994" y="1843"/>
                </a:lnTo>
                <a:lnTo>
                  <a:pt x="15346" y="1785"/>
                </a:lnTo>
                <a:lnTo>
                  <a:pt x="15452" y="1728"/>
                </a:lnTo>
                <a:lnTo>
                  <a:pt x="15558" y="1671"/>
                </a:lnTo>
                <a:lnTo>
                  <a:pt x="15664" y="1671"/>
                </a:lnTo>
                <a:lnTo>
                  <a:pt x="15805" y="1613"/>
                </a:lnTo>
                <a:lnTo>
                  <a:pt x="15946" y="1556"/>
                </a:lnTo>
                <a:lnTo>
                  <a:pt x="16052" y="1499"/>
                </a:lnTo>
                <a:lnTo>
                  <a:pt x="16158" y="1441"/>
                </a:lnTo>
                <a:lnTo>
                  <a:pt x="16228" y="1556"/>
                </a:lnTo>
                <a:lnTo>
                  <a:pt x="16299" y="1640"/>
                </a:lnTo>
                <a:lnTo>
                  <a:pt x="16511" y="1671"/>
                </a:lnTo>
                <a:lnTo>
                  <a:pt x="16687" y="1671"/>
                </a:lnTo>
                <a:lnTo>
                  <a:pt x="16793" y="1671"/>
                </a:lnTo>
                <a:lnTo>
                  <a:pt x="16934" y="1640"/>
                </a:lnTo>
                <a:lnTo>
                  <a:pt x="17075" y="1613"/>
                </a:lnTo>
                <a:lnTo>
                  <a:pt x="17216" y="1556"/>
                </a:lnTo>
                <a:lnTo>
                  <a:pt x="17322" y="1556"/>
                </a:lnTo>
                <a:lnTo>
                  <a:pt x="17463" y="1525"/>
                </a:lnTo>
                <a:lnTo>
                  <a:pt x="17569" y="1499"/>
                </a:lnTo>
                <a:lnTo>
                  <a:pt x="17675" y="1499"/>
                </a:lnTo>
                <a:lnTo>
                  <a:pt x="17781" y="1499"/>
                </a:lnTo>
                <a:lnTo>
                  <a:pt x="17887" y="1441"/>
                </a:lnTo>
                <a:lnTo>
                  <a:pt x="18064" y="1411"/>
                </a:lnTo>
                <a:lnTo>
                  <a:pt x="18170" y="1384"/>
                </a:lnTo>
                <a:lnTo>
                  <a:pt x="18275" y="1327"/>
                </a:lnTo>
                <a:lnTo>
                  <a:pt x="18417" y="1265"/>
                </a:lnTo>
                <a:lnTo>
                  <a:pt x="18558" y="1208"/>
                </a:lnTo>
                <a:lnTo>
                  <a:pt x="18699" y="1150"/>
                </a:lnTo>
                <a:lnTo>
                  <a:pt x="18805" y="1093"/>
                </a:lnTo>
                <a:lnTo>
                  <a:pt x="18875" y="1181"/>
                </a:lnTo>
                <a:lnTo>
                  <a:pt x="18910" y="1265"/>
                </a:lnTo>
                <a:lnTo>
                  <a:pt x="19016" y="1384"/>
                </a:lnTo>
                <a:lnTo>
                  <a:pt x="19122" y="1441"/>
                </a:lnTo>
                <a:lnTo>
                  <a:pt x="19263" y="1468"/>
                </a:lnTo>
                <a:lnTo>
                  <a:pt x="19404" y="1499"/>
                </a:lnTo>
                <a:lnTo>
                  <a:pt x="19581" y="1499"/>
                </a:lnTo>
                <a:lnTo>
                  <a:pt x="19687" y="1525"/>
                </a:lnTo>
                <a:lnTo>
                  <a:pt x="19792" y="1525"/>
                </a:lnTo>
                <a:lnTo>
                  <a:pt x="19969" y="1525"/>
                </a:lnTo>
                <a:lnTo>
                  <a:pt x="20322" y="1556"/>
                </a:lnTo>
                <a:lnTo>
                  <a:pt x="20674" y="1556"/>
                </a:lnTo>
                <a:lnTo>
                  <a:pt x="20780" y="1556"/>
                </a:lnTo>
                <a:lnTo>
                  <a:pt x="20886" y="1556"/>
                </a:lnTo>
                <a:lnTo>
                  <a:pt x="20992" y="1583"/>
                </a:lnTo>
                <a:lnTo>
                  <a:pt x="21098" y="1556"/>
                </a:lnTo>
                <a:lnTo>
                  <a:pt x="21203" y="1556"/>
                </a:lnTo>
                <a:lnTo>
                  <a:pt x="21309" y="1556"/>
                </a:lnTo>
                <a:lnTo>
                  <a:pt x="21415" y="1556"/>
                </a:lnTo>
                <a:lnTo>
                  <a:pt x="21521" y="1613"/>
                </a:lnTo>
                <a:lnTo>
                  <a:pt x="21627" y="1613"/>
                </a:lnTo>
                <a:lnTo>
                  <a:pt x="21768" y="1671"/>
                </a:lnTo>
                <a:lnTo>
                  <a:pt x="21874" y="1728"/>
                </a:lnTo>
                <a:lnTo>
                  <a:pt x="22050" y="1728"/>
                </a:lnTo>
                <a:lnTo>
                  <a:pt x="22227" y="1728"/>
                </a:lnTo>
                <a:lnTo>
                  <a:pt x="22332" y="1728"/>
                </a:lnTo>
                <a:lnTo>
                  <a:pt x="22473" y="1728"/>
                </a:lnTo>
                <a:lnTo>
                  <a:pt x="22579" y="1728"/>
                </a:lnTo>
                <a:lnTo>
                  <a:pt x="22685" y="1728"/>
                </a:lnTo>
                <a:lnTo>
                  <a:pt x="22791" y="1671"/>
                </a:lnTo>
                <a:lnTo>
                  <a:pt x="22897" y="1640"/>
                </a:lnTo>
                <a:lnTo>
                  <a:pt x="23038" y="1640"/>
                </a:lnTo>
                <a:lnTo>
                  <a:pt x="23144" y="1640"/>
                </a:lnTo>
                <a:lnTo>
                  <a:pt x="23250" y="1613"/>
                </a:lnTo>
                <a:lnTo>
                  <a:pt x="23355" y="1556"/>
                </a:lnTo>
                <a:lnTo>
                  <a:pt x="23461" y="1468"/>
                </a:lnTo>
                <a:lnTo>
                  <a:pt x="23567" y="1384"/>
                </a:lnTo>
                <a:lnTo>
                  <a:pt x="23673" y="1327"/>
                </a:lnTo>
                <a:lnTo>
                  <a:pt x="23743" y="5447"/>
                </a:lnTo>
                <a:lnTo>
                  <a:pt x="23285" y="5332"/>
                </a:lnTo>
                <a:lnTo>
                  <a:pt x="23179" y="5301"/>
                </a:lnTo>
                <a:lnTo>
                  <a:pt x="23073" y="5244"/>
                </a:lnTo>
                <a:lnTo>
                  <a:pt x="22967" y="5217"/>
                </a:lnTo>
                <a:lnTo>
                  <a:pt x="22932" y="5103"/>
                </a:lnTo>
                <a:lnTo>
                  <a:pt x="22862" y="4983"/>
                </a:lnTo>
                <a:lnTo>
                  <a:pt x="22756" y="4869"/>
                </a:lnTo>
                <a:lnTo>
                  <a:pt x="22615" y="4957"/>
                </a:lnTo>
                <a:lnTo>
                  <a:pt x="22438" y="5072"/>
                </a:lnTo>
                <a:lnTo>
                  <a:pt x="22297" y="5014"/>
                </a:lnTo>
                <a:lnTo>
                  <a:pt x="22121" y="4957"/>
                </a:lnTo>
                <a:lnTo>
                  <a:pt x="21980" y="4983"/>
                </a:lnTo>
                <a:lnTo>
                  <a:pt x="21874" y="4926"/>
                </a:lnTo>
                <a:lnTo>
                  <a:pt x="21733" y="4926"/>
                </a:lnTo>
                <a:lnTo>
                  <a:pt x="21627" y="4983"/>
                </a:lnTo>
                <a:lnTo>
                  <a:pt x="21486" y="5014"/>
                </a:lnTo>
                <a:lnTo>
                  <a:pt x="21345" y="5041"/>
                </a:lnTo>
                <a:lnTo>
                  <a:pt x="21168" y="5072"/>
                </a:lnTo>
                <a:lnTo>
                  <a:pt x="21027" y="5072"/>
                </a:lnTo>
                <a:lnTo>
                  <a:pt x="20886" y="5103"/>
                </a:lnTo>
                <a:lnTo>
                  <a:pt x="20745" y="5129"/>
                </a:lnTo>
                <a:lnTo>
                  <a:pt x="20639" y="5217"/>
                </a:lnTo>
                <a:lnTo>
                  <a:pt x="20463" y="5301"/>
                </a:lnTo>
                <a:lnTo>
                  <a:pt x="20357" y="5416"/>
                </a:lnTo>
                <a:lnTo>
                  <a:pt x="20286" y="5332"/>
                </a:lnTo>
                <a:lnTo>
                  <a:pt x="20180" y="5301"/>
                </a:lnTo>
                <a:lnTo>
                  <a:pt x="20075" y="5217"/>
                </a:lnTo>
                <a:lnTo>
                  <a:pt x="19969" y="5186"/>
                </a:lnTo>
                <a:lnTo>
                  <a:pt x="19898" y="5103"/>
                </a:lnTo>
                <a:lnTo>
                  <a:pt x="19757" y="5103"/>
                </a:lnTo>
                <a:lnTo>
                  <a:pt x="19616" y="5129"/>
                </a:lnTo>
                <a:lnTo>
                  <a:pt x="19510" y="5129"/>
                </a:lnTo>
                <a:lnTo>
                  <a:pt x="19404" y="5041"/>
                </a:lnTo>
                <a:lnTo>
                  <a:pt x="19263" y="4900"/>
                </a:lnTo>
                <a:lnTo>
                  <a:pt x="19122" y="4842"/>
                </a:lnTo>
                <a:lnTo>
                  <a:pt x="18981" y="4754"/>
                </a:lnTo>
                <a:lnTo>
                  <a:pt x="18875" y="4754"/>
                </a:lnTo>
                <a:lnTo>
                  <a:pt x="18769" y="4785"/>
                </a:lnTo>
                <a:lnTo>
                  <a:pt x="18699" y="4869"/>
                </a:lnTo>
                <a:lnTo>
                  <a:pt x="18593" y="4869"/>
                </a:lnTo>
                <a:lnTo>
                  <a:pt x="18452" y="4842"/>
                </a:lnTo>
                <a:lnTo>
                  <a:pt x="18346" y="4842"/>
                </a:lnTo>
                <a:lnTo>
                  <a:pt x="18240" y="4900"/>
                </a:lnTo>
                <a:lnTo>
                  <a:pt x="18064" y="4926"/>
                </a:lnTo>
                <a:lnTo>
                  <a:pt x="17923" y="4957"/>
                </a:lnTo>
                <a:lnTo>
                  <a:pt x="17817" y="4957"/>
                </a:lnTo>
                <a:lnTo>
                  <a:pt x="17639" y="4926"/>
                </a:lnTo>
                <a:lnTo>
                  <a:pt x="17534" y="4957"/>
                </a:lnTo>
                <a:lnTo>
                  <a:pt x="17428" y="4983"/>
                </a:lnTo>
                <a:lnTo>
                  <a:pt x="17251" y="5072"/>
                </a:lnTo>
                <a:lnTo>
                  <a:pt x="17146" y="5103"/>
                </a:lnTo>
                <a:lnTo>
                  <a:pt x="17040" y="5014"/>
                </a:lnTo>
                <a:lnTo>
                  <a:pt x="16934" y="5014"/>
                </a:lnTo>
                <a:lnTo>
                  <a:pt x="16828" y="4983"/>
                </a:lnTo>
                <a:lnTo>
                  <a:pt x="16687" y="4957"/>
                </a:lnTo>
                <a:lnTo>
                  <a:pt x="16546" y="4983"/>
                </a:lnTo>
                <a:lnTo>
                  <a:pt x="16440" y="4957"/>
                </a:lnTo>
                <a:lnTo>
                  <a:pt x="16369" y="4869"/>
                </a:lnTo>
                <a:lnTo>
                  <a:pt x="16264" y="4842"/>
                </a:lnTo>
                <a:lnTo>
                  <a:pt x="16158" y="4812"/>
                </a:lnTo>
                <a:lnTo>
                  <a:pt x="16017" y="4785"/>
                </a:lnTo>
                <a:lnTo>
                  <a:pt x="15911" y="4728"/>
                </a:lnTo>
                <a:lnTo>
                  <a:pt x="15805" y="4670"/>
                </a:lnTo>
                <a:lnTo>
                  <a:pt x="15664" y="4609"/>
                </a:lnTo>
                <a:lnTo>
                  <a:pt x="15558" y="4551"/>
                </a:lnTo>
                <a:lnTo>
                  <a:pt x="15911" y="5504"/>
                </a:lnTo>
                <a:lnTo>
                  <a:pt x="15382" y="4551"/>
                </a:lnTo>
                <a:lnTo>
                  <a:pt x="15241" y="4609"/>
                </a:lnTo>
                <a:lnTo>
                  <a:pt x="15135" y="4670"/>
                </a:lnTo>
                <a:lnTo>
                  <a:pt x="15029" y="4728"/>
                </a:lnTo>
                <a:lnTo>
                  <a:pt x="14923" y="4785"/>
                </a:lnTo>
                <a:lnTo>
                  <a:pt x="14817" y="4842"/>
                </a:lnTo>
                <a:lnTo>
                  <a:pt x="14711" y="4842"/>
                </a:lnTo>
                <a:lnTo>
                  <a:pt x="14606" y="4842"/>
                </a:lnTo>
                <a:lnTo>
                  <a:pt x="14394" y="4785"/>
                </a:lnTo>
                <a:lnTo>
                  <a:pt x="14288" y="4785"/>
                </a:lnTo>
                <a:lnTo>
                  <a:pt x="14112" y="4754"/>
                </a:lnTo>
                <a:lnTo>
                  <a:pt x="14006" y="4728"/>
                </a:lnTo>
                <a:lnTo>
                  <a:pt x="13865" y="4728"/>
                </a:lnTo>
                <a:lnTo>
                  <a:pt x="13688" y="4728"/>
                </a:lnTo>
                <a:lnTo>
                  <a:pt x="13582" y="4728"/>
                </a:lnTo>
                <a:lnTo>
                  <a:pt x="13441" y="4785"/>
                </a:lnTo>
                <a:lnTo>
                  <a:pt x="13336" y="4842"/>
                </a:lnTo>
                <a:lnTo>
                  <a:pt x="13230" y="4900"/>
                </a:lnTo>
                <a:lnTo>
                  <a:pt x="13124" y="4900"/>
                </a:lnTo>
                <a:lnTo>
                  <a:pt x="13018" y="4900"/>
                </a:lnTo>
                <a:lnTo>
                  <a:pt x="12842" y="4869"/>
                </a:lnTo>
                <a:lnTo>
                  <a:pt x="12701" y="4842"/>
                </a:lnTo>
                <a:lnTo>
                  <a:pt x="12559" y="4842"/>
                </a:lnTo>
                <a:lnTo>
                  <a:pt x="12418" y="4842"/>
                </a:lnTo>
                <a:lnTo>
                  <a:pt x="12312" y="4842"/>
                </a:lnTo>
                <a:lnTo>
                  <a:pt x="12207" y="4842"/>
                </a:lnTo>
                <a:lnTo>
                  <a:pt x="12101" y="4812"/>
                </a:lnTo>
                <a:lnTo>
                  <a:pt x="11995" y="4812"/>
                </a:lnTo>
                <a:lnTo>
                  <a:pt x="11889" y="4785"/>
                </a:lnTo>
                <a:lnTo>
                  <a:pt x="11783" y="4785"/>
                </a:lnTo>
                <a:lnTo>
                  <a:pt x="11677" y="4670"/>
                </a:lnTo>
                <a:lnTo>
                  <a:pt x="11572" y="4609"/>
                </a:lnTo>
                <a:lnTo>
                  <a:pt x="11431" y="4609"/>
                </a:lnTo>
                <a:lnTo>
                  <a:pt x="11289" y="4640"/>
                </a:lnTo>
                <a:lnTo>
                  <a:pt x="11219" y="4728"/>
                </a:lnTo>
                <a:lnTo>
                  <a:pt x="11113" y="4785"/>
                </a:lnTo>
                <a:lnTo>
                  <a:pt x="11007" y="4869"/>
                </a:lnTo>
                <a:lnTo>
                  <a:pt x="10866" y="4926"/>
                </a:lnTo>
                <a:lnTo>
                  <a:pt x="10725" y="4869"/>
                </a:lnTo>
                <a:lnTo>
                  <a:pt x="10584" y="4842"/>
                </a:lnTo>
                <a:lnTo>
                  <a:pt x="10478" y="4842"/>
                </a:lnTo>
                <a:lnTo>
                  <a:pt x="10372" y="4812"/>
                </a:lnTo>
                <a:lnTo>
                  <a:pt x="10266" y="4842"/>
                </a:lnTo>
                <a:lnTo>
                  <a:pt x="10160" y="4869"/>
                </a:lnTo>
                <a:lnTo>
                  <a:pt x="9984" y="4869"/>
                </a:lnTo>
                <a:lnTo>
                  <a:pt x="9878" y="4842"/>
                </a:lnTo>
                <a:lnTo>
                  <a:pt x="9737" y="4842"/>
                </a:lnTo>
                <a:lnTo>
                  <a:pt x="9631" y="4869"/>
                </a:lnTo>
                <a:lnTo>
                  <a:pt x="9526" y="4869"/>
                </a:lnTo>
                <a:lnTo>
                  <a:pt x="9420" y="4785"/>
                </a:lnTo>
                <a:lnTo>
                  <a:pt x="9314" y="4812"/>
                </a:lnTo>
                <a:lnTo>
                  <a:pt x="9208" y="4785"/>
                </a:lnTo>
                <a:lnTo>
                  <a:pt x="9102" y="4812"/>
                </a:lnTo>
                <a:lnTo>
                  <a:pt x="8926" y="4842"/>
                </a:lnTo>
                <a:lnTo>
                  <a:pt x="8820" y="4900"/>
                </a:lnTo>
                <a:lnTo>
                  <a:pt x="8679" y="4957"/>
                </a:lnTo>
                <a:lnTo>
                  <a:pt x="8467" y="4957"/>
                </a:lnTo>
                <a:lnTo>
                  <a:pt x="8326" y="4957"/>
                </a:lnTo>
                <a:lnTo>
                  <a:pt x="8185" y="4957"/>
                </a:lnTo>
                <a:lnTo>
                  <a:pt x="8079" y="4983"/>
                </a:lnTo>
                <a:lnTo>
                  <a:pt x="7973" y="4900"/>
                </a:lnTo>
                <a:lnTo>
                  <a:pt x="7832" y="4842"/>
                </a:lnTo>
                <a:lnTo>
                  <a:pt x="7726" y="4785"/>
                </a:lnTo>
                <a:lnTo>
                  <a:pt x="7621" y="4842"/>
                </a:lnTo>
                <a:lnTo>
                  <a:pt x="7515" y="4900"/>
                </a:lnTo>
                <a:lnTo>
                  <a:pt x="7409" y="4926"/>
                </a:lnTo>
                <a:lnTo>
                  <a:pt x="7338" y="4842"/>
                </a:lnTo>
                <a:lnTo>
                  <a:pt x="7232" y="4842"/>
                </a:lnTo>
                <a:lnTo>
                  <a:pt x="7127" y="4869"/>
                </a:lnTo>
                <a:lnTo>
                  <a:pt x="6986" y="4900"/>
                </a:lnTo>
                <a:lnTo>
                  <a:pt x="6844" y="4900"/>
                </a:lnTo>
                <a:lnTo>
                  <a:pt x="6739" y="4900"/>
                </a:lnTo>
                <a:lnTo>
                  <a:pt x="6633" y="4900"/>
                </a:lnTo>
                <a:lnTo>
                  <a:pt x="6492" y="4926"/>
                </a:lnTo>
                <a:lnTo>
                  <a:pt x="6386" y="4983"/>
                </a:lnTo>
                <a:lnTo>
                  <a:pt x="6280" y="5014"/>
                </a:lnTo>
                <a:lnTo>
                  <a:pt x="6174" y="4957"/>
                </a:lnTo>
                <a:lnTo>
                  <a:pt x="6068" y="4900"/>
                </a:lnTo>
                <a:lnTo>
                  <a:pt x="5926" y="4957"/>
                </a:lnTo>
                <a:lnTo>
                  <a:pt x="5785" y="5014"/>
                </a:lnTo>
                <a:lnTo>
                  <a:pt x="5644" y="5072"/>
                </a:lnTo>
                <a:lnTo>
                  <a:pt x="5644" y="4957"/>
                </a:lnTo>
                <a:lnTo>
                  <a:pt x="5503" y="4957"/>
                </a:lnTo>
                <a:lnTo>
                  <a:pt x="5362" y="4983"/>
                </a:lnTo>
                <a:lnTo>
                  <a:pt x="5256" y="4957"/>
                </a:lnTo>
                <a:lnTo>
                  <a:pt x="5115" y="4926"/>
                </a:lnTo>
                <a:lnTo>
                  <a:pt x="5009" y="4957"/>
                </a:lnTo>
                <a:lnTo>
                  <a:pt x="4868" y="4957"/>
                </a:lnTo>
                <a:lnTo>
                  <a:pt x="4762" y="4957"/>
                </a:lnTo>
                <a:lnTo>
                  <a:pt x="4727" y="4869"/>
                </a:lnTo>
                <a:lnTo>
                  <a:pt x="4621" y="4842"/>
                </a:lnTo>
                <a:lnTo>
                  <a:pt x="4515" y="4842"/>
                </a:lnTo>
                <a:lnTo>
                  <a:pt x="4409" y="4869"/>
                </a:lnTo>
                <a:lnTo>
                  <a:pt x="4268" y="4900"/>
                </a:lnTo>
                <a:lnTo>
                  <a:pt x="4162" y="4926"/>
                </a:lnTo>
                <a:lnTo>
                  <a:pt x="4056" y="4957"/>
                </a:lnTo>
                <a:lnTo>
                  <a:pt x="3951" y="4957"/>
                </a:lnTo>
                <a:lnTo>
                  <a:pt x="3845" y="4983"/>
                </a:lnTo>
                <a:lnTo>
                  <a:pt x="3668" y="5014"/>
                </a:lnTo>
                <a:lnTo>
                  <a:pt x="3563" y="5041"/>
                </a:lnTo>
                <a:lnTo>
                  <a:pt x="3457" y="5072"/>
                </a:lnTo>
                <a:lnTo>
                  <a:pt x="3351" y="5072"/>
                </a:lnTo>
                <a:lnTo>
                  <a:pt x="3245" y="5072"/>
                </a:lnTo>
                <a:lnTo>
                  <a:pt x="3139" y="5041"/>
                </a:lnTo>
                <a:lnTo>
                  <a:pt x="3033" y="5041"/>
                </a:lnTo>
                <a:lnTo>
                  <a:pt x="2928" y="5072"/>
                </a:lnTo>
                <a:lnTo>
                  <a:pt x="2822" y="5072"/>
                </a:lnTo>
                <a:lnTo>
                  <a:pt x="2716" y="5072"/>
                </a:lnTo>
                <a:lnTo>
                  <a:pt x="2575" y="5072"/>
                </a:lnTo>
                <a:lnTo>
                  <a:pt x="2398" y="5103"/>
                </a:lnTo>
                <a:lnTo>
                  <a:pt x="2257" y="5160"/>
                </a:lnTo>
                <a:lnTo>
                  <a:pt x="2151" y="5186"/>
                </a:lnTo>
                <a:lnTo>
                  <a:pt x="2046" y="5186"/>
                </a:lnTo>
                <a:lnTo>
                  <a:pt x="1940" y="5186"/>
                </a:lnTo>
                <a:lnTo>
                  <a:pt x="1834" y="5186"/>
                </a:lnTo>
                <a:lnTo>
                  <a:pt x="1693" y="5160"/>
                </a:lnTo>
                <a:lnTo>
                  <a:pt x="1552" y="5129"/>
                </a:lnTo>
                <a:lnTo>
                  <a:pt x="1411" y="5103"/>
                </a:lnTo>
                <a:lnTo>
                  <a:pt x="1305" y="5041"/>
                </a:lnTo>
                <a:lnTo>
                  <a:pt x="1199" y="4983"/>
                </a:lnTo>
                <a:lnTo>
                  <a:pt x="1093" y="4957"/>
                </a:lnTo>
                <a:lnTo>
                  <a:pt x="987" y="4957"/>
                </a:lnTo>
                <a:lnTo>
                  <a:pt x="846" y="4957"/>
                </a:lnTo>
                <a:lnTo>
                  <a:pt x="740" y="4957"/>
                </a:lnTo>
                <a:lnTo>
                  <a:pt x="635" y="4957"/>
                </a:lnTo>
                <a:lnTo>
                  <a:pt x="529" y="4983"/>
                </a:lnTo>
                <a:lnTo>
                  <a:pt x="423" y="5014"/>
                </a:lnTo>
                <a:lnTo>
                  <a:pt x="282" y="5041"/>
                </a:lnTo>
                <a:lnTo>
                  <a:pt x="141" y="5041"/>
                </a:lnTo>
                <a:lnTo>
                  <a:pt x="35" y="5041"/>
                </a:lnTo>
                <a:lnTo>
                  <a:pt x="0" y="4957"/>
                </a:lnTo>
                <a:lnTo>
                  <a:pt x="0" y="2504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208160" y="3800520"/>
            <a:ext cx="75294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Where does this go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 txBox="1"/>
          <p:nvPr/>
        </p:nvSpPr>
        <p:spPr>
          <a:xfrm>
            <a:off x="282600" y="568440"/>
            <a:ext cx="8434440" cy="60562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"Where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 TO StrPtr.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Field1, Field3 DELIMITED BY SPACE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 WITH POINTER StrPtr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"String Error"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NOT ON OVERFLOW DISPLAY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266760" y="2577960"/>
            <a:ext cx="8547480" cy="1905480"/>
          </a:xfrm>
          <a:custGeom>
            <a:avLst/>
            <a:gdLst/>
            <a:ahLst/>
            <a:rect l="0" t="0" r="r" b="b"/>
            <a:pathLst>
              <a:path w="23743" h="5293">
                <a:moveTo>
                  <a:pt x="0" y="2413"/>
                </a:moveTo>
                <a:lnTo>
                  <a:pt x="141" y="2355"/>
                </a:lnTo>
                <a:lnTo>
                  <a:pt x="282" y="2329"/>
                </a:lnTo>
                <a:lnTo>
                  <a:pt x="423" y="2298"/>
                </a:lnTo>
                <a:lnTo>
                  <a:pt x="529" y="2272"/>
                </a:lnTo>
                <a:lnTo>
                  <a:pt x="634" y="2245"/>
                </a:lnTo>
                <a:lnTo>
                  <a:pt x="776" y="2219"/>
                </a:lnTo>
                <a:lnTo>
                  <a:pt x="917" y="2219"/>
                </a:lnTo>
                <a:lnTo>
                  <a:pt x="1058" y="2245"/>
                </a:lnTo>
                <a:lnTo>
                  <a:pt x="1199" y="2245"/>
                </a:lnTo>
                <a:lnTo>
                  <a:pt x="1375" y="2219"/>
                </a:lnTo>
                <a:lnTo>
                  <a:pt x="1446" y="2135"/>
                </a:lnTo>
                <a:lnTo>
                  <a:pt x="1552" y="2077"/>
                </a:lnTo>
                <a:lnTo>
                  <a:pt x="1587" y="1994"/>
                </a:lnTo>
                <a:lnTo>
                  <a:pt x="1693" y="2025"/>
                </a:lnTo>
                <a:lnTo>
                  <a:pt x="1834" y="1994"/>
                </a:lnTo>
                <a:lnTo>
                  <a:pt x="2046" y="1941"/>
                </a:lnTo>
                <a:lnTo>
                  <a:pt x="2187" y="1883"/>
                </a:lnTo>
                <a:lnTo>
                  <a:pt x="2257" y="1994"/>
                </a:lnTo>
                <a:lnTo>
                  <a:pt x="2328" y="2077"/>
                </a:lnTo>
                <a:lnTo>
                  <a:pt x="2434" y="2051"/>
                </a:lnTo>
                <a:lnTo>
                  <a:pt x="2540" y="2025"/>
                </a:lnTo>
                <a:lnTo>
                  <a:pt x="2681" y="2077"/>
                </a:lnTo>
                <a:lnTo>
                  <a:pt x="2822" y="2161"/>
                </a:lnTo>
                <a:lnTo>
                  <a:pt x="2963" y="2219"/>
                </a:lnTo>
                <a:lnTo>
                  <a:pt x="3069" y="2219"/>
                </a:lnTo>
                <a:lnTo>
                  <a:pt x="3175" y="2219"/>
                </a:lnTo>
                <a:lnTo>
                  <a:pt x="3316" y="2219"/>
                </a:lnTo>
                <a:lnTo>
                  <a:pt x="3421" y="2272"/>
                </a:lnTo>
                <a:lnTo>
                  <a:pt x="3527" y="2329"/>
                </a:lnTo>
                <a:lnTo>
                  <a:pt x="3633" y="2355"/>
                </a:lnTo>
                <a:lnTo>
                  <a:pt x="3739" y="2382"/>
                </a:lnTo>
                <a:lnTo>
                  <a:pt x="3774" y="1606"/>
                </a:lnTo>
                <a:lnTo>
                  <a:pt x="3810" y="1747"/>
                </a:lnTo>
                <a:lnTo>
                  <a:pt x="3880" y="1883"/>
                </a:lnTo>
                <a:lnTo>
                  <a:pt x="3951" y="1994"/>
                </a:lnTo>
                <a:lnTo>
                  <a:pt x="4021" y="2104"/>
                </a:lnTo>
                <a:lnTo>
                  <a:pt x="4056" y="2188"/>
                </a:lnTo>
                <a:lnTo>
                  <a:pt x="4127" y="2272"/>
                </a:lnTo>
                <a:lnTo>
                  <a:pt x="4233" y="2329"/>
                </a:lnTo>
                <a:lnTo>
                  <a:pt x="4339" y="2329"/>
                </a:lnTo>
                <a:lnTo>
                  <a:pt x="4444" y="2329"/>
                </a:lnTo>
                <a:lnTo>
                  <a:pt x="4550" y="2298"/>
                </a:lnTo>
                <a:lnTo>
                  <a:pt x="4656" y="2272"/>
                </a:lnTo>
                <a:lnTo>
                  <a:pt x="4762" y="2245"/>
                </a:lnTo>
                <a:lnTo>
                  <a:pt x="4797" y="2161"/>
                </a:lnTo>
                <a:lnTo>
                  <a:pt x="4938" y="2104"/>
                </a:lnTo>
                <a:lnTo>
                  <a:pt x="5044" y="2051"/>
                </a:lnTo>
                <a:lnTo>
                  <a:pt x="5221" y="2025"/>
                </a:lnTo>
                <a:lnTo>
                  <a:pt x="5326" y="2025"/>
                </a:lnTo>
                <a:lnTo>
                  <a:pt x="5432" y="2025"/>
                </a:lnTo>
                <a:lnTo>
                  <a:pt x="5573" y="1994"/>
                </a:lnTo>
                <a:lnTo>
                  <a:pt x="5679" y="1941"/>
                </a:lnTo>
                <a:lnTo>
                  <a:pt x="5785" y="1967"/>
                </a:lnTo>
                <a:lnTo>
                  <a:pt x="5891" y="1967"/>
                </a:lnTo>
                <a:lnTo>
                  <a:pt x="5926" y="2104"/>
                </a:lnTo>
                <a:lnTo>
                  <a:pt x="6068" y="2188"/>
                </a:lnTo>
                <a:lnTo>
                  <a:pt x="6209" y="2161"/>
                </a:lnTo>
                <a:lnTo>
                  <a:pt x="6351" y="2161"/>
                </a:lnTo>
                <a:lnTo>
                  <a:pt x="6456" y="2161"/>
                </a:lnTo>
                <a:lnTo>
                  <a:pt x="6633" y="2161"/>
                </a:lnTo>
                <a:lnTo>
                  <a:pt x="6774" y="2161"/>
                </a:lnTo>
                <a:lnTo>
                  <a:pt x="6880" y="2135"/>
                </a:lnTo>
                <a:lnTo>
                  <a:pt x="6986" y="2135"/>
                </a:lnTo>
                <a:lnTo>
                  <a:pt x="7162" y="2104"/>
                </a:lnTo>
                <a:lnTo>
                  <a:pt x="7303" y="2104"/>
                </a:lnTo>
                <a:lnTo>
                  <a:pt x="7656" y="2051"/>
                </a:lnTo>
                <a:lnTo>
                  <a:pt x="7797" y="1994"/>
                </a:lnTo>
                <a:lnTo>
                  <a:pt x="7938" y="1994"/>
                </a:lnTo>
                <a:lnTo>
                  <a:pt x="8079" y="1941"/>
                </a:lnTo>
                <a:lnTo>
                  <a:pt x="8220" y="1883"/>
                </a:lnTo>
                <a:lnTo>
                  <a:pt x="8326" y="1883"/>
                </a:lnTo>
                <a:lnTo>
                  <a:pt x="8644" y="1857"/>
                </a:lnTo>
                <a:lnTo>
                  <a:pt x="8785" y="1831"/>
                </a:lnTo>
                <a:lnTo>
                  <a:pt x="8926" y="1831"/>
                </a:lnTo>
                <a:lnTo>
                  <a:pt x="9067" y="1800"/>
                </a:lnTo>
                <a:lnTo>
                  <a:pt x="9173" y="1773"/>
                </a:lnTo>
                <a:lnTo>
                  <a:pt x="9349" y="1720"/>
                </a:lnTo>
                <a:lnTo>
                  <a:pt x="9490" y="1689"/>
                </a:lnTo>
                <a:lnTo>
                  <a:pt x="9843" y="1663"/>
                </a:lnTo>
                <a:lnTo>
                  <a:pt x="9984" y="1637"/>
                </a:lnTo>
                <a:lnTo>
                  <a:pt x="10090" y="1606"/>
                </a:lnTo>
                <a:lnTo>
                  <a:pt x="10231" y="1689"/>
                </a:lnTo>
                <a:lnTo>
                  <a:pt x="10337" y="1773"/>
                </a:lnTo>
                <a:lnTo>
                  <a:pt x="10478" y="1773"/>
                </a:lnTo>
                <a:lnTo>
                  <a:pt x="10584" y="1773"/>
                </a:lnTo>
                <a:lnTo>
                  <a:pt x="10725" y="1773"/>
                </a:lnTo>
                <a:lnTo>
                  <a:pt x="10866" y="1800"/>
                </a:lnTo>
                <a:lnTo>
                  <a:pt x="11360" y="0"/>
                </a:lnTo>
                <a:lnTo>
                  <a:pt x="11007" y="1831"/>
                </a:lnTo>
                <a:lnTo>
                  <a:pt x="11078" y="1941"/>
                </a:lnTo>
                <a:lnTo>
                  <a:pt x="11148" y="2025"/>
                </a:lnTo>
                <a:lnTo>
                  <a:pt x="11325" y="2025"/>
                </a:lnTo>
                <a:lnTo>
                  <a:pt x="11431" y="2051"/>
                </a:lnTo>
                <a:lnTo>
                  <a:pt x="11536" y="2104"/>
                </a:lnTo>
                <a:lnTo>
                  <a:pt x="11642" y="2051"/>
                </a:lnTo>
                <a:lnTo>
                  <a:pt x="11783" y="1967"/>
                </a:lnTo>
                <a:lnTo>
                  <a:pt x="11854" y="1883"/>
                </a:lnTo>
                <a:lnTo>
                  <a:pt x="11960" y="1857"/>
                </a:lnTo>
                <a:lnTo>
                  <a:pt x="12066" y="1831"/>
                </a:lnTo>
                <a:lnTo>
                  <a:pt x="12207" y="1773"/>
                </a:lnTo>
                <a:lnTo>
                  <a:pt x="12312" y="1747"/>
                </a:lnTo>
                <a:lnTo>
                  <a:pt x="12489" y="1773"/>
                </a:lnTo>
                <a:lnTo>
                  <a:pt x="12701" y="1773"/>
                </a:lnTo>
                <a:lnTo>
                  <a:pt x="12842" y="1747"/>
                </a:lnTo>
                <a:lnTo>
                  <a:pt x="12947" y="1720"/>
                </a:lnTo>
                <a:lnTo>
                  <a:pt x="13089" y="1720"/>
                </a:lnTo>
                <a:lnTo>
                  <a:pt x="13194" y="1720"/>
                </a:lnTo>
                <a:lnTo>
                  <a:pt x="13300" y="1720"/>
                </a:lnTo>
                <a:lnTo>
                  <a:pt x="13441" y="1773"/>
                </a:lnTo>
                <a:lnTo>
                  <a:pt x="13582" y="1831"/>
                </a:lnTo>
                <a:lnTo>
                  <a:pt x="13724" y="1883"/>
                </a:lnTo>
                <a:lnTo>
                  <a:pt x="13865" y="1883"/>
                </a:lnTo>
                <a:lnTo>
                  <a:pt x="13971" y="1914"/>
                </a:lnTo>
                <a:lnTo>
                  <a:pt x="14076" y="1914"/>
                </a:lnTo>
                <a:lnTo>
                  <a:pt x="14182" y="1914"/>
                </a:lnTo>
                <a:lnTo>
                  <a:pt x="14288" y="1914"/>
                </a:lnTo>
                <a:lnTo>
                  <a:pt x="14394" y="1883"/>
                </a:lnTo>
                <a:lnTo>
                  <a:pt x="14535" y="1883"/>
                </a:lnTo>
                <a:lnTo>
                  <a:pt x="14888" y="1831"/>
                </a:lnTo>
                <a:lnTo>
                  <a:pt x="14994" y="1773"/>
                </a:lnTo>
                <a:lnTo>
                  <a:pt x="15346" y="1720"/>
                </a:lnTo>
                <a:lnTo>
                  <a:pt x="15452" y="1663"/>
                </a:lnTo>
                <a:lnTo>
                  <a:pt x="15558" y="1606"/>
                </a:lnTo>
                <a:lnTo>
                  <a:pt x="15664" y="1606"/>
                </a:lnTo>
                <a:lnTo>
                  <a:pt x="15805" y="1553"/>
                </a:lnTo>
                <a:lnTo>
                  <a:pt x="15946" y="1495"/>
                </a:lnTo>
                <a:lnTo>
                  <a:pt x="16052" y="1442"/>
                </a:lnTo>
                <a:lnTo>
                  <a:pt x="16158" y="1385"/>
                </a:lnTo>
                <a:lnTo>
                  <a:pt x="16228" y="1495"/>
                </a:lnTo>
                <a:lnTo>
                  <a:pt x="16299" y="1579"/>
                </a:lnTo>
                <a:lnTo>
                  <a:pt x="16511" y="1606"/>
                </a:lnTo>
                <a:lnTo>
                  <a:pt x="16687" y="1606"/>
                </a:lnTo>
                <a:lnTo>
                  <a:pt x="16793" y="1606"/>
                </a:lnTo>
                <a:lnTo>
                  <a:pt x="16934" y="1579"/>
                </a:lnTo>
                <a:lnTo>
                  <a:pt x="17075" y="1553"/>
                </a:lnTo>
                <a:lnTo>
                  <a:pt x="17216" y="1495"/>
                </a:lnTo>
                <a:lnTo>
                  <a:pt x="17322" y="1495"/>
                </a:lnTo>
                <a:lnTo>
                  <a:pt x="17463" y="1469"/>
                </a:lnTo>
                <a:lnTo>
                  <a:pt x="17569" y="1442"/>
                </a:lnTo>
                <a:lnTo>
                  <a:pt x="17675" y="1442"/>
                </a:lnTo>
                <a:lnTo>
                  <a:pt x="17781" y="1442"/>
                </a:lnTo>
                <a:lnTo>
                  <a:pt x="17887" y="1385"/>
                </a:lnTo>
                <a:lnTo>
                  <a:pt x="18064" y="1359"/>
                </a:lnTo>
                <a:lnTo>
                  <a:pt x="18170" y="1332"/>
                </a:lnTo>
                <a:lnTo>
                  <a:pt x="18275" y="1274"/>
                </a:lnTo>
                <a:lnTo>
                  <a:pt x="18417" y="1217"/>
                </a:lnTo>
                <a:lnTo>
                  <a:pt x="18558" y="1164"/>
                </a:lnTo>
                <a:lnTo>
                  <a:pt x="18699" y="1106"/>
                </a:lnTo>
                <a:lnTo>
                  <a:pt x="18805" y="1053"/>
                </a:lnTo>
                <a:lnTo>
                  <a:pt x="18875" y="1137"/>
                </a:lnTo>
                <a:lnTo>
                  <a:pt x="18910" y="1217"/>
                </a:lnTo>
                <a:lnTo>
                  <a:pt x="19016" y="1332"/>
                </a:lnTo>
                <a:lnTo>
                  <a:pt x="19122" y="1385"/>
                </a:lnTo>
                <a:lnTo>
                  <a:pt x="19263" y="1412"/>
                </a:lnTo>
                <a:lnTo>
                  <a:pt x="19404" y="1442"/>
                </a:lnTo>
                <a:lnTo>
                  <a:pt x="19581" y="1442"/>
                </a:lnTo>
                <a:lnTo>
                  <a:pt x="19686" y="1469"/>
                </a:lnTo>
                <a:lnTo>
                  <a:pt x="19792" y="1469"/>
                </a:lnTo>
                <a:lnTo>
                  <a:pt x="19969" y="1469"/>
                </a:lnTo>
                <a:lnTo>
                  <a:pt x="20321" y="1495"/>
                </a:lnTo>
                <a:lnTo>
                  <a:pt x="20674" y="1495"/>
                </a:lnTo>
                <a:lnTo>
                  <a:pt x="20780" y="1495"/>
                </a:lnTo>
                <a:lnTo>
                  <a:pt x="20886" y="1495"/>
                </a:lnTo>
                <a:lnTo>
                  <a:pt x="20992" y="1526"/>
                </a:lnTo>
                <a:lnTo>
                  <a:pt x="21098" y="1495"/>
                </a:lnTo>
                <a:lnTo>
                  <a:pt x="21203" y="1495"/>
                </a:lnTo>
                <a:lnTo>
                  <a:pt x="21309" y="1495"/>
                </a:lnTo>
                <a:lnTo>
                  <a:pt x="21415" y="1495"/>
                </a:lnTo>
                <a:lnTo>
                  <a:pt x="21521" y="1553"/>
                </a:lnTo>
                <a:lnTo>
                  <a:pt x="21627" y="1553"/>
                </a:lnTo>
                <a:lnTo>
                  <a:pt x="21768" y="1606"/>
                </a:lnTo>
                <a:lnTo>
                  <a:pt x="21874" y="1663"/>
                </a:lnTo>
                <a:lnTo>
                  <a:pt x="22050" y="1663"/>
                </a:lnTo>
                <a:lnTo>
                  <a:pt x="22227" y="1663"/>
                </a:lnTo>
                <a:lnTo>
                  <a:pt x="22332" y="1663"/>
                </a:lnTo>
                <a:lnTo>
                  <a:pt x="22473" y="1663"/>
                </a:lnTo>
                <a:lnTo>
                  <a:pt x="22579" y="1663"/>
                </a:lnTo>
                <a:lnTo>
                  <a:pt x="22685" y="1663"/>
                </a:lnTo>
                <a:lnTo>
                  <a:pt x="22791" y="1606"/>
                </a:lnTo>
                <a:lnTo>
                  <a:pt x="22897" y="1579"/>
                </a:lnTo>
                <a:lnTo>
                  <a:pt x="23038" y="1579"/>
                </a:lnTo>
                <a:lnTo>
                  <a:pt x="23144" y="1579"/>
                </a:lnTo>
                <a:lnTo>
                  <a:pt x="23250" y="1553"/>
                </a:lnTo>
                <a:lnTo>
                  <a:pt x="23355" y="1495"/>
                </a:lnTo>
                <a:lnTo>
                  <a:pt x="23461" y="1412"/>
                </a:lnTo>
                <a:lnTo>
                  <a:pt x="23567" y="1332"/>
                </a:lnTo>
                <a:lnTo>
                  <a:pt x="23673" y="1274"/>
                </a:lnTo>
                <a:lnTo>
                  <a:pt x="23743" y="5236"/>
                </a:lnTo>
                <a:lnTo>
                  <a:pt x="23285" y="5126"/>
                </a:lnTo>
                <a:lnTo>
                  <a:pt x="23179" y="5099"/>
                </a:lnTo>
                <a:lnTo>
                  <a:pt x="23073" y="5042"/>
                </a:lnTo>
                <a:lnTo>
                  <a:pt x="22967" y="5015"/>
                </a:lnTo>
                <a:lnTo>
                  <a:pt x="22932" y="4905"/>
                </a:lnTo>
                <a:lnTo>
                  <a:pt x="22862" y="4795"/>
                </a:lnTo>
                <a:lnTo>
                  <a:pt x="22756" y="4685"/>
                </a:lnTo>
                <a:lnTo>
                  <a:pt x="22615" y="4768"/>
                </a:lnTo>
                <a:lnTo>
                  <a:pt x="22438" y="4879"/>
                </a:lnTo>
                <a:lnTo>
                  <a:pt x="22297" y="4821"/>
                </a:lnTo>
                <a:lnTo>
                  <a:pt x="22121" y="4768"/>
                </a:lnTo>
                <a:lnTo>
                  <a:pt x="21980" y="4795"/>
                </a:lnTo>
                <a:lnTo>
                  <a:pt x="21874" y="4738"/>
                </a:lnTo>
                <a:lnTo>
                  <a:pt x="21733" y="4738"/>
                </a:lnTo>
                <a:lnTo>
                  <a:pt x="21627" y="4795"/>
                </a:lnTo>
                <a:lnTo>
                  <a:pt x="21486" y="4821"/>
                </a:lnTo>
                <a:lnTo>
                  <a:pt x="21345" y="4848"/>
                </a:lnTo>
                <a:lnTo>
                  <a:pt x="21168" y="4879"/>
                </a:lnTo>
                <a:lnTo>
                  <a:pt x="21027" y="4879"/>
                </a:lnTo>
                <a:lnTo>
                  <a:pt x="20886" y="4905"/>
                </a:lnTo>
                <a:lnTo>
                  <a:pt x="20745" y="4932"/>
                </a:lnTo>
                <a:lnTo>
                  <a:pt x="20639" y="5015"/>
                </a:lnTo>
                <a:lnTo>
                  <a:pt x="20463" y="5099"/>
                </a:lnTo>
                <a:lnTo>
                  <a:pt x="20357" y="5209"/>
                </a:lnTo>
                <a:lnTo>
                  <a:pt x="20286" y="5126"/>
                </a:lnTo>
                <a:lnTo>
                  <a:pt x="20180" y="5099"/>
                </a:lnTo>
                <a:lnTo>
                  <a:pt x="20075" y="5015"/>
                </a:lnTo>
                <a:lnTo>
                  <a:pt x="19969" y="4989"/>
                </a:lnTo>
                <a:lnTo>
                  <a:pt x="19898" y="4905"/>
                </a:lnTo>
                <a:lnTo>
                  <a:pt x="19757" y="4905"/>
                </a:lnTo>
                <a:lnTo>
                  <a:pt x="19616" y="4932"/>
                </a:lnTo>
                <a:lnTo>
                  <a:pt x="19510" y="4932"/>
                </a:lnTo>
                <a:lnTo>
                  <a:pt x="19404" y="4848"/>
                </a:lnTo>
                <a:lnTo>
                  <a:pt x="19263" y="4711"/>
                </a:lnTo>
                <a:lnTo>
                  <a:pt x="19122" y="4654"/>
                </a:lnTo>
                <a:lnTo>
                  <a:pt x="18981" y="4574"/>
                </a:lnTo>
                <a:lnTo>
                  <a:pt x="18875" y="4574"/>
                </a:lnTo>
                <a:lnTo>
                  <a:pt x="18769" y="4601"/>
                </a:lnTo>
                <a:lnTo>
                  <a:pt x="18699" y="4685"/>
                </a:lnTo>
                <a:lnTo>
                  <a:pt x="18593" y="4685"/>
                </a:lnTo>
                <a:lnTo>
                  <a:pt x="18452" y="4654"/>
                </a:lnTo>
                <a:lnTo>
                  <a:pt x="18346" y="4654"/>
                </a:lnTo>
                <a:lnTo>
                  <a:pt x="18240" y="4711"/>
                </a:lnTo>
                <a:lnTo>
                  <a:pt x="18064" y="4738"/>
                </a:lnTo>
                <a:lnTo>
                  <a:pt x="17923" y="4768"/>
                </a:lnTo>
                <a:lnTo>
                  <a:pt x="17817" y="4768"/>
                </a:lnTo>
                <a:lnTo>
                  <a:pt x="17639" y="4738"/>
                </a:lnTo>
                <a:lnTo>
                  <a:pt x="17534" y="4768"/>
                </a:lnTo>
                <a:lnTo>
                  <a:pt x="17428" y="4795"/>
                </a:lnTo>
                <a:lnTo>
                  <a:pt x="17251" y="4879"/>
                </a:lnTo>
                <a:lnTo>
                  <a:pt x="17146" y="4905"/>
                </a:lnTo>
                <a:lnTo>
                  <a:pt x="17040" y="4821"/>
                </a:lnTo>
                <a:lnTo>
                  <a:pt x="16934" y="4821"/>
                </a:lnTo>
                <a:lnTo>
                  <a:pt x="16828" y="4795"/>
                </a:lnTo>
                <a:lnTo>
                  <a:pt x="16687" y="4768"/>
                </a:lnTo>
                <a:lnTo>
                  <a:pt x="16546" y="4795"/>
                </a:lnTo>
                <a:lnTo>
                  <a:pt x="16440" y="4768"/>
                </a:lnTo>
                <a:lnTo>
                  <a:pt x="16369" y="4685"/>
                </a:lnTo>
                <a:lnTo>
                  <a:pt x="16264" y="4654"/>
                </a:lnTo>
                <a:lnTo>
                  <a:pt x="16158" y="4627"/>
                </a:lnTo>
                <a:lnTo>
                  <a:pt x="16017" y="4601"/>
                </a:lnTo>
                <a:lnTo>
                  <a:pt x="15911" y="4544"/>
                </a:lnTo>
                <a:lnTo>
                  <a:pt x="15805" y="4491"/>
                </a:lnTo>
                <a:lnTo>
                  <a:pt x="15664" y="4433"/>
                </a:lnTo>
                <a:lnTo>
                  <a:pt x="15558" y="4380"/>
                </a:lnTo>
                <a:lnTo>
                  <a:pt x="15911" y="5293"/>
                </a:lnTo>
                <a:lnTo>
                  <a:pt x="15382" y="4380"/>
                </a:lnTo>
                <a:lnTo>
                  <a:pt x="15241" y="4433"/>
                </a:lnTo>
                <a:lnTo>
                  <a:pt x="15135" y="4491"/>
                </a:lnTo>
                <a:lnTo>
                  <a:pt x="15029" y="4544"/>
                </a:lnTo>
                <a:lnTo>
                  <a:pt x="14923" y="4601"/>
                </a:lnTo>
                <a:lnTo>
                  <a:pt x="14817" y="4654"/>
                </a:lnTo>
                <a:lnTo>
                  <a:pt x="14711" y="4654"/>
                </a:lnTo>
                <a:lnTo>
                  <a:pt x="14606" y="4654"/>
                </a:lnTo>
                <a:lnTo>
                  <a:pt x="14394" y="4601"/>
                </a:lnTo>
                <a:lnTo>
                  <a:pt x="14288" y="4601"/>
                </a:lnTo>
                <a:lnTo>
                  <a:pt x="14112" y="4574"/>
                </a:lnTo>
                <a:lnTo>
                  <a:pt x="14006" y="4544"/>
                </a:lnTo>
                <a:lnTo>
                  <a:pt x="13865" y="4544"/>
                </a:lnTo>
                <a:lnTo>
                  <a:pt x="13688" y="4544"/>
                </a:lnTo>
                <a:lnTo>
                  <a:pt x="13582" y="4544"/>
                </a:lnTo>
                <a:lnTo>
                  <a:pt x="13441" y="4601"/>
                </a:lnTo>
                <a:lnTo>
                  <a:pt x="13336" y="4654"/>
                </a:lnTo>
                <a:lnTo>
                  <a:pt x="13230" y="4711"/>
                </a:lnTo>
                <a:lnTo>
                  <a:pt x="13124" y="4711"/>
                </a:lnTo>
                <a:lnTo>
                  <a:pt x="13018" y="4711"/>
                </a:lnTo>
                <a:lnTo>
                  <a:pt x="12842" y="4685"/>
                </a:lnTo>
                <a:lnTo>
                  <a:pt x="12701" y="4654"/>
                </a:lnTo>
                <a:lnTo>
                  <a:pt x="12559" y="4654"/>
                </a:lnTo>
                <a:lnTo>
                  <a:pt x="12418" y="4654"/>
                </a:lnTo>
                <a:lnTo>
                  <a:pt x="12312" y="4654"/>
                </a:lnTo>
                <a:lnTo>
                  <a:pt x="12207" y="4654"/>
                </a:lnTo>
                <a:lnTo>
                  <a:pt x="12101" y="4627"/>
                </a:lnTo>
                <a:lnTo>
                  <a:pt x="11995" y="4627"/>
                </a:lnTo>
                <a:lnTo>
                  <a:pt x="11889" y="4601"/>
                </a:lnTo>
                <a:lnTo>
                  <a:pt x="11783" y="4601"/>
                </a:lnTo>
                <a:lnTo>
                  <a:pt x="11677" y="4491"/>
                </a:lnTo>
                <a:lnTo>
                  <a:pt x="11572" y="4433"/>
                </a:lnTo>
                <a:lnTo>
                  <a:pt x="11431" y="4433"/>
                </a:lnTo>
                <a:lnTo>
                  <a:pt x="11289" y="4464"/>
                </a:lnTo>
                <a:lnTo>
                  <a:pt x="11219" y="4544"/>
                </a:lnTo>
                <a:lnTo>
                  <a:pt x="11113" y="4601"/>
                </a:lnTo>
                <a:lnTo>
                  <a:pt x="11007" y="4685"/>
                </a:lnTo>
                <a:lnTo>
                  <a:pt x="10866" y="4738"/>
                </a:lnTo>
                <a:lnTo>
                  <a:pt x="10725" y="4685"/>
                </a:lnTo>
                <a:lnTo>
                  <a:pt x="10584" y="4654"/>
                </a:lnTo>
                <a:lnTo>
                  <a:pt x="10478" y="4654"/>
                </a:lnTo>
                <a:lnTo>
                  <a:pt x="10372" y="4627"/>
                </a:lnTo>
                <a:lnTo>
                  <a:pt x="10266" y="4654"/>
                </a:lnTo>
                <a:lnTo>
                  <a:pt x="10161" y="4685"/>
                </a:lnTo>
                <a:lnTo>
                  <a:pt x="9984" y="4685"/>
                </a:lnTo>
                <a:lnTo>
                  <a:pt x="9878" y="4654"/>
                </a:lnTo>
                <a:lnTo>
                  <a:pt x="9737" y="4654"/>
                </a:lnTo>
                <a:lnTo>
                  <a:pt x="9631" y="4685"/>
                </a:lnTo>
                <a:lnTo>
                  <a:pt x="9526" y="4685"/>
                </a:lnTo>
                <a:lnTo>
                  <a:pt x="9420" y="4601"/>
                </a:lnTo>
                <a:lnTo>
                  <a:pt x="9314" y="4627"/>
                </a:lnTo>
                <a:lnTo>
                  <a:pt x="9208" y="4601"/>
                </a:lnTo>
                <a:lnTo>
                  <a:pt x="9102" y="4627"/>
                </a:lnTo>
                <a:lnTo>
                  <a:pt x="8926" y="4654"/>
                </a:lnTo>
                <a:lnTo>
                  <a:pt x="8820" y="4711"/>
                </a:lnTo>
                <a:lnTo>
                  <a:pt x="8679" y="4768"/>
                </a:lnTo>
                <a:lnTo>
                  <a:pt x="8467" y="4768"/>
                </a:lnTo>
                <a:lnTo>
                  <a:pt x="8326" y="4768"/>
                </a:lnTo>
                <a:lnTo>
                  <a:pt x="8185" y="4768"/>
                </a:lnTo>
                <a:lnTo>
                  <a:pt x="8079" y="4795"/>
                </a:lnTo>
                <a:lnTo>
                  <a:pt x="7973" y="4711"/>
                </a:lnTo>
                <a:lnTo>
                  <a:pt x="7832" y="4654"/>
                </a:lnTo>
                <a:lnTo>
                  <a:pt x="7726" y="4601"/>
                </a:lnTo>
                <a:lnTo>
                  <a:pt x="7621" y="4654"/>
                </a:lnTo>
                <a:lnTo>
                  <a:pt x="7515" y="4711"/>
                </a:lnTo>
                <a:lnTo>
                  <a:pt x="7409" y="4738"/>
                </a:lnTo>
                <a:lnTo>
                  <a:pt x="7338" y="4654"/>
                </a:lnTo>
                <a:lnTo>
                  <a:pt x="7232" y="4654"/>
                </a:lnTo>
                <a:lnTo>
                  <a:pt x="7127" y="4685"/>
                </a:lnTo>
                <a:lnTo>
                  <a:pt x="6986" y="4711"/>
                </a:lnTo>
                <a:lnTo>
                  <a:pt x="6844" y="4711"/>
                </a:lnTo>
                <a:lnTo>
                  <a:pt x="6739" y="4711"/>
                </a:lnTo>
                <a:lnTo>
                  <a:pt x="6633" y="4711"/>
                </a:lnTo>
                <a:lnTo>
                  <a:pt x="6492" y="4738"/>
                </a:lnTo>
                <a:lnTo>
                  <a:pt x="6386" y="4795"/>
                </a:lnTo>
                <a:lnTo>
                  <a:pt x="6280" y="4821"/>
                </a:lnTo>
                <a:lnTo>
                  <a:pt x="6174" y="4768"/>
                </a:lnTo>
                <a:lnTo>
                  <a:pt x="6068" y="4711"/>
                </a:lnTo>
                <a:lnTo>
                  <a:pt x="5926" y="4768"/>
                </a:lnTo>
                <a:lnTo>
                  <a:pt x="5785" y="4821"/>
                </a:lnTo>
                <a:lnTo>
                  <a:pt x="5644" y="4879"/>
                </a:lnTo>
                <a:lnTo>
                  <a:pt x="5644" y="4768"/>
                </a:lnTo>
                <a:lnTo>
                  <a:pt x="5503" y="4768"/>
                </a:lnTo>
                <a:lnTo>
                  <a:pt x="5362" y="4795"/>
                </a:lnTo>
                <a:lnTo>
                  <a:pt x="5256" y="4768"/>
                </a:lnTo>
                <a:lnTo>
                  <a:pt x="5115" y="4738"/>
                </a:lnTo>
                <a:lnTo>
                  <a:pt x="5009" y="4768"/>
                </a:lnTo>
                <a:lnTo>
                  <a:pt x="4868" y="4768"/>
                </a:lnTo>
                <a:lnTo>
                  <a:pt x="4762" y="4768"/>
                </a:lnTo>
                <a:lnTo>
                  <a:pt x="4727" y="4685"/>
                </a:lnTo>
                <a:lnTo>
                  <a:pt x="4621" y="4654"/>
                </a:lnTo>
                <a:lnTo>
                  <a:pt x="4515" y="4654"/>
                </a:lnTo>
                <a:lnTo>
                  <a:pt x="4409" y="4685"/>
                </a:lnTo>
                <a:lnTo>
                  <a:pt x="4268" y="4711"/>
                </a:lnTo>
                <a:lnTo>
                  <a:pt x="4162" y="4738"/>
                </a:lnTo>
                <a:lnTo>
                  <a:pt x="4056" y="4768"/>
                </a:lnTo>
                <a:lnTo>
                  <a:pt x="3951" y="4768"/>
                </a:lnTo>
                <a:lnTo>
                  <a:pt x="3845" y="4795"/>
                </a:lnTo>
                <a:lnTo>
                  <a:pt x="3668" y="4821"/>
                </a:lnTo>
                <a:lnTo>
                  <a:pt x="3563" y="4848"/>
                </a:lnTo>
                <a:lnTo>
                  <a:pt x="3457" y="4879"/>
                </a:lnTo>
                <a:lnTo>
                  <a:pt x="3351" y="4879"/>
                </a:lnTo>
                <a:lnTo>
                  <a:pt x="3245" y="4879"/>
                </a:lnTo>
                <a:lnTo>
                  <a:pt x="3139" y="4848"/>
                </a:lnTo>
                <a:lnTo>
                  <a:pt x="3033" y="4848"/>
                </a:lnTo>
                <a:lnTo>
                  <a:pt x="2928" y="4879"/>
                </a:lnTo>
                <a:lnTo>
                  <a:pt x="2822" y="4879"/>
                </a:lnTo>
                <a:lnTo>
                  <a:pt x="2716" y="4879"/>
                </a:lnTo>
                <a:lnTo>
                  <a:pt x="2575" y="4879"/>
                </a:lnTo>
                <a:lnTo>
                  <a:pt x="2398" y="4905"/>
                </a:lnTo>
                <a:lnTo>
                  <a:pt x="2257" y="4962"/>
                </a:lnTo>
                <a:lnTo>
                  <a:pt x="2151" y="4989"/>
                </a:lnTo>
                <a:lnTo>
                  <a:pt x="2046" y="4989"/>
                </a:lnTo>
                <a:lnTo>
                  <a:pt x="1940" y="4989"/>
                </a:lnTo>
                <a:lnTo>
                  <a:pt x="1834" y="4989"/>
                </a:lnTo>
                <a:lnTo>
                  <a:pt x="1693" y="4962"/>
                </a:lnTo>
                <a:lnTo>
                  <a:pt x="1552" y="4932"/>
                </a:lnTo>
                <a:lnTo>
                  <a:pt x="1411" y="4905"/>
                </a:lnTo>
                <a:lnTo>
                  <a:pt x="1305" y="4848"/>
                </a:lnTo>
                <a:lnTo>
                  <a:pt x="1199" y="4795"/>
                </a:lnTo>
                <a:lnTo>
                  <a:pt x="1093" y="4768"/>
                </a:lnTo>
                <a:lnTo>
                  <a:pt x="987" y="4768"/>
                </a:lnTo>
                <a:lnTo>
                  <a:pt x="846" y="4768"/>
                </a:lnTo>
                <a:lnTo>
                  <a:pt x="740" y="4768"/>
                </a:lnTo>
                <a:lnTo>
                  <a:pt x="634" y="4768"/>
                </a:lnTo>
                <a:lnTo>
                  <a:pt x="529" y="4795"/>
                </a:lnTo>
                <a:lnTo>
                  <a:pt x="423" y="4821"/>
                </a:lnTo>
                <a:lnTo>
                  <a:pt x="282" y="4848"/>
                </a:lnTo>
                <a:lnTo>
                  <a:pt x="141" y="4848"/>
                </a:lnTo>
                <a:lnTo>
                  <a:pt x="35" y="4848"/>
                </a:lnTo>
                <a:lnTo>
                  <a:pt x="0" y="4768"/>
                </a:lnTo>
                <a:lnTo>
                  <a:pt x="0" y="241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220760" y="3495600"/>
            <a:ext cx="75042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This is the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 txBox="1"/>
          <p:nvPr/>
        </p:nvSpPr>
        <p:spPr>
          <a:xfrm>
            <a:off x="282600" y="568440"/>
            <a:ext cx="8434440" cy="60562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6 TO StrPtr.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Field1, Field3 DELIMITED BY SPACE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 WITH POINTER StrPtr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"String Error"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NOT ON OVERFLOW DISPLAY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266760" y="2577960"/>
            <a:ext cx="8547480" cy="1905480"/>
          </a:xfrm>
          <a:custGeom>
            <a:avLst/>
            <a:gdLst/>
            <a:ahLst/>
            <a:rect l="0" t="0" r="r" b="b"/>
            <a:pathLst>
              <a:path w="23743" h="5293">
                <a:moveTo>
                  <a:pt x="0" y="2413"/>
                </a:moveTo>
                <a:lnTo>
                  <a:pt x="141" y="2355"/>
                </a:lnTo>
                <a:lnTo>
                  <a:pt x="282" y="2329"/>
                </a:lnTo>
                <a:lnTo>
                  <a:pt x="423" y="2298"/>
                </a:lnTo>
                <a:lnTo>
                  <a:pt x="529" y="2272"/>
                </a:lnTo>
                <a:lnTo>
                  <a:pt x="634" y="2245"/>
                </a:lnTo>
                <a:lnTo>
                  <a:pt x="776" y="2219"/>
                </a:lnTo>
                <a:lnTo>
                  <a:pt x="917" y="2219"/>
                </a:lnTo>
                <a:lnTo>
                  <a:pt x="1058" y="2245"/>
                </a:lnTo>
                <a:lnTo>
                  <a:pt x="1199" y="2245"/>
                </a:lnTo>
                <a:lnTo>
                  <a:pt x="1375" y="2219"/>
                </a:lnTo>
                <a:lnTo>
                  <a:pt x="1446" y="2135"/>
                </a:lnTo>
                <a:lnTo>
                  <a:pt x="1552" y="2077"/>
                </a:lnTo>
                <a:lnTo>
                  <a:pt x="1587" y="1994"/>
                </a:lnTo>
                <a:lnTo>
                  <a:pt x="1693" y="2025"/>
                </a:lnTo>
                <a:lnTo>
                  <a:pt x="1834" y="1994"/>
                </a:lnTo>
                <a:lnTo>
                  <a:pt x="2046" y="1941"/>
                </a:lnTo>
                <a:lnTo>
                  <a:pt x="2187" y="1883"/>
                </a:lnTo>
                <a:lnTo>
                  <a:pt x="2257" y="1994"/>
                </a:lnTo>
                <a:lnTo>
                  <a:pt x="2328" y="2077"/>
                </a:lnTo>
                <a:lnTo>
                  <a:pt x="2434" y="2051"/>
                </a:lnTo>
                <a:lnTo>
                  <a:pt x="2540" y="2025"/>
                </a:lnTo>
                <a:lnTo>
                  <a:pt x="2681" y="2077"/>
                </a:lnTo>
                <a:lnTo>
                  <a:pt x="2822" y="2161"/>
                </a:lnTo>
                <a:lnTo>
                  <a:pt x="2963" y="2219"/>
                </a:lnTo>
                <a:lnTo>
                  <a:pt x="3069" y="2219"/>
                </a:lnTo>
                <a:lnTo>
                  <a:pt x="3175" y="2219"/>
                </a:lnTo>
                <a:lnTo>
                  <a:pt x="3316" y="2219"/>
                </a:lnTo>
                <a:lnTo>
                  <a:pt x="3421" y="2272"/>
                </a:lnTo>
                <a:lnTo>
                  <a:pt x="3527" y="2329"/>
                </a:lnTo>
                <a:lnTo>
                  <a:pt x="3633" y="2355"/>
                </a:lnTo>
                <a:lnTo>
                  <a:pt x="3739" y="2382"/>
                </a:lnTo>
                <a:lnTo>
                  <a:pt x="3774" y="1606"/>
                </a:lnTo>
                <a:lnTo>
                  <a:pt x="3810" y="1747"/>
                </a:lnTo>
                <a:lnTo>
                  <a:pt x="3880" y="1883"/>
                </a:lnTo>
                <a:lnTo>
                  <a:pt x="3951" y="1994"/>
                </a:lnTo>
                <a:lnTo>
                  <a:pt x="4021" y="2104"/>
                </a:lnTo>
                <a:lnTo>
                  <a:pt x="4056" y="2188"/>
                </a:lnTo>
                <a:lnTo>
                  <a:pt x="4127" y="2272"/>
                </a:lnTo>
                <a:lnTo>
                  <a:pt x="4233" y="2329"/>
                </a:lnTo>
                <a:lnTo>
                  <a:pt x="4339" y="2329"/>
                </a:lnTo>
                <a:lnTo>
                  <a:pt x="4444" y="2329"/>
                </a:lnTo>
                <a:lnTo>
                  <a:pt x="4550" y="2298"/>
                </a:lnTo>
                <a:lnTo>
                  <a:pt x="4656" y="2272"/>
                </a:lnTo>
                <a:lnTo>
                  <a:pt x="4762" y="2245"/>
                </a:lnTo>
                <a:lnTo>
                  <a:pt x="4797" y="2161"/>
                </a:lnTo>
                <a:lnTo>
                  <a:pt x="4938" y="2104"/>
                </a:lnTo>
                <a:lnTo>
                  <a:pt x="5044" y="2051"/>
                </a:lnTo>
                <a:lnTo>
                  <a:pt x="5221" y="2025"/>
                </a:lnTo>
                <a:lnTo>
                  <a:pt x="5326" y="2025"/>
                </a:lnTo>
                <a:lnTo>
                  <a:pt x="5432" y="2025"/>
                </a:lnTo>
                <a:lnTo>
                  <a:pt x="5573" y="1994"/>
                </a:lnTo>
                <a:lnTo>
                  <a:pt x="5679" y="1941"/>
                </a:lnTo>
                <a:lnTo>
                  <a:pt x="5785" y="1967"/>
                </a:lnTo>
                <a:lnTo>
                  <a:pt x="5891" y="1967"/>
                </a:lnTo>
                <a:lnTo>
                  <a:pt x="5926" y="2104"/>
                </a:lnTo>
                <a:lnTo>
                  <a:pt x="6068" y="2188"/>
                </a:lnTo>
                <a:lnTo>
                  <a:pt x="6209" y="2161"/>
                </a:lnTo>
                <a:lnTo>
                  <a:pt x="6351" y="2161"/>
                </a:lnTo>
                <a:lnTo>
                  <a:pt x="6456" y="2161"/>
                </a:lnTo>
                <a:lnTo>
                  <a:pt x="6633" y="2161"/>
                </a:lnTo>
                <a:lnTo>
                  <a:pt x="6774" y="2161"/>
                </a:lnTo>
                <a:lnTo>
                  <a:pt x="6880" y="2135"/>
                </a:lnTo>
                <a:lnTo>
                  <a:pt x="6986" y="2135"/>
                </a:lnTo>
                <a:lnTo>
                  <a:pt x="7162" y="2104"/>
                </a:lnTo>
                <a:lnTo>
                  <a:pt x="7303" y="2104"/>
                </a:lnTo>
                <a:lnTo>
                  <a:pt x="7656" y="2051"/>
                </a:lnTo>
                <a:lnTo>
                  <a:pt x="7797" y="1994"/>
                </a:lnTo>
                <a:lnTo>
                  <a:pt x="7938" y="1994"/>
                </a:lnTo>
                <a:lnTo>
                  <a:pt x="8079" y="1941"/>
                </a:lnTo>
                <a:lnTo>
                  <a:pt x="8220" y="1883"/>
                </a:lnTo>
                <a:lnTo>
                  <a:pt x="8326" y="1883"/>
                </a:lnTo>
                <a:lnTo>
                  <a:pt x="8644" y="1857"/>
                </a:lnTo>
                <a:lnTo>
                  <a:pt x="8785" y="1831"/>
                </a:lnTo>
                <a:lnTo>
                  <a:pt x="8926" y="1831"/>
                </a:lnTo>
                <a:lnTo>
                  <a:pt x="9067" y="1800"/>
                </a:lnTo>
                <a:lnTo>
                  <a:pt x="9173" y="1773"/>
                </a:lnTo>
                <a:lnTo>
                  <a:pt x="9349" y="1720"/>
                </a:lnTo>
                <a:lnTo>
                  <a:pt x="9490" y="1689"/>
                </a:lnTo>
                <a:lnTo>
                  <a:pt x="9843" y="1663"/>
                </a:lnTo>
                <a:lnTo>
                  <a:pt x="9984" y="1637"/>
                </a:lnTo>
                <a:lnTo>
                  <a:pt x="10090" y="1606"/>
                </a:lnTo>
                <a:lnTo>
                  <a:pt x="10231" y="1689"/>
                </a:lnTo>
                <a:lnTo>
                  <a:pt x="10337" y="1773"/>
                </a:lnTo>
                <a:lnTo>
                  <a:pt x="10478" y="1773"/>
                </a:lnTo>
                <a:lnTo>
                  <a:pt x="10584" y="1773"/>
                </a:lnTo>
                <a:lnTo>
                  <a:pt x="10725" y="1773"/>
                </a:lnTo>
                <a:lnTo>
                  <a:pt x="10866" y="1800"/>
                </a:lnTo>
                <a:lnTo>
                  <a:pt x="11360" y="0"/>
                </a:lnTo>
                <a:lnTo>
                  <a:pt x="11007" y="1831"/>
                </a:lnTo>
                <a:lnTo>
                  <a:pt x="11078" y="1941"/>
                </a:lnTo>
                <a:lnTo>
                  <a:pt x="11148" y="2025"/>
                </a:lnTo>
                <a:lnTo>
                  <a:pt x="11325" y="2025"/>
                </a:lnTo>
                <a:lnTo>
                  <a:pt x="11431" y="2051"/>
                </a:lnTo>
                <a:lnTo>
                  <a:pt x="11536" y="2104"/>
                </a:lnTo>
                <a:lnTo>
                  <a:pt x="11642" y="2051"/>
                </a:lnTo>
                <a:lnTo>
                  <a:pt x="11783" y="1967"/>
                </a:lnTo>
                <a:lnTo>
                  <a:pt x="11854" y="1883"/>
                </a:lnTo>
                <a:lnTo>
                  <a:pt x="11960" y="1857"/>
                </a:lnTo>
                <a:lnTo>
                  <a:pt x="12066" y="1831"/>
                </a:lnTo>
                <a:lnTo>
                  <a:pt x="12207" y="1773"/>
                </a:lnTo>
                <a:lnTo>
                  <a:pt x="12312" y="1747"/>
                </a:lnTo>
                <a:lnTo>
                  <a:pt x="12489" y="1773"/>
                </a:lnTo>
                <a:lnTo>
                  <a:pt x="12701" y="1773"/>
                </a:lnTo>
                <a:lnTo>
                  <a:pt x="12842" y="1747"/>
                </a:lnTo>
                <a:lnTo>
                  <a:pt x="12947" y="1720"/>
                </a:lnTo>
                <a:lnTo>
                  <a:pt x="13089" y="1720"/>
                </a:lnTo>
                <a:lnTo>
                  <a:pt x="13194" y="1720"/>
                </a:lnTo>
                <a:lnTo>
                  <a:pt x="13300" y="1720"/>
                </a:lnTo>
                <a:lnTo>
                  <a:pt x="13441" y="1773"/>
                </a:lnTo>
                <a:lnTo>
                  <a:pt x="13582" y="1831"/>
                </a:lnTo>
                <a:lnTo>
                  <a:pt x="13724" y="1883"/>
                </a:lnTo>
                <a:lnTo>
                  <a:pt x="13865" y="1883"/>
                </a:lnTo>
                <a:lnTo>
                  <a:pt x="13971" y="1914"/>
                </a:lnTo>
                <a:lnTo>
                  <a:pt x="14076" y="1914"/>
                </a:lnTo>
                <a:lnTo>
                  <a:pt x="14182" y="1914"/>
                </a:lnTo>
                <a:lnTo>
                  <a:pt x="14288" y="1914"/>
                </a:lnTo>
                <a:lnTo>
                  <a:pt x="14394" y="1883"/>
                </a:lnTo>
                <a:lnTo>
                  <a:pt x="14535" y="1883"/>
                </a:lnTo>
                <a:lnTo>
                  <a:pt x="14888" y="1831"/>
                </a:lnTo>
                <a:lnTo>
                  <a:pt x="14994" y="1773"/>
                </a:lnTo>
                <a:lnTo>
                  <a:pt x="15346" y="1720"/>
                </a:lnTo>
                <a:lnTo>
                  <a:pt x="15452" y="1663"/>
                </a:lnTo>
                <a:lnTo>
                  <a:pt x="15558" y="1606"/>
                </a:lnTo>
                <a:lnTo>
                  <a:pt x="15664" y="1606"/>
                </a:lnTo>
                <a:lnTo>
                  <a:pt x="15805" y="1553"/>
                </a:lnTo>
                <a:lnTo>
                  <a:pt x="15946" y="1495"/>
                </a:lnTo>
                <a:lnTo>
                  <a:pt x="16052" y="1442"/>
                </a:lnTo>
                <a:lnTo>
                  <a:pt x="16158" y="1385"/>
                </a:lnTo>
                <a:lnTo>
                  <a:pt x="16228" y="1495"/>
                </a:lnTo>
                <a:lnTo>
                  <a:pt x="16299" y="1579"/>
                </a:lnTo>
                <a:lnTo>
                  <a:pt x="16511" y="1606"/>
                </a:lnTo>
                <a:lnTo>
                  <a:pt x="16687" y="1606"/>
                </a:lnTo>
                <a:lnTo>
                  <a:pt x="16793" y="1606"/>
                </a:lnTo>
                <a:lnTo>
                  <a:pt x="16934" y="1579"/>
                </a:lnTo>
                <a:lnTo>
                  <a:pt x="17075" y="1553"/>
                </a:lnTo>
                <a:lnTo>
                  <a:pt x="17216" y="1495"/>
                </a:lnTo>
                <a:lnTo>
                  <a:pt x="17322" y="1495"/>
                </a:lnTo>
                <a:lnTo>
                  <a:pt x="17463" y="1469"/>
                </a:lnTo>
                <a:lnTo>
                  <a:pt x="17569" y="1442"/>
                </a:lnTo>
                <a:lnTo>
                  <a:pt x="17675" y="1442"/>
                </a:lnTo>
                <a:lnTo>
                  <a:pt x="17781" y="1442"/>
                </a:lnTo>
                <a:lnTo>
                  <a:pt x="17887" y="1385"/>
                </a:lnTo>
                <a:lnTo>
                  <a:pt x="18064" y="1359"/>
                </a:lnTo>
                <a:lnTo>
                  <a:pt x="18170" y="1332"/>
                </a:lnTo>
                <a:lnTo>
                  <a:pt x="18275" y="1274"/>
                </a:lnTo>
                <a:lnTo>
                  <a:pt x="18417" y="1217"/>
                </a:lnTo>
                <a:lnTo>
                  <a:pt x="18558" y="1164"/>
                </a:lnTo>
                <a:lnTo>
                  <a:pt x="18699" y="1106"/>
                </a:lnTo>
                <a:lnTo>
                  <a:pt x="18805" y="1053"/>
                </a:lnTo>
                <a:lnTo>
                  <a:pt x="18875" y="1137"/>
                </a:lnTo>
                <a:lnTo>
                  <a:pt x="18910" y="1217"/>
                </a:lnTo>
                <a:lnTo>
                  <a:pt x="19016" y="1332"/>
                </a:lnTo>
                <a:lnTo>
                  <a:pt x="19122" y="1385"/>
                </a:lnTo>
                <a:lnTo>
                  <a:pt x="19263" y="1412"/>
                </a:lnTo>
                <a:lnTo>
                  <a:pt x="19404" y="1442"/>
                </a:lnTo>
                <a:lnTo>
                  <a:pt x="19581" y="1442"/>
                </a:lnTo>
                <a:lnTo>
                  <a:pt x="19686" y="1469"/>
                </a:lnTo>
                <a:lnTo>
                  <a:pt x="19792" y="1469"/>
                </a:lnTo>
                <a:lnTo>
                  <a:pt x="19969" y="1469"/>
                </a:lnTo>
                <a:lnTo>
                  <a:pt x="20321" y="1495"/>
                </a:lnTo>
                <a:lnTo>
                  <a:pt x="20674" y="1495"/>
                </a:lnTo>
                <a:lnTo>
                  <a:pt x="20780" y="1495"/>
                </a:lnTo>
                <a:lnTo>
                  <a:pt x="20886" y="1495"/>
                </a:lnTo>
                <a:lnTo>
                  <a:pt x="20992" y="1526"/>
                </a:lnTo>
                <a:lnTo>
                  <a:pt x="21098" y="1495"/>
                </a:lnTo>
                <a:lnTo>
                  <a:pt x="21203" y="1495"/>
                </a:lnTo>
                <a:lnTo>
                  <a:pt x="21309" y="1495"/>
                </a:lnTo>
                <a:lnTo>
                  <a:pt x="21415" y="1495"/>
                </a:lnTo>
                <a:lnTo>
                  <a:pt x="21521" y="1553"/>
                </a:lnTo>
                <a:lnTo>
                  <a:pt x="21627" y="1553"/>
                </a:lnTo>
                <a:lnTo>
                  <a:pt x="21768" y="1606"/>
                </a:lnTo>
                <a:lnTo>
                  <a:pt x="21874" y="1663"/>
                </a:lnTo>
                <a:lnTo>
                  <a:pt x="22050" y="1663"/>
                </a:lnTo>
                <a:lnTo>
                  <a:pt x="22227" y="1663"/>
                </a:lnTo>
                <a:lnTo>
                  <a:pt x="22332" y="1663"/>
                </a:lnTo>
                <a:lnTo>
                  <a:pt x="22473" y="1663"/>
                </a:lnTo>
                <a:lnTo>
                  <a:pt x="22579" y="1663"/>
                </a:lnTo>
                <a:lnTo>
                  <a:pt x="22685" y="1663"/>
                </a:lnTo>
                <a:lnTo>
                  <a:pt x="22791" y="1606"/>
                </a:lnTo>
                <a:lnTo>
                  <a:pt x="22897" y="1579"/>
                </a:lnTo>
                <a:lnTo>
                  <a:pt x="23038" y="1579"/>
                </a:lnTo>
                <a:lnTo>
                  <a:pt x="23144" y="1579"/>
                </a:lnTo>
                <a:lnTo>
                  <a:pt x="23250" y="1553"/>
                </a:lnTo>
                <a:lnTo>
                  <a:pt x="23355" y="1495"/>
                </a:lnTo>
                <a:lnTo>
                  <a:pt x="23461" y="1412"/>
                </a:lnTo>
                <a:lnTo>
                  <a:pt x="23567" y="1332"/>
                </a:lnTo>
                <a:lnTo>
                  <a:pt x="23673" y="1274"/>
                </a:lnTo>
                <a:lnTo>
                  <a:pt x="23743" y="5236"/>
                </a:lnTo>
                <a:lnTo>
                  <a:pt x="23285" y="5126"/>
                </a:lnTo>
                <a:lnTo>
                  <a:pt x="23179" y="5099"/>
                </a:lnTo>
                <a:lnTo>
                  <a:pt x="23073" y="5042"/>
                </a:lnTo>
                <a:lnTo>
                  <a:pt x="22967" y="5015"/>
                </a:lnTo>
                <a:lnTo>
                  <a:pt x="22932" y="4905"/>
                </a:lnTo>
                <a:lnTo>
                  <a:pt x="22862" y="4795"/>
                </a:lnTo>
                <a:lnTo>
                  <a:pt x="22756" y="4685"/>
                </a:lnTo>
                <a:lnTo>
                  <a:pt x="22615" y="4768"/>
                </a:lnTo>
                <a:lnTo>
                  <a:pt x="22438" y="4879"/>
                </a:lnTo>
                <a:lnTo>
                  <a:pt x="22297" y="4821"/>
                </a:lnTo>
                <a:lnTo>
                  <a:pt x="22121" y="4768"/>
                </a:lnTo>
                <a:lnTo>
                  <a:pt x="21980" y="4795"/>
                </a:lnTo>
                <a:lnTo>
                  <a:pt x="21874" y="4738"/>
                </a:lnTo>
                <a:lnTo>
                  <a:pt x="21733" y="4738"/>
                </a:lnTo>
                <a:lnTo>
                  <a:pt x="21627" y="4795"/>
                </a:lnTo>
                <a:lnTo>
                  <a:pt x="21486" y="4821"/>
                </a:lnTo>
                <a:lnTo>
                  <a:pt x="21345" y="4848"/>
                </a:lnTo>
                <a:lnTo>
                  <a:pt x="21168" y="4879"/>
                </a:lnTo>
                <a:lnTo>
                  <a:pt x="21027" y="4879"/>
                </a:lnTo>
                <a:lnTo>
                  <a:pt x="20886" y="4905"/>
                </a:lnTo>
                <a:lnTo>
                  <a:pt x="20745" y="4932"/>
                </a:lnTo>
                <a:lnTo>
                  <a:pt x="20639" y="5015"/>
                </a:lnTo>
                <a:lnTo>
                  <a:pt x="20463" y="5099"/>
                </a:lnTo>
                <a:lnTo>
                  <a:pt x="20357" y="5209"/>
                </a:lnTo>
                <a:lnTo>
                  <a:pt x="20286" y="5126"/>
                </a:lnTo>
                <a:lnTo>
                  <a:pt x="20180" y="5099"/>
                </a:lnTo>
                <a:lnTo>
                  <a:pt x="20075" y="5015"/>
                </a:lnTo>
                <a:lnTo>
                  <a:pt x="19969" y="4989"/>
                </a:lnTo>
                <a:lnTo>
                  <a:pt x="19898" y="4905"/>
                </a:lnTo>
                <a:lnTo>
                  <a:pt x="19757" y="4905"/>
                </a:lnTo>
                <a:lnTo>
                  <a:pt x="19616" y="4932"/>
                </a:lnTo>
                <a:lnTo>
                  <a:pt x="19510" y="4932"/>
                </a:lnTo>
                <a:lnTo>
                  <a:pt x="19404" y="4848"/>
                </a:lnTo>
                <a:lnTo>
                  <a:pt x="19263" y="4711"/>
                </a:lnTo>
                <a:lnTo>
                  <a:pt x="19122" y="4654"/>
                </a:lnTo>
                <a:lnTo>
                  <a:pt x="18981" y="4574"/>
                </a:lnTo>
                <a:lnTo>
                  <a:pt x="18875" y="4574"/>
                </a:lnTo>
                <a:lnTo>
                  <a:pt x="18769" y="4601"/>
                </a:lnTo>
                <a:lnTo>
                  <a:pt x="18699" y="4685"/>
                </a:lnTo>
                <a:lnTo>
                  <a:pt x="18593" y="4685"/>
                </a:lnTo>
                <a:lnTo>
                  <a:pt x="18452" y="4654"/>
                </a:lnTo>
                <a:lnTo>
                  <a:pt x="18346" y="4654"/>
                </a:lnTo>
                <a:lnTo>
                  <a:pt x="18240" y="4711"/>
                </a:lnTo>
                <a:lnTo>
                  <a:pt x="18064" y="4738"/>
                </a:lnTo>
                <a:lnTo>
                  <a:pt x="17923" y="4768"/>
                </a:lnTo>
                <a:lnTo>
                  <a:pt x="17817" y="4768"/>
                </a:lnTo>
                <a:lnTo>
                  <a:pt x="17639" y="4738"/>
                </a:lnTo>
                <a:lnTo>
                  <a:pt x="17534" y="4768"/>
                </a:lnTo>
                <a:lnTo>
                  <a:pt x="17428" y="4795"/>
                </a:lnTo>
                <a:lnTo>
                  <a:pt x="17251" y="4879"/>
                </a:lnTo>
                <a:lnTo>
                  <a:pt x="17146" y="4905"/>
                </a:lnTo>
                <a:lnTo>
                  <a:pt x="17040" y="4821"/>
                </a:lnTo>
                <a:lnTo>
                  <a:pt x="16934" y="4821"/>
                </a:lnTo>
                <a:lnTo>
                  <a:pt x="16828" y="4795"/>
                </a:lnTo>
                <a:lnTo>
                  <a:pt x="16687" y="4768"/>
                </a:lnTo>
                <a:lnTo>
                  <a:pt x="16546" y="4795"/>
                </a:lnTo>
                <a:lnTo>
                  <a:pt x="16440" y="4768"/>
                </a:lnTo>
                <a:lnTo>
                  <a:pt x="16369" y="4685"/>
                </a:lnTo>
                <a:lnTo>
                  <a:pt x="16264" y="4654"/>
                </a:lnTo>
                <a:lnTo>
                  <a:pt x="16158" y="4627"/>
                </a:lnTo>
                <a:lnTo>
                  <a:pt x="16017" y="4601"/>
                </a:lnTo>
                <a:lnTo>
                  <a:pt x="15911" y="4544"/>
                </a:lnTo>
                <a:lnTo>
                  <a:pt x="15805" y="4491"/>
                </a:lnTo>
                <a:lnTo>
                  <a:pt x="15664" y="4433"/>
                </a:lnTo>
                <a:lnTo>
                  <a:pt x="15558" y="4380"/>
                </a:lnTo>
                <a:lnTo>
                  <a:pt x="15911" y="5293"/>
                </a:lnTo>
                <a:lnTo>
                  <a:pt x="15382" y="4380"/>
                </a:lnTo>
                <a:lnTo>
                  <a:pt x="15241" y="4433"/>
                </a:lnTo>
                <a:lnTo>
                  <a:pt x="15135" y="4491"/>
                </a:lnTo>
                <a:lnTo>
                  <a:pt x="15029" y="4544"/>
                </a:lnTo>
                <a:lnTo>
                  <a:pt x="14923" y="4601"/>
                </a:lnTo>
                <a:lnTo>
                  <a:pt x="14817" y="4654"/>
                </a:lnTo>
                <a:lnTo>
                  <a:pt x="14711" y="4654"/>
                </a:lnTo>
                <a:lnTo>
                  <a:pt x="14606" y="4654"/>
                </a:lnTo>
                <a:lnTo>
                  <a:pt x="14394" y="4601"/>
                </a:lnTo>
                <a:lnTo>
                  <a:pt x="14288" y="4601"/>
                </a:lnTo>
                <a:lnTo>
                  <a:pt x="14112" y="4574"/>
                </a:lnTo>
                <a:lnTo>
                  <a:pt x="14006" y="4544"/>
                </a:lnTo>
                <a:lnTo>
                  <a:pt x="13865" y="4544"/>
                </a:lnTo>
                <a:lnTo>
                  <a:pt x="13688" y="4544"/>
                </a:lnTo>
                <a:lnTo>
                  <a:pt x="13582" y="4544"/>
                </a:lnTo>
                <a:lnTo>
                  <a:pt x="13441" y="4601"/>
                </a:lnTo>
                <a:lnTo>
                  <a:pt x="13336" y="4654"/>
                </a:lnTo>
                <a:lnTo>
                  <a:pt x="13230" y="4711"/>
                </a:lnTo>
                <a:lnTo>
                  <a:pt x="13124" y="4711"/>
                </a:lnTo>
                <a:lnTo>
                  <a:pt x="13018" y="4711"/>
                </a:lnTo>
                <a:lnTo>
                  <a:pt x="12842" y="4685"/>
                </a:lnTo>
                <a:lnTo>
                  <a:pt x="12701" y="4654"/>
                </a:lnTo>
                <a:lnTo>
                  <a:pt x="12559" y="4654"/>
                </a:lnTo>
                <a:lnTo>
                  <a:pt x="12418" y="4654"/>
                </a:lnTo>
                <a:lnTo>
                  <a:pt x="12312" y="4654"/>
                </a:lnTo>
                <a:lnTo>
                  <a:pt x="12207" y="4654"/>
                </a:lnTo>
                <a:lnTo>
                  <a:pt x="12101" y="4627"/>
                </a:lnTo>
                <a:lnTo>
                  <a:pt x="11995" y="4627"/>
                </a:lnTo>
                <a:lnTo>
                  <a:pt x="11889" y="4601"/>
                </a:lnTo>
                <a:lnTo>
                  <a:pt x="11783" y="4601"/>
                </a:lnTo>
                <a:lnTo>
                  <a:pt x="11677" y="4491"/>
                </a:lnTo>
                <a:lnTo>
                  <a:pt x="11572" y="4433"/>
                </a:lnTo>
                <a:lnTo>
                  <a:pt x="11431" y="4433"/>
                </a:lnTo>
                <a:lnTo>
                  <a:pt x="11289" y="4464"/>
                </a:lnTo>
                <a:lnTo>
                  <a:pt x="11219" y="4544"/>
                </a:lnTo>
                <a:lnTo>
                  <a:pt x="11113" y="4601"/>
                </a:lnTo>
                <a:lnTo>
                  <a:pt x="11007" y="4685"/>
                </a:lnTo>
                <a:lnTo>
                  <a:pt x="10866" y="4738"/>
                </a:lnTo>
                <a:lnTo>
                  <a:pt x="10725" y="4685"/>
                </a:lnTo>
                <a:lnTo>
                  <a:pt x="10584" y="4654"/>
                </a:lnTo>
                <a:lnTo>
                  <a:pt x="10478" y="4654"/>
                </a:lnTo>
                <a:lnTo>
                  <a:pt x="10372" y="4627"/>
                </a:lnTo>
                <a:lnTo>
                  <a:pt x="10266" y="4654"/>
                </a:lnTo>
                <a:lnTo>
                  <a:pt x="10161" y="4685"/>
                </a:lnTo>
                <a:lnTo>
                  <a:pt x="9984" y="4685"/>
                </a:lnTo>
                <a:lnTo>
                  <a:pt x="9878" y="4654"/>
                </a:lnTo>
                <a:lnTo>
                  <a:pt x="9737" y="4654"/>
                </a:lnTo>
                <a:lnTo>
                  <a:pt x="9631" y="4685"/>
                </a:lnTo>
                <a:lnTo>
                  <a:pt x="9526" y="4685"/>
                </a:lnTo>
                <a:lnTo>
                  <a:pt x="9420" y="4601"/>
                </a:lnTo>
                <a:lnTo>
                  <a:pt x="9314" y="4627"/>
                </a:lnTo>
                <a:lnTo>
                  <a:pt x="9208" y="4601"/>
                </a:lnTo>
                <a:lnTo>
                  <a:pt x="9102" y="4627"/>
                </a:lnTo>
                <a:lnTo>
                  <a:pt x="8926" y="4654"/>
                </a:lnTo>
                <a:lnTo>
                  <a:pt x="8820" y="4711"/>
                </a:lnTo>
                <a:lnTo>
                  <a:pt x="8679" y="4768"/>
                </a:lnTo>
                <a:lnTo>
                  <a:pt x="8467" y="4768"/>
                </a:lnTo>
                <a:lnTo>
                  <a:pt x="8326" y="4768"/>
                </a:lnTo>
                <a:lnTo>
                  <a:pt x="8185" y="4768"/>
                </a:lnTo>
                <a:lnTo>
                  <a:pt x="8079" y="4795"/>
                </a:lnTo>
                <a:lnTo>
                  <a:pt x="7973" y="4711"/>
                </a:lnTo>
                <a:lnTo>
                  <a:pt x="7832" y="4654"/>
                </a:lnTo>
                <a:lnTo>
                  <a:pt x="7726" y="4601"/>
                </a:lnTo>
                <a:lnTo>
                  <a:pt x="7621" y="4654"/>
                </a:lnTo>
                <a:lnTo>
                  <a:pt x="7515" y="4711"/>
                </a:lnTo>
                <a:lnTo>
                  <a:pt x="7409" y="4738"/>
                </a:lnTo>
                <a:lnTo>
                  <a:pt x="7338" y="4654"/>
                </a:lnTo>
                <a:lnTo>
                  <a:pt x="7232" y="4654"/>
                </a:lnTo>
                <a:lnTo>
                  <a:pt x="7127" y="4685"/>
                </a:lnTo>
                <a:lnTo>
                  <a:pt x="6986" y="4711"/>
                </a:lnTo>
                <a:lnTo>
                  <a:pt x="6844" y="4711"/>
                </a:lnTo>
                <a:lnTo>
                  <a:pt x="6739" y="4711"/>
                </a:lnTo>
                <a:lnTo>
                  <a:pt x="6633" y="4711"/>
                </a:lnTo>
                <a:lnTo>
                  <a:pt x="6492" y="4738"/>
                </a:lnTo>
                <a:lnTo>
                  <a:pt x="6386" y="4795"/>
                </a:lnTo>
                <a:lnTo>
                  <a:pt x="6280" y="4821"/>
                </a:lnTo>
                <a:lnTo>
                  <a:pt x="6174" y="4768"/>
                </a:lnTo>
                <a:lnTo>
                  <a:pt x="6068" y="4711"/>
                </a:lnTo>
                <a:lnTo>
                  <a:pt x="5926" y="4768"/>
                </a:lnTo>
                <a:lnTo>
                  <a:pt x="5785" y="4821"/>
                </a:lnTo>
                <a:lnTo>
                  <a:pt x="5644" y="4879"/>
                </a:lnTo>
                <a:lnTo>
                  <a:pt x="5644" y="4768"/>
                </a:lnTo>
                <a:lnTo>
                  <a:pt x="5503" y="4768"/>
                </a:lnTo>
                <a:lnTo>
                  <a:pt x="5362" y="4795"/>
                </a:lnTo>
                <a:lnTo>
                  <a:pt x="5256" y="4768"/>
                </a:lnTo>
                <a:lnTo>
                  <a:pt x="5115" y="4738"/>
                </a:lnTo>
                <a:lnTo>
                  <a:pt x="5009" y="4768"/>
                </a:lnTo>
                <a:lnTo>
                  <a:pt x="4868" y="4768"/>
                </a:lnTo>
                <a:lnTo>
                  <a:pt x="4762" y="4768"/>
                </a:lnTo>
                <a:lnTo>
                  <a:pt x="4727" y="4685"/>
                </a:lnTo>
                <a:lnTo>
                  <a:pt x="4621" y="4654"/>
                </a:lnTo>
                <a:lnTo>
                  <a:pt x="4515" y="4654"/>
                </a:lnTo>
                <a:lnTo>
                  <a:pt x="4409" y="4685"/>
                </a:lnTo>
                <a:lnTo>
                  <a:pt x="4268" y="4711"/>
                </a:lnTo>
                <a:lnTo>
                  <a:pt x="4162" y="4738"/>
                </a:lnTo>
                <a:lnTo>
                  <a:pt x="4056" y="4768"/>
                </a:lnTo>
                <a:lnTo>
                  <a:pt x="3951" y="4768"/>
                </a:lnTo>
                <a:lnTo>
                  <a:pt x="3845" y="4795"/>
                </a:lnTo>
                <a:lnTo>
                  <a:pt x="3668" y="4821"/>
                </a:lnTo>
                <a:lnTo>
                  <a:pt x="3563" y="4848"/>
                </a:lnTo>
                <a:lnTo>
                  <a:pt x="3457" y="4879"/>
                </a:lnTo>
                <a:lnTo>
                  <a:pt x="3351" y="4879"/>
                </a:lnTo>
                <a:lnTo>
                  <a:pt x="3245" y="4879"/>
                </a:lnTo>
                <a:lnTo>
                  <a:pt x="3139" y="4848"/>
                </a:lnTo>
                <a:lnTo>
                  <a:pt x="3033" y="4848"/>
                </a:lnTo>
                <a:lnTo>
                  <a:pt x="2928" y="4879"/>
                </a:lnTo>
                <a:lnTo>
                  <a:pt x="2822" y="4879"/>
                </a:lnTo>
                <a:lnTo>
                  <a:pt x="2716" y="4879"/>
                </a:lnTo>
                <a:lnTo>
                  <a:pt x="2575" y="4879"/>
                </a:lnTo>
                <a:lnTo>
                  <a:pt x="2398" y="4905"/>
                </a:lnTo>
                <a:lnTo>
                  <a:pt x="2257" y="4962"/>
                </a:lnTo>
                <a:lnTo>
                  <a:pt x="2151" y="4989"/>
                </a:lnTo>
                <a:lnTo>
                  <a:pt x="2046" y="4989"/>
                </a:lnTo>
                <a:lnTo>
                  <a:pt x="1940" y="4989"/>
                </a:lnTo>
                <a:lnTo>
                  <a:pt x="1834" y="4989"/>
                </a:lnTo>
                <a:lnTo>
                  <a:pt x="1693" y="4962"/>
                </a:lnTo>
                <a:lnTo>
                  <a:pt x="1552" y="4932"/>
                </a:lnTo>
                <a:lnTo>
                  <a:pt x="1411" y="4905"/>
                </a:lnTo>
                <a:lnTo>
                  <a:pt x="1305" y="4848"/>
                </a:lnTo>
                <a:lnTo>
                  <a:pt x="1199" y="4795"/>
                </a:lnTo>
                <a:lnTo>
                  <a:pt x="1093" y="4768"/>
                </a:lnTo>
                <a:lnTo>
                  <a:pt x="987" y="4768"/>
                </a:lnTo>
                <a:lnTo>
                  <a:pt x="846" y="4768"/>
                </a:lnTo>
                <a:lnTo>
                  <a:pt x="740" y="4768"/>
                </a:lnTo>
                <a:lnTo>
                  <a:pt x="634" y="4768"/>
                </a:lnTo>
                <a:lnTo>
                  <a:pt x="529" y="4795"/>
                </a:lnTo>
                <a:lnTo>
                  <a:pt x="423" y="4821"/>
                </a:lnTo>
                <a:lnTo>
                  <a:pt x="282" y="4848"/>
                </a:lnTo>
                <a:lnTo>
                  <a:pt x="141" y="4848"/>
                </a:lnTo>
                <a:lnTo>
                  <a:pt x="35" y="4848"/>
                </a:lnTo>
                <a:lnTo>
                  <a:pt x="0" y="4768"/>
                </a:lnTo>
                <a:lnTo>
                  <a:pt x="0" y="241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1220760" y="3495600"/>
            <a:ext cx="75042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This 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WhereHere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612800" y="3962520"/>
            <a:ext cx="864000" cy="775080"/>
          </a:xfrm>
          <a:custGeom>
            <a:avLst/>
            <a:gdLst/>
            <a:ahLst/>
            <a:rect l="0" t="0" r="r" b="b"/>
            <a:pathLst>
              <a:path fill="none" w="2400" h="2153">
                <a:moveTo>
                  <a:pt x="0" y="2153"/>
                </a:moveTo>
                <a:lnTo>
                  <a:pt x="0" y="2153"/>
                </a:lnTo>
                <a:cubicBezTo>
                  <a:pt x="421" y="2153"/>
                  <a:pt x="835" y="2054"/>
                  <a:pt x="1200" y="1865"/>
                </a:cubicBezTo>
                <a:cubicBezTo>
                  <a:pt x="1565" y="1676"/>
                  <a:pt x="1868" y="1404"/>
                  <a:pt x="2078" y="1076"/>
                </a:cubicBezTo>
                <a:cubicBezTo>
                  <a:pt x="2289" y="749"/>
                  <a:pt x="2400" y="378"/>
                  <a:pt x="2400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 txBox="1"/>
          <p:nvPr/>
        </p:nvSpPr>
        <p:spPr>
          <a:xfrm>
            <a:off x="282600" y="568440"/>
            <a:ext cx="8434440" cy="6070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"Where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Field1, Field2, Field3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DELIMITED BY SPACES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INTO Field4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Field4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266760" y="2577960"/>
            <a:ext cx="8547480" cy="1905480"/>
          </a:xfrm>
          <a:custGeom>
            <a:avLst/>
            <a:gdLst/>
            <a:ahLst/>
            <a:rect l="0" t="0" r="r" b="b"/>
            <a:pathLst>
              <a:path w="23743" h="5293">
                <a:moveTo>
                  <a:pt x="0" y="2413"/>
                </a:moveTo>
                <a:lnTo>
                  <a:pt x="141" y="2355"/>
                </a:lnTo>
                <a:lnTo>
                  <a:pt x="282" y="2329"/>
                </a:lnTo>
                <a:lnTo>
                  <a:pt x="423" y="2298"/>
                </a:lnTo>
                <a:lnTo>
                  <a:pt x="529" y="2272"/>
                </a:lnTo>
                <a:lnTo>
                  <a:pt x="634" y="2245"/>
                </a:lnTo>
                <a:lnTo>
                  <a:pt x="776" y="2219"/>
                </a:lnTo>
                <a:lnTo>
                  <a:pt x="917" y="2219"/>
                </a:lnTo>
                <a:lnTo>
                  <a:pt x="1058" y="2245"/>
                </a:lnTo>
                <a:lnTo>
                  <a:pt x="1199" y="2245"/>
                </a:lnTo>
                <a:lnTo>
                  <a:pt x="1375" y="2219"/>
                </a:lnTo>
                <a:lnTo>
                  <a:pt x="1446" y="2135"/>
                </a:lnTo>
                <a:lnTo>
                  <a:pt x="1552" y="2077"/>
                </a:lnTo>
                <a:lnTo>
                  <a:pt x="1587" y="1994"/>
                </a:lnTo>
                <a:lnTo>
                  <a:pt x="1693" y="2025"/>
                </a:lnTo>
                <a:lnTo>
                  <a:pt x="1834" y="1994"/>
                </a:lnTo>
                <a:lnTo>
                  <a:pt x="2046" y="1941"/>
                </a:lnTo>
                <a:lnTo>
                  <a:pt x="2187" y="1883"/>
                </a:lnTo>
                <a:lnTo>
                  <a:pt x="2257" y="1994"/>
                </a:lnTo>
                <a:lnTo>
                  <a:pt x="2328" y="2077"/>
                </a:lnTo>
                <a:lnTo>
                  <a:pt x="2434" y="2051"/>
                </a:lnTo>
                <a:lnTo>
                  <a:pt x="2540" y="2025"/>
                </a:lnTo>
                <a:lnTo>
                  <a:pt x="2681" y="2077"/>
                </a:lnTo>
                <a:lnTo>
                  <a:pt x="2822" y="2161"/>
                </a:lnTo>
                <a:lnTo>
                  <a:pt x="2963" y="2219"/>
                </a:lnTo>
                <a:lnTo>
                  <a:pt x="3069" y="2219"/>
                </a:lnTo>
                <a:lnTo>
                  <a:pt x="3175" y="2219"/>
                </a:lnTo>
                <a:lnTo>
                  <a:pt x="3316" y="2219"/>
                </a:lnTo>
                <a:lnTo>
                  <a:pt x="3421" y="2272"/>
                </a:lnTo>
                <a:lnTo>
                  <a:pt x="3527" y="2329"/>
                </a:lnTo>
                <a:lnTo>
                  <a:pt x="3633" y="2355"/>
                </a:lnTo>
                <a:lnTo>
                  <a:pt x="3739" y="2382"/>
                </a:lnTo>
                <a:lnTo>
                  <a:pt x="3774" y="1606"/>
                </a:lnTo>
                <a:lnTo>
                  <a:pt x="3810" y="1747"/>
                </a:lnTo>
                <a:lnTo>
                  <a:pt x="3880" y="1883"/>
                </a:lnTo>
                <a:lnTo>
                  <a:pt x="3951" y="1994"/>
                </a:lnTo>
                <a:lnTo>
                  <a:pt x="4021" y="2104"/>
                </a:lnTo>
                <a:lnTo>
                  <a:pt x="4056" y="2188"/>
                </a:lnTo>
                <a:lnTo>
                  <a:pt x="4127" y="2272"/>
                </a:lnTo>
                <a:lnTo>
                  <a:pt x="4233" y="2329"/>
                </a:lnTo>
                <a:lnTo>
                  <a:pt x="4339" y="2329"/>
                </a:lnTo>
                <a:lnTo>
                  <a:pt x="4444" y="2329"/>
                </a:lnTo>
                <a:lnTo>
                  <a:pt x="4550" y="2298"/>
                </a:lnTo>
                <a:lnTo>
                  <a:pt x="4656" y="2272"/>
                </a:lnTo>
                <a:lnTo>
                  <a:pt x="4762" y="2245"/>
                </a:lnTo>
                <a:lnTo>
                  <a:pt x="4797" y="2161"/>
                </a:lnTo>
                <a:lnTo>
                  <a:pt x="4938" y="2104"/>
                </a:lnTo>
                <a:lnTo>
                  <a:pt x="5044" y="2051"/>
                </a:lnTo>
                <a:lnTo>
                  <a:pt x="5221" y="2025"/>
                </a:lnTo>
                <a:lnTo>
                  <a:pt x="5326" y="2025"/>
                </a:lnTo>
                <a:lnTo>
                  <a:pt x="5432" y="2025"/>
                </a:lnTo>
                <a:lnTo>
                  <a:pt x="5573" y="1994"/>
                </a:lnTo>
                <a:lnTo>
                  <a:pt x="5679" y="1941"/>
                </a:lnTo>
                <a:lnTo>
                  <a:pt x="5785" y="1967"/>
                </a:lnTo>
                <a:lnTo>
                  <a:pt x="5891" y="1967"/>
                </a:lnTo>
                <a:lnTo>
                  <a:pt x="5926" y="2104"/>
                </a:lnTo>
                <a:lnTo>
                  <a:pt x="6068" y="2188"/>
                </a:lnTo>
                <a:lnTo>
                  <a:pt x="6209" y="2161"/>
                </a:lnTo>
                <a:lnTo>
                  <a:pt x="6351" y="2161"/>
                </a:lnTo>
                <a:lnTo>
                  <a:pt x="6456" y="2161"/>
                </a:lnTo>
                <a:lnTo>
                  <a:pt x="6633" y="2161"/>
                </a:lnTo>
                <a:lnTo>
                  <a:pt x="6774" y="2161"/>
                </a:lnTo>
                <a:lnTo>
                  <a:pt x="6880" y="2135"/>
                </a:lnTo>
                <a:lnTo>
                  <a:pt x="6986" y="2135"/>
                </a:lnTo>
                <a:lnTo>
                  <a:pt x="7162" y="2104"/>
                </a:lnTo>
                <a:lnTo>
                  <a:pt x="7303" y="2104"/>
                </a:lnTo>
                <a:lnTo>
                  <a:pt x="7656" y="2051"/>
                </a:lnTo>
                <a:lnTo>
                  <a:pt x="7797" y="1994"/>
                </a:lnTo>
                <a:lnTo>
                  <a:pt x="7938" y="1994"/>
                </a:lnTo>
                <a:lnTo>
                  <a:pt x="8079" y="1941"/>
                </a:lnTo>
                <a:lnTo>
                  <a:pt x="8220" y="1883"/>
                </a:lnTo>
                <a:lnTo>
                  <a:pt x="8326" y="1883"/>
                </a:lnTo>
                <a:lnTo>
                  <a:pt x="8644" y="1857"/>
                </a:lnTo>
                <a:lnTo>
                  <a:pt x="8785" y="1831"/>
                </a:lnTo>
                <a:lnTo>
                  <a:pt x="8926" y="1831"/>
                </a:lnTo>
                <a:lnTo>
                  <a:pt x="9067" y="1800"/>
                </a:lnTo>
                <a:lnTo>
                  <a:pt x="9173" y="1773"/>
                </a:lnTo>
                <a:lnTo>
                  <a:pt x="9349" y="1720"/>
                </a:lnTo>
                <a:lnTo>
                  <a:pt x="9490" y="1689"/>
                </a:lnTo>
                <a:lnTo>
                  <a:pt x="9843" y="1663"/>
                </a:lnTo>
                <a:lnTo>
                  <a:pt x="9984" y="1637"/>
                </a:lnTo>
                <a:lnTo>
                  <a:pt x="10090" y="1606"/>
                </a:lnTo>
                <a:lnTo>
                  <a:pt x="10231" y="1689"/>
                </a:lnTo>
                <a:lnTo>
                  <a:pt x="10337" y="1773"/>
                </a:lnTo>
                <a:lnTo>
                  <a:pt x="10478" y="1773"/>
                </a:lnTo>
                <a:lnTo>
                  <a:pt x="10584" y="1773"/>
                </a:lnTo>
                <a:lnTo>
                  <a:pt x="10725" y="1773"/>
                </a:lnTo>
                <a:lnTo>
                  <a:pt x="10866" y="1800"/>
                </a:lnTo>
                <a:lnTo>
                  <a:pt x="11360" y="0"/>
                </a:lnTo>
                <a:lnTo>
                  <a:pt x="11007" y="1831"/>
                </a:lnTo>
                <a:lnTo>
                  <a:pt x="11078" y="1941"/>
                </a:lnTo>
                <a:lnTo>
                  <a:pt x="11148" y="2025"/>
                </a:lnTo>
                <a:lnTo>
                  <a:pt x="11325" y="2025"/>
                </a:lnTo>
                <a:lnTo>
                  <a:pt x="11431" y="2051"/>
                </a:lnTo>
                <a:lnTo>
                  <a:pt x="11536" y="2104"/>
                </a:lnTo>
                <a:lnTo>
                  <a:pt x="11642" y="2051"/>
                </a:lnTo>
                <a:lnTo>
                  <a:pt x="11783" y="1967"/>
                </a:lnTo>
                <a:lnTo>
                  <a:pt x="11854" y="1883"/>
                </a:lnTo>
                <a:lnTo>
                  <a:pt x="11960" y="1857"/>
                </a:lnTo>
                <a:lnTo>
                  <a:pt x="12066" y="1831"/>
                </a:lnTo>
                <a:lnTo>
                  <a:pt x="12207" y="1773"/>
                </a:lnTo>
                <a:lnTo>
                  <a:pt x="12312" y="1747"/>
                </a:lnTo>
                <a:lnTo>
                  <a:pt x="12489" y="1773"/>
                </a:lnTo>
                <a:lnTo>
                  <a:pt x="12701" y="1773"/>
                </a:lnTo>
                <a:lnTo>
                  <a:pt x="12842" y="1747"/>
                </a:lnTo>
                <a:lnTo>
                  <a:pt x="12947" y="1720"/>
                </a:lnTo>
                <a:lnTo>
                  <a:pt x="13089" y="1720"/>
                </a:lnTo>
                <a:lnTo>
                  <a:pt x="13194" y="1720"/>
                </a:lnTo>
                <a:lnTo>
                  <a:pt x="13300" y="1720"/>
                </a:lnTo>
                <a:lnTo>
                  <a:pt x="13441" y="1773"/>
                </a:lnTo>
                <a:lnTo>
                  <a:pt x="13582" y="1831"/>
                </a:lnTo>
                <a:lnTo>
                  <a:pt x="13724" y="1883"/>
                </a:lnTo>
                <a:lnTo>
                  <a:pt x="13865" y="1883"/>
                </a:lnTo>
                <a:lnTo>
                  <a:pt x="13971" y="1914"/>
                </a:lnTo>
                <a:lnTo>
                  <a:pt x="14076" y="1914"/>
                </a:lnTo>
                <a:lnTo>
                  <a:pt x="14182" y="1914"/>
                </a:lnTo>
                <a:lnTo>
                  <a:pt x="14288" y="1914"/>
                </a:lnTo>
                <a:lnTo>
                  <a:pt x="14394" y="1883"/>
                </a:lnTo>
                <a:lnTo>
                  <a:pt x="14535" y="1883"/>
                </a:lnTo>
                <a:lnTo>
                  <a:pt x="14888" y="1831"/>
                </a:lnTo>
                <a:lnTo>
                  <a:pt x="14994" y="1773"/>
                </a:lnTo>
                <a:lnTo>
                  <a:pt x="15346" y="1720"/>
                </a:lnTo>
                <a:lnTo>
                  <a:pt x="15452" y="1663"/>
                </a:lnTo>
                <a:lnTo>
                  <a:pt x="15558" y="1606"/>
                </a:lnTo>
                <a:lnTo>
                  <a:pt x="15664" y="1606"/>
                </a:lnTo>
                <a:lnTo>
                  <a:pt x="15805" y="1553"/>
                </a:lnTo>
                <a:lnTo>
                  <a:pt x="15946" y="1495"/>
                </a:lnTo>
                <a:lnTo>
                  <a:pt x="16052" y="1442"/>
                </a:lnTo>
                <a:lnTo>
                  <a:pt x="16158" y="1385"/>
                </a:lnTo>
                <a:lnTo>
                  <a:pt x="16228" y="1495"/>
                </a:lnTo>
                <a:lnTo>
                  <a:pt x="16299" y="1579"/>
                </a:lnTo>
                <a:lnTo>
                  <a:pt x="16511" y="1606"/>
                </a:lnTo>
                <a:lnTo>
                  <a:pt x="16687" y="1606"/>
                </a:lnTo>
                <a:lnTo>
                  <a:pt x="16793" y="1606"/>
                </a:lnTo>
                <a:lnTo>
                  <a:pt x="16934" y="1579"/>
                </a:lnTo>
                <a:lnTo>
                  <a:pt x="17075" y="1553"/>
                </a:lnTo>
                <a:lnTo>
                  <a:pt x="17216" y="1495"/>
                </a:lnTo>
                <a:lnTo>
                  <a:pt x="17322" y="1495"/>
                </a:lnTo>
                <a:lnTo>
                  <a:pt x="17463" y="1469"/>
                </a:lnTo>
                <a:lnTo>
                  <a:pt x="17569" y="1442"/>
                </a:lnTo>
                <a:lnTo>
                  <a:pt x="17675" y="1442"/>
                </a:lnTo>
                <a:lnTo>
                  <a:pt x="17781" y="1442"/>
                </a:lnTo>
                <a:lnTo>
                  <a:pt x="17887" y="1385"/>
                </a:lnTo>
                <a:lnTo>
                  <a:pt x="18064" y="1359"/>
                </a:lnTo>
                <a:lnTo>
                  <a:pt x="18170" y="1332"/>
                </a:lnTo>
                <a:lnTo>
                  <a:pt x="18275" y="1274"/>
                </a:lnTo>
                <a:lnTo>
                  <a:pt x="18417" y="1217"/>
                </a:lnTo>
                <a:lnTo>
                  <a:pt x="18558" y="1164"/>
                </a:lnTo>
                <a:lnTo>
                  <a:pt x="18699" y="1106"/>
                </a:lnTo>
                <a:lnTo>
                  <a:pt x="18805" y="1053"/>
                </a:lnTo>
                <a:lnTo>
                  <a:pt x="18875" y="1137"/>
                </a:lnTo>
                <a:lnTo>
                  <a:pt x="18910" y="1217"/>
                </a:lnTo>
                <a:lnTo>
                  <a:pt x="19016" y="1332"/>
                </a:lnTo>
                <a:lnTo>
                  <a:pt x="19122" y="1385"/>
                </a:lnTo>
                <a:lnTo>
                  <a:pt x="19263" y="1412"/>
                </a:lnTo>
                <a:lnTo>
                  <a:pt x="19404" y="1442"/>
                </a:lnTo>
                <a:lnTo>
                  <a:pt x="19581" y="1442"/>
                </a:lnTo>
                <a:lnTo>
                  <a:pt x="19686" y="1469"/>
                </a:lnTo>
                <a:lnTo>
                  <a:pt x="19792" y="1469"/>
                </a:lnTo>
                <a:lnTo>
                  <a:pt x="19969" y="1469"/>
                </a:lnTo>
                <a:lnTo>
                  <a:pt x="20321" y="1495"/>
                </a:lnTo>
                <a:lnTo>
                  <a:pt x="20674" y="1495"/>
                </a:lnTo>
                <a:lnTo>
                  <a:pt x="20780" y="1495"/>
                </a:lnTo>
                <a:lnTo>
                  <a:pt x="20886" y="1495"/>
                </a:lnTo>
                <a:lnTo>
                  <a:pt x="20992" y="1526"/>
                </a:lnTo>
                <a:lnTo>
                  <a:pt x="21098" y="1495"/>
                </a:lnTo>
                <a:lnTo>
                  <a:pt x="21203" y="1495"/>
                </a:lnTo>
                <a:lnTo>
                  <a:pt x="21309" y="1495"/>
                </a:lnTo>
                <a:lnTo>
                  <a:pt x="21415" y="1495"/>
                </a:lnTo>
                <a:lnTo>
                  <a:pt x="21521" y="1553"/>
                </a:lnTo>
                <a:lnTo>
                  <a:pt x="21627" y="1553"/>
                </a:lnTo>
                <a:lnTo>
                  <a:pt x="21768" y="1606"/>
                </a:lnTo>
                <a:lnTo>
                  <a:pt x="21874" y="1663"/>
                </a:lnTo>
                <a:lnTo>
                  <a:pt x="22050" y="1663"/>
                </a:lnTo>
                <a:lnTo>
                  <a:pt x="22227" y="1663"/>
                </a:lnTo>
                <a:lnTo>
                  <a:pt x="22332" y="1663"/>
                </a:lnTo>
                <a:lnTo>
                  <a:pt x="22473" y="1663"/>
                </a:lnTo>
                <a:lnTo>
                  <a:pt x="22579" y="1663"/>
                </a:lnTo>
                <a:lnTo>
                  <a:pt x="22685" y="1663"/>
                </a:lnTo>
                <a:lnTo>
                  <a:pt x="22791" y="1606"/>
                </a:lnTo>
                <a:lnTo>
                  <a:pt x="22897" y="1579"/>
                </a:lnTo>
                <a:lnTo>
                  <a:pt x="23038" y="1579"/>
                </a:lnTo>
                <a:lnTo>
                  <a:pt x="23144" y="1579"/>
                </a:lnTo>
                <a:lnTo>
                  <a:pt x="23250" y="1553"/>
                </a:lnTo>
                <a:lnTo>
                  <a:pt x="23355" y="1495"/>
                </a:lnTo>
                <a:lnTo>
                  <a:pt x="23461" y="1412"/>
                </a:lnTo>
                <a:lnTo>
                  <a:pt x="23567" y="1332"/>
                </a:lnTo>
                <a:lnTo>
                  <a:pt x="23673" y="1274"/>
                </a:lnTo>
                <a:lnTo>
                  <a:pt x="23743" y="5236"/>
                </a:lnTo>
                <a:lnTo>
                  <a:pt x="23285" y="5126"/>
                </a:lnTo>
                <a:lnTo>
                  <a:pt x="23179" y="5099"/>
                </a:lnTo>
                <a:lnTo>
                  <a:pt x="23073" y="5042"/>
                </a:lnTo>
                <a:lnTo>
                  <a:pt x="22967" y="5015"/>
                </a:lnTo>
                <a:lnTo>
                  <a:pt x="22932" y="4905"/>
                </a:lnTo>
                <a:lnTo>
                  <a:pt x="22862" y="4795"/>
                </a:lnTo>
                <a:lnTo>
                  <a:pt x="22756" y="4685"/>
                </a:lnTo>
                <a:lnTo>
                  <a:pt x="22615" y="4768"/>
                </a:lnTo>
                <a:lnTo>
                  <a:pt x="22438" y="4879"/>
                </a:lnTo>
                <a:lnTo>
                  <a:pt x="22297" y="4821"/>
                </a:lnTo>
                <a:lnTo>
                  <a:pt x="22121" y="4768"/>
                </a:lnTo>
                <a:lnTo>
                  <a:pt x="21980" y="4795"/>
                </a:lnTo>
                <a:lnTo>
                  <a:pt x="21874" y="4738"/>
                </a:lnTo>
                <a:lnTo>
                  <a:pt x="21733" y="4738"/>
                </a:lnTo>
                <a:lnTo>
                  <a:pt x="21627" y="4795"/>
                </a:lnTo>
                <a:lnTo>
                  <a:pt x="21486" y="4821"/>
                </a:lnTo>
                <a:lnTo>
                  <a:pt x="21345" y="4848"/>
                </a:lnTo>
                <a:lnTo>
                  <a:pt x="21168" y="4879"/>
                </a:lnTo>
                <a:lnTo>
                  <a:pt x="21027" y="4879"/>
                </a:lnTo>
                <a:lnTo>
                  <a:pt x="20886" y="4905"/>
                </a:lnTo>
                <a:lnTo>
                  <a:pt x="20745" y="4932"/>
                </a:lnTo>
                <a:lnTo>
                  <a:pt x="20639" y="5015"/>
                </a:lnTo>
                <a:lnTo>
                  <a:pt x="20463" y="5099"/>
                </a:lnTo>
                <a:lnTo>
                  <a:pt x="20357" y="5209"/>
                </a:lnTo>
                <a:lnTo>
                  <a:pt x="20286" y="5126"/>
                </a:lnTo>
                <a:lnTo>
                  <a:pt x="20180" y="5099"/>
                </a:lnTo>
                <a:lnTo>
                  <a:pt x="20075" y="5015"/>
                </a:lnTo>
                <a:lnTo>
                  <a:pt x="19969" y="4989"/>
                </a:lnTo>
                <a:lnTo>
                  <a:pt x="19898" y="4905"/>
                </a:lnTo>
                <a:lnTo>
                  <a:pt x="19757" y="4905"/>
                </a:lnTo>
                <a:lnTo>
                  <a:pt x="19616" y="4932"/>
                </a:lnTo>
                <a:lnTo>
                  <a:pt x="19510" y="4932"/>
                </a:lnTo>
                <a:lnTo>
                  <a:pt x="19404" y="4848"/>
                </a:lnTo>
                <a:lnTo>
                  <a:pt x="19263" y="4711"/>
                </a:lnTo>
                <a:lnTo>
                  <a:pt x="19122" y="4654"/>
                </a:lnTo>
                <a:lnTo>
                  <a:pt x="18981" y="4574"/>
                </a:lnTo>
                <a:lnTo>
                  <a:pt x="18875" y="4574"/>
                </a:lnTo>
                <a:lnTo>
                  <a:pt x="18769" y="4601"/>
                </a:lnTo>
                <a:lnTo>
                  <a:pt x="18699" y="4685"/>
                </a:lnTo>
                <a:lnTo>
                  <a:pt x="18593" y="4685"/>
                </a:lnTo>
                <a:lnTo>
                  <a:pt x="18452" y="4654"/>
                </a:lnTo>
                <a:lnTo>
                  <a:pt x="18346" y="4654"/>
                </a:lnTo>
                <a:lnTo>
                  <a:pt x="18240" y="4711"/>
                </a:lnTo>
                <a:lnTo>
                  <a:pt x="18064" y="4738"/>
                </a:lnTo>
                <a:lnTo>
                  <a:pt x="17923" y="4768"/>
                </a:lnTo>
                <a:lnTo>
                  <a:pt x="17817" y="4768"/>
                </a:lnTo>
                <a:lnTo>
                  <a:pt x="17639" y="4738"/>
                </a:lnTo>
                <a:lnTo>
                  <a:pt x="17534" y="4768"/>
                </a:lnTo>
                <a:lnTo>
                  <a:pt x="17428" y="4795"/>
                </a:lnTo>
                <a:lnTo>
                  <a:pt x="17251" y="4879"/>
                </a:lnTo>
                <a:lnTo>
                  <a:pt x="17146" y="4905"/>
                </a:lnTo>
                <a:lnTo>
                  <a:pt x="17040" y="4821"/>
                </a:lnTo>
                <a:lnTo>
                  <a:pt x="16934" y="4821"/>
                </a:lnTo>
                <a:lnTo>
                  <a:pt x="16828" y="4795"/>
                </a:lnTo>
                <a:lnTo>
                  <a:pt x="16687" y="4768"/>
                </a:lnTo>
                <a:lnTo>
                  <a:pt x="16546" y="4795"/>
                </a:lnTo>
                <a:lnTo>
                  <a:pt x="16440" y="4768"/>
                </a:lnTo>
                <a:lnTo>
                  <a:pt x="16369" y="4685"/>
                </a:lnTo>
                <a:lnTo>
                  <a:pt x="16264" y="4654"/>
                </a:lnTo>
                <a:lnTo>
                  <a:pt x="16158" y="4627"/>
                </a:lnTo>
                <a:lnTo>
                  <a:pt x="16017" y="4601"/>
                </a:lnTo>
                <a:lnTo>
                  <a:pt x="15911" y="4544"/>
                </a:lnTo>
                <a:lnTo>
                  <a:pt x="15805" y="4491"/>
                </a:lnTo>
                <a:lnTo>
                  <a:pt x="15664" y="4433"/>
                </a:lnTo>
                <a:lnTo>
                  <a:pt x="15558" y="4380"/>
                </a:lnTo>
                <a:lnTo>
                  <a:pt x="15911" y="5293"/>
                </a:lnTo>
                <a:lnTo>
                  <a:pt x="15382" y="4380"/>
                </a:lnTo>
                <a:lnTo>
                  <a:pt x="15241" y="4433"/>
                </a:lnTo>
                <a:lnTo>
                  <a:pt x="15135" y="4491"/>
                </a:lnTo>
                <a:lnTo>
                  <a:pt x="15029" y="4544"/>
                </a:lnTo>
                <a:lnTo>
                  <a:pt x="14923" y="4601"/>
                </a:lnTo>
                <a:lnTo>
                  <a:pt x="14817" y="4654"/>
                </a:lnTo>
                <a:lnTo>
                  <a:pt x="14711" y="4654"/>
                </a:lnTo>
                <a:lnTo>
                  <a:pt x="14606" y="4654"/>
                </a:lnTo>
                <a:lnTo>
                  <a:pt x="14394" y="4601"/>
                </a:lnTo>
                <a:lnTo>
                  <a:pt x="14288" y="4601"/>
                </a:lnTo>
                <a:lnTo>
                  <a:pt x="14112" y="4574"/>
                </a:lnTo>
                <a:lnTo>
                  <a:pt x="14006" y="4544"/>
                </a:lnTo>
                <a:lnTo>
                  <a:pt x="13865" y="4544"/>
                </a:lnTo>
                <a:lnTo>
                  <a:pt x="13688" y="4544"/>
                </a:lnTo>
                <a:lnTo>
                  <a:pt x="13582" y="4544"/>
                </a:lnTo>
                <a:lnTo>
                  <a:pt x="13441" y="4601"/>
                </a:lnTo>
                <a:lnTo>
                  <a:pt x="13336" y="4654"/>
                </a:lnTo>
                <a:lnTo>
                  <a:pt x="13230" y="4711"/>
                </a:lnTo>
                <a:lnTo>
                  <a:pt x="13124" y="4711"/>
                </a:lnTo>
                <a:lnTo>
                  <a:pt x="13018" y="4711"/>
                </a:lnTo>
                <a:lnTo>
                  <a:pt x="12842" y="4685"/>
                </a:lnTo>
                <a:lnTo>
                  <a:pt x="12701" y="4654"/>
                </a:lnTo>
                <a:lnTo>
                  <a:pt x="12559" y="4654"/>
                </a:lnTo>
                <a:lnTo>
                  <a:pt x="12418" y="4654"/>
                </a:lnTo>
                <a:lnTo>
                  <a:pt x="12312" y="4654"/>
                </a:lnTo>
                <a:lnTo>
                  <a:pt x="12207" y="4654"/>
                </a:lnTo>
                <a:lnTo>
                  <a:pt x="12101" y="4627"/>
                </a:lnTo>
                <a:lnTo>
                  <a:pt x="11995" y="4627"/>
                </a:lnTo>
                <a:lnTo>
                  <a:pt x="11889" y="4601"/>
                </a:lnTo>
                <a:lnTo>
                  <a:pt x="11783" y="4601"/>
                </a:lnTo>
                <a:lnTo>
                  <a:pt x="11677" y="4491"/>
                </a:lnTo>
                <a:lnTo>
                  <a:pt x="11572" y="4433"/>
                </a:lnTo>
                <a:lnTo>
                  <a:pt x="11431" y="4433"/>
                </a:lnTo>
                <a:lnTo>
                  <a:pt x="11289" y="4464"/>
                </a:lnTo>
                <a:lnTo>
                  <a:pt x="11219" y="4544"/>
                </a:lnTo>
                <a:lnTo>
                  <a:pt x="11113" y="4601"/>
                </a:lnTo>
                <a:lnTo>
                  <a:pt x="11007" y="4685"/>
                </a:lnTo>
                <a:lnTo>
                  <a:pt x="10866" y="4738"/>
                </a:lnTo>
                <a:lnTo>
                  <a:pt x="10725" y="4685"/>
                </a:lnTo>
                <a:lnTo>
                  <a:pt x="10584" y="4654"/>
                </a:lnTo>
                <a:lnTo>
                  <a:pt x="10478" y="4654"/>
                </a:lnTo>
                <a:lnTo>
                  <a:pt x="10372" y="4627"/>
                </a:lnTo>
                <a:lnTo>
                  <a:pt x="10266" y="4654"/>
                </a:lnTo>
                <a:lnTo>
                  <a:pt x="10161" y="4685"/>
                </a:lnTo>
                <a:lnTo>
                  <a:pt x="9984" y="4685"/>
                </a:lnTo>
                <a:lnTo>
                  <a:pt x="9878" y="4654"/>
                </a:lnTo>
                <a:lnTo>
                  <a:pt x="9737" y="4654"/>
                </a:lnTo>
                <a:lnTo>
                  <a:pt x="9631" y="4685"/>
                </a:lnTo>
                <a:lnTo>
                  <a:pt x="9526" y="4685"/>
                </a:lnTo>
                <a:lnTo>
                  <a:pt x="9420" y="4601"/>
                </a:lnTo>
                <a:lnTo>
                  <a:pt x="9314" y="4627"/>
                </a:lnTo>
                <a:lnTo>
                  <a:pt x="9208" y="4601"/>
                </a:lnTo>
                <a:lnTo>
                  <a:pt x="9102" y="4627"/>
                </a:lnTo>
                <a:lnTo>
                  <a:pt x="8926" y="4654"/>
                </a:lnTo>
                <a:lnTo>
                  <a:pt x="8820" y="4711"/>
                </a:lnTo>
                <a:lnTo>
                  <a:pt x="8679" y="4768"/>
                </a:lnTo>
                <a:lnTo>
                  <a:pt x="8467" y="4768"/>
                </a:lnTo>
                <a:lnTo>
                  <a:pt x="8326" y="4768"/>
                </a:lnTo>
                <a:lnTo>
                  <a:pt x="8185" y="4768"/>
                </a:lnTo>
                <a:lnTo>
                  <a:pt x="8079" y="4795"/>
                </a:lnTo>
                <a:lnTo>
                  <a:pt x="7973" y="4711"/>
                </a:lnTo>
                <a:lnTo>
                  <a:pt x="7832" y="4654"/>
                </a:lnTo>
                <a:lnTo>
                  <a:pt x="7726" y="4601"/>
                </a:lnTo>
                <a:lnTo>
                  <a:pt x="7621" y="4654"/>
                </a:lnTo>
                <a:lnTo>
                  <a:pt x="7515" y="4711"/>
                </a:lnTo>
                <a:lnTo>
                  <a:pt x="7409" y="4738"/>
                </a:lnTo>
                <a:lnTo>
                  <a:pt x="7338" y="4654"/>
                </a:lnTo>
                <a:lnTo>
                  <a:pt x="7232" y="4654"/>
                </a:lnTo>
                <a:lnTo>
                  <a:pt x="7127" y="4685"/>
                </a:lnTo>
                <a:lnTo>
                  <a:pt x="6986" y="4711"/>
                </a:lnTo>
                <a:lnTo>
                  <a:pt x="6844" y="4711"/>
                </a:lnTo>
                <a:lnTo>
                  <a:pt x="6739" y="4711"/>
                </a:lnTo>
                <a:lnTo>
                  <a:pt x="6633" y="4711"/>
                </a:lnTo>
                <a:lnTo>
                  <a:pt x="6492" y="4738"/>
                </a:lnTo>
                <a:lnTo>
                  <a:pt x="6386" y="4795"/>
                </a:lnTo>
                <a:lnTo>
                  <a:pt x="6280" y="4821"/>
                </a:lnTo>
                <a:lnTo>
                  <a:pt x="6174" y="4768"/>
                </a:lnTo>
                <a:lnTo>
                  <a:pt x="6068" y="4711"/>
                </a:lnTo>
                <a:lnTo>
                  <a:pt x="5926" y="4768"/>
                </a:lnTo>
                <a:lnTo>
                  <a:pt x="5785" y="4821"/>
                </a:lnTo>
                <a:lnTo>
                  <a:pt x="5644" y="4879"/>
                </a:lnTo>
                <a:lnTo>
                  <a:pt x="5644" y="4768"/>
                </a:lnTo>
                <a:lnTo>
                  <a:pt x="5503" y="4768"/>
                </a:lnTo>
                <a:lnTo>
                  <a:pt x="5362" y="4795"/>
                </a:lnTo>
                <a:lnTo>
                  <a:pt x="5256" y="4768"/>
                </a:lnTo>
                <a:lnTo>
                  <a:pt x="5115" y="4738"/>
                </a:lnTo>
                <a:lnTo>
                  <a:pt x="5009" y="4768"/>
                </a:lnTo>
                <a:lnTo>
                  <a:pt x="4868" y="4768"/>
                </a:lnTo>
                <a:lnTo>
                  <a:pt x="4762" y="4768"/>
                </a:lnTo>
                <a:lnTo>
                  <a:pt x="4727" y="4685"/>
                </a:lnTo>
                <a:lnTo>
                  <a:pt x="4621" y="4654"/>
                </a:lnTo>
                <a:lnTo>
                  <a:pt x="4515" y="4654"/>
                </a:lnTo>
                <a:lnTo>
                  <a:pt x="4409" y="4685"/>
                </a:lnTo>
                <a:lnTo>
                  <a:pt x="4268" y="4711"/>
                </a:lnTo>
                <a:lnTo>
                  <a:pt x="4162" y="4738"/>
                </a:lnTo>
                <a:lnTo>
                  <a:pt x="4056" y="4768"/>
                </a:lnTo>
                <a:lnTo>
                  <a:pt x="3951" y="4768"/>
                </a:lnTo>
                <a:lnTo>
                  <a:pt x="3845" y="4795"/>
                </a:lnTo>
                <a:lnTo>
                  <a:pt x="3668" y="4821"/>
                </a:lnTo>
                <a:lnTo>
                  <a:pt x="3563" y="4848"/>
                </a:lnTo>
                <a:lnTo>
                  <a:pt x="3457" y="4879"/>
                </a:lnTo>
                <a:lnTo>
                  <a:pt x="3351" y="4879"/>
                </a:lnTo>
                <a:lnTo>
                  <a:pt x="3245" y="4879"/>
                </a:lnTo>
                <a:lnTo>
                  <a:pt x="3139" y="4848"/>
                </a:lnTo>
                <a:lnTo>
                  <a:pt x="3033" y="4848"/>
                </a:lnTo>
                <a:lnTo>
                  <a:pt x="2928" y="4879"/>
                </a:lnTo>
                <a:lnTo>
                  <a:pt x="2822" y="4879"/>
                </a:lnTo>
                <a:lnTo>
                  <a:pt x="2716" y="4879"/>
                </a:lnTo>
                <a:lnTo>
                  <a:pt x="2575" y="4879"/>
                </a:lnTo>
                <a:lnTo>
                  <a:pt x="2398" y="4905"/>
                </a:lnTo>
                <a:lnTo>
                  <a:pt x="2257" y="4962"/>
                </a:lnTo>
                <a:lnTo>
                  <a:pt x="2151" y="4989"/>
                </a:lnTo>
                <a:lnTo>
                  <a:pt x="2046" y="4989"/>
                </a:lnTo>
                <a:lnTo>
                  <a:pt x="1940" y="4989"/>
                </a:lnTo>
                <a:lnTo>
                  <a:pt x="1834" y="4989"/>
                </a:lnTo>
                <a:lnTo>
                  <a:pt x="1693" y="4962"/>
                </a:lnTo>
                <a:lnTo>
                  <a:pt x="1552" y="4932"/>
                </a:lnTo>
                <a:lnTo>
                  <a:pt x="1411" y="4905"/>
                </a:lnTo>
                <a:lnTo>
                  <a:pt x="1305" y="4848"/>
                </a:lnTo>
                <a:lnTo>
                  <a:pt x="1199" y="4795"/>
                </a:lnTo>
                <a:lnTo>
                  <a:pt x="1093" y="4768"/>
                </a:lnTo>
                <a:lnTo>
                  <a:pt x="987" y="4768"/>
                </a:lnTo>
                <a:lnTo>
                  <a:pt x="846" y="4768"/>
                </a:lnTo>
                <a:lnTo>
                  <a:pt x="740" y="4768"/>
                </a:lnTo>
                <a:lnTo>
                  <a:pt x="634" y="4768"/>
                </a:lnTo>
                <a:lnTo>
                  <a:pt x="529" y="4795"/>
                </a:lnTo>
                <a:lnTo>
                  <a:pt x="423" y="4821"/>
                </a:lnTo>
                <a:lnTo>
                  <a:pt x="282" y="4848"/>
                </a:lnTo>
                <a:lnTo>
                  <a:pt x="141" y="4848"/>
                </a:lnTo>
                <a:lnTo>
                  <a:pt x="35" y="4848"/>
                </a:lnTo>
                <a:lnTo>
                  <a:pt x="0" y="4768"/>
                </a:lnTo>
                <a:lnTo>
                  <a:pt x="0" y="241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1906560" y="3533760"/>
            <a:ext cx="68184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 txBox="1"/>
          <p:nvPr/>
        </p:nvSpPr>
        <p:spPr>
          <a:xfrm>
            <a:off x="282600" y="568440"/>
            <a:ext cx="8432640" cy="6070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This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Field1, Field2, Field3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DELIMITED BY SPACES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INTO Field4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Field4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266760" y="2577960"/>
            <a:ext cx="8547480" cy="1905480"/>
          </a:xfrm>
          <a:custGeom>
            <a:avLst/>
            <a:gdLst/>
            <a:ahLst/>
            <a:rect l="0" t="0" r="r" b="b"/>
            <a:pathLst>
              <a:path w="23743" h="5293">
                <a:moveTo>
                  <a:pt x="0" y="2413"/>
                </a:moveTo>
                <a:lnTo>
                  <a:pt x="141" y="2355"/>
                </a:lnTo>
                <a:lnTo>
                  <a:pt x="282" y="2329"/>
                </a:lnTo>
                <a:lnTo>
                  <a:pt x="423" y="2298"/>
                </a:lnTo>
                <a:lnTo>
                  <a:pt x="529" y="2272"/>
                </a:lnTo>
                <a:lnTo>
                  <a:pt x="634" y="2245"/>
                </a:lnTo>
                <a:lnTo>
                  <a:pt x="776" y="2219"/>
                </a:lnTo>
                <a:lnTo>
                  <a:pt x="917" y="2219"/>
                </a:lnTo>
                <a:lnTo>
                  <a:pt x="1058" y="2245"/>
                </a:lnTo>
                <a:lnTo>
                  <a:pt x="1199" y="2245"/>
                </a:lnTo>
                <a:lnTo>
                  <a:pt x="1375" y="2219"/>
                </a:lnTo>
                <a:lnTo>
                  <a:pt x="1446" y="2135"/>
                </a:lnTo>
                <a:lnTo>
                  <a:pt x="1552" y="2077"/>
                </a:lnTo>
                <a:lnTo>
                  <a:pt x="1587" y="1994"/>
                </a:lnTo>
                <a:lnTo>
                  <a:pt x="1693" y="2025"/>
                </a:lnTo>
                <a:lnTo>
                  <a:pt x="1834" y="1994"/>
                </a:lnTo>
                <a:lnTo>
                  <a:pt x="2046" y="1941"/>
                </a:lnTo>
                <a:lnTo>
                  <a:pt x="2187" y="1883"/>
                </a:lnTo>
                <a:lnTo>
                  <a:pt x="2257" y="1994"/>
                </a:lnTo>
                <a:lnTo>
                  <a:pt x="2328" y="2077"/>
                </a:lnTo>
                <a:lnTo>
                  <a:pt x="2434" y="2051"/>
                </a:lnTo>
                <a:lnTo>
                  <a:pt x="2540" y="2025"/>
                </a:lnTo>
                <a:lnTo>
                  <a:pt x="2681" y="2077"/>
                </a:lnTo>
                <a:lnTo>
                  <a:pt x="2822" y="2161"/>
                </a:lnTo>
                <a:lnTo>
                  <a:pt x="2963" y="2219"/>
                </a:lnTo>
                <a:lnTo>
                  <a:pt x="3069" y="2219"/>
                </a:lnTo>
                <a:lnTo>
                  <a:pt x="3175" y="2219"/>
                </a:lnTo>
                <a:lnTo>
                  <a:pt x="3316" y="2219"/>
                </a:lnTo>
                <a:lnTo>
                  <a:pt x="3421" y="2272"/>
                </a:lnTo>
                <a:lnTo>
                  <a:pt x="3527" y="2329"/>
                </a:lnTo>
                <a:lnTo>
                  <a:pt x="3633" y="2355"/>
                </a:lnTo>
                <a:lnTo>
                  <a:pt x="3739" y="2382"/>
                </a:lnTo>
                <a:lnTo>
                  <a:pt x="3774" y="1606"/>
                </a:lnTo>
                <a:lnTo>
                  <a:pt x="3810" y="1747"/>
                </a:lnTo>
                <a:lnTo>
                  <a:pt x="3880" y="1883"/>
                </a:lnTo>
                <a:lnTo>
                  <a:pt x="3951" y="1994"/>
                </a:lnTo>
                <a:lnTo>
                  <a:pt x="4021" y="2104"/>
                </a:lnTo>
                <a:lnTo>
                  <a:pt x="4056" y="2188"/>
                </a:lnTo>
                <a:lnTo>
                  <a:pt x="4127" y="2272"/>
                </a:lnTo>
                <a:lnTo>
                  <a:pt x="4233" y="2329"/>
                </a:lnTo>
                <a:lnTo>
                  <a:pt x="4339" y="2329"/>
                </a:lnTo>
                <a:lnTo>
                  <a:pt x="4444" y="2329"/>
                </a:lnTo>
                <a:lnTo>
                  <a:pt x="4550" y="2298"/>
                </a:lnTo>
                <a:lnTo>
                  <a:pt x="4656" y="2272"/>
                </a:lnTo>
                <a:lnTo>
                  <a:pt x="4762" y="2245"/>
                </a:lnTo>
                <a:lnTo>
                  <a:pt x="4797" y="2161"/>
                </a:lnTo>
                <a:lnTo>
                  <a:pt x="4938" y="2104"/>
                </a:lnTo>
                <a:lnTo>
                  <a:pt x="5044" y="2051"/>
                </a:lnTo>
                <a:lnTo>
                  <a:pt x="5221" y="2025"/>
                </a:lnTo>
                <a:lnTo>
                  <a:pt x="5326" y="2025"/>
                </a:lnTo>
                <a:lnTo>
                  <a:pt x="5432" y="2025"/>
                </a:lnTo>
                <a:lnTo>
                  <a:pt x="5573" y="1994"/>
                </a:lnTo>
                <a:lnTo>
                  <a:pt x="5679" y="1941"/>
                </a:lnTo>
                <a:lnTo>
                  <a:pt x="5785" y="1967"/>
                </a:lnTo>
                <a:lnTo>
                  <a:pt x="5891" y="1967"/>
                </a:lnTo>
                <a:lnTo>
                  <a:pt x="5926" y="2104"/>
                </a:lnTo>
                <a:lnTo>
                  <a:pt x="6068" y="2188"/>
                </a:lnTo>
                <a:lnTo>
                  <a:pt x="6209" y="2161"/>
                </a:lnTo>
                <a:lnTo>
                  <a:pt x="6351" y="2161"/>
                </a:lnTo>
                <a:lnTo>
                  <a:pt x="6456" y="2161"/>
                </a:lnTo>
                <a:lnTo>
                  <a:pt x="6633" y="2161"/>
                </a:lnTo>
                <a:lnTo>
                  <a:pt x="6774" y="2161"/>
                </a:lnTo>
                <a:lnTo>
                  <a:pt x="6880" y="2135"/>
                </a:lnTo>
                <a:lnTo>
                  <a:pt x="6986" y="2135"/>
                </a:lnTo>
                <a:lnTo>
                  <a:pt x="7162" y="2104"/>
                </a:lnTo>
                <a:lnTo>
                  <a:pt x="7303" y="2104"/>
                </a:lnTo>
                <a:lnTo>
                  <a:pt x="7656" y="2051"/>
                </a:lnTo>
                <a:lnTo>
                  <a:pt x="7797" y="1994"/>
                </a:lnTo>
                <a:lnTo>
                  <a:pt x="7938" y="1994"/>
                </a:lnTo>
                <a:lnTo>
                  <a:pt x="8079" y="1941"/>
                </a:lnTo>
                <a:lnTo>
                  <a:pt x="8220" y="1883"/>
                </a:lnTo>
                <a:lnTo>
                  <a:pt x="8326" y="1883"/>
                </a:lnTo>
                <a:lnTo>
                  <a:pt x="8644" y="1857"/>
                </a:lnTo>
                <a:lnTo>
                  <a:pt x="8785" y="1831"/>
                </a:lnTo>
                <a:lnTo>
                  <a:pt x="8926" y="1831"/>
                </a:lnTo>
                <a:lnTo>
                  <a:pt x="9067" y="1800"/>
                </a:lnTo>
                <a:lnTo>
                  <a:pt x="9173" y="1773"/>
                </a:lnTo>
                <a:lnTo>
                  <a:pt x="9349" y="1720"/>
                </a:lnTo>
                <a:lnTo>
                  <a:pt x="9490" y="1689"/>
                </a:lnTo>
                <a:lnTo>
                  <a:pt x="9843" y="1663"/>
                </a:lnTo>
                <a:lnTo>
                  <a:pt x="9984" y="1637"/>
                </a:lnTo>
                <a:lnTo>
                  <a:pt x="10090" y="1606"/>
                </a:lnTo>
                <a:lnTo>
                  <a:pt x="10231" y="1689"/>
                </a:lnTo>
                <a:lnTo>
                  <a:pt x="10337" y="1773"/>
                </a:lnTo>
                <a:lnTo>
                  <a:pt x="10478" y="1773"/>
                </a:lnTo>
                <a:lnTo>
                  <a:pt x="10584" y="1773"/>
                </a:lnTo>
                <a:lnTo>
                  <a:pt x="10725" y="1773"/>
                </a:lnTo>
                <a:lnTo>
                  <a:pt x="10866" y="1800"/>
                </a:lnTo>
                <a:lnTo>
                  <a:pt x="11360" y="0"/>
                </a:lnTo>
                <a:lnTo>
                  <a:pt x="11007" y="1831"/>
                </a:lnTo>
                <a:lnTo>
                  <a:pt x="11078" y="1941"/>
                </a:lnTo>
                <a:lnTo>
                  <a:pt x="11148" y="2025"/>
                </a:lnTo>
                <a:lnTo>
                  <a:pt x="11325" y="2025"/>
                </a:lnTo>
                <a:lnTo>
                  <a:pt x="11431" y="2051"/>
                </a:lnTo>
                <a:lnTo>
                  <a:pt x="11536" y="2104"/>
                </a:lnTo>
                <a:lnTo>
                  <a:pt x="11642" y="2051"/>
                </a:lnTo>
                <a:lnTo>
                  <a:pt x="11783" y="1967"/>
                </a:lnTo>
                <a:lnTo>
                  <a:pt x="11854" y="1883"/>
                </a:lnTo>
                <a:lnTo>
                  <a:pt x="11960" y="1857"/>
                </a:lnTo>
                <a:lnTo>
                  <a:pt x="12066" y="1831"/>
                </a:lnTo>
                <a:lnTo>
                  <a:pt x="12207" y="1773"/>
                </a:lnTo>
                <a:lnTo>
                  <a:pt x="12312" y="1747"/>
                </a:lnTo>
                <a:lnTo>
                  <a:pt x="12489" y="1773"/>
                </a:lnTo>
                <a:lnTo>
                  <a:pt x="12701" y="1773"/>
                </a:lnTo>
                <a:lnTo>
                  <a:pt x="12842" y="1747"/>
                </a:lnTo>
                <a:lnTo>
                  <a:pt x="12947" y="1720"/>
                </a:lnTo>
                <a:lnTo>
                  <a:pt x="13089" y="1720"/>
                </a:lnTo>
                <a:lnTo>
                  <a:pt x="13194" y="1720"/>
                </a:lnTo>
                <a:lnTo>
                  <a:pt x="13300" y="1720"/>
                </a:lnTo>
                <a:lnTo>
                  <a:pt x="13441" y="1773"/>
                </a:lnTo>
                <a:lnTo>
                  <a:pt x="13582" y="1831"/>
                </a:lnTo>
                <a:lnTo>
                  <a:pt x="13724" y="1883"/>
                </a:lnTo>
                <a:lnTo>
                  <a:pt x="13865" y="1883"/>
                </a:lnTo>
                <a:lnTo>
                  <a:pt x="13971" y="1914"/>
                </a:lnTo>
                <a:lnTo>
                  <a:pt x="14076" y="1914"/>
                </a:lnTo>
                <a:lnTo>
                  <a:pt x="14182" y="1914"/>
                </a:lnTo>
                <a:lnTo>
                  <a:pt x="14288" y="1914"/>
                </a:lnTo>
                <a:lnTo>
                  <a:pt x="14394" y="1883"/>
                </a:lnTo>
                <a:lnTo>
                  <a:pt x="14535" y="1883"/>
                </a:lnTo>
                <a:lnTo>
                  <a:pt x="14888" y="1831"/>
                </a:lnTo>
                <a:lnTo>
                  <a:pt x="14994" y="1773"/>
                </a:lnTo>
                <a:lnTo>
                  <a:pt x="15346" y="1720"/>
                </a:lnTo>
                <a:lnTo>
                  <a:pt x="15452" y="1663"/>
                </a:lnTo>
                <a:lnTo>
                  <a:pt x="15558" y="1606"/>
                </a:lnTo>
                <a:lnTo>
                  <a:pt x="15664" y="1606"/>
                </a:lnTo>
                <a:lnTo>
                  <a:pt x="15805" y="1553"/>
                </a:lnTo>
                <a:lnTo>
                  <a:pt x="15946" y="1495"/>
                </a:lnTo>
                <a:lnTo>
                  <a:pt x="16052" y="1442"/>
                </a:lnTo>
                <a:lnTo>
                  <a:pt x="16158" y="1385"/>
                </a:lnTo>
                <a:lnTo>
                  <a:pt x="16228" y="1495"/>
                </a:lnTo>
                <a:lnTo>
                  <a:pt x="16299" y="1579"/>
                </a:lnTo>
                <a:lnTo>
                  <a:pt x="16511" y="1606"/>
                </a:lnTo>
                <a:lnTo>
                  <a:pt x="16687" y="1606"/>
                </a:lnTo>
                <a:lnTo>
                  <a:pt x="16793" y="1606"/>
                </a:lnTo>
                <a:lnTo>
                  <a:pt x="16934" y="1579"/>
                </a:lnTo>
                <a:lnTo>
                  <a:pt x="17075" y="1553"/>
                </a:lnTo>
                <a:lnTo>
                  <a:pt x="17216" y="1495"/>
                </a:lnTo>
                <a:lnTo>
                  <a:pt x="17322" y="1495"/>
                </a:lnTo>
                <a:lnTo>
                  <a:pt x="17463" y="1469"/>
                </a:lnTo>
                <a:lnTo>
                  <a:pt x="17569" y="1442"/>
                </a:lnTo>
                <a:lnTo>
                  <a:pt x="17675" y="1442"/>
                </a:lnTo>
                <a:lnTo>
                  <a:pt x="17781" y="1442"/>
                </a:lnTo>
                <a:lnTo>
                  <a:pt x="17887" y="1385"/>
                </a:lnTo>
                <a:lnTo>
                  <a:pt x="18064" y="1359"/>
                </a:lnTo>
                <a:lnTo>
                  <a:pt x="18170" y="1332"/>
                </a:lnTo>
                <a:lnTo>
                  <a:pt x="18275" y="1274"/>
                </a:lnTo>
                <a:lnTo>
                  <a:pt x="18417" y="1217"/>
                </a:lnTo>
                <a:lnTo>
                  <a:pt x="18558" y="1164"/>
                </a:lnTo>
                <a:lnTo>
                  <a:pt x="18699" y="1106"/>
                </a:lnTo>
                <a:lnTo>
                  <a:pt x="18805" y="1053"/>
                </a:lnTo>
                <a:lnTo>
                  <a:pt x="18875" y="1137"/>
                </a:lnTo>
                <a:lnTo>
                  <a:pt x="18910" y="1217"/>
                </a:lnTo>
                <a:lnTo>
                  <a:pt x="19016" y="1332"/>
                </a:lnTo>
                <a:lnTo>
                  <a:pt x="19122" y="1385"/>
                </a:lnTo>
                <a:lnTo>
                  <a:pt x="19263" y="1412"/>
                </a:lnTo>
                <a:lnTo>
                  <a:pt x="19404" y="1442"/>
                </a:lnTo>
                <a:lnTo>
                  <a:pt x="19581" y="1442"/>
                </a:lnTo>
                <a:lnTo>
                  <a:pt x="19686" y="1469"/>
                </a:lnTo>
                <a:lnTo>
                  <a:pt x="19792" y="1469"/>
                </a:lnTo>
                <a:lnTo>
                  <a:pt x="19969" y="1469"/>
                </a:lnTo>
                <a:lnTo>
                  <a:pt x="20321" y="1495"/>
                </a:lnTo>
                <a:lnTo>
                  <a:pt x="20674" y="1495"/>
                </a:lnTo>
                <a:lnTo>
                  <a:pt x="20780" y="1495"/>
                </a:lnTo>
                <a:lnTo>
                  <a:pt x="20886" y="1495"/>
                </a:lnTo>
                <a:lnTo>
                  <a:pt x="20992" y="1526"/>
                </a:lnTo>
                <a:lnTo>
                  <a:pt x="21098" y="1495"/>
                </a:lnTo>
                <a:lnTo>
                  <a:pt x="21203" y="1495"/>
                </a:lnTo>
                <a:lnTo>
                  <a:pt x="21309" y="1495"/>
                </a:lnTo>
                <a:lnTo>
                  <a:pt x="21415" y="1495"/>
                </a:lnTo>
                <a:lnTo>
                  <a:pt x="21521" y="1553"/>
                </a:lnTo>
                <a:lnTo>
                  <a:pt x="21627" y="1553"/>
                </a:lnTo>
                <a:lnTo>
                  <a:pt x="21768" y="1606"/>
                </a:lnTo>
                <a:lnTo>
                  <a:pt x="21874" y="1663"/>
                </a:lnTo>
                <a:lnTo>
                  <a:pt x="22050" y="1663"/>
                </a:lnTo>
                <a:lnTo>
                  <a:pt x="22227" y="1663"/>
                </a:lnTo>
                <a:lnTo>
                  <a:pt x="22332" y="1663"/>
                </a:lnTo>
                <a:lnTo>
                  <a:pt x="22473" y="1663"/>
                </a:lnTo>
                <a:lnTo>
                  <a:pt x="22579" y="1663"/>
                </a:lnTo>
                <a:lnTo>
                  <a:pt x="22685" y="1663"/>
                </a:lnTo>
                <a:lnTo>
                  <a:pt x="22791" y="1606"/>
                </a:lnTo>
                <a:lnTo>
                  <a:pt x="22897" y="1579"/>
                </a:lnTo>
                <a:lnTo>
                  <a:pt x="23038" y="1579"/>
                </a:lnTo>
                <a:lnTo>
                  <a:pt x="23144" y="1579"/>
                </a:lnTo>
                <a:lnTo>
                  <a:pt x="23250" y="1553"/>
                </a:lnTo>
                <a:lnTo>
                  <a:pt x="23355" y="1495"/>
                </a:lnTo>
                <a:lnTo>
                  <a:pt x="23461" y="1412"/>
                </a:lnTo>
                <a:lnTo>
                  <a:pt x="23567" y="1332"/>
                </a:lnTo>
                <a:lnTo>
                  <a:pt x="23673" y="1274"/>
                </a:lnTo>
                <a:lnTo>
                  <a:pt x="23743" y="5236"/>
                </a:lnTo>
                <a:lnTo>
                  <a:pt x="23285" y="5126"/>
                </a:lnTo>
                <a:lnTo>
                  <a:pt x="23179" y="5099"/>
                </a:lnTo>
                <a:lnTo>
                  <a:pt x="23073" y="5042"/>
                </a:lnTo>
                <a:lnTo>
                  <a:pt x="22967" y="5015"/>
                </a:lnTo>
                <a:lnTo>
                  <a:pt x="22932" y="4905"/>
                </a:lnTo>
                <a:lnTo>
                  <a:pt x="22862" y="4795"/>
                </a:lnTo>
                <a:lnTo>
                  <a:pt x="22756" y="4685"/>
                </a:lnTo>
                <a:lnTo>
                  <a:pt x="22615" y="4768"/>
                </a:lnTo>
                <a:lnTo>
                  <a:pt x="22438" y="4879"/>
                </a:lnTo>
                <a:lnTo>
                  <a:pt x="22297" y="4821"/>
                </a:lnTo>
                <a:lnTo>
                  <a:pt x="22121" y="4768"/>
                </a:lnTo>
                <a:lnTo>
                  <a:pt x="21980" y="4795"/>
                </a:lnTo>
                <a:lnTo>
                  <a:pt x="21874" y="4738"/>
                </a:lnTo>
                <a:lnTo>
                  <a:pt x="21733" y="4738"/>
                </a:lnTo>
                <a:lnTo>
                  <a:pt x="21627" y="4795"/>
                </a:lnTo>
                <a:lnTo>
                  <a:pt x="21486" y="4821"/>
                </a:lnTo>
                <a:lnTo>
                  <a:pt x="21345" y="4848"/>
                </a:lnTo>
                <a:lnTo>
                  <a:pt x="21168" y="4879"/>
                </a:lnTo>
                <a:lnTo>
                  <a:pt x="21027" y="4879"/>
                </a:lnTo>
                <a:lnTo>
                  <a:pt x="20886" y="4905"/>
                </a:lnTo>
                <a:lnTo>
                  <a:pt x="20745" y="4932"/>
                </a:lnTo>
                <a:lnTo>
                  <a:pt x="20639" y="5015"/>
                </a:lnTo>
                <a:lnTo>
                  <a:pt x="20463" y="5099"/>
                </a:lnTo>
                <a:lnTo>
                  <a:pt x="20357" y="5209"/>
                </a:lnTo>
                <a:lnTo>
                  <a:pt x="20286" y="5126"/>
                </a:lnTo>
                <a:lnTo>
                  <a:pt x="20180" y="5099"/>
                </a:lnTo>
                <a:lnTo>
                  <a:pt x="20075" y="5015"/>
                </a:lnTo>
                <a:lnTo>
                  <a:pt x="19969" y="4989"/>
                </a:lnTo>
                <a:lnTo>
                  <a:pt x="19898" y="4905"/>
                </a:lnTo>
                <a:lnTo>
                  <a:pt x="19757" y="4905"/>
                </a:lnTo>
                <a:lnTo>
                  <a:pt x="19616" y="4932"/>
                </a:lnTo>
                <a:lnTo>
                  <a:pt x="19510" y="4932"/>
                </a:lnTo>
                <a:lnTo>
                  <a:pt x="19404" y="4848"/>
                </a:lnTo>
                <a:lnTo>
                  <a:pt x="19263" y="4711"/>
                </a:lnTo>
                <a:lnTo>
                  <a:pt x="19122" y="4654"/>
                </a:lnTo>
                <a:lnTo>
                  <a:pt x="18981" y="4574"/>
                </a:lnTo>
                <a:lnTo>
                  <a:pt x="18875" y="4574"/>
                </a:lnTo>
                <a:lnTo>
                  <a:pt x="18769" y="4601"/>
                </a:lnTo>
                <a:lnTo>
                  <a:pt x="18699" y="4685"/>
                </a:lnTo>
                <a:lnTo>
                  <a:pt x="18593" y="4685"/>
                </a:lnTo>
                <a:lnTo>
                  <a:pt x="18452" y="4654"/>
                </a:lnTo>
                <a:lnTo>
                  <a:pt x="18346" y="4654"/>
                </a:lnTo>
                <a:lnTo>
                  <a:pt x="18240" y="4711"/>
                </a:lnTo>
                <a:lnTo>
                  <a:pt x="18064" y="4738"/>
                </a:lnTo>
                <a:lnTo>
                  <a:pt x="17923" y="4768"/>
                </a:lnTo>
                <a:lnTo>
                  <a:pt x="17817" y="4768"/>
                </a:lnTo>
                <a:lnTo>
                  <a:pt x="17639" y="4738"/>
                </a:lnTo>
                <a:lnTo>
                  <a:pt x="17534" y="4768"/>
                </a:lnTo>
                <a:lnTo>
                  <a:pt x="17428" y="4795"/>
                </a:lnTo>
                <a:lnTo>
                  <a:pt x="17251" y="4879"/>
                </a:lnTo>
                <a:lnTo>
                  <a:pt x="17146" y="4905"/>
                </a:lnTo>
                <a:lnTo>
                  <a:pt x="17040" y="4821"/>
                </a:lnTo>
                <a:lnTo>
                  <a:pt x="16934" y="4821"/>
                </a:lnTo>
                <a:lnTo>
                  <a:pt x="16828" y="4795"/>
                </a:lnTo>
                <a:lnTo>
                  <a:pt x="16687" y="4768"/>
                </a:lnTo>
                <a:lnTo>
                  <a:pt x="16546" y="4795"/>
                </a:lnTo>
                <a:lnTo>
                  <a:pt x="16440" y="4768"/>
                </a:lnTo>
                <a:lnTo>
                  <a:pt x="16369" y="4685"/>
                </a:lnTo>
                <a:lnTo>
                  <a:pt x="16264" y="4654"/>
                </a:lnTo>
                <a:lnTo>
                  <a:pt x="16158" y="4627"/>
                </a:lnTo>
                <a:lnTo>
                  <a:pt x="16017" y="4601"/>
                </a:lnTo>
                <a:lnTo>
                  <a:pt x="15911" y="4544"/>
                </a:lnTo>
                <a:lnTo>
                  <a:pt x="15805" y="4491"/>
                </a:lnTo>
                <a:lnTo>
                  <a:pt x="15664" y="4433"/>
                </a:lnTo>
                <a:lnTo>
                  <a:pt x="15558" y="4380"/>
                </a:lnTo>
                <a:lnTo>
                  <a:pt x="15911" y="5293"/>
                </a:lnTo>
                <a:lnTo>
                  <a:pt x="15382" y="4380"/>
                </a:lnTo>
                <a:lnTo>
                  <a:pt x="15241" y="4433"/>
                </a:lnTo>
                <a:lnTo>
                  <a:pt x="15135" y="4491"/>
                </a:lnTo>
                <a:lnTo>
                  <a:pt x="15029" y="4544"/>
                </a:lnTo>
                <a:lnTo>
                  <a:pt x="14923" y="4601"/>
                </a:lnTo>
                <a:lnTo>
                  <a:pt x="14817" y="4654"/>
                </a:lnTo>
                <a:lnTo>
                  <a:pt x="14711" y="4654"/>
                </a:lnTo>
                <a:lnTo>
                  <a:pt x="14606" y="4654"/>
                </a:lnTo>
                <a:lnTo>
                  <a:pt x="14394" y="4601"/>
                </a:lnTo>
                <a:lnTo>
                  <a:pt x="14288" y="4601"/>
                </a:lnTo>
                <a:lnTo>
                  <a:pt x="14112" y="4574"/>
                </a:lnTo>
                <a:lnTo>
                  <a:pt x="14006" y="4544"/>
                </a:lnTo>
                <a:lnTo>
                  <a:pt x="13865" y="4544"/>
                </a:lnTo>
                <a:lnTo>
                  <a:pt x="13688" y="4544"/>
                </a:lnTo>
                <a:lnTo>
                  <a:pt x="13582" y="4544"/>
                </a:lnTo>
                <a:lnTo>
                  <a:pt x="13441" y="4601"/>
                </a:lnTo>
                <a:lnTo>
                  <a:pt x="13336" y="4654"/>
                </a:lnTo>
                <a:lnTo>
                  <a:pt x="13230" y="4711"/>
                </a:lnTo>
                <a:lnTo>
                  <a:pt x="13124" y="4711"/>
                </a:lnTo>
                <a:lnTo>
                  <a:pt x="13018" y="4711"/>
                </a:lnTo>
                <a:lnTo>
                  <a:pt x="12842" y="4685"/>
                </a:lnTo>
                <a:lnTo>
                  <a:pt x="12701" y="4654"/>
                </a:lnTo>
                <a:lnTo>
                  <a:pt x="12559" y="4654"/>
                </a:lnTo>
                <a:lnTo>
                  <a:pt x="12418" y="4654"/>
                </a:lnTo>
                <a:lnTo>
                  <a:pt x="12312" y="4654"/>
                </a:lnTo>
                <a:lnTo>
                  <a:pt x="12207" y="4654"/>
                </a:lnTo>
                <a:lnTo>
                  <a:pt x="12101" y="4627"/>
                </a:lnTo>
                <a:lnTo>
                  <a:pt x="11995" y="4627"/>
                </a:lnTo>
                <a:lnTo>
                  <a:pt x="11889" y="4601"/>
                </a:lnTo>
                <a:lnTo>
                  <a:pt x="11783" y="4601"/>
                </a:lnTo>
                <a:lnTo>
                  <a:pt x="11677" y="4491"/>
                </a:lnTo>
                <a:lnTo>
                  <a:pt x="11572" y="4433"/>
                </a:lnTo>
                <a:lnTo>
                  <a:pt x="11431" y="4433"/>
                </a:lnTo>
                <a:lnTo>
                  <a:pt x="11289" y="4464"/>
                </a:lnTo>
                <a:lnTo>
                  <a:pt x="11219" y="4544"/>
                </a:lnTo>
                <a:lnTo>
                  <a:pt x="11113" y="4601"/>
                </a:lnTo>
                <a:lnTo>
                  <a:pt x="11007" y="4685"/>
                </a:lnTo>
                <a:lnTo>
                  <a:pt x="10866" y="4738"/>
                </a:lnTo>
                <a:lnTo>
                  <a:pt x="10725" y="4685"/>
                </a:lnTo>
                <a:lnTo>
                  <a:pt x="10584" y="4654"/>
                </a:lnTo>
                <a:lnTo>
                  <a:pt x="10478" y="4654"/>
                </a:lnTo>
                <a:lnTo>
                  <a:pt x="10372" y="4627"/>
                </a:lnTo>
                <a:lnTo>
                  <a:pt x="10266" y="4654"/>
                </a:lnTo>
                <a:lnTo>
                  <a:pt x="10161" y="4685"/>
                </a:lnTo>
                <a:lnTo>
                  <a:pt x="9984" y="4685"/>
                </a:lnTo>
                <a:lnTo>
                  <a:pt x="9878" y="4654"/>
                </a:lnTo>
                <a:lnTo>
                  <a:pt x="9737" y="4654"/>
                </a:lnTo>
                <a:lnTo>
                  <a:pt x="9631" y="4685"/>
                </a:lnTo>
                <a:lnTo>
                  <a:pt x="9526" y="4685"/>
                </a:lnTo>
                <a:lnTo>
                  <a:pt x="9420" y="4601"/>
                </a:lnTo>
                <a:lnTo>
                  <a:pt x="9314" y="4627"/>
                </a:lnTo>
                <a:lnTo>
                  <a:pt x="9208" y="4601"/>
                </a:lnTo>
                <a:lnTo>
                  <a:pt x="9102" y="4627"/>
                </a:lnTo>
                <a:lnTo>
                  <a:pt x="8926" y="4654"/>
                </a:lnTo>
                <a:lnTo>
                  <a:pt x="8820" y="4711"/>
                </a:lnTo>
                <a:lnTo>
                  <a:pt x="8679" y="4768"/>
                </a:lnTo>
                <a:lnTo>
                  <a:pt x="8467" y="4768"/>
                </a:lnTo>
                <a:lnTo>
                  <a:pt x="8326" y="4768"/>
                </a:lnTo>
                <a:lnTo>
                  <a:pt x="8185" y="4768"/>
                </a:lnTo>
                <a:lnTo>
                  <a:pt x="8079" y="4795"/>
                </a:lnTo>
                <a:lnTo>
                  <a:pt x="7973" y="4711"/>
                </a:lnTo>
                <a:lnTo>
                  <a:pt x="7832" y="4654"/>
                </a:lnTo>
                <a:lnTo>
                  <a:pt x="7726" y="4601"/>
                </a:lnTo>
                <a:lnTo>
                  <a:pt x="7621" y="4654"/>
                </a:lnTo>
                <a:lnTo>
                  <a:pt x="7515" y="4711"/>
                </a:lnTo>
                <a:lnTo>
                  <a:pt x="7409" y="4738"/>
                </a:lnTo>
                <a:lnTo>
                  <a:pt x="7338" y="4654"/>
                </a:lnTo>
                <a:lnTo>
                  <a:pt x="7232" y="4654"/>
                </a:lnTo>
                <a:lnTo>
                  <a:pt x="7127" y="4685"/>
                </a:lnTo>
                <a:lnTo>
                  <a:pt x="6986" y="4711"/>
                </a:lnTo>
                <a:lnTo>
                  <a:pt x="6844" y="4711"/>
                </a:lnTo>
                <a:lnTo>
                  <a:pt x="6739" y="4711"/>
                </a:lnTo>
                <a:lnTo>
                  <a:pt x="6633" y="4711"/>
                </a:lnTo>
                <a:lnTo>
                  <a:pt x="6492" y="4738"/>
                </a:lnTo>
                <a:lnTo>
                  <a:pt x="6386" y="4795"/>
                </a:lnTo>
                <a:lnTo>
                  <a:pt x="6280" y="4821"/>
                </a:lnTo>
                <a:lnTo>
                  <a:pt x="6174" y="4768"/>
                </a:lnTo>
                <a:lnTo>
                  <a:pt x="6068" y="4711"/>
                </a:lnTo>
                <a:lnTo>
                  <a:pt x="5926" y="4768"/>
                </a:lnTo>
                <a:lnTo>
                  <a:pt x="5785" y="4821"/>
                </a:lnTo>
                <a:lnTo>
                  <a:pt x="5644" y="4879"/>
                </a:lnTo>
                <a:lnTo>
                  <a:pt x="5644" y="4768"/>
                </a:lnTo>
                <a:lnTo>
                  <a:pt x="5503" y="4768"/>
                </a:lnTo>
                <a:lnTo>
                  <a:pt x="5362" y="4795"/>
                </a:lnTo>
                <a:lnTo>
                  <a:pt x="5256" y="4768"/>
                </a:lnTo>
                <a:lnTo>
                  <a:pt x="5115" y="4738"/>
                </a:lnTo>
                <a:lnTo>
                  <a:pt x="5009" y="4768"/>
                </a:lnTo>
                <a:lnTo>
                  <a:pt x="4868" y="4768"/>
                </a:lnTo>
                <a:lnTo>
                  <a:pt x="4762" y="4768"/>
                </a:lnTo>
                <a:lnTo>
                  <a:pt x="4727" y="4685"/>
                </a:lnTo>
                <a:lnTo>
                  <a:pt x="4621" y="4654"/>
                </a:lnTo>
                <a:lnTo>
                  <a:pt x="4515" y="4654"/>
                </a:lnTo>
                <a:lnTo>
                  <a:pt x="4409" y="4685"/>
                </a:lnTo>
                <a:lnTo>
                  <a:pt x="4268" y="4711"/>
                </a:lnTo>
                <a:lnTo>
                  <a:pt x="4162" y="4738"/>
                </a:lnTo>
                <a:lnTo>
                  <a:pt x="4056" y="4768"/>
                </a:lnTo>
                <a:lnTo>
                  <a:pt x="3951" y="4768"/>
                </a:lnTo>
                <a:lnTo>
                  <a:pt x="3845" y="4795"/>
                </a:lnTo>
                <a:lnTo>
                  <a:pt x="3668" y="4821"/>
                </a:lnTo>
                <a:lnTo>
                  <a:pt x="3563" y="4848"/>
                </a:lnTo>
                <a:lnTo>
                  <a:pt x="3457" y="4879"/>
                </a:lnTo>
                <a:lnTo>
                  <a:pt x="3351" y="4879"/>
                </a:lnTo>
                <a:lnTo>
                  <a:pt x="3245" y="4879"/>
                </a:lnTo>
                <a:lnTo>
                  <a:pt x="3139" y="4848"/>
                </a:lnTo>
                <a:lnTo>
                  <a:pt x="3033" y="4848"/>
                </a:lnTo>
                <a:lnTo>
                  <a:pt x="2928" y="4879"/>
                </a:lnTo>
                <a:lnTo>
                  <a:pt x="2822" y="4879"/>
                </a:lnTo>
                <a:lnTo>
                  <a:pt x="2716" y="4879"/>
                </a:lnTo>
                <a:lnTo>
                  <a:pt x="2575" y="4879"/>
                </a:lnTo>
                <a:lnTo>
                  <a:pt x="2398" y="4905"/>
                </a:lnTo>
                <a:lnTo>
                  <a:pt x="2257" y="4962"/>
                </a:lnTo>
                <a:lnTo>
                  <a:pt x="2151" y="4989"/>
                </a:lnTo>
                <a:lnTo>
                  <a:pt x="2046" y="4989"/>
                </a:lnTo>
                <a:lnTo>
                  <a:pt x="1940" y="4989"/>
                </a:lnTo>
                <a:lnTo>
                  <a:pt x="1834" y="4989"/>
                </a:lnTo>
                <a:lnTo>
                  <a:pt x="1693" y="4962"/>
                </a:lnTo>
                <a:lnTo>
                  <a:pt x="1552" y="4932"/>
                </a:lnTo>
                <a:lnTo>
                  <a:pt x="1411" y="4905"/>
                </a:lnTo>
                <a:lnTo>
                  <a:pt x="1305" y="4848"/>
                </a:lnTo>
                <a:lnTo>
                  <a:pt x="1199" y="4795"/>
                </a:lnTo>
                <a:lnTo>
                  <a:pt x="1093" y="4768"/>
                </a:lnTo>
                <a:lnTo>
                  <a:pt x="987" y="4768"/>
                </a:lnTo>
                <a:lnTo>
                  <a:pt x="846" y="4768"/>
                </a:lnTo>
                <a:lnTo>
                  <a:pt x="740" y="4768"/>
                </a:lnTo>
                <a:lnTo>
                  <a:pt x="634" y="4768"/>
                </a:lnTo>
                <a:lnTo>
                  <a:pt x="529" y="4795"/>
                </a:lnTo>
                <a:lnTo>
                  <a:pt x="423" y="4821"/>
                </a:lnTo>
                <a:lnTo>
                  <a:pt x="282" y="4848"/>
                </a:lnTo>
                <a:lnTo>
                  <a:pt x="141" y="4848"/>
                </a:lnTo>
                <a:lnTo>
                  <a:pt x="35" y="4848"/>
                </a:lnTo>
                <a:lnTo>
                  <a:pt x="0" y="4768"/>
                </a:lnTo>
                <a:lnTo>
                  <a:pt x="0" y="241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906560" y="3533760"/>
            <a:ext cx="68310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WhereThisHere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 txBox="1"/>
          <p:nvPr/>
        </p:nvSpPr>
        <p:spPr>
          <a:xfrm>
            <a:off x="282600" y="568440"/>
            <a:ext cx="8434440" cy="58374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"Where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 TO NewPtr.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BY "this"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Field3 DELIMITED BY SPACE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"END"  DELIMITED BY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266760" y="2577960"/>
            <a:ext cx="8547480" cy="1905480"/>
          </a:xfrm>
          <a:custGeom>
            <a:avLst/>
            <a:gdLst/>
            <a:ahLst/>
            <a:rect l="0" t="0" r="r" b="b"/>
            <a:pathLst>
              <a:path w="23743" h="5293">
                <a:moveTo>
                  <a:pt x="0" y="2413"/>
                </a:moveTo>
                <a:lnTo>
                  <a:pt x="141" y="2355"/>
                </a:lnTo>
                <a:lnTo>
                  <a:pt x="282" y="2329"/>
                </a:lnTo>
                <a:lnTo>
                  <a:pt x="423" y="2298"/>
                </a:lnTo>
                <a:lnTo>
                  <a:pt x="529" y="2272"/>
                </a:lnTo>
                <a:lnTo>
                  <a:pt x="634" y="2245"/>
                </a:lnTo>
                <a:lnTo>
                  <a:pt x="776" y="2219"/>
                </a:lnTo>
                <a:lnTo>
                  <a:pt x="917" y="2219"/>
                </a:lnTo>
                <a:lnTo>
                  <a:pt x="1058" y="2245"/>
                </a:lnTo>
                <a:lnTo>
                  <a:pt x="1199" y="2245"/>
                </a:lnTo>
                <a:lnTo>
                  <a:pt x="1375" y="2219"/>
                </a:lnTo>
                <a:lnTo>
                  <a:pt x="1446" y="2135"/>
                </a:lnTo>
                <a:lnTo>
                  <a:pt x="1552" y="2077"/>
                </a:lnTo>
                <a:lnTo>
                  <a:pt x="1587" y="1994"/>
                </a:lnTo>
                <a:lnTo>
                  <a:pt x="1693" y="2025"/>
                </a:lnTo>
                <a:lnTo>
                  <a:pt x="1834" y="1994"/>
                </a:lnTo>
                <a:lnTo>
                  <a:pt x="2046" y="1941"/>
                </a:lnTo>
                <a:lnTo>
                  <a:pt x="2187" y="1883"/>
                </a:lnTo>
                <a:lnTo>
                  <a:pt x="2257" y="1994"/>
                </a:lnTo>
                <a:lnTo>
                  <a:pt x="2328" y="2077"/>
                </a:lnTo>
                <a:lnTo>
                  <a:pt x="2434" y="2051"/>
                </a:lnTo>
                <a:lnTo>
                  <a:pt x="2540" y="2025"/>
                </a:lnTo>
                <a:lnTo>
                  <a:pt x="2681" y="2077"/>
                </a:lnTo>
                <a:lnTo>
                  <a:pt x="2822" y="2161"/>
                </a:lnTo>
                <a:lnTo>
                  <a:pt x="2963" y="2219"/>
                </a:lnTo>
                <a:lnTo>
                  <a:pt x="3069" y="2219"/>
                </a:lnTo>
                <a:lnTo>
                  <a:pt x="3175" y="2219"/>
                </a:lnTo>
                <a:lnTo>
                  <a:pt x="3316" y="2219"/>
                </a:lnTo>
                <a:lnTo>
                  <a:pt x="3421" y="2272"/>
                </a:lnTo>
                <a:lnTo>
                  <a:pt x="3527" y="2329"/>
                </a:lnTo>
                <a:lnTo>
                  <a:pt x="3633" y="2355"/>
                </a:lnTo>
                <a:lnTo>
                  <a:pt x="3739" y="2382"/>
                </a:lnTo>
                <a:lnTo>
                  <a:pt x="3774" y="1606"/>
                </a:lnTo>
                <a:lnTo>
                  <a:pt x="3810" y="1747"/>
                </a:lnTo>
                <a:lnTo>
                  <a:pt x="3880" y="1883"/>
                </a:lnTo>
                <a:lnTo>
                  <a:pt x="3951" y="1994"/>
                </a:lnTo>
                <a:lnTo>
                  <a:pt x="4021" y="2104"/>
                </a:lnTo>
                <a:lnTo>
                  <a:pt x="4056" y="2188"/>
                </a:lnTo>
                <a:lnTo>
                  <a:pt x="4127" y="2272"/>
                </a:lnTo>
                <a:lnTo>
                  <a:pt x="4233" y="2329"/>
                </a:lnTo>
                <a:lnTo>
                  <a:pt x="4339" y="2329"/>
                </a:lnTo>
                <a:lnTo>
                  <a:pt x="4444" y="2329"/>
                </a:lnTo>
                <a:lnTo>
                  <a:pt x="4550" y="2298"/>
                </a:lnTo>
                <a:lnTo>
                  <a:pt x="4656" y="2272"/>
                </a:lnTo>
                <a:lnTo>
                  <a:pt x="4762" y="2245"/>
                </a:lnTo>
                <a:lnTo>
                  <a:pt x="4797" y="2161"/>
                </a:lnTo>
                <a:lnTo>
                  <a:pt x="4938" y="2104"/>
                </a:lnTo>
                <a:lnTo>
                  <a:pt x="5044" y="2051"/>
                </a:lnTo>
                <a:lnTo>
                  <a:pt x="5221" y="2025"/>
                </a:lnTo>
                <a:lnTo>
                  <a:pt x="5326" y="2025"/>
                </a:lnTo>
                <a:lnTo>
                  <a:pt x="5432" y="2025"/>
                </a:lnTo>
                <a:lnTo>
                  <a:pt x="5573" y="1994"/>
                </a:lnTo>
                <a:lnTo>
                  <a:pt x="5679" y="1941"/>
                </a:lnTo>
                <a:lnTo>
                  <a:pt x="5785" y="1967"/>
                </a:lnTo>
                <a:lnTo>
                  <a:pt x="5891" y="1967"/>
                </a:lnTo>
                <a:lnTo>
                  <a:pt x="5926" y="2104"/>
                </a:lnTo>
                <a:lnTo>
                  <a:pt x="6068" y="2188"/>
                </a:lnTo>
                <a:lnTo>
                  <a:pt x="6209" y="2161"/>
                </a:lnTo>
                <a:lnTo>
                  <a:pt x="6351" y="2161"/>
                </a:lnTo>
                <a:lnTo>
                  <a:pt x="6456" y="2161"/>
                </a:lnTo>
                <a:lnTo>
                  <a:pt x="6633" y="2161"/>
                </a:lnTo>
                <a:lnTo>
                  <a:pt x="6774" y="2161"/>
                </a:lnTo>
                <a:lnTo>
                  <a:pt x="6880" y="2135"/>
                </a:lnTo>
                <a:lnTo>
                  <a:pt x="6986" y="2135"/>
                </a:lnTo>
                <a:lnTo>
                  <a:pt x="7162" y="2104"/>
                </a:lnTo>
                <a:lnTo>
                  <a:pt x="7303" y="2104"/>
                </a:lnTo>
                <a:lnTo>
                  <a:pt x="7656" y="2051"/>
                </a:lnTo>
                <a:lnTo>
                  <a:pt x="7797" y="1994"/>
                </a:lnTo>
                <a:lnTo>
                  <a:pt x="7938" y="1994"/>
                </a:lnTo>
                <a:lnTo>
                  <a:pt x="8079" y="1941"/>
                </a:lnTo>
                <a:lnTo>
                  <a:pt x="8220" y="1883"/>
                </a:lnTo>
                <a:lnTo>
                  <a:pt x="8326" y="1883"/>
                </a:lnTo>
                <a:lnTo>
                  <a:pt x="8644" y="1857"/>
                </a:lnTo>
                <a:lnTo>
                  <a:pt x="8785" y="1831"/>
                </a:lnTo>
                <a:lnTo>
                  <a:pt x="8926" y="1831"/>
                </a:lnTo>
                <a:lnTo>
                  <a:pt x="9067" y="1800"/>
                </a:lnTo>
                <a:lnTo>
                  <a:pt x="9173" y="1773"/>
                </a:lnTo>
                <a:lnTo>
                  <a:pt x="9349" y="1720"/>
                </a:lnTo>
                <a:lnTo>
                  <a:pt x="9490" y="1689"/>
                </a:lnTo>
                <a:lnTo>
                  <a:pt x="9843" y="1663"/>
                </a:lnTo>
                <a:lnTo>
                  <a:pt x="9984" y="1637"/>
                </a:lnTo>
                <a:lnTo>
                  <a:pt x="10090" y="1606"/>
                </a:lnTo>
                <a:lnTo>
                  <a:pt x="10231" y="1689"/>
                </a:lnTo>
                <a:lnTo>
                  <a:pt x="10337" y="1773"/>
                </a:lnTo>
                <a:lnTo>
                  <a:pt x="10478" y="1773"/>
                </a:lnTo>
                <a:lnTo>
                  <a:pt x="10584" y="1773"/>
                </a:lnTo>
                <a:lnTo>
                  <a:pt x="10725" y="1773"/>
                </a:lnTo>
                <a:lnTo>
                  <a:pt x="10866" y="1800"/>
                </a:lnTo>
                <a:lnTo>
                  <a:pt x="11360" y="0"/>
                </a:lnTo>
                <a:lnTo>
                  <a:pt x="11007" y="1831"/>
                </a:lnTo>
                <a:lnTo>
                  <a:pt x="11078" y="1941"/>
                </a:lnTo>
                <a:lnTo>
                  <a:pt x="11148" y="2025"/>
                </a:lnTo>
                <a:lnTo>
                  <a:pt x="11325" y="2025"/>
                </a:lnTo>
                <a:lnTo>
                  <a:pt x="11431" y="2051"/>
                </a:lnTo>
                <a:lnTo>
                  <a:pt x="11536" y="2104"/>
                </a:lnTo>
                <a:lnTo>
                  <a:pt x="11642" y="2051"/>
                </a:lnTo>
                <a:lnTo>
                  <a:pt x="11783" y="1967"/>
                </a:lnTo>
                <a:lnTo>
                  <a:pt x="11854" y="1883"/>
                </a:lnTo>
                <a:lnTo>
                  <a:pt x="11960" y="1857"/>
                </a:lnTo>
                <a:lnTo>
                  <a:pt x="12066" y="1831"/>
                </a:lnTo>
                <a:lnTo>
                  <a:pt x="12207" y="1773"/>
                </a:lnTo>
                <a:lnTo>
                  <a:pt x="12312" y="1747"/>
                </a:lnTo>
                <a:lnTo>
                  <a:pt x="12489" y="1773"/>
                </a:lnTo>
                <a:lnTo>
                  <a:pt x="12701" y="1773"/>
                </a:lnTo>
                <a:lnTo>
                  <a:pt x="12842" y="1747"/>
                </a:lnTo>
                <a:lnTo>
                  <a:pt x="12947" y="1720"/>
                </a:lnTo>
                <a:lnTo>
                  <a:pt x="13089" y="1720"/>
                </a:lnTo>
                <a:lnTo>
                  <a:pt x="13194" y="1720"/>
                </a:lnTo>
                <a:lnTo>
                  <a:pt x="13300" y="1720"/>
                </a:lnTo>
                <a:lnTo>
                  <a:pt x="13441" y="1773"/>
                </a:lnTo>
                <a:lnTo>
                  <a:pt x="13582" y="1831"/>
                </a:lnTo>
                <a:lnTo>
                  <a:pt x="13724" y="1883"/>
                </a:lnTo>
                <a:lnTo>
                  <a:pt x="13865" y="1883"/>
                </a:lnTo>
                <a:lnTo>
                  <a:pt x="13971" y="1914"/>
                </a:lnTo>
                <a:lnTo>
                  <a:pt x="14076" y="1914"/>
                </a:lnTo>
                <a:lnTo>
                  <a:pt x="14182" y="1914"/>
                </a:lnTo>
                <a:lnTo>
                  <a:pt x="14288" y="1914"/>
                </a:lnTo>
                <a:lnTo>
                  <a:pt x="14394" y="1883"/>
                </a:lnTo>
                <a:lnTo>
                  <a:pt x="14535" y="1883"/>
                </a:lnTo>
                <a:lnTo>
                  <a:pt x="14888" y="1831"/>
                </a:lnTo>
                <a:lnTo>
                  <a:pt x="14994" y="1773"/>
                </a:lnTo>
                <a:lnTo>
                  <a:pt x="15346" y="1720"/>
                </a:lnTo>
                <a:lnTo>
                  <a:pt x="15452" y="1663"/>
                </a:lnTo>
                <a:lnTo>
                  <a:pt x="15558" y="1606"/>
                </a:lnTo>
                <a:lnTo>
                  <a:pt x="15664" y="1606"/>
                </a:lnTo>
                <a:lnTo>
                  <a:pt x="15805" y="1553"/>
                </a:lnTo>
                <a:lnTo>
                  <a:pt x="15946" y="1495"/>
                </a:lnTo>
                <a:lnTo>
                  <a:pt x="16052" y="1442"/>
                </a:lnTo>
                <a:lnTo>
                  <a:pt x="16158" y="1385"/>
                </a:lnTo>
                <a:lnTo>
                  <a:pt x="16228" y="1495"/>
                </a:lnTo>
                <a:lnTo>
                  <a:pt x="16299" y="1579"/>
                </a:lnTo>
                <a:lnTo>
                  <a:pt x="16511" y="1606"/>
                </a:lnTo>
                <a:lnTo>
                  <a:pt x="16687" y="1606"/>
                </a:lnTo>
                <a:lnTo>
                  <a:pt x="16793" y="1606"/>
                </a:lnTo>
                <a:lnTo>
                  <a:pt x="16934" y="1579"/>
                </a:lnTo>
                <a:lnTo>
                  <a:pt x="17075" y="1553"/>
                </a:lnTo>
                <a:lnTo>
                  <a:pt x="17216" y="1495"/>
                </a:lnTo>
                <a:lnTo>
                  <a:pt x="17322" y="1495"/>
                </a:lnTo>
                <a:lnTo>
                  <a:pt x="17463" y="1469"/>
                </a:lnTo>
                <a:lnTo>
                  <a:pt x="17569" y="1442"/>
                </a:lnTo>
                <a:lnTo>
                  <a:pt x="17675" y="1442"/>
                </a:lnTo>
                <a:lnTo>
                  <a:pt x="17781" y="1442"/>
                </a:lnTo>
                <a:lnTo>
                  <a:pt x="17887" y="1385"/>
                </a:lnTo>
                <a:lnTo>
                  <a:pt x="18064" y="1359"/>
                </a:lnTo>
                <a:lnTo>
                  <a:pt x="18170" y="1332"/>
                </a:lnTo>
                <a:lnTo>
                  <a:pt x="18275" y="1274"/>
                </a:lnTo>
                <a:lnTo>
                  <a:pt x="18417" y="1217"/>
                </a:lnTo>
                <a:lnTo>
                  <a:pt x="18558" y="1164"/>
                </a:lnTo>
                <a:lnTo>
                  <a:pt x="18699" y="1106"/>
                </a:lnTo>
                <a:lnTo>
                  <a:pt x="18805" y="1053"/>
                </a:lnTo>
                <a:lnTo>
                  <a:pt x="18875" y="1137"/>
                </a:lnTo>
                <a:lnTo>
                  <a:pt x="18910" y="1217"/>
                </a:lnTo>
                <a:lnTo>
                  <a:pt x="19016" y="1332"/>
                </a:lnTo>
                <a:lnTo>
                  <a:pt x="19122" y="1385"/>
                </a:lnTo>
                <a:lnTo>
                  <a:pt x="19263" y="1412"/>
                </a:lnTo>
                <a:lnTo>
                  <a:pt x="19404" y="1442"/>
                </a:lnTo>
                <a:lnTo>
                  <a:pt x="19581" y="1442"/>
                </a:lnTo>
                <a:lnTo>
                  <a:pt x="19686" y="1469"/>
                </a:lnTo>
                <a:lnTo>
                  <a:pt x="19792" y="1469"/>
                </a:lnTo>
                <a:lnTo>
                  <a:pt x="19969" y="1469"/>
                </a:lnTo>
                <a:lnTo>
                  <a:pt x="20321" y="1495"/>
                </a:lnTo>
                <a:lnTo>
                  <a:pt x="20674" y="1495"/>
                </a:lnTo>
                <a:lnTo>
                  <a:pt x="20780" y="1495"/>
                </a:lnTo>
                <a:lnTo>
                  <a:pt x="20886" y="1495"/>
                </a:lnTo>
                <a:lnTo>
                  <a:pt x="20992" y="1526"/>
                </a:lnTo>
                <a:lnTo>
                  <a:pt x="21098" y="1495"/>
                </a:lnTo>
                <a:lnTo>
                  <a:pt x="21203" y="1495"/>
                </a:lnTo>
                <a:lnTo>
                  <a:pt x="21309" y="1495"/>
                </a:lnTo>
                <a:lnTo>
                  <a:pt x="21415" y="1495"/>
                </a:lnTo>
                <a:lnTo>
                  <a:pt x="21521" y="1553"/>
                </a:lnTo>
                <a:lnTo>
                  <a:pt x="21627" y="1553"/>
                </a:lnTo>
                <a:lnTo>
                  <a:pt x="21768" y="1606"/>
                </a:lnTo>
                <a:lnTo>
                  <a:pt x="21874" y="1663"/>
                </a:lnTo>
                <a:lnTo>
                  <a:pt x="22050" y="1663"/>
                </a:lnTo>
                <a:lnTo>
                  <a:pt x="22227" y="1663"/>
                </a:lnTo>
                <a:lnTo>
                  <a:pt x="22332" y="1663"/>
                </a:lnTo>
                <a:lnTo>
                  <a:pt x="22473" y="1663"/>
                </a:lnTo>
                <a:lnTo>
                  <a:pt x="22579" y="1663"/>
                </a:lnTo>
                <a:lnTo>
                  <a:pt x="22685" y="1663"/>
                </a:lnTo>
                <a:lnTo>
                  <a:pt x="22791" y="1606"/>
                </a:lnTo>
                <a:lnTo>
                  <a:pt x="22897" y="1579"/>
                </a:lnTo>
                <a:lnTo>
                  <a:pt x="23038" y="1579"/>
                </a:lnTo>
                <a:lnTo>
                  <a:pt x="23144" y="1579"/>
                </a:lnTo>
                <a:lnTo>
                  <a:pt x="23250" y="1553"/>
                </a:lnTo>
                <a:lnTo>
                  <a:pt x="23355" y="1495"/>
                </a:lnTo>
                <a:lnTo>
                  <a:pt x="23461" y="1412"/>
                </a:lnTo>
                <a:lnTo>
                  <a:pt x="23567" y="1332"/>
                </a:lnTo>
                <a:lnTo>
                  <a:pt x="23673" y="1274"/>
                </a:lnTo>
                <a:lnTo>
                  <a:pt x="23743" y="5236"/>
                </a:lnTo>
                <a:lnTo>
                  <a:pt x="23285" y="5126"/>
                </a:lnTo>
                <a:lnTo>
                  <a:pt x="23179" y="5099"/>
                </a:lnTo>
                <a:lnTo>
                  <a:pt x="23073" y="5042"/>
                </a:lnTo>
                <a:lnTo>
                  <a:pt x="22967" y="5015"/>
                </a:lnTo>
                <a:lnTo>
                  <a:pt x="22932" y="4905"/>
                </a:lnTo>
                <a:lnTo>
                  <a:pt x="22862" y="4795"/>
                </a:lnTo>
                <a:lnTo>
                  <a:pt x="22756" y="4685"/>
                </a:lnTo>
                <a:lnTo>
                  <a:pt x="22615" y="4768"/>
                </a:lnTo>
                <a:lnTo>
                  <a:pt x="22438" y="4879"/>
                </a:lnTo>
                <a:lnTo>
                  <a:pt x="22297" y="4821"/>
                </a:lnTo>
                <a:lnTo>
                  <a:pt x="22121" y="4768"/>
                </a:lnTo>
                <a:lnTo>
                  <a:pt x="21980" y="4795"/>
                </a:lnTo>
                <a:lnTo>
                  <a:pt x="21874" y="4738"/>
                </a:lnTo>
                <a:lnTo>
                  <a:pt x="21733" y="4738"/>
                </a:lnTo>
                <a:lnTo>
                  <a:pt x="21627" y="4795"/>
                </a:lnTo>
                <a:lnTo>
                  <a:pt x="21486" y="4821"/>
                </a:lnTo>
                <a:lnTo>
                  <a:pt x="21345" y="4848"/>
                </a:lnTo>
                <a:lnTo>
                  <a:pt x="21168" y="4879"/>
                </a:lnTo>
                <a:lnTo>
                  <a:pt x="21027" y="4879"/>
                </a:lnTo>
                <a:lnTo>
                  <a:pt x="20886" y="4905"/>
                </a:lnTo>
                <a:lnTo>
                  <a:pt x="20745" y="4932"/>
                </a:lnTo>
                <a:lnTo>
                  <a:pt x="20639" y="5015"/>
                </a:lnTo>
                <a:lnTo>
                  <a:pt x="20463" y="5099"/>
                </a:lnTo>
                <a:lnTo>
                  <a:pt x="20357" y="5209"/>
                </a:lnTo>
                <a:lnTo>
                  <a:pt x="20286" y="5126"/>
                </a:lnTo>
                <a:lnTo>
                  <a:pt x="20180" y="5099"/>
                </a:lnTo>
                <a:lnTo>
                  <a:pt x="20075" y="5015"/>
                </a:lnTo>
                <a:lnTo>
                  <a:pt x="19969" y="4989"/>
                </a:lnTo>
                <a:lnTo>
                  <a:pt x="19898" y="4905"/>
                </a:lnTo>
                <a:lnTo>
                  <a:pt x="19757" y="4905"/>
                </a:lnTo>
                <a:lnTo>
                  <a:pt x="19616" y="4932"/>
                </a:lnTo>
                <a:lnTo>
                  <a:pt x="19510" y="4932"/>
                </a:lnTo>
                <a:lnTo>
                  <a:pt x="19404" y="4848"/>
                </a:lnTo>
                <a:lnTo>
                  <a:pt x="19263" y="4711"/>
                </a:lnTo>
                <a:lnTo>
                  <a:pt x="19122" y="4654"/>
                </a:lnTo>
                <a:lnTo>
                  <a:pt x="18981" y="4574"/>
                </a:lnTo>
                <a:lnTo>
                  <a:pt x="18875" y="4574"/>
                </a:lnTo>
                <a:lnTo>
                  <a:pt x="18769" y="4601"/>
                </a:lnTo>
                <a:lnTo>
                  <a:pt x="18699" y="4685"/>
                </a:lnTo>
                <a:lnTo>
                  <a:pt x="18593" y="4685"/>
                </a:lnTo>
                <a:lnTo>
                  <a:pt x="18452" y="4654"/>
                </a:lnTo>
                <a:lnTo>
                  <a:pt x="18346" y="4654"/>
                </a:lnTo>
                <a:lnTo>
                  <a:pt x="18240" y="4711"/>
                </a:lnTo>
                <a:lnTo>
                  <a:pt x="18064" y="4738"/>
                </a:lnTo>
                <a:lnTo>
                  <a:pt x="17923" y="4768"/>
                </a:lnTo>
                <a:lnTo>
                  <a:pt x="17817" y="4768"/>
                </a:lnTo>
                <a:lnTo>
                  <a:pt x="17639" y="4738"/>
                </a:lnTo>
                <a:lnTo>
                  <a:pt x="17534" y="4768"/>
                </a:lnTo>
                <a:lnTo>
                  <a:pt x="17428" y="4795"/>
                </a:lnTo>
                <a:lnTo>
                  <a:pt x="17251" y="4879"/>
                </a:lnTo>
                <a:lnTo>
                  <a:pt x="17146" y="4905"/>
                </a:lnTo>
                <a:lnTo>
                  <a:pt x="17040" y="4821"/>
                </a:lnTo>
                <a:lnTo>
                  <a:pt x="16934" y="4821"/>
                </a:lnTo>
                <a:lnTo>
                  <a:pt x="16828" y="4795"/>
                </a:lnTo>
                <a:lnTo>
                  <a:pt x="16687" y="4768"/>
                </a:lnTo>
                <a:lnTo>
                  <a:pt x="16546" y="4795"/>
                </a:lnTo>
                <a:lnTo>
                  <a:pt x="16440" y="4768"/>
                </a:lnTo>
                <a:lnTo>
                  <a:pt x="16369" y="4685"/>
                </a:lnTo>
                <a:lnTo>
                  <a:pt x="16264" y="4654"/>
                </a:lnTo>
                <a:lnTo>
                  <a:pt x="16158" y="4627"/>
                </a:lnTo>
                <a:lnTo>
                  <a:pt x="16017" y="4601"/>
                </a:lnTo>
                <a:lnTo>
                  <a:pt x="15911" y="4544"/>
                </a:lnTo>
                <a:lnTo>
                  <a:pt x="15805" y="4491"/>
                </a:lnTo>
                <a:lnTo>
                  <a:pt x="15664" y="4433"/>
                </a:lnTo>
                <a:lnTo>
                  <a:pt x="15558" y="4380"/>
                </a:lnTo>
                <a:lnTo>
                  <a:pt x="15911" y="5293"/>
                </a:lnTo>
                <a:lnTo>
                  <a:pt x="15382" y="4380"/>
                </a:lnTo>
                <a:lnTo>
                  <a:pt x="15241" y="4433"/>
                </a:lnTo>
                <a:lnTo>
                  <a:pt x="15135" y="4491"/>
                </a:lnTo>
                <a:lnTo>
                  <a:pt x="15029" y="4544"/>
                </a:lnTo>
                <a:lnTo>
                  <a:pt x="14923" y="4601"/>
                </a:lnTo>
                <a:lnTo>
                  <a:pt x="14817" y="4654"/>
                </a:lnTo>
                <a:lnTo>
                  <a:pt x="14711" y="4654"/>
                </a:lnTo>
                <a:lnTo>
                  <a:pt x="14606" y="4654"/>
                </a:lnTo>
                <a:lnTo>
                  <a:pt x="14394" y="4601"/>
                </a:lnTo>
                <a:lnTo>
                  <a:pt x="14288" y="4601"/>
                </a:lnTo>
                <a:lnTo>
                  <a:pt x="14112" y="4574"/>
                </a:lnTo>
                <a:lnTo>
                  <a:pt x="14006" y="4544"/>
                </a:lnTo>
                <a:lnTo>
                  <a:pt x="13865" y="4544"/>
                </a:lnTo>
                <a:lnTo>
                  <a:pt x="13688" y="4544"/>
                </a:lnTo>
                <a:lnTo>
                  <a:pt x="13582" y="4544"/>
                </a:lnTo>
                <a:lnTo>
                  <a:pt x="13441" y="4601"/>
                </a:lnTo>
                <a:lnTo>
                  <a:pt x="13336" y="4654"/>
                </a:lnTo>
                <a:lnTo>
                  <a:pt x="13230" y="4711"/>
                </a:lnTo>
                <a:lnTo>
                  <a:pt x="13124" y="4711"/>
                </a:lnTo>
                <a:lnTo>
                  <a:pt x="13018" y="4711"/>
                </a:lnTo>
                <a:lnTo>
                  <a:pt x="12842" y="4685"/>
                </a:lnTo>
                <a:lnTo>
                  <a:pt x="12701" y="4654"/>
                </a:lnTo>
                <a:lnTo>
                  <a:pt x="12559" y="4654"/>
                </a:lnTo>
                <a:lnTo>
                  <a:pt x="12418" y="4654"/>
                </a:lnTo>
                <a:lnTo>
                  <a:pt x="12312" y="4654"/>
                </a:lnTo>
                <a:lnTo>
                  <a:pt x="12207" y="4654"/>
                </a:lnTo>
                <a:lnTo>
                  <a:pt x="12101" y="4627"/>
                </a:lnTo>
                <a:lnTo>
                  <a:pt x="11995" y="4627"/>
                </a:lnTo>
                <a:lnTo>
                  <a:pt x="11889" y="4601"/>
                </a:lnTo>
                <a:lnTo>
                  <a:pt x="11783" y="4601"/>
                </a:lnTo>
                <a:lnTo>
                  <a:pt x="11677" y="4491"/>
                </a:lnTo>
                <a:lnTo>
                  <a:pt x="11572" y="4433"/>
                </a:lnTo>
                <a:lnTo>
                  <a:pt x="11431" y="4433"/>
                </a:lnTo>
                <a:lnTo>
                  <a:pt x="11289" y="4464"/>
                </a:lnTo>
                <a:lnTo>
                  <a:pt x="11219" y="4544"/>
                </a:lnTo>
                <a:lnTo>
                  <a:pt x="11113" y="4601"/>
                </a:lnTo>
                <a:lnTo>
                  <a:pt x="11007" y="4685"/>
                </a:lnTo>
                <a:lnTo>
                  <a:pt x="10866" y="4738"/>
                </a:lnTo>
                <a:lnTo>
                  <a:pt x="10725" y="4685"/>
                </a:lnTo>
                <a:lnTo>
                  <a:pt x="10584" y="4654"/>
                </a:lnTo>
                <a:lnTo>
                  <a:pt x="10478" y="4654"/>
                </a:lnTo>
                <a:lnTo>
                  <a:pt x="10372" y="4627"/>
                </a:lnTo>
                <a:lnTo>
                  <a:pt x="10266" y="4654"/>
                </a:lnTo>
                <a:lnTo>
                  <a:pt x="10161" y="4685"/>
                </a:lnTo>
                <a:lnTo>
                  <a:pt x="9984" y="4685"/>
                </a:lnTo>
                <a:lnTo>
                  <a:pt x="9878" y="4654"/>
                </a:lnTo>
                <a:lnTo>
                  <a:pt x="9737" y="4654"/>
                </a:lnTo>
                <a:lnTo>
                  <a:pt x="9631" y="4685"/>
                </a:lnTo>
                <a:lnTo>
                  <a:pt x="9526" y="4685"/>
                </a:lnTo>
                <a:lnTo>
                  <a:pt x="9420" y="4601"/>
                </a:lnTo>
                <a:lnTo>
                  <a:pt x="9314" y="4627"/>
                </a:lnTo>
                <a:lnTo>
                  <a:pt x="9208" y="4601"/>
                </a:lnTo>
                <a:lnTo>
                  <a:pt x="9102" y="4627"/>
                </a:lnTo>
                <a:lnTo>
                  <a:pt x="8926" y="4654"/>
                </a:lnTo>
                <a:lnTo>
                  <a:pt x="8820" y="4711"/>
                </a:lnTo>
                <a:lnTo>
                  <a:pt x="8679" y="4768"/>
                </a:lnTo>
                <a:lnTo>
                  <a:pt x="8467" y="4768"/>
                </a:lnTo>
                <a:lnTo>
                  <a:pt x="8326" y="4768"/>
                </a:lnTo>
                <a:lnTo>
                  <a:pt x="8185" y="4768"/>
                </a:lnTo>
                <a:lnTo>
                  <a:pt x="8079" y="4795"/>
                </a:lnTo>
                <a:lnTo>
                  <a:pt x="7973" y="4711"/>
                </a:lnTo>
                <a:lnTo>
                  <a:pt x="7832" y="4654"/>
                </a:lnTo>
                <a:lnTo>
                  <a:pt x="7726" y="4601"/>
                </a:lnTo>
                <a:lnTo>
                  <a:pt x="7621" y="4654"/>
                </a:lnTo>
                <a:lnTo>
                  <a:pt x="7515" y="4711"/>
                </a:lnTo>
                <a:lnTo>
                  <a:pt x="7409" y="4738"/>
                </a:lnTo>
                <a:lnTo>
                  <a:pt x="7338" y="4654"/>
                </a:lnTo>
                <a:lnTo>
                  <a:pt x="7232" y="4654"/>
                </a:lnTo>
                <a:lnTo>
                  <a:pt x="7127" y="4685"/>
                </a:lnTo>
                <a:lnTo>
                  <a:pt x="6986" y="4711"/>
                </a:lnTo>
                <a:lnTo>
                  <a:pt x="6844" y="4711"/>
                </a:lnTo>
                <a:lnTo>
                  <a:pt x="6739" y="4711"/>
                </a:lnTo>
                <a:lnTo>
                  <a:pt x="6633" y="4711"/>
                </a:lnTo>
                <a:lnTo>
                  <a:pt x="6492" y="4738"/>
                </a:lnTo>
                <a:lnTo>
                  <a:pt x="6386" y="4795"/>
                </a:lnTo>
                <a:lnTo>
                  <a:pt x="6280" y="4821"/>
                </a:lnTo>
                <a:lnTo>
                  <a:pt x="6174" y="4768"/>
                </a:lnTo>
                <a:lnTo>
                  <a:pt x="6068" y="4711"/>
                </a:lnTo>
                <a:lnTo>
                  <a:pt x="5926" y="4768"/>
                </a:lnTo>
                <a:lnTo>
                  <a:pt x="5785" y="4821"/>
                </a:lnTo>
                <a:lnTo>
                  <a:pt x="5644" y="4879"/>
                </a:lnTo>
                <a:lnTo>
                  <a:pt x="5644" y="4768"/>
                </a:lnTo>
                <a:lnTo>
                  <a:pt x="5503" y="4768"/>
                </a:lnTo>
                <a:lnTo>
                  <a:pt x="5362" y="4795"/>
                </a:lnTo>
                <a:lnTo>
                  <a:pt x="5256" y="4768"/>
                </a:lnTo>
                <a:lnTo>
                  <a:pt x="5115" y="4738"/>
                </a:lnTo>
                <a:lnTo>
                  <a:pt x="5009" y="4768"/>
                </a:lnTo>
                <a:lnTo>
                  <a:pt x="4868" y="4768"/>
                </a:lnTo>
                <a:lnTo>
                  <a:pt x="4762" y="4768"/>
                </a:lnTo>
                <a:lnTo>
                  <a:pt x="4727" y="4685"/>
                </a:lnTo>
                <a:lnTo>
                  <a:pt x="4621" y="4654"/>
                </a:lnTo>
                <a:lnTo>
                  <a:pt x="4515" y="4654"/>
                </a:lnTo>
                <a:lnTo>
                  <a:pt x="4409" y="4685"/>
                </a:lnTo>
                <a:lnTo>
                  <a:pt x="4268" y="4711"/>
                </a:lnTo>
                <a:lnTo>
                  <a:pt x="4162" y="4738"/>
                </a:lnTo>
                <a:lnTo>
                  <a:pt x="4056" y="4768"/>
                </a:lnTo>
                <a:lnTo>
                  <a:pt x="3951" y="4768"/>
                </a:lnTo>
                <a:lnTo>
                  <a:pt x="3845" y="4795"/>
                </a:lnTo>
                <a:lnTo>
                  <a:pt x="3668" y="4821"/>
                </a:lnTo>
                <a:lnTo>
                  <a:pt x="3563" y="4848"/>
                </a:lnTo>
                <a:lnTo>
                  <a:pt x="3457" y="4879"/>
                </a:lnTo>
                <a:lnTo>
                  <a:pt x="3351" y="4879"/>
                </a:lnTo>
                <a:lnTo>
                  <a:pt x="3245" y="4879"/>
                </a:lnTo>
                <a:lnTo>
                  <a:pt x="3139" y="4848"/>
                </a:lnTo>
                <a:lnTo>
                  <a:pt x="3033" y="4848"/>
                </a:lnTo>
                <a:lnTo>
                  <a:pt x="2928" y="4879"/>
                </a:lnTo>
                <a:lnTo>
                  <a:pt x="2822" y="4879"/>
                </a:lnTo>
                <a:lnTo>
                  <a:pt x="2716" y="4879"/>
                </a:lnTo>
                <a:lnTo>
                  <a:pt x="2575" y="4879"/>
                </a:lnTo>
                <a:lnTo>
                  <a:pt x="2398" y="4905"/>
                </a:lnTo>
                <a:lnTo>
                  <a:pt x="2257" y="4962"/>
                </a:lnTo>
                <a:lnTo>
                  <a:pt x="2151" y="4989"/>
                </a:lnTo>
                <a:lnTo>
                  <a:pt x="2046" y="4989"/>
                </a:lnTo>
                <a:lnTo>
                  <a:pt x="1940" y="4989"/>
                </a:lnTo>
                <a:lnTo>
                  <a:pt x="1834" y="4989"/>
                </a:lnTo>
                <a:lnTo>
                  <a:pt x="1693" y="4962"/>
                </a:lnTo>
                <a:lnTo>
                  <a:pt x="1552" y="4932"/>
                </a:lnTo>
                <a:lnTo>
                  <a:pt x="1411" y="4905"/>
                </a:lnTo>
                <a:lnTo>
                  <a:pt x="1305" y="4848"/>
                </a:lnTo>
                <a:lnTo>
                  <a:pt x="1199" y="4795"/>
                </a:lnTo>
                <a:lnTo>
                  <a:pt x="1093" y="4768"/>
                </a:lnTo>
                <a:lnTo>
                  <a:pt x="987" y="4768"/>
                </a:lnTo>
                <a:lnTo>
                  <a:pt x="846" y="4768"/>
                </a:lnTo>
                <a:lnTo>
                  <a:pt x="740" y="4768"/>
                </a:lnTo>
                <a:lnTo>
                  <a:pt x="634" y="4768"/>
                </a:lnTo>
                <a:lnTo>
                  <a:pt x="529" y="4795"/>
                </a:lnTo>
                <a:lnTo>
                  <a:pt x="423" y="4821"/>
                </a:lnTo>
                <a:lnTo>
                  <a:pt x="282" y="4848"/>
                </a:lnTo>
                <a:lnTo>
                  <a:pt x="141" y="4848"/>
                </a:lnTo>
                <a:lnTo>
                  <a:pt x="35" y="4848"/>
                </a:lnTo>
                <a:lnTo>
                  <a:pt x="0" y="4768"/>
                </a:lnTo>
                <a:lnTo>
                  <a:pt x="0" y="241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220760" y="3495600"/>
            <a:ext cx="75168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This is the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 txBox="1"/>
          <p:nvPr/>
        </p:nvSpPr>
        <p:spPr>
          <a:xfrm>
            <a:off x="282600" y="568440"/>
            <a:ext cx="8434440" cy="58374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Where does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 TO NewPtr.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BY "this"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Field3 DELIMITED BY SPACE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"END"  DELIMITED BY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266760" y="2577960"/>
            <a:ext cx="8547480" cy="1905480"/>
          </a:xfrm>
          <a:custGeom>
            <a:avLst/>
            <a:gdLst/>
            <a:ahLst/>
            <a:rect l="0" t="0" r="r" b="b"/>
            <a:pathLst>
              <a:path w="23743" h="5293">
                <a:moveTo>
                  <a:pt x="0" y="2413"/>
                </a:moveTo>
                <a:lnTo>
                  <a:pt x="141" y="2355"/>
                </a:lnTo>
                <a:lnTo>
                  <a:pt x="282" y="2329"/>
                </a:lnTo>
                <a:lnTo>
                  <a:pt x="423" y="2298"/>
                </a:lnTo>
                <a:lnTo>
                  <a:pt x="529" y="2272"/>
                </a:lnTo>
                <a:lnTo>
                  <a:pt x="634" y="2245"/>
                </a:lnTo>
                <a:lnTo>
                  <a:pt x="776" y="2219"/>
                </a:lnTo>
                <a:lnTo>
                  <a:pt x="917" y="2219"/>
                </a:lnTo>
                <a:lnTo>
                  <a:pt x="1058" y="2245"/>
                </a:lnTo>
                <a:lnTo>
                  <a:pt x="1199" y="2245"/>
                </a:lnTo>
                <a:lnTo>
                  <a:pt x="1375" y="2219"/>
                </a:lnTo>
                <a:lnTo>
                  <a:pt x="1446" y="2135"/>
                </a:lnTo>
                <a:lnTo>
                  <a:pt x="1552" y="2077"/>
                </a:lnTo>
                <a:lnTo>
                  <a:pt x="1587" y="1994"/>
                </a:lnTo>
                <a:lnTo>
                  <a:pt x="1693" y="2025"/>
                </a:lnTo>
                <a:lnTo>
                  <a:pt x="1834" y="1994"/>
                </a:lnTo>
                <a:lnTo>
                  <a:pt x="2046" y="1941"/>
                </a:lnTo>
                <a:lnTo>
                  <a:pt x="2187" y="1883"/>
                </a:lnTo>
                <a:lnTo>
                  <a:pt x="2257" y="1994"/>
                </a:lnTo>
                <a:lnTo>
                  <a:pt x="2328" y="2077"/>
                </a:lnTo>
                <a:lnTo>
                  <a:pt x="2434" y="2051"/>
                </a:lnTo>
                <a:lnTo>
                  <a:pt x="2540" y="2025"/>
                </a:lnTo>
                <a:lnTo>
                  <a:pt x="2681" y="2077"/>
                </a:lnTo>
                <a:lnTo>
                  <a:pt x="2822" y="2161"/>
                </a:lnTo>
                <a:lnTo>
                  <a:pt x="2963" y="2219"/>
                </a:lnTo>
                <a:lnTo>
                  <a:pt x="3069" y="2219"/>
                </a:lnTo>
                <a:lnTo>
                  <a:pt x="3175" y="2219"/>
                </a:lnTo>
                <a:lnTo>
                  <a:pt x="3316" y="2219"/>
                </a:lnTo>
                <a:lnTo>
                  <a:pt x="3421" y="2272"/>
                </a:lnTo>
                <a:lnTo>
                  <a:pt x="3527" y="2329"/>
                </a:lnTo>
                <a:lnTo>
                  <a:pt x="3633" y="2355"/>
                </a:lnTo>
                <a:lnTo>
                  <a:pt x="3739" y="2382"/>
                </a:lnTo>
                <a:lnTo>
                  <a:pt x="3774" y="1606"/>
                </a:lnTo>
                <a:lnTo>
                  <a:pt x="3810" y="1747"/>
                </a:lnTo>
                <a:lnTo>
                  <a:pt x="3880" y="1883"/>
                </a:lnTo>
                <a:lnTo>
                  <a:pt x="3951" y="1994"/>
                </a:lnTo>
                <a:lnTo>
                  <a:pt x="4021" y="2104"/>
                </a:lnTo>
                <a:lnTo>
                  <a:pt x="4056" y="2188"/>
                </a:lnTo>
                <a:lnTo>
                  <a:pt x="4127" y="2272"/>
                </a:lnTo>
                <a:lnTo>
                  <a:pt x="4233" y="2329"/>
                </a:lnTo>
                <a:lnTo>
                  <a:pt x="4339" y="2329"/>
                </a:lnTo>
                <a:lnTo>
                  <a:pt x="4444" y="2329"/>
                </a:lnTo>
                <a:lnTo>
                  <a:pt x="4550" y="2298"/>
                </a:lnTo>
                <a:lnTo>
                  <a:pt x="4656" y="2272"/>
                </a:lnTo>
                <a:lnTo>
                  <a:pt x="4762" y="2245"/>
                </a:lnTo>
                <a:lnTo>
                  <a:pt x="4797" y="2161"/>
                </a:lnTo>
                <a:lnTo>
                  <a:pt x="4938" y="2104"/>
                </a:lnTo>
                <a:lnTo>
                  <a:pt x="5044" y="2051"/>
                </a:lnTo>
                <a:lnTo>
                  <a:pt x="5221" y="2025"/>
                </a:lnTo>
                <a:lnTo>
                  <a:pt x="5326" y="2025"/>
                </a:lnTo>
                <a:lnTo>
                  <a:pt x="5432" y="2025"/>
                </a:lnTo>
                <a:lnTo>
                  <a:pt x="5573" y="1994"/>
                </a:lnTo>
                <a:lnTo>
                  <a:pt x="5679" y="1941"/>
                </a:lnTo>
                <a:lnTo>
                  <a:pt x="5785" y="1967"/>
                </a:lnTo>
                <a:lnTo>
                  <a:pt x="5891" y="1967"/>
                </a:lnTo>
                <a:lnTo>
                  <a:pt x="5926" y="2104"/>
                </a:lnTo>
                <a:lnTo>
                  <a:pt x="6068" y="2188"/>
                </a:lnTo>
                <a:lnTo>
                  <a:pt x="6209" y="2161"/>
                </a:lnTo>
                <a:lnTo>
                  <a:pt x="6351" y="2161"/>
                </a:lnTo>
                <a:lnTo>
                  <a:pt x="6456" y="2161"/>
                </a:lnTo>
                <a:lnTo>
                  <a:pt x="6633" y="2161"/>
                </a:lnTo>
                <a:lnTo>
                  <a:pt x="6774" y="2161"/>
                </a:lnTo>
                <a:lnTo>
                  <a:pt x="6880" y="2135"/>
                </a:lnTo>
                <a:lnTo>
                  <a:pt x="6986" y="2135"/>
                </a:lnTo>
                <a:lnTo>
                  <a:pt x="7162" y="2104"/>
                </a:lnTo>
                <a:lnTo>
                  <a:pt x="7303" y="2104"/>
                </a:lnTo>
                <a:lnTo>
                  <a:pt x="7656" y="2051"/>
                </a:lnTo>
                <a:lnTo>
                  <a:pt x="7797" y="1994"/>
                </a:lnTo>
                <a:lnTo>
                  <a:pt x="7938" y="1994"/>
                </a:lnTo>
                <a:lnTo>
                  <a:pt x="8079" y="1941"/>
                </a:lnTo>
                <a:lnTo>
                  <a:pt x="8220" y="1883"/>
                </a:lnTo>
                <a:lnTo>
                  <a:pt x="8326" y="1883"/>
                </a:lnTo>
                <a:lnTo>
                  <a:pt x="8644" y="1857"/>
                </a:lnTo>
                <a:lnTo>
                  <a:pt x="8785" y="1831"/>
                </a:lnTo>
                <a:lnTo>
                  <a:pt x="8926" y="1831"/>
                </a:lnTo>
                <a:lnTo>
                  <a:pt x="9067" y="1800"/>
                </a:lnTo>
                <a:lnTo>
                  <a:pt x="9173" y="1773"/>
                </a:lnTo>
                <a:lnTo>
                  <a:pt x="9349" y="1720"/>
                </a:lnTo>
                <a:lnTo>
                  <a:pt x="9490" y="1689"/>
                </a:lnTo>
                <a:lnTo>
                  <a:pt x="9843" y="1663"/>
                </a:lnTo>
                <a:lnTo>
                  <a:pt x="9984" y="1637"/>
                </a:lnTo>
                <a:lnTo>
                  <a:pt x="10090" y="1606"/>
                </a:lnTo>
                <a:lnTo>
                  <a:pt x="10231" y="1689"/>
                </a:lnTo>
                <a:lnTo>
                  <a:pt x="10337" y="1773"/>
                </a:lnTo>
                <a:lnTo>
                  <a:pt x="10478" y="1773"/>
                </a:lnTo>
                <a:lnTo>
                  <a:pt x="10584" y="1773"/>
                </a:lnTo>
                <a:lnTo>
                  <a:pt x="10725" y="1773"/>
                </a:lnTo>
                <a:lnTo>
                  <a:pt x="10866" y="1800"/>
                </a:lnTo>
                <a:lnTo>
                  <a:pt x="11360" y="0"/>
                </a:lnTo>
                <a:lnTo>
                  <a:pt x="11007" y="1831"/>
                </a:lnTo>
                <a:lnTo>
                  <a:pt x="11078" y="1941"/>
                </a:lnTo>
                <a:lnTo>
                  <a:pt x="11148" y="2025"/>
                </a:lnTo>
                <a:lnTo>
                  <a:pt x="11325" y="2025"/>
                </a:lnTo>
                <a:lnTo>
                  <a:pt x="11431" y="2051"/>
                </a:lnTo>
                <a:lnTo>
                  <a:pt x="11536" y="2104"/>
                </a:lnTo>
                <a:lnTo>
                  <a:pt x="11642" y="2051"/>
                </a:lnTo>
                <a:lnTo>
                  <a:pt x="11783" y="1967"/>
                </a:lnTo>
                <a:lnTo>
                  <a:pt x="11854" y="1883"/>
                </a:lnTo>
                <a:lnTo>
                  <a:pt x="11960" y="1857"/>
                </a:lnTo>
                <a:lnTo>
                  <a:pt x="12066" y="1831"/>
                </a:lnTo>
                <a:lnTo>
                  <a:pt x="12207" y="1773"/>
                </a:lnTo>
                <a:lnTo>
                  <a:pt x="12312" y="1747"/>
                </a:lnTo>
                <a:lnTo>
                  <a:pt x="12489" y="1773"/>
                </a:lnTo>
                <a:lnTo>
                  <a:pt x="12701" y="1773"/>
                </a:lnTo>
                <a:lnTo>
                  <a:pt x="12842" y="1747"/>
                </a:lnTo>
                <a:lnTo>
                  <a:pt x="12947" y="1720"/>
                </a:lnTo>
                <a:lnTo>
                  <a:pt x="13089" y="1720"/>
                </a:lnTo>
                <a:lnTo>
                  <a:pt x="13194" y="1720"/>
                </a:lnTo>
                <a:lnTo>
                  <a:pt x="13300" y="1720"/>
                </a:lnTo>
                <a:lnTo>
                  <a:pt x="13441" y="1773"/>
                </a:lnTo>
                <a:lnTo>
                  <a:pt x="13582" y="1831"/>
                </a:lnTo>
                <a:lnTo>
                  <a:pt x="13724" y="1883"/>
                </a:lnTo>
                <a:lnTo>
                  <a:pt x="13865" y="1883"/>
                </a:lnTo>
                <a:lnTo>
                  <a:pt x="13971" y="1914"/>
                </a:lnTo>
                <a:lnTo>
                  <a:pt x="14076" y="1914"/>
                </a:lnTo>
                <a:lnTo>
                  <a:pt x="14182" y="1914"/>
                </a:lnTo>
                <a:lnTo>
                  <a:pt x="14288" y="1914"/>
                </a:lnTo>
                <a:lnTo>
                  <a:pt x="14394" y="1883"/>
                </a:lnTo>
                <a:lnTo>
                  <a:pt x="14535" y="1883"/>
                </a:lnTo>
                <a:lnTo>
                  <a:pt x="14888" y="1831"/>
                </a:lnTo>
                <a:lnTo>
                  <a:pt x="14994" y="1773"/>
                </a:lnTo>
                <a:lnTo>
                  <a:pt x="15346" y="1720"/>
                </a:lnTo>
                <a:lnTo>
                  <a:pt x="15452" y="1663"/>
                </a:lnTo>
                <a:lnTo>
                  <a:pt x="15558" y="1606"/>
                </a:lnTo>
                <a:lnTo>
                  <a:pt x="15664" y="1606"/>
                </a:lnTo>
                <a:lnTo>
                  <a:pt x="15805" y="1553"/>
                </a:lnTo>
                <a:lnTo>
                  <a:pt x="15946" y="1495"/>
                </a:lnTo>
                <a:lnTo>
                  <a:pt x="16052" y="1442"/>
                </a:lnTo>
                <a:lnTo>
                  <a:pt x="16158" y="1385"/>
                </a:lnTo>
                <a:lnTo>
                  <a:pt x="16228" y="1495"/>
                </a:lnTo>
                <a:lnTo>
                  <a:pt x="16299" y="1579"/>
                </a:lnTo>
                <a:lnTo>
                  <a:pt x="16511" y="1606"/>
                </a:lnTo>
                <a:lnTo>
                  <a:pt x="16687" y="1606"/>
                </a:lnTo>
                <a:lnTo>
                  <a:pt x="16793" y="1606"/>
                </a:lnTo>
                <a:lnTo>
                  <a:pt x="16934" y="1579"/>
                </a:lnTo>
                <a:lnTo>
                  <a:pt x="17075" y="1553"/>
                </a:lnTo>
                <a:lnTo>
                  <a:pt x="17216" y="1495"/>
                </a:lnTo>
                <a:lnTo>
                  <a:pt x="17322" y="1495"/>
                </a:lnTo>
                <a:lnTo>
                  <a:pt x="17463" y="1469"/>
                </a:lnTo>
                <a:lnTo>
                  <a:pt x="17569" y="1442"/>
                </a:lnTo>
                <a:lnTo>
                  <a:pt x="17675" y="1442"/>
                </a:lnTo>
                <a:lnTo>
                  <a:pt x="17781" y="1442"/>
                </a:lnTo>
                <a:lnTo>
                  <a:pt x="17887" y="1385"/>
                </a:lnTo>
                <a:lnTo>
                  <a:pt x="18064" y="1359"/>
                </a:lnTo>
                <a:lnTo>
                  <a:pt x="18170" y="1332"/>
                </a:lnTo>
                <a:lnTo>
                  <a:pt x="18275" y="1274"/>
                </a:lnTo>
                <a:lnTo>
                  <a:pt x="18417" y="1217"/>
                </a:lnTo>
                <a:lnTo>
                  <a:pt x="18558" y="1164"/>
                </a:lnTo>
                <a:lnTo>
                  <a:pt x="18699" y="1106"/>
                </a:lnTo>
                <a:lnTo>
                  <a:pt x="18805" y="1053"/>
                </a:lnTo>
                <a:lnTo>
                  <a:pt x="18875" y="1137"/>
                </a:lnTo>
                <a:lnTo>
                  <a:pt x="18910" y="1217"/>
                </a:lnTo>
                <a:lnTo>
                  <a:pt x="19016" y="1332"/>
                </a:lnTo>
                <a:lnTo>
                  <a:pt x="19122" y="1385"/>
                </a:lnTo>
                <a:lnTo>
                  <a:pt x="19263" y="1412"/>
                </a:lnTo>
                <a:lnTo>
                  <a:pt x="19404" y="1442"/>
                </a:lnTo>
                <a:lnTo>
                  <a:pt x="19581" y="1442"/>
                </a:lnTo>
                <a:lnTo>
                  <a:pt x="19686" y="1469"/>
                </a:lnTo>
                <a:lnTo>
                  <a:pt x="19792" y="1469"/>
                </a:lnTo>
                <a:lnTo>
                  <a:pt x="19969" y="1469"/>
                </a:lnTo>
                <a:lnTo>
                  <a:pt x="20321" y="1495"/>
                </a:lnTo>
                <a:lnTo>
                  <a:pt x="20674" y="1495"/>
                </a:lnTo>
                <a:lnTo>
                  <a:pt x="20780" y="1495"/>
                </a:lnTo>
                <a:lnTo>
                  <a:pt x="20886" y="1495"/>
                </a:lnTo>
                <a:lnTo>
                  <a:pt x="20992" y="1526"/>
                </a:lnTo>
                <a:lnTo>
                  <a:pt x="21098" y="1495"/>
                </a:lnTo>
                <a:lnTo>
                  <a:pt x="21203" y="1495"/>
                </a:lnTo>
                <a:lnTo>
                  <a:pt x="21309" y="1495"/>
                </a:lnTo>
                <a:lnTo>
                  <a:pt x="21415" y="1495"/>
                </a:lnTo>
                <a:lnTo>
                  <a:pt x="21521" y="1553"/>
                </a:lnTo>
                <a:lnTo>
                  <a:pt x="21627" y="1553"/>
                </a:lnTo>
                <a:lnTo>
                  <a:pt x="21768" y="1606"/>
                </a:lnTo>
                <a:lnTo>
                  <a:pt x="21874" y="1663"/>
                </a:lnTo>
                <a:lnTo>
                  <a:pt x="22050" y="1663"/>
                </a:lnTo>
                <a:lnTo>
                  <a:pt x="22227" y="1663"/>
                </a:lnTo>
                <a:lnTo>
                  <a:pt x="22332" y="1663"/>
                </a:lnTo>
                <a:lnTo>
                  <a:pt x="22473" y="1663"/>
                </a:lnTo>
                <a:lnTo>
                  <a:pt x="22579" y="1663"/>
                </a:lnTo>
                <a:lnTo>
                  <a:pt x="22685" y="1663"/>
                </a:lnTo>
                <a:lnTo>
                  <a:pt x="22791" y="1606"/>
                </a:lnTo>
                <a:lnTo>
                  <a:pt x="22897" y="1579"/>
                </a:lnTo>
                <a:lnTo>
                  <a:pt x="23038" y="1579"/>
                </a:lnTo>
                <a:lnTo>
                  <a:pt x="23144" y="1579"/>
                </a:lnTo>
                <a:lnTo>
                  <a:pt x="23250" y="1553"/>
                </a:lnTo>
                <a:lnTo>
                  <a:pt x="23355" y="1495"/>
                </a:lnTo>
                <a:lnTo>
                  <a:pt x="23461" y="1412"/>
                </a:lnTo>
                <a:lnTo>
                  <a:pt x="23567" y="1332"/>
                </a:lnTo>
                <a:lnTo>
                  <a:pt x="23673" y="1274"/>
                </a:lnTo>
                <a:lnTo>
                  <a:pt x="23743" y="5236"/>
                </a:lnTo>
                <a:lnTo>
                  <a:pt x="23285" y="5126"/>
                </a:lnTo>
                <a:lnTo>
                  <a:pt x="23179" y="5099"/>
                </a:lnTo>
                <a:lnTo>
                  <a:pt x="23073" y="5042"/>
                </a:lnTo>
                <a:lnTo>
                  <a:pt x="22967" y="5015"/>
                </a:lnTo>
                <a:lnTo>
                  <a:pt x="22932" y="4905"/>
                </a:lnTo>
                <a:lnTo>
                  <a:pt x="22862" y="4795"/>
                </a:lnTo>
                <a:lnTo>
                  <a:pt x="22756" y="4685"/>
                </a:lnTo>
                <a:lnTo>
                  <a:pt x="22615" y="4768"/>
                </a:lnTo>
                <a:lnTo>
                  <a:pt x="22438" y="4879"/>
                </a:lnTo>
                <a:lnTo>
                  <a:pt x="22297" y="4821"/>
                </a:lnTo>
                <a:lnTo>
                  <a:pt x="22121" y="4768"/>
                </a:lnTo>
                <a:lnTo>
                  <a:pt x="21980" y="4795"/>
                </a:lnTo>
                <a:lnTo>
                  <a:pt x="21874" y="4738"/>
                </a:lnTo>
                <a:lnTo>
                  <a:pt x="21733" y="4738"/>
                </a:lnTo>
                <a:lnTo>
                  <a:pt x="21627" y="4795"/>
                </a:lnTo>
                <a:lnTo>
                  <a:pt x="21486" y="4821"/>
                </a:lnTo>
                <a:lnTo>
                  <a:pt x="21345" y="4848"/>
                </a:lnTo>
                <a:lnTo>
                  <a:pt x="21168" y="4879"/>
                </a:lnTo>
                <a:lnTo>
                  <a:pt x="21027" y="4879"/>
                </a:lnTo>
                <a:lnTo>
                  <a:pt x="20886" y="4905"/>
                </a:lnTo>
                <a:lnTo>
                  <a:pt x="20745" y="4932"/>
                </a:lnTo>
                <a:lnTo>
                  <a:pt x="20639" y="5015"/>
                </a:lnTo>
                <a:lnTo>
                  <a:pt x="20463" y="5099"/>
                </a:lnTo>
                <a:lnTo>
                  <a:pt x="20357" y="5209"/>
                </a:lnTo>
                <a:lnTo>
                  <a:pt x="20286" y="5126"/>
                </a:lnTo>
                <a:lnTo>
                  <a:pt x="20180" y="5099"/>
                </a:lnTo>
                <a:lnTo>
                  <a:pt x="20075" y="5015"/>
                </a:lnTo>
                <a:lnTo>
                  <a:pt x="19969" y="4989"/>
                </a:lnTo>
                <a:lnTo>
                  <a:pt x="19898" y="4905"/>
                </a:lnTo>
                <a:lnTo>
                  <a:pt x="19757" y="4905"/>
                </a:lnTo>
                <a:lnTo>
                  <a:pt x="19616" y="4932"/>
                </a:lnTo>
                <a:lnTo>
                  <a:pt x="19510" y="4932"/>
                </a:lnTo>
                <a:lnTo>
                  <a:pt x="19404" y="4848"/>
                </a:lnTo>
                <a:lnTo>
                  <a:pt x="19263" y="4711"/>
                </a:lnTo>
                <a:lnTo>
                  <a:pt x="19122" y="4654"/>
                </a:lnTo>
                <a:lnTo>
                  <a:pt x="18981" y="4574"/>
                </a:lnTo>
                <a:lnTo>
                  <a:pt x="18875" y="4574"/>
                </a:lnTo>
                <a:lnTo>
                  <a:pt x="18769" y="4601"/>
                </a:lnTo>
                <a:lnTo>
                  <a:pt x="18699" y="4685"/>
                </a:lnTo>
                <a:lnTo>
                  <a:pt x="18593" y="4685"/>
                </a:lnTo>
                <a:lnTo>
                  <a:pt x="18452" y="4654"/>
                </a:lnTo>
                <a:lnTo>
                  <a:pt x="18346" y="4654"/>
                </a:lnTo>
                <a:lnTo>
                  <a:pt x="18240" y="4711"/>
                </a:lnTo>
                <a:lnTo>
                  <a:pt x="18064" y="4738"/>
                </a:lnTo>
                <a:lnTo>
                  <a:pt x="17923" y="4768"/>
                </a:lnTo>
                <a:lnTo>
                  <a:pt x="17817" y="4768"/>
                </a:lnTo>
                <a:lnTo>
                  <a:pt x="17639" y="4738"/>
                </a:lnTo>
                <a:lnTo>
                  <a:pt x="17534" y="4768"/>
                </a:lnTo>
                <a:lnTo>
                  <a:pt x="17428" y="4795"/>
                </a:lnTo>
                <a:lnTo>
                  <a:pt x="17251" y="4879"/>
                </a:lnTo>
                <a:lnTo>
                  <a:pt x="17146" y="4905"/>
                </a:lnTo>
                <a:lnTo>
                  <a:pt x="17040" y="4821"/>
                </a:lnTo>
                <a:lnTo>
                  <a:pt x="16934" y="4821"/>
                </a:lnTo>
                <a:lnTo>
                  <a:pt x="16828" y="4795"/>
                </a:lnTo>
                <a:lnTo>
                  <a:pt x="16687" y="4768"/>
                </a:lnTo>
                <a:lnTo>
                  <a:pt x="16546" y="4795"/>
                </a:lnTo>
                <a:lnTo>
                  <a:pt x="16440" y="4768"/>
                </a:lnTo>
                <a:lnTo>
                  <a:pt x="16369" y="4685"/>
                </a:lnTo>
                <a:lnTo>
                  <a:pt x="16264" y="4654"/>
                </a:lnTo>
                <a:lnTo>
                  <a:pt x="16158" y="4627"/>
                </a:lnTo>
                <a:lnTo>
                  <a:pt x="16017" y="4601"/>
                </a:lnTo>
                <a:lnTo>
                  <a:pt x="15911" y="4544"/>
                </a:lnTo>
                <a:lnTo>
                  <a:pt x="15805" y="4491"/>
                </a:lnTo>
                <a:lnTo>
                  <a:pt x="15664" y="4433"/>
                </a:lnTo>
                <a:lnTo>
                  <a:pt x="15558" y="4380"/>
                </a:lnTo>
                <a:lnTo>
                  <a:pt x="15911" y="5293"/>
                </a:lnTo>
                <a:lnTo>
                  <a:pt x="15382" y="4380"/>
                </a:lnTo>
                <a:lnTo>
                  <a:pt x="15241" y="4433"/>
                </a:lnTo>
                <a:lnTo>
                  <a:pt x="15135" y="4491"/>
                </a:lnTo>
                <a:lnTo>
                  <a:pt x="15029" y="4544"/>
                </a:lnTo>
                <a:lnTo>
                  <a:pt x="14923" y="4601"/>
                </a:lnTo>
                <a:lnTo>
                  <a:pt x="14817" y="4654"/>
                </a:lnTo>
                <a:lnTo>
                  <a:pt x="14711" y="4654"/>
                </a:lnTo>
                <a:lnTo>
                  <a:pt x="14606" y="4654"/>
                </a:lnTo>
                <a:lnTo>
                  <a:pt x="14394" y="4601"/>
                </a:lnTo>
                <a:lnTo>
                  <a:pt x="14288" y="4601"/>
                </a:lnTo>
                <a:lnTo>
                  <a:pt x="14112" y="4574"/>
                </a:lnTo>
                <a:lnTo>
                  <a:pt x="14006" y="4544"/>
                </a:lnTo>
                <a:lnTo>
                  <a:pt x="13865" y="4544"/>
                </a:lnTo>
                <a:lnTo>
                  <a:pt x="13688" y="4544"/>
                </a:lnTo>
                <a:lnTo>
                  <a:pt x="13582" y="4544"/>
                </a:lnTo>
                <a:lnTo>
                  <a:pt x="13441" y="4601"/>
                </a:lnTo>
                <a:lnTo>
                  <a:pt x="13336" y="4654"/>
                </a:lnTo>
                <a:lnTo>
                  <a:pt x="13230" y="4711"/>
                </a:lnTo>
                <a:lnTo>
                  <a:pt x="13124" y="4711"/>
                </a:lnTo>
                <a:lnTo>
                  <a:pt x="13018" y="4711"/>
                </a:lnTo>
                <a:lnTo>
                  <a:pt x="12842" y="4685"/>
                </a:lnTo>
                <a:lnTo>
                  <a:pt x="12701" y="4654"/>
                </a:lnTo>
                <a:lnTo>
                  <a:pt x="12559" y="4654"/>
                </a:lnTo>
                <a:lnTo>
                  <a:pt x="12418" y="4654"/>
                </a:lnTo>
                <a:lnTo>
                  <a:pt x="12312" y="4654"/>
                </a:lnTo>
                <a:lnTo>
                  <a:pt x="12207" y="4654"/>
                </a:lnTo>
                <a:lnTo>
                  <a:pt x="12101" y="4627"/>
                </a:lnTo>
                <a:lnTo>
                  <a:pt x="11995" y="4627"/>
                </a:lnTo>
                <a:lnTo>
                  <a:pt x="11889" y="4601"/>
                </a:lnTo>
                <a:lnTo>
                  <a:pt x="11783" y="4601"/>
                </a:lnTo>
                <a:lnTo>
                  <a:pt x="11677" y="4491"/>
                </a:lnTo>
                <a:lnTo>
                  <a:pt x="11572" y="4433"/>
                </a:lnTo>
                <a:lnTo>
                  <a:pt x="11431" y="4433"/>
                </a:lnTo>
                <a:lnTo>
                  <a:pt x="11289" y="4464"/>
                </a:lnTo>
                <a:lnTo>
                  <a:pt x="11219" y="4544"/>
                </a:lnTo>
                <a:lnTo>
                  <a:pt x="11113" y="4601"/>
                </a:lnTo>
                <a:lnTo>
                  <a:pt x="11007" y="4685"/>
                </a:lnTo>
                <a:lnTo>
                  <a:pt x="10866" y="4738"/>
                </a:lnTo>
                <a:lnTo>
                  <a:pt x="10725" y="4685"/>
                </a:lnTo>
                <a:lnTo>
                  <a:pt x="10584" y="4654"/>
                </a:lnTo>
                <a:lnTo>
                  <a:pt x="10478" y="4654"/>
                </a:lnTo>
                <a:lnTo>
                  <a:pt x="10372" y="4627"/>
                </a:lnTo>
                <a:lnTo>
                  <a:pt x="10266" y="4654"/>
                </a:lnTo>
                <a:lnTo>
                  <a:pt x="10161" y="4685"/>
                </a:lnTo>
                <a:lnTo>
                  <a:pt x="9984" y="4685"/>
                </a:lnTo>
                <a:lnTo>
                  <a:pt x="9878" y="4654"/>
                </a:lnTo>
                <a:lnTo>
                  <a:pt x="9737" y="4654"/>
                </a:lnTo>
                <a:lnTo>
                  <a:pt x="9631" y="4685"/>
                </a:lnTo>
                <a:lnTo>
                  <a:pt x="9526" y="4685"/>
                </a:lnTo>
                <a:lnTo>
                  <a:pt x="9420" y="4601"/>
                </a:lnTo>
                <a:lnTo>
                  <a:pt x="9314" y="4627"/>
                </a:lnTo>
                <a:lnTo>
                  <a:pt x="9208" y="4601"/>
                </a:lnTo>
                <a:lnTo>
                  <a:pt x="9102" y="4627"/>
                </a:lnTo>
                <a:lnTo>
                  <a:pt x="8926" y="4654"/>
                </a:lnTo>
                <a:lnTo>
                  <a:pt x="8820" y="4711"/>
                </a:lnTo>
                <a:lnTo>
                  <a:pt x="8679" y="4768"/>
                </a:lnTo>
                <a:lnTo>
                  <a:pt x="8467" y="4768"/>
                </a:lnTo>
                <a:lnTo>
                  <a:pt x="8326" y="4768"/>
                </a:lnTo>
                <a:lnTo>
                  <a:pt x="8185" y="4768"/>
                </a:lnTo>
                <a:lnTo>
                  <a:pt x="8079" y="4795"/>
                </a:lnTo>
                <a:lnTo>
                  <a:pt x="7973" y="4711"/>
                </a:lnTo>
                <a:lnTo>
                  <a:pt x="7832" y="4654"/>
                </a:lnTo>
                <a:lnTo>
                  <a:pt x="7726" y="4601"/>
                </a:lnTo>
                <a:lnTo>
                  <a:pt x="7621" y="4654"/>
                </a:lnTo>
                <a:lnTo>
                  <a:pt x="7515" y="4711"/>
                </a:lnTo>
                <a:lnTo>
                  <a:pt x="7409" y="4738"/>
                </a:lnTo>
                <a:lnTo>
                  <a:pt x="7338" y="4654"/>
                </a:lnTo>
                <a:lnTo>
                  <a:pt x="7232" y="4654"/>
                </a:lnTo>
                <a:lnTo>
                  <a:pt x="7127" y="4685"/>
                </a:lnTo>
                <a:lnTo>
                  <a:pt x="6986" y="4711"/>
                </a:lnTo>
                <a:lnTo>
                  <a:pt x="6844" y="4711"/>
                </a:lnTo>
                <a:lnTo>
                  <a:pt x="6739" y="4711"/>
                </a:lnTo>
                <a:lnTo>
                  <a:pt x="6633" y="4711"/>
                </a:lnTo>
                <a:lnTo>
                  <a:pt x="6492" y="4738"/>
                </a:lnTo>
                <a:lnTo>
                  <a:pt x="6386" y="4795"/>
                </a:lnTo>
                <a:lnTo>
                  <a:pt x="6280" y="4821"/>
                </a:lnTo>
                <a:lnTo>
                  <a:pt x="6174" y="4768"/>
                </a:lnTo>
                <a:lnTo>
                  <a:pt x="6068" y="4711"/>
                </a:lnTo>
                <a:lnTo>
                  <a:pt x="5926" y="4768"/>
                </a:lnTo>
                <a:lnTo>
                  <a:pt x="5785" y="4821"/>
                </a:lnTo>
                <a:lnTo>
                  <a:pt x="5644" y="4879"/>
                </a:lnTo>
                <a:lnTo>
                  <a:pt x="5644" y="4768"/>
                </a:lnTo>
                <a:lnTo>
                  <a:pt x="5503" y="4768"/>
                </a:lnTo>
                <a:lnTo>
                  <a:pt x="5362" y="4795"/>
                </a:lnTo>
                <a:lnTo>
                  <a:pt x="5256" y="4768"/>
                </a:lnTo>
                <a:lnTo>
                  <a:pt x="5115" y="4738"/>
                </a:lnTo>
                <a:lnTo>
                  <a:pt x="5009" y="4768"/>
                </a:lnTo>
                <a:lnTo>
                  <a:pt x="4868" y="4768"/>
                </a:lnTo>
                <a:lnTo>
                  <a:pt x="4762" y="4768"/>
                </a:lnTo>
                <a:lnTo>
                  <a:pt x="4727" y="4685"/>
                </a:lnTo>
                <a:lnTo>
                  <a:pt x="4621" y="4654"/>
                </a:lnTo>
                <a:lnTo>
                  <a:pt x="4515" y="4654"/>
                </a:lnTo>
                <a:lnTo>
                  <a:pt x="4409" y="4685"/>
                </a:lnTo>
                <a:lnTo>
                  <a:pt x="4268" y="4711"/>
                </a:lnTo>
                <a:lnTo>
                  <a:pt x="4162" y="4738"/>
                </a:lnTo>
                <a:lnTo>
                  <a:pt x="4056" y="4768"/>
                </a:lnTo>
                <a:lnTo>
                  <a:pt x="3951" y="4768"/>
                </a:lnTo>
                <a:lnTo>
                  <a:pt x="3845" y="4795"/>
                </a:lnTo>
                <a:lnTo>
                  <a:pt x="3668" y="4821"/>
                </a:lnTo>
                <a:lnTo>
                  <a:pt x="3563" y="4848"/>
                </a:lnTo>
                <a:lnTo>
                  <a:pt x="3457" y="4879"/>
                </a:lnTo>
                <a:lnTo>
                  <a:pt x="3351" y="4879"/>
                </a:lnTo>
                <a:lnTo>
                  <a:pt x="3245" y="4879"/>
                </a:lnTo>
                <a:lnTo>
                  <a:pt x="3139" y="4848"/>
                </a:lnTo>
                <a:lnTo>
                  <a:pt x="3033" y="4848"/>
                </a:lnTo>
                <a:lnTo>
                  <a:pt x="2928" y="4879"/>
                </a:lnTo>
                <a:lnTo>
                  <a:pt x="2822" y="4879"/>
                </a:lnTo>
                <a:lnTo>
                  <a:pt x="2716" y="4879"/>
                </a:lnTo>
                <a:lnTo>
                  <a:pt x="2575" y="4879"/>
                </a:lnTo>
                <a:lnTo>
                  <a:pt x="2398" y="4905"/>
                </a:lnTo>
                <a:lnTo>
                  <a:pt x="2257" y="4962"/>
                </a:lnTo>
                <a:lnTo>
                  <a:pt x="2151" y="4989"/>
                </a:lnTo>
                <a:lnTo>
                  <a:pt x="2046" y="4989"/>
                </a:lnTo>
                <a:lnTo>
                  <a:pt x="1940" y="4989"/>
                </a:lnTo>
                <a:lnTo>
                  <a:pt x="1834" y="4989"/>
                </a:lnTo>
                <a:lnTo>
                  <a:pt x="1693" y="4962"/>
                </a:lnTo>
                <a:lnTo>
                  <a:pt x="1552" y="4932"/>
                </a:lnTo>
                <a:lnTo>
                  <a:pt x="1411" y="4905"/>
                </a:lnTo>
                <a:lnTo>
                  <a:pt x="1305" y="4848"/>
                </a:lnTo>
                <a:lnTo>
                  <a:pt x="1199" y="4795"/>
                </a:lnTo>
                <a:lnTo>
                  <a:pt x="1093" y="4768"/>
                </a:lnTo>
                <a:lnTo>
                  <a:pt x="987" y="4768"/>
                </a:lnTo>
                <a:lnTo>
                  <a:pt x="846" y="4768"/>
                </a:lnTo>
                <a:lnTo>
                  <a:pt x="740" y="4768"/>
                </a:lnTo>
                <a:lnTo>
                  <a:pt x="634" y="4768"/>
                </a:lnTo>
                <a:lnTo>
                  <a:pt x="529" y="4795"/>
                </a:lnTo>
                <a:lnTo>
                  <a:pt x="423" y="4821"/>
                </a:lnTo>
                <a:lnTo>
                  <a:pt x="282" y="4848"/>
                </a:lnTo>
                <a:lnTo>
                  <a:pt x="141" y="4848"/>
                </a:lnTo>
                <a:lnTo>
                  <a:pt x="35" y="4848"/>
                </a:lnTo>
                <a:lnTo>
                  <a:pt x="0" y="4768"/>
                </a:lnTo>
                <a:lnTo>
                  <a:pt x="0" y="241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220760" y="3495600"/>
            <a:ext cx="749124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Where does HereEND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 txBox="1"/>
          <p:nvPr/>
        </p:nvSpPr>
        <p:spPr>
          <a:xfrm>
            <a:off x="282600" y="568440"/>
            <a:ext cx="8434440" cy="62215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"Where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 TO NewPtr.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BY "this"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Field3 DELIMITED BY SPACE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"Tom"  DELIMITED BY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 WITH POINTER NewPtr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ON OVERFLOW DISPLAY "String Error"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NOT ON OVERFLOW DISPLAY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266760" y="2666880"/>
            <a:ext cx="8560080" cy="1715040"/>
          </a:xfrm>
          <a:custGeom>
            <a:avLst/>
            <a:gdLst/>
            <a:ahLst/>
            <a:rect l="0" t="0" r="r" b="b"/>
            <a:pathLst>
              <a:path w="23778" h="4764">
                <a:moveTo>
                  <a:pt x="0" y="2170"/>
                </a:moveTo>
                <a:lnTo>
                  <a:pt x="141" y="2122"/>
                </a:lnTo>
                <a:lnTo>
                  <a:pt x="282" y="2095"/>
                </a:lnTo>
                <a:lnTo>
                  <a:pt x="423" y="2069"/>
                </a:lnTo>
                <a:lnTo>
                  <a:pt x="529" y="2047"/>
                </a:lnTo>
                <a:lnTo>
                  <a:pt x="634" y="2020"/>
                </a:lnTo>
                <a:lnTo>
                  <a:pt x="776" y="1994"/>
                </a:lnTo>
                <a:lnTo>
                  <a:pt x="917" y="1994"/>
                </a:lnTo>
                <a:lnTo>
                  <a:pt x="1058" y="2020"/>
                </a:lnTo>
                <a:lnTo>
                  <a:pt x="1199" y="2020"/>
                </a:lnTo>
                <a:lnTo>
                  <a:pt x="1375" y="1994"/>
                </a:lnTo>
                <a:lnTo>
                  <a:pt x="1446" y="1919"/>
                </a:lnTo>
                <a:lnTo>
                  <a:pt x="1556" y="1870"/>
                </a:lnTo>
                <a:lnTo>
                  <a:pt x="1591" y="1795"/>
                </a:lnTo>
                <a:lnTo>
                  <a:pt x="1697" y="1822"/>
                </a:lnTo>
                <a:lnTo>
                  <a:pt x="1838" y="1795"/>
                </a:lnTo>
                <a:lnTo>
                  <a:pt x="2050" y="1747"/>
                </a:lnTo>
                <a:lnTo>
                  <a:pt x="2191" y="1698"/>
                </a:lnTo>
                <a:lnTo>
                  <a:pt x="2262" y="1795"/>
                </a:lnTo>
                <a:lnTo>
                  <a:pt x="2332" y="1870"/>
                </a:lnTo>
                <a:lnTo>
                  <a:pt x="2438" y="1844"/>
                </a:lnTo>
                <a:lnTo>
                  <a:pt x="2544" y="1822"/>
                </a:lnTo>
                <a:lnTo>
                  <a:pt x="2685" y="1870"/>
                </a:lnTo>
                <a:lnTo>
                  <a:pt x="2826" y="1945"/>
                </a:lnTo>
                <a:lnTo>
                  <a:pt x="2967" y="1994"/>
                </a:lnTo>
                <a:lnTo>
                  <a:pt x="3073" y="1994"/>
                </a:lnTo>
                <a:lnTo>
                  <a:pt x="3179" y="1994"/>
                </a:lnTo>
                <a:lnTo>
                  <a:pt x="3320" y="1994"/>
                </a:lnTo>
                <a:lnTo>
                  <a:pt x="3426" y="2047"/>
                </a:lnTo>
                <a:lnTo>
                  <a:pt x="3532" y="2095"/>
                </a:lnTo>
                <a:lnTo>
                  <a:pt x="3638" y="2122"/>
                </a:lnTo>
                <a:lnTo>
                  <a:pt x="3743" y="2144"/>
                </a:lnTo>
                <a:lnTo>
                  <a:pt x="3779" y="1447"/>
                </a:lnTo>
                <a:lnTo>
                  <a:pt x="3814" y="1570"/>
                </a:lnTo>
                <a:lnTo>
                  <a:pt x="3884" y="1698"/>
                </a:lnTo>
                <a:lnTo>
                  <a:pt x="3955" y="1795"/>
                </a:lnTo>
                <a:lnTo>
                  <a:pt x="4026" y="1897"/>
                </a:lnTo>
                <a:lnTo>
                  <a:pt x="4061" y="1972"/>
                </a:lnTo>
                <a:lnTo>
                  <a:pt x="4131" y="2047"/>
                </a:lnTo>
                <a:lnTo>
                  <a:pt x="4237" y="2095"/>
                </a:lnTo>
                <a:lnTo>
                  <a:pt x="4343" y="2095"/>
                </a:lnTo>
                <a:lnTo>
                  <a:pt x="4449" y="2095"/>
                </a:lnTo>
                <a:lnTo>
                  <a:pt x="4559" y="2069"/>
                </a:lnTo>
                <a:lnTo>
                  <a:pt x="4665" y="2047"/>
                </a:lnTo>
                <a:lnTo>
                  <a:pt x="4771" y="2020"/>
                </a:lnTo>
                <a:lnTo>
                  <a:pt x="4806" y="1945"/>
                </a:lnTo>
                <a:lnTo>
                  <a:pt x="4947" y="1897"/>
                </a:lnTo>
                <a:lnTo>
                  <a:pt x="5053" y="1844"/>
                </a:lnTo>
                <a:lnTo>
                  <a:pt x="5229" y="1822"/>
                </a:lnTo>
                <a:lnTo>
                  <a:pt x="5335" y="1822"/>
                </a:lnTo>
                <a:lnTo>
                  <a:pt x="5441" y="1822"/>
                </a:lnTo>
                <a:lnTo>
                  <a:pt x="5582" y="1795"/>
                </a:lnTo>
                <a:lnTo>
                  <a:pt x="5688" y="1747"/>
                </a:lnTo>
                <a:lnTo>
                  <a:pt x="5794" y="1769"/>
                </a:lnTo>
                <a:lnTo>
                  <a:pt x="5900" y="1769"/>
                </a:lnTo>
                <a:lnTo>
                  <a:pt x="5935" y="1897"/>
                </a:lnTo>
                <a:lnTo>
                  <a:pt x="6076" y="1972"/>
                </a:lnTo>
                <a:lnTo>
                  <a:pt x="6217" y="1945"/>
                </a:lnTo>
                <a:lnTo>
                  <a:pt x="6358" y="1945"/>
                </a:lnTo>
                <a:lnTo>
                  <a:pt x="6464" y="1945"/>
                </a:lnTo>
                <a:lnTo>
                  <a:pt x="6641" y="1945"/>
                </a:lnTo>
                <a:lnTo>
                  <a:pt x="6782" y="1945"/>
                </a:lnTo>
                <a:lnTo>
                  <a:pt x="6887" y="1919"/>
                </a:lnTo>
                <a:lnTo>
                  <a:pt x="6993" y="1919"/>
                </a:lnTo>
                <a:lnTo>
                  <a:pt x="7170" y="1897"/>
                </a:lnTo>
                <a:lnTo>
                  <a:pt x="7311" y="1897"/>
                </a:lnTo>
                <a:lnTo>
                  <a:pt x="7668" y="1844"/>
                </a:lnTo>
                <a:lnTo>
                  <a:pt x="7809" y="1795"/>
                </a:lnTo>
                <a:lnTo>
                  <a:pt x="7950" y="1795"/>
                </a:lnTo>
                <a:lnTo>
                  <a:pt x="8091" y="1747"/>
                </a:lnTo>
                <a:lnTo>
                  <a:pt x="8232" y="1698"/>
                </a:lnTo>
                <a:lnTo>
                  <a:pt x="8338" y="1698"/>
                </a:lnTo>
                <a:lnTo>
                  <a:pt x="8656" y="1672"/>
                </a:lnTo>
                <a:lnTo>
                  <a:pt x="8797" y="1645"/>
                </a:lnTo>
                <a:lnTo>
                  <a:pt x="8938" y="1645"/>
                </a:lnTo>
                <a:lnTo>
                  <a:pt x="9079" y="1623"/>
                </a:lnTo>
                <a:lnTo>
                  <a:pt x="9185" y="1597"/>
                </a:lnTo>
                <a:lnTo>
                  <a:pt x="9361" y="1548"/>
                </a:lnTo>
                <a:lnTo>
                  <a:pt x="9502" y="1522"/>
                </a:lnTo>
                <a:lnTo>
                  <a:pt x="9855" y="1495"/>
                </a:lnTo>
                <a:lnTo>
                  <a:pt x="9996" y="1473"/>
                </a:lnTo>
                <a:lnTo>
                  <a:pt x="10102" y="1447"/>
                </a:lnTo>
                <a:lnTo>
                  <a:pt x="10243" y="1522"/>
                </a:lnTo>
                <a:lnTo>
                  <a:pt x="10349" y="1597"/>
                </a:lnTo>
                <a:lnTo>
                  <a:pt x="10495" y="1597"/>
                </a:lnTo>
                <a:lnTo>
                  <a:pt x="10600" y="1597"/>
                </a:lnTo>
                <a:lnTo>
                  <a:pt x="10742" y="1597"/>
                </a:lnTo>
                <a:lnTo>
                  <a:pt x="10883" y="1623"/>
                </a:lnTo>
                <a:lnTo>
                  <a:pt x="11377" y="0"/>
                </a:lnTo>
                <a:lnTo>
                  <a:pt x="11024" y="1645"/>
                </a:lnTo>
                <a:lnTo>
                  <a:pt x="11094" y="1747"/>
                </a:lnTo>
                <a:lnTo>
                  <a:pt x="11165" y="1822"/>
                </a:lnTo>
                <a:lnTo>
                  <a:pt x="11341" y="1822"/>
                </a:lnTo>
                <a:lnTo>
                  <a:pt x="11447" y="1844"/>
                </a:lnTo>
                <a:lnTo>
                  <a:pt x="11553" y="1897"/>
                </a:lnTo>
                <a:lnTo>
                  <a:pt x="11659" y="1844"/>
                </a:lnTo>
                <a:lnTo>
                  <a:pt x="11800" y="1769"/>
                </a:lnTo>
                <a:lnTo>
                  <a:pt x="11870" y="1698"/>
                </a:lnTo>
                <a:lnTo>
                  <a:pt x="11977" y="1672"/>
                </a:lnTo>
                <a:lnTo>
                  <a:pt x="12083" y="1645"/>
                </a:lnTo>
                <a:lnTo>
                  <a:pt x="12224" y="1597"/>
                </a:lnTo>
                <a:lnTo>
                  <a:pt x="12330" y="1570"/>
                </a:lnTo>
                <a:lnTo>
                  <a:pt x="12506" y="1597"/>
                </a:lnTo>
                <a:lnTo>
                  <a:pt x="12718" y="1597"/>
                </a:lnTo>
                <a:lnTo>
                  <a:pt x="12859" y="1570"/>
                </a:lnTo>
                <a:lnTo>
                  <a:pt x="12965" y="1548"/>
                </a:lnTo>
                <a:lnTo>
                  <a:pt x="13106" y="1548"/>
                </a:lnTo>
                <a:lnTo>
                  <a:pt x="13212" y="1548"/>
                </a:lnTo>
                <a:lnTo>
                  <a:pt x="13318" y="1548"/>
                </a:lnTo>
                <a:lnTo>
                  <a:pt x="13463" y="1597"/>
                </a:lnTo>
                <a:lnTo>
                  <a:pt x="13604" y="1645"/>
                </a:lnTo>
                <a:lnTo>
                  <a:pt x="13746" y="1698"/>
                </a:lnTo>
                <a:lnTo>
                  <a:pt x="13887" y="1698"/>
                </a:lnTo>
                <a:lnTo>
                  <a:pt x="13993" y="1720"/>
                </a:lnTo>
                <a:lnTo>
                  <a:pt x="14098" y="1720"/>
                </a:lnTo>
                <a:lnTo>
                  <a:pt x="14204" y="1720"/>
                </a:lnTo>
                <a:lnTo>
                  <a:pt x="14310" y="1720"/>
                </a:lnTo>
                <a:lnTo>
                  <a:pt x="14416" y="1698"/>
                </a:lnTo>
                <a:lnTo>
                  <a:pt x="14557" y="1698"/>
                </a:lnTo>
                <a:lnTo>
                  <a:pt x="14910" y="1645"/>
                </a:lnTo>
                <a:lnTo>
                  <a:pt x="15016" y="1597"/>
                </a:lnTo>
                <a:lnTo>
                  <a:pt x="15368" y="1548"/>
                </a:lnTo>
                <a:lnTo>
                  <a:pt x="15474" y="1495"/>
                </a:lnTo>
                <a:lnTo>
                  <a:pt x="15580" y="1447"/>
                </a:lnTo>
                <a:lnTo>
                  <a:pt x="15686" y="1447"/>
                </a:lnTo>
                <a:lnTo>
                  <a:pt x="15827" y="1398"/>
                </a:lnTo>
                <a:lnTo>
                  <a:pt x="15968" y="1345"/>
                </a:lnTo>
                <a:lnTo>
                  <a:pt x="16074" y="1297"/>
                </a:lnTo>
                <a:lnTo>
                  <a:pt x="16180" y="1248"/>
                </a:lnTo>
                <a:lnTo>
                  <a:pt x="16250" y="1345"/>
                </a:lnTo>
                <a:lnTo>
                  <a:pt x="16321" y="1420"/>
                </a:lnTo>
                <a:lnTo>
                  <a:pt x="16537" y="1447"/>
                </a:lnTo>
                <a:lnTo>
                  <a:pt x="16713" y="1447"/>
                </a:lnTo>
                <a:lnTo>
                  <a:pt x="16819" y="1447"/>
                </a:lnTo>
                <a:lnTo>
                  <a:pt x="16960" y="1420"/>
                </a:lnTo>
                <a:lnTo>
                  <a:pt x="17101" y="1398"/>
                </a:lnTo>
                <a:lnTo>
                  <a:pt x="17243" y="1345"/>
                </a:lnTo>
                <a:lnTo>
                  <a:pt x="17348" y="1345"/>
                </a:lnTo>
                <a:lnTo>
                  <a:pt x="17489" y="1323"/>
                </a:lnTo>
                <a:lnTo>
                  <a:pt x="17595" y="1297"/>
                </a:lnTo>
                <a:lnTo>
                  <a:pt x="17701" y="1297"/>
                </a:lnTo>
                <a:lnTo>
                  <a:pt x="17807" y="1297"/>
                </a:lnTo>
                <a:lnTo>
                  <a:pt x="17913" y="1248"/>
                </a:lnTo>
                <a:lnTo>
                  <a:pt x="18089" y="1222"/>
                </a:lnTo>
                <a:lnTo>
                  <a:pt x="18195" y="1196"/>
                </a:lnTo>
                <a:lnTo>
                  <a:pt x="18301" y="1146"/>
                </a:lnTo>
                <a:lnTo>
                  <a:pt x="18442" y="1098"/>
                </a:lnTo>
                <a:lnTo>
                  <a:pt x="18583" y="1045"/>
                </a:lnTo>
                <a:lnTo>
                  <a:pt x="18724" y="996"/>
                </a:lnTo>
                <a:lnTo>
                  <a:pt x="18830" y="948"/>
                </a:lnTo>
                <a:lnTo>
                  <a:pt x="18901" y="1023"/>
                </a:lnTo>
                <a:lnTo>
                  <a:pt x="18936" y="1098"/>
                </a:lnTo>
                <a:lnTo>
                  <a:pt x="19042" y="1196"/>
                </a:lnTo>
                <a:lnTo>
                  <a:pt x="19148" y="1248"/>
                </a:lnTo>
                <a:lnTo>
                  <a:pt x="19289" y="1271"/>
                </a:lnTo>
                <a:lnTo>
                  <a:pt x="19434" y="1297"/>
                </a:lnTo>
                <a:lnTo>
                  <a:pt x="19611" y="1297"/>
                </a:lnTo>
                <a:lnTo>
                  <a:pt x="19716" y="1323"/>
                </a:lnTo>
                <a:lnTo>
                  <a:pt x="19822" y="1323"/>
                </a:lnTo>
                <a:lnTo>
                  <a:pt x="19999" y="1323"/>
                </a:lnTo>
                <a:lnTo>
                  <a:pt x="20351" y="1345"/>
                </a:lnTo>
                <a:lnTo>
                  <a:pt x="20704" y="1345"/>
                </a:lnTo>
                <a:lnTo>
                  <a:pt x="20810" y="1345"/>
                </a:lnTo>
                <a:lnTo>
                  <a:pt x="20916" y="1345"/>
                </a:lnTo>
                <a:lnTo>
                  <a:pt x="21022" y="1372"/>
                </a:lnTo>
                <a:lnTo>
                  <a:pt x="21127" y="1345"/>
                </a:lnTo>
                <a:lnTo>
                  <a:pt x="21233" y="1345"/>
                </a:lnTo>
                <a:lnTo>
                  <a:pt x="21339" y="1345"/>
                </a:lnTo>
                <a:lnTo>
                  <a:pt x="21445" y="1345"/>
                </a:lnTo>
                <a:lnTo>
                  <a:pt x="21551" y="1398"/>
                </a:lnTo>
                <a:lnTo>
                  <a:pt x="21657" y="1398"/>
                </a:lnTo>
                <a:lnTo>
                  <a:pt x="21798" y="1447"/>
                </a:lnTo>
                <a:lnTo>
                  <a:pt x="21904" y="1495"/>
                </a:lnTo>
                <a:lnTo>
                  <a:pt x="22080" y="1495"/>
                </a:lnTo>
                <a:lnTo>
                  <a:pt x="22256" y="1495"/>
                </a:lnTo>
                <a:lnTo>
                  <a:pt x="22367" y="1495"/>
                </a:lnTo>
                <a:lnTo>
                  <a:pt x="22508" y="1495"/>
                </a:lnTo>
                <a:lnTo>
                  <a:pt x="22614" y="1495"/>
                </a:lnTo>
                <a:lnTo>
                  <a:pt x="22719" y="1495"/>
                </a:lnTo>
                <a:lnTo>
                  <a:pt x="22825" y="1447"/>
                </a:lnTo>
                <a:lnTo>
                  <a:pt x="22931" y="1420"/>
                </a:lnTo>
                <a:lnTo>
                  <a:pt x="23072" y="1420"/>
                </a:lnTo>
                <a:lnTo>
                  <a:pt x="23178" y="1420"/>
                </a:lnTo>
                <a:lnTo>
                  <a:pt x="23284" y="1398"/>
                </a:lnTo>
                <a:lnTo>
                  <a:pt x="23390" y="1345"/>
                </a:lnTo>
                <a:lnTo>
                  <a:pt x="23496" y="1271"/>
                </a:lnTo>
                <a:lnTo>
                  <a:pt x="23601" y="1196"/>
                </a:lnTo>
                <a:lnTo>
                  <a:pt x="23707" y="1146"/>
                </a:lnTo>
                <a:lnTo>
                  <a:pt x="23778" y="4715"/>
                </a:lnTo>
                <a:lnTo>
                  <a:pt x="23319" y="4614"/>
                </a:lnTo>
                <a:lnTo>
                  <a:pt x="23213" y="4588"/>
                </a:lnTo>
                <a:lnTo>
                  <a:pt x="23107" y="4539"/>
                </a:lnTo>
                <a:lnTo>
                  <a:pt x="23002" y="4513"/>
                </a:lnTo>
                <a:lnTo>
                  <a:pt x="22966" y="4416"/>
                </a:lnTo>
                <a:lnTo>
                  <a:pt x="22896" y="4314"/>
                </a:lnTo>
                <a:lnTo>
                  <a:pt x="22790" y="4217"/>
                </a:lnTo>
                <a:lnTo>
                  <a:pt x="22649" y="4292"/>
                </a:lnTo>
                <a:lnTo>
                  <a:pt x="22472" y="4389"/>
                </a:lnTo>
                <a:lnTo>
                  <a:pt x="22331" y="4341"/>
                </a:lnTo>
                <a:lnTo>
                  <a:pt x="22151" y="4292"/>
                </a:lnTo>
                <a:lnTo>
                  <a:pt x="22009" y="4314"/>
                </a:lnTo>
                <a:lnTo>
                  <a:pt x="21904" y="4266"/>
                </a:lnTo>
                <a:lnTo>
                  <a:pt x="21762" y="4266"/>
                </a:lnTo>
                <a:lnTo>
                  <a:pt x="21657" y="4314"/>
                </a:lnTo>
                <a:lnTo>
                  <a:pt x="21516" y="4341"/>
                </a:lnTo>
                <a:lnTo>
                  <a:pt x="21374" y="4367"/>
                </a:lnTo>
                <a:lnTo>
                  <a:pt x="21198" y="4389"/>
                </a:lnTo>
                <a:lnTo>
                  <a:pt x="21057" y="4389"/>
                </a:lnTo>
                <a:lnTo>
                  <a:pt x="20916" y="4416"/>
                </a:lnTo>
                <a:lnTo>
                  <a:pt x="20775" y="4438"/>
                </a:lnTo>
                <a:lnTo>
                  <a:pt x="20669" y="4513"/>
                </a:lnTo>
                <a:lnTo>
                  <a:pt x="20492" y="4588"/>
                </a:lnTo>
                <a:lnTo>
                  <a:pt x="20387" y="4689"/>
                </a:lnTo>
                <a:lnTo>
                  <a:pt x="20316" y="4614"/>
                </a:lnTo>
                <a:lnTo>
                  <a:pt x="20210" y="4588"/>
                </a:lnTo>
                <a:lnTo>
                  <a:pt x="20104" y="4513"/>
                </a:lnTo>
                <a:lnTo>
                  <a:pt x="19999" y="4491"/>
                </a:lnTo>
                <a:lnTo>
                  <a:pt x="19928" y="4416"/>
                </a:lnTo>
                <a:lnTo>
                  <a:pt x="19787" y="4416"/>
                </a:lnTo>
                <a:lnTo>
                  <a:pt x="19646" y="4438"/>
                </a:lnTo>
                <a:lnTo>
                  <a:pt x="19540" y="4438"/>
                </a:lnTo>
                <a:lnTo>
                  <a:pt x="19434" y="4367"/>
                </a:lnTo>
                <a:lnTo>
                  <a:pt x="19289" y="4239"/>
                </a:lnTo>
                <a:lnTo>
                  <a:pt x="19148" y="4191"/>
                </a:lnTo>
                <a:lnTo>
                  <a:pt x="19006" y="4116"/>
                </a:lnTo>
                <a:lnTo>
                  <a:pt x="18901" y="4116"/>
                </a:lnTo>
                <a:lnTo>
                  <a:pt x="18795" y="4142"/>
                </a:lnTo>
                <a:lnTo>
                  <a:pt x="18724" y="4217"/>
                </a:lnTo>
                <a:lnTo>
                  <a:pt x="18618" y="4217"/>
                </a:lnTo>
                <a:lnTo>
                  <a:pt x="18477" y="4191"/>
                </a:lnTo>
                <a:lnTo>
                  <a:pt x="18371" y="4191"/>
                </a:lnTo>
                <a:lnTo>
                  <a:pt x="18266" y="4239"/>
                </a:lnTo>
                <a:lnTo>
                  <a:pt x="18089" y="4266"/>
                </a:lnTo>
                <a:lnTo>
                  <a:pt x="17948" y="4292"/>
                </a:lnTo>
                <a:lnTo>
                  <a:pt x="17842" y="4292"/>
                </a:lnTo>
                <a:lnTo>
                  <a:pt x="17666" y="4266"/>
                </a:lnTo>
                <a:lnTo>
                  <a:pt x="17560" y="4292"/>
                </a:lnTo>
                <a:lnTo>
                  <a:pt x="17454" y="4314"/>
                </a:lnTo>
                <a:lnTo>
                  <a:pt x="17278" y="4389"/>
                </a:lnTo>
                <a:lnTo>
                  <a:pt x="17172" y="4416"/>
                </a:lnTo>
                <a:lnTo>
                  <a:pt x="17066" y="4341"/>
                </a:lnTo>
                <a:lnTo>
                  <a:pt x="16960" y="4341"/>
                </a:lnTo>
                <a:lnTo>
                  <a:pt x="16854" y="4314"/>
                </a:lnTo>
                <a:lnTo>
                  <a:pt x="16713" y="4292"/>
                </a:lnTo>
                <a:lnTo>
                  <a:pt x="16572" y="4314"/>
                </a:lnTo>
                <a:lnTo>
                  <a:pt x="16466" y="4292"/>
                </a:lnTo>
                <a:lnTo>
                  <a:pt x="16396" y="4217"/>
                </a:lnTo>
                <a:lnTo>
                  <a:pt x="16286" y="4191"/>
                </a:lnTo>
                <a:lnTo>
                  <a:pt x="16180" y="4164"/>
                </a:lnTo>
                <a:lnTo>
                  <a:pt x="16039" y="4142"/>
                </a:lnTo>
                <a:lnTo>
                  <a:pt x="15933" y="4089"/>
                </a:lnTo>
                <a:lnTo>
                  <a:pt x="15827" y="4041"/>
                </a:lnTo>
                <a:lnTo>
                  <a:pt x="15686" y="3992"/>
                </a:lnTo>
                <a:lnTo>
                  <a:pt x="15580" y="3939"/>
                </a:lnTo>
                <a:lnTo>
                  <a:pt x="15933" y="4764"/>
                </a:lnTo>
                <a:lnTo>
                  <a:pt x="15404" y="3939"/>
                </a:lnTo>
                <a:lnTo>
                  <a:pt x="15263" y="3992"/>
                </a:lnTo>
                <a:lnTo>
                  <a:pt x="15157" y="4041"/>
                </a:lnTo>
                <a:lnTo>
                  <a:pt x="15051" y="4089"/>
                </a:lnTo>
                <a:lnTo>
                  <a:pt x="14945" y="4142"/>
                </a:lnTo>
                <a:lnTo>
                  <a:pt x="14839" y="4191"/>
                </a:lnTo>
                <a:lnTo>
                  <a:pt x="14733" y="4191"/>
                </a:lnTo>
                <a:lnTo>
                  <a:pt x="14628" y="4191"/>
                </a:lnTo>
                <a:lnTo>
                  <a:pt x="14416" y="4142"/>
                </a:lnTo>
                <a:lnTo>
                  <a:pt x="14310" y="4142"/>
                </a:lnTo>
                <a:lnTo>
                  <a:pt x="14134" y="4116"/>
                </a:lnTo>
                <a:lnTo>
                  <a:pt x="14028" y="4089"/>
                </a:lnTo>
                <a:lnTo>
                  <a:pt x="13887" y="4089"/>
                </a:lnTo>
                <a:lnTo>
                  <a:pt x="13710" y="4089"/>
                </a:lnTo>
                <a:lnTo>
                  <a:pt x="13604" y="4089"/>
                </a:lnTo>
                <a:lnTo>
                  <a:pt x="13463" y="4142"/>
                </a:lnTo>
                <a:lnTo>
                  <a:pt x="13353" y="4191"/>
                </a:lnTo>
                <a:lnTo>
                  <a:pt x="13247" y="4239"/>
                </a:lnTo>
                <a:lnTo>
                  <a:pt x="13141" y="4239"/>
                </a:lnTo>
                <a:lnTo>
                  <a:pt x="13036" y="4239"/>
                </a:lnTo>
                <a:lnTo>
                  <a:pt x="12859" y="4217"/>
                </a:lnTo>
                <a:lnTo>
                  <a:pt x="12718" y="4191"/>
                </a:lnTo>
                <a:lnTo>
                  <a:pt x="12577" y="4191"/>
                </a:lnTo>
                <a:lnTo>
                  <a:pt x="12436" y="4191"/>
                </a:lnTo>
                <a:lnTo>
                  <a:pt x="12330" y="4191"/>
                </a:lnTo>
                <a:lnTo>
                  <a:pt x="12224" y="4191"/>
                </a:lnTo>
                <a:lnTo>
                  <a:pt x="12118" y="4164"/>
                </a:lnTo>
                <a:lnTo>
                  <a:pt x="12013" y="4164"/>
                </a:lnTo>
                <a:lnTo>
                  <a:pt x="11907" y="4142"/>
                </a:lnTo>
                <a:lnTo>
                  <a:pt x="11800" y="4142"/>
                </a:lnTo>
                <a:lnTo>
                  <a:pt x="11694" y="4041"/>
                </a:lnTo>
                <a:lnTo>
                  <a:pt x="11588" y="3992"/>
                </a:lnTo>
                <a:lnTo>
                  <a:pt x="11447" y="3992"/>
                </a:lnTo>
                <a:lnTo>
                  <a:pt x="11306" y="4014"/>
                </a:lnTo>
                <a:lnTo>
                  <a:pt x="11235" y="4089"/>
                </a:lnTo>
                <a:lnTo>
                  <a:pt x="11130" y="4142"/>
                </a:lnTo>
                <a:lnTo>
                  <a:pt x="11024" y="4217"/>
                </a:lnTo>
                <a:lnTo>
                  <a:pt x="10883" y="4266"/>
                </a:lnTo>
                <a:lnTo>
                  <a:pt x="10742" y="4217"/>
                </a:lnTo>
                <a:lnTo>
                  <a:pt x="10600" y="4191"/>
                </a:lnTo>
                <a:lnTo>
                  <a:pt x="10495" y="4191"/>
                </a:lnTo>
                <a:lnTo>
                  <a:pt x="10384" y="4164"/>
                </a:lnTo>
                <a:lnTo>
                  <a:pt x="10279" y="4191"/>
                </a:lnTo>
                <a:lnTo>
                  <a:pt x="10173" y="4217"/>
                </a:lnTo>
                <a:lnTo>
                  <a:pt x="9996" y="4217"/>
                </a:lnTo>
                <a:lnTo>
                  <a:pt x="9891" y="4191"/>
                </a:lnTo>
                <a:lnTo>
                  <a:pt x="9749" y="4191"/>
                </a:lnTo>
                <a:lnTo>
                  <a:pt x="9644" y="4217"/>
                </a:lnTo>
                <a:lnTo>
                  <a:pt x="9538" y="4217"/>
                </a:lnTo>
                <a:lnTo>
                  <a:pt x="9432" y="4142"/>
                </a:lnTo>
                <a:lnTo>
                  <a:pt x="9326" y="4164"/>
                </a:lnTo>
                <a:lnTo>
                  <a:pt x="9220" y="4142"/>
                </a:lnTo>
                <a:lnTo>
                  <a:pt x="9114" y="4164"/>
                </a:lnTo>
                <a:lnTo>
                  <a:pt x="8938" y="4191"/>
                </a:lnTo>
                <a:lnTo>
                  <a:pt x="8832" y="4239"/>
                </a:lnTo>
                <a:lnTo>
                  <a:pt x="8691" y="4292"/>
                </a:lnTo>
                <a:lnTo>
                  <a:pt x="8479" y="4292"/>
                </a:lnTo>
                <a:lnTo>
                  <a:pt x="8338" y="4292"/>
                </a:lnTo>
                <a:lnTo>
                  <a:pt x="8197" y="4292"/>
                </a:lnTo>
                <a:lnTo>
                  <a:pt x="8091" y="4314"/>
                </a:lnTo>
                <a:lnTo>
                  <a:pt x="7986" y="4239"/>
                </a:lnTo>
                <a:lnTo>
                  <a:pt x="7844" y="4191"/>
                </a:lnTo>
                <a:lnTo>
                  <a:pt x="7739" y="4142"/>
                </a:lnTo>
                <a:lnTo>
                  <a:pt x="7633" y="4191"/>
                </a:lnTo>
                <a:lnTo>
                  <a:pt x="7527" y="4239"/>
                </a:lnTo>
                <a:lnTo>
                  <a:pt x="7417" y="4266"/>
                </a:lnTo>
                <a:lnTo>
                  <a:pt x="7346" y="4191"/>
                </a:lnTo>
                <a:lnTo>
                  <a:pt x="7240" y="4191"/>
                </a:lnTo>
                <a:lnTo>
                  <a:pt x="7134" y="4217"/>
                </a:lnTo>
                <a:lnTo>
                  <a:pt x="6993" y="4239"/>
                </a:lnTo>
                <a:lnTo>
                  <a:pt x="6852" y="4239"/>
                </a:lnTo>
                <a:lnTo>
                  <a:pt x="6746" y="4239"/>
                </a:lnTo>
                <a:lnTo>
                  <a:pt x="6641" y="4239"/>
                </a:lnTo>
                <a:lnTo>
                  <a:pt x="6499" y="4266"/>
                </a:lnTo>
                <a:lnTo>
                  <a:pt x="6394" y="4314"/>
                </a:lnTo>
                <a:lnTo>
                  <a:pt x="6288" y="4341"/>
                </a:lnTo>
                <a:lnTo>
                  <a:pt x="6182" y="4292"/>
                </a:lnTo>
                <a:lnTo>
                  <a:pt x="6076" y="4239"/>
                </a:lnTo>
                <a:lnTo>
                  <a:pt x="5935" y="4292"/>
                </a:lnTo>
                <a:lnTo>
                  <a:pt x="5794" y="4341"/>
                </a:lnTo>
                <a:lnTo>
                  <a:pt x="5653" y="4389"/>
                </a:lnTo>
                <a:lnTo>
                  <a:pt x="5653" y="4292"/>
                </a:lnTo>
                <a:lnTo>
                  <a:pt x="5512" y="4292"/>
                </a:lnTo>
                <a:lnTo>
                  <a:pt x="5371" y="4314"/>
                </a:lnTo>
                <a:lnTo>
                  <a:pt x="5265" y="4292"/>
                </a:lnTo>
                <a:lnTo>
                  <a:pt x="5124" y="4266"/>
                </a:lnTo>
                <a:lnTo>
                  <a:pt x="5018" y="4292"/>
                </a:lnTo>
                <a:lnTo>
                  <a:pt x="4877" y="4292"/>
                </a:lnTo>
                <a:lnTo>
                  <a:pt x="4771" y="4292"/>
                </a:lnTo>
                <a:lnTo>
                  <a:pt x="4736" y="4217"/>
                </a:lnTo>
                <a:lnTo>
                  <a:pt x="4630" y="4191"/>
                </a:lnTo>
                <a:lnTo>
                  <a:pt x="4524" y="4191"/>
                </a:lnTo>
                <a:lnTo>
                  <a:pt x="4414" y="4217"/>
                </a:lnTo>
                <a:lnTo>
                  <a:pt x="4273" y="4239"/>
                </a:lnTo>
                <a:lnTo>
                  <a:pt x="4167" y="4266"/>
                </a:lnTo>
                <a:lnTo>
                  <a:pt x="4061" y="4292"/>
                </a:lnTo>
                <a:lnTo>
                  <a:pt x="3955" y="4292"/>
                </a:lnTo>
                <a:lnTo>
                  <a:pt x="3849" y="4314"/>
                </a:lnTo>
                <a:lnTo>
                  <a:pt x="3673" y="4341"/>
                </a:lnTo>
                <a:lnTo>
                  <a:pt x="3567" y="4367"/>
                </a:lnTo>
                <a:lnTo>
                  <a:pt x="3461" y="4389"/>
                </a:lnTo>
                <a:lnTo>
                  <a:pt x="3355" y="4389"/>
                </a:lnTo>
                <a:lnTo>
                  <a:pt x="3249" y="4389"/>
                </a:lnTo>
                <a:lnTo>
                  <a:pt x="3144" y="4367"/>
                </a:lnTo>
                <a:lnTo>
                  <a:pt x="3038" y="4367"/>
                </a:lnTo>
                <a:lnTo>
                  <a:pt x="2932" y="4389"/>
                </a:lnTo>
                <a:lnTo>
                  <a:pt x="2826" y="4389"/>
                </a:lnTo>
                <a:lnTo>
                  <a:pt x="2720" y="4389"/>
                </a:lnTo>
                <a:lnTo>
                  <a:pt x="2579" y="4389"/>
                </a:lnTo>
                <a:lnTo>
                  <a:pt x="2403" y="4416"/>
                </a:lnTo>
                <a:lnTo>
                  <a:pt x="2262" y="4464"/>
                </a:lnTo>
                <a:lnTo>
                  <a:pt x="2156" y="4491"/>
                </a:lnTo>
                <a:lnTo>
                  <a:pt x="2050" y="4491"/>
                </a:lnTo>
                <a:lnTo>
                  <a:pt x="1944" y="4491"/>
                </a:lnTo>
                <a:lnTo>
                  <a:pt x="1838" y="4491"/>
                </a:lnTo>
                <a:lnTo>
                  <a:pt x="1697" y="4464"/>
                </a:lnTo>
                <a:lnTo>
                  <a:pt x="1556" y="4438"/>
                </a:lnTo>
                <a:lnTo>
                  <a:pt x="1411" y="4416"/>
                </a:lnTo>
                <a:lnTo>
                  <a:pt x="1305" y="4367"/>
                </a:lnTo>
                <a:lnTo>
                  <a:pt x="1199" y="4314"/>
                </a:lnTo>
                <a:lnTo>
                  <a:pt x="1093" y="4292"/>
                </a:lnTo>
                <a:lnTo>
                  <a:pt x="987" y="4292"/>
                </a:lnTo>
                <a:lnTo>
                  <a:pt x="846" y="4292"/>
                </a:lnTo>
                <a:lnTo>
                  <a:pt x="740" y="4292"/>
                </a:lnTo>
                <a:lnTo>
                  <a:pt x="634" y="4292"/>
                </a:lnTo>
                <a:lnTo>
                  <a:pt x="529" y="4314"/>
                </a:lnTo>
                <a:lnTo>
                  <a:pt x="423" y="4341"/>
                </a:lnTo>
                <a:lnTo>
                  <a:pt x="282" y="4367"/>
                </a:lnTo>
                <a:lnTo>
                  <a:pt x="141" y="4367"/>
                </a:lnTo>
                <a:lnTo>
                  <a:pt x="35" y="4367"/>
                </a:lnTo>
                <a:lnTo>
                  <a:pt x="0" y="4292"/>
                </a:lnTo>
                <a:lnTo>
                  <a:pt x="0" y="217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220760" y="3495600"/>
            <a:ext cx="754236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This is the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 txBox="1"/>
          <p:nvPr/>
        </p:nvSpPr>
        <p:spPr>
          <a:xfrm>
            <a:off x="282600" y="568440"/>
            <a:ext cx="8434440" cy="62215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StringFields.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Field1  PIC X(18) VALUE "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Where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does this go".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Field2  PIC X(30)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VALUE "This is the destination string".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Field3  PIC X(15) VALUE "Here is another".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spcBef>
                <a:spcPts val="1199"/>
              </a:spcBef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StrPointers.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StrPtr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  <a:tabLst>
                <a:tab pos="33336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NewPtr  PIC 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5000"/>
              </a:lnSpc>
              <a:tabLst>
                <a:tab pos="33336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4 TO NewPtr.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Field1 DELIMITED BY "this"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Field3 DELIMITED BY SPACE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"Tom"  DELIMITED BY SIZE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Field2 WITH POINTER NewPtr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ON OVERFLOW DISPLAY "String Error"</a:t>
            </a:r>
            <a:br>
              <a:rPr sz="18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NOT ON OVERFLOW DISPLAY Field2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33336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2489040" y="57240"/>
            <a:ext cx="3386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STRING Example 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266760" y="2666880"/>
            <a:ext cx="8560080" cy="1715040"/>
          </a:xfrm>
          <a:custGeom>
            <a:avLst/>
            <a:gdLst/>
            <a:ahLst/>
            <a:rect l="0" t="0" r="r" b="b"/>
            <a:pathLst>
              <a:path w="23778" h="4764">
                <a:moveTo>
                  <a:pt x="0" y="2170"/>
                </a:moveTo>
                <a:lnTo>
                  <a:pt x="141" y="2122"/>
                </a:lnTo>
                <a:lnTo>
                  <a:pt x="282" y="2095"/>
                </a:lnTo>
                <a:lnTo>
                  <a:pt x="423" y="2069"/>
                </a:lnTo>
                <a:lnTo>
                  <a:pt x="529" y="2047"/>
                </a:lnTo>
                <a:lnTo>
                  <a:pt x="634" y="2020"/>
                </a:lnTo>
                <a:lnTo>
                  <a:pt x="776" y="1994"/>
                </a:lnTo>
                <a:lnTo>
                  <a:pt x="917" y="1994"/>
                </a:lnTo>
                <a:lnTo>
                  <a:pt x="1058" y="2020"/>
                </a:lnTo>
                <a:lnTo>
                  <a:pt x="1199" y="2020"/>
                </a:lnTo>
                <a:lnTo>
                  <a:pt x="1375" y="1994"/>
                </a:lnTo>
                <a:lnTo>
                  <a:pt x="1446" y="1919"/>
                </a:lnTo>
                <a:lnTo>
                  <a:pt x="1556" y="1870"/>
                </a:lnTo>
                <a:lnTo>
                  <a:pt x="1591" y="1795"/>
                </a:lnTo>
                <a:lnTo>
                  <a:pt x="1697" y="1822"/>
                </a:lnTo>
                <a:lnTo>
                  <a:pt x="1838" y="1795"/>
                </a:lnTo>
                <a:lnTo>
                  <a:pt x="2050" y="1747"/>
                </a:lnTo>
                <a:lnTo>
                  <a:pt x="2191" y="1698"/>
                </a:lnTo>
                <a:lnTo>
                  <a:pt x="2262" y="1795"/>
                </a:lnTo>
                <a:lnTo>
                  <a:pt x="2332" y="1870"/>
                </a:lnTo>
                <a:lnTo>
                  <a:pt x="2438" y="1844"/>
                </a:lnTo>
                <a:lnTo>
                  <a:pt x="2544" y="1822"/>
                </a:lnTo>
                <a:lnTo>
                  <a:pt x="2685" y="1870"/>
                </a:lnTo>
                <a:lnTo>
                  <a:pt x="2826" y="1945"/>
                </a:lnTo>
                <a:lnTo>
                  <a:pt x="2967" y="1994"/>
                </a:lnTo>
                <a:lnTo>
                  <a:pt x="3073" y="1994"/>
                </a:lnTo>
                <a:lnTo>
                  <a:pt x="3179" y="1994"/>
                </a:lnTo>
                <a:lnTo>
                  <a:pt x="3320" y="1994"/>
                </a:lnTo>
                <a:lnTo>
                  <a:pt x="3426" y="2047"/>
                </a:lnTo>
                <a:lnTo>
                  <a:pt x="3532" y="2095"/>
                </a:lnTo>
                <a:lnTo>
                  <a:pt x="3638" y="2122"/>
                </a:lnTo>
                <a:lnTo>
                  <a:pt x="3743" y="2144"/>
                </a:lnTo>
                <a:lnTo>
                  <a:pt x="3779" y="1447"/>
                </a:lnTo>
                <a:lnTo>
                  <a:pt x="3814" y="1570"/>
                </a:lnTo>
                <a:lnTo>
                  <a:pt x="3884" y="1698"/>
                </a:lnTo>
                <a:lnTo>
                  <a:pt x="3955" y="1795"/>
                </a:lnTo>
                <a:lnTo>
                  <a:pt x="4026" y="1897"/>
                </a:lnTo>
                <a:lnTo>
                  <a:pt x="4061" y="1972"/>
                </a:lnTo>
                <a:lnTo>
                  <a:pt x="4131" y="2047"/>
                </a:lnTo>
                <a:lnTo>
                  <a:pt x="4237" y="2095"/>
                </a:lnTo>
                <a:lnTo>
                  <a:pt x="4343" y="2095"/>
                </a:lnTo>
                <a:lnTo>
                  <a:pt x="4449" y="2095"/>
                </a:lnTo>
                <a:lnTo>
                  <a:pt x="4559" y="2069"/>
                </a:lnTo>
                <a:lnTo>
                  <a:pt x="4665" y="2047"/>
                </a:lnTo>
                <a:lnTo>
                  <a:pt x="4771" y="2020"/>
                </a:lnTo>
                <a:lnTo>
                  <a:pt x="4806" y="1945"/>
                </a:lnTo>
                <a:lnTo>
                  <a:pt x="4947" y="1897"/>
                </a:lnTo>
                <a:lnTo>
                  <a:pt x="5053" y="1844"/>
                </a:lnTo>
                <a:lnTo>
                  <a:pt x="5229" y="1822"/>
                </a:lnTo>
                <a:lnTo>
                  <a:pt x="5335" y="1822"/>
                </a:lnTo>
                <a:lnTo>
                  <a:pt x="5441" y="1822"/>
                </a:lnTo>
                <a:lnTo>
                  <a:pt x="5582" y="1795"/>
                </a:lnTo>
                <a:lnTo>
                  <a:pt x="5688" y="1747"/>
                </a:lnTo>
                <a:lnTo>
                  <a:pt x="5794" y="1769"/>
                </a:lnTo>
                <a:lnTo>
                  <a:pt x="5900" y="1769"/>
                </a:lnTo>
                <a:lnTo>
                  <a:pt x="5935" y="1897"/>
                </a:lnTo>
                <a:lnTo>
                  <a:pt x="6076" y="1972"/>
                </a:lnTo>
                <a:lnTo>
                  <a:pt x="6217" y="1945"/>
                </a:lnTo>
                <a:lnTo>
                  <a:pt x="6358" y="1945"/>
                </a:lnTo>
                <a:lnTo>
                  <a:pt x="6464" y="1945"/>
                </a:lnTo>
                <a:lnTo>
                  <a:pt x="6641" y="1945"/>
                </a:lnTo>
                <a:lnTo>
                  <a:pt x="6782" y="1945"/>
                </a:lnTo>
                <a:lnTo>
                  <a:pt x="6887" y="1919"/>
                </a:lnTo>
                <a:lnTo>
                  <a:pt x="6993" y="1919"/>
                </a:lnTo>
                <a:lnTo>
                  <a:pt x="7170" y="1897"/>
                </a:lnTo>
                <a:lnTo>
                  <a:pt x="7311" y="1897"/>
                </a:lnTo>
                <a:lnTo>
                  <a:pt x="7668" y="1844"/>
                </a:lnTo>
                <a:lnTo>
                  <a:pt x="7809" y="1795"/>
                </a:lnTo>
                <a:lnTo>
                  <a:pt x="7950" y="1795"/>
                </a:lnTo>
                <a:lnTo>
                  <a:pt x="8091" y="1747"/>
                </a:lnTo>
                <a:lnTo>
                  <a:pt x="8232" y="1698"/>
                </a:lnTo>
                <a:lnTo>
                  <a:pt x="8338" y="1698"/>
                </a:lnTo>
                <a:lnTo>
                  <a:pt x="8656" y="1672"/>
                </a:lnTo>
                <a:lnTo>
                  <a:pt x="8797" y="1645"/>
                </a:lnTo>
                <a:lnTo>
                  <a:pt x="8938" y="1645"/>
                </a:lnTo>
                <a:lnTo>
                  <a:pt x="9079" y="1623"/>
                </a:lnTo>
                <a:lnTo>
                  <a:pt x="9185" y="1597"/>
                </a:lnTo>
                <a:lnTo>
                  <a:pt x="9361" y="1548"/>
                </a:lnTo>
                <a:lnTo>
                  <a:pt x="9502" y="1522"/>
                </a:lnTo>
                <a:lnTo>
                  <a:pt x="9855" y="1495"/>
                </a:lnTo>
                <a:lnTo>
                  <a:pt x="9996" y="1473"/>
                </a:lnTo>
                <a:lnTo>
                  <a:pt x="10102" y="1447"/>
                </a:lnTo>
                <a:lnTo>
                  <a:pt x="10243" y="1522"/>
                </a:lnTo>
                <a:lnTo>
                  <a:pt x="10349" y="1597"/>
                </a:lnTo>
                <a:lnTo>
                  <a:pt x="10495" y="1597"/>
                </a:lnTo>
                <a:lnTo>
                  <a:pt x="10600" y="1597"/>
                </a:lnTo>
                <a:lnTo>
                  <a:pt x="10742" y="1597"/>
                </a:lnTo>
                <a:lnTo>
                  <a:pt x="10883" y="1623"/>
                </a:lnTo>
                <a:lnTo>
                  <a:pt x="11377" y="0"/>
                </a:lnTo>
                <a:lnTo>
                  <a:pt x="11024" y="1645"/>
                </a:lnTo>
                <a:lnTo>
                  <a:pt x="11094" y="1747"/>
                </a:lnTo>
                <a:lnTo>
                  <a:pt x="11165" y="1822"/>
                </a:lnTo>
                <a:lnTo>
                  <a:pt x="11341" y="1822"/>
                </a:lnTo>
                <a:lnTo>
                  <a:pt x="11447" y="1844"/>
                </a:lnTo>
                <a:lnTo>
                  <a:pt x="11553" y="1897"/>
                </a:lnTo>
                <a:lnTo>
                  <a:pt x="11659" y="1844"/>
                </a:lnTo>
                <a:lnTo>
                  <a:pt x="11800" y="1769"/>
                </a:lnTo>
                <a:lnTo>
                  <a:pt x="11870" y="1698"/>
                </a:lnTo>
                <a:lnTo>
                  <a:pt x="11977" y="1672"/>
                </a:lnTo>
                <a:lnTo>
                  <a:pt x="12083" y="1645"/>
                </a:lnTo>
                <a:lnTo>
                  <a:pt x="12224" y="1597"/>
                </a:lnTo>
                <a:lnTo>
                  <a:pt x="12330" y="1570"/>
                </a:lnTo>
                <a:lnTo>
                  <a:pt x="12506" y="1597"/>
                </a:lnTo>
                <a:lnTo>
                  <a:pt x="12718" y="1597"/>
                </a:lnTo>
                <a:lnTo>
                  <a:pt x="12859" y="1570"/>
                </a:lnTo>
                <a:lnTo>
                  <a:pt x="12965" y="1548"/>
                </a:lnTo>
                <a:lnTo>
                  <a:pt x="13106" y="1548"/>
                </a:lnTo>
                <a:lnTo>
                  <a:pt x="13212" y="1548"/>
                </a:lnTo>
                <a:lnTo>
                  <a:pt x="13318" y="1548"/>
                </a:lnTo>
                <a:lnTo>
                  <a:pt x="13463" y="1597"/>
                </a:lnTo>
                <a:lnTo>
                  <a:pt x="13604" y="1645"/>
                </a:lnTo>
                <a:lnTo>
                  <a:pt x="13746" y="1698"/>
                </a:lnTo>
                <a:lnTo>
                  <a:pt x="13887" y="1698"/>
                </a:lnTo>
                <a:lnTo>
                  <a:pt x="13993" y="1720"/>
                </a:lnTo>
                <a:lnTo>
                  <a:pt x="14098" y="1720"/>
                </a:lnTo>
                <a:lnTo>
                  <a:pt x="14204" y="1720"/>
                </a:lnTo>
                <a:lnTo>
                  <a:pt x="14310" y="1720"/>
                </a:lnTo>
                <a:lnTo>
                  <a:pt x="14416" y="1698"/>
                </a:lnTo>
                <a:lnTo>
                  <a:pt x="14557" y="1698"/>
                </a:lnTo>
                <a:lnTo>
                  <a:pt x="14910" y="1645"/>
                </a:lnTo>
                <a:lnTo>
                  <a:pt x="15016" y="1597"/>
                </a:lnTo>
                <a:lnTo>
                  <a:pt x="15368" y="1548"/>
                </a:lnTo>
                <a:lnTo>
                  <a:pt x="15474" y="1495"/>
                </a:lnTo>
                <a:lnTo>
                  <a:pt x="15580" y="1447"/>
                </a:lnTo>
                <a:lnTo>
                  <a:pt x="15686" y="1447"/>
                </a:lnTo>
                <a:lnTo>
                  <a:pt x="15827" y="1398"/>
                </a:lnTo>
                <a:lnTo>
                  <a:pt x="15968" y="1345"/>
                </a:lnTo>
                <a:lnTo>
                  <a:pt x="16074" y="1297"/>
                </a:lnTo>
                <a:lnTo>
                  <a:pt x="16180" y="1248"/>
                </a:lnTo>
                <a:lnTo>
                  <a:pt x="16250" y="1345"/>
                </a:lnTo>
                <a:lnTo>
                  <a:pt x="16321" y="1420"/>
                </a:lnTo>
                <a:lnTo>
                  <a:pt x="16537" y="1447"/>
                </a:lnTo>
                <a:lnTo>
                  <a:pt x="16713" y="1447"/>
                </a:lnTo>
                <a:lnTo>
                  <a:pt x="16819" y="1447"/>
                </a:lnTo>
                <a:lnTo>
                  <a:pt x="16960" y="1420"/>
                </a:lnTo>
                <a:lnTo>
                  <a:pt x="17101" y="1398"/>
                </a:lnTo>
                <a:lnTo>
                  <a:pt x="17243" y="1345"/>
                </a:lnTo>
                <a:lnTo>
                  <a:pt x="17348" y="1345"/>
                </a:lnTo>
                <a:lnTo>
                  <a:pt x="17489" y="1323"/>
                </a:lnTo>
                <a:lnTo>
                  <a:pt x="17595" y="1297"/>
                </a:lnTo>
                <a:lnTo>
                  <a:pt x="17701" y="1297"/>
                </a:lnTo>
                <a:lnTo>
                  <a:pt x="17807" y="1297"/>
                </a:lnTo>
                <a:lnTo>
                  <a:pt x="17913" y="1248"/>
                </a:lnTo>
                <a:lnTo>
                  <a:pt x="18089" y="1222"/>
                </a:lnTo>
                <a:lnTo>
                  <a:pt x="18195" y="1196"/>
                </a:lnTo>
                <a:lnTo>
                  <a:pt x="18301" y="1146"/>
                </a:lnTo>
                <a:lnTo>
                  <a:pt x="18442" y="1098"/>
                </a:lnTo>
                <a:lnTo>
                  <a:pt x="18583" y="1045"/>
                </a:lnTo>
                <a:lnTo>
                  <a:pt x="18724" y="996"/>
                </a:lnTo>
                <a:lnTo>
                  <a:pt x="18830" y="948"/>
                </a:lnTo>
                <a:lnTo>
                  <a:pt x="18901" y="1023"/>
                </a:lnTo>
                <a:lnTo>
                  <a:pt x="18936" y="1098"/>
                </a:lnTo>
                <a:lnTo>
                  <a:pt x="19042" y="1196"/>
                </a:lnTo>
                <a:lnTo>
                  <a:pt x="19148" y="1248"/>
                </a:lnTo>
                <a:lnTo>
                  <a:pt x="19289" y="1271"/>
                </a:lnTo>
                <a:lnTo>
                  <a:pt x="19434" y="1297"/>
                </a:lnTo>
                <a:lnTo>
                  <a:pt x="19611" y="1297"/>
                </a:lnTo>
                <a:lnTo>
                  <a:pt x="19716" y="1323"/>
                </a:lnTo>
                <a:lnTo>
                  <a:pt x="19822" y="1323"/>
                </a:lnTo>
                <a:lnTo>
                  <a:pt x="19999" y="1323"/>
                </a:lnTo>
                <a:lnTo>
                  <a:pt x="20351" y="1345"/>
                </a:lnTo>
                <a:lnTo>
                  <a:pt x="20704" y="1345"/>
                </a:lnTo>
                <a:lnTo>
                  <a:pt x="20810" y="1345"/>
                </a:lnTo>
                <a:lnTo>
                  <a:pt x="20916" y="1345"/>
                </a:lnTo>
                <a:lnTo>
                  <a:pt x="21022" y="1372"/>
                </a:lnTo>
                <a:lnTo>
                  <a:pt x="21127" y="1345"/>
                </a:lnTo>
                <a:lnTo>
                  <a:pt x="21233" y="1345"/>
                </a:lnTo>
                <a:lnTo>
                  <a:pt x="21339" y="1345"/>
                </a:lnTo>
                <a:lnTo>
                  <a:pt x="21445" y="1345"/>
                </a:lnTo>
                <a:lnTo>
                  <a:pt x="21551" y="1398"/>
                </a:lnTo>
                <a:lnTo>
                  <a:pt x="21657" y="1398"/>
                </a:lnTo>
                <a:lnTo>
                  <a:pt x="21798" y="1447"/>
                </a:lnTo>
                <a:lnTo>
                  <a:pt x="21904" y="1495"/>
                </a:lnTo>
                <a:lnTo>
                  <a:pt x="22080" y="1495"/>
                </a:lnTo>
                <a:lnTo>
                  <a:pt x="22256" y="1495"/>
                </a:lnTo>
                <a:lnTo>
                  <a:pt x="22367" y="1495"/>
                </a:lnTo>
                <a:lnTo>
                  <a:pt x="22508" y="1495"/>
                </a:lnTo>
                <a:lnTo>
                  <a:pt x="22614" y="1495"/>
                </a:lnTo>
                <a:lnTo>
                  <a:pt x="22719" y="1495"/>
                </a:lnTo>
                <a:lnTo>
                  <a:pt x="22825" y="1447"/>
                </a:lnTo>
                <a:lnTo>
                  <a:pt x="22931" y="1420"/>
                </a:lnTo>
                <a:lnTo>
                  <a:pt x="23072" y="1420"/>
                </a:lnTo>
                <a:lnTo>
                  <a:pt x="23178" y="1420"/>
                </a:lnTo>
                <a:lnTo>
                  <a:pt x="23284" y="1398"/>
                </a:lnTo>
                <a:lnTo>
                  <a:pt x="23390" y="1345"/>
                </a:lnTo>
                <a:lnTo>
                  <a:pt x="23496" y="1271"/>
                </a:lnTo>
                <a:lnTo>
                  <a:pt x="23601" y="1196"/>
                </a:lnTo>
                <a:lnTo>
                  <a:pt x="23707" y="1146"/>
                </a:lnTo>
                <a:lnTo>
                  <a:pt x="23778" y="4715"/>
                </a:lnTo>
                <a:lnTo>
                  <a:pt x="23319" y="4614"/>
                </a:lnTo>
                <a:lnTo>
                  <a:pt x="23213" y="4588"/>
                </a:lnTo>
                <a:lnTo>
                  <a:pt x="23107" y="4539"/>
                </a:lnTo>
                <a:lnTo>
                  <a:pt x="23002" y="4513"/>
                </a:lnTo>
                <a:lnTo>
                  <a:pt x="22966" y="4416"/>
                </a:lnTo>
                <a:lnTo>
                  <a:pt x="22896" y="4314"/>
                </a:lnTo>
                <a:lnTo>
                  <a:pt x="22790" y="4217"/>
                </a:lnTo>
                <a:lnTo>
                  <a:pt x="22649" y="4292"/>
                </a:lnTo>
                <a:lnTo>
                  <a:pt x="22472" y="4389"/>
                </a:lnTo>
                <a:lnTo>
                  <a:pt x="22331" y="4341"/>
                </a:lnTo>
                <a:lnTo>
                  <a:pt x="22151" y="4292"/>
                </a:lnTo>
                <a:lnTo>
                  <a:pt x="22009" y="4314"/>
                </a:lnTo>
                <a:lnTo>
                  <a:pt x="21904" y="4266"/>
                </a:lnTo>
                <a:lnTo>
                  <a:pt x="21762" y="4266"/>
                </a:lnTo>
                <a:lnTo>
                  <a:pt x="21657" y="4314"/>
                </a:lnTo>
                <a:lnTo>
                  <a:pt x="21516" y="4341"/>
                </a:lnTo>
                <a:lnTo>
                  <a:pt x="21374" y="4367"/>
                </a:lnTo>
                <a:lnTo>
                  <a:pt x="21198" y="4389"/>
                </a:lnTo>
                <a:lnTo>
                  <a:pt x="21057" y="4389"/>
                </a:lnTo>
                <a:lnTo>
                  <a:pt x="20916" y="4416"/>
                </a:lnTo>
                <a:lnTo>
                  <a:pt x="20775" y="4438"/>
                </a:lnTo>
                <a:lnTo>
                  <a:pt x="20669" y="4513"/>
                </a:lnTo>
                <a:lnTo>
                  <a:pt x="20492" y="4588"/>
                </a:lnTo>
                <a:lnTo>
                  <a:pt x="20387" y="4689"/>
                </a:lnTo>
                <a:lnTo>
                  <a:pt x="20316" y="4614"/>
                </a:lnTo>
                <a:lnTo>
                  <a:pt x="20210" y="4588"/>
                </a:lnTo>
                <a:lnTo>
                  <a:pt x="20104" y="4513"/>
                </a:lnTo>
                <a:lnTo>
                  <a:pt x="19999" y="4491"/>
                </a:lnTo>
                <a:lnTo>
                  <a:pt x="19928" y="4416"/>
                </a:lnTo>
                <a:lnTo>
                  <a:pt x="19787" y="4416"/>
                </a:lnTo>
                <a:lnTo>
                  <a:pt x="19646" y="4438"/>
                </a:lnTo>
                <a:lnTo>
                  <a:pt x="19540" y="4438"/>
                </a:lnTo>
                <a:lnTo>
                  <a:pt x="19434" y="4367"/>
                </a:lnTo>
                <a:lnTo>
                  <a:pt x="19289" y="4239"/>
                </a:lnTo>
                <a:lnTo>
                  <a:pt x="19148" y="4191"/>
                </a:lnTo>
                <a:lnTo>
                  <a:pt x="19006" y="4116"/>
                </a:lnTo>
                <a:lnTo>
                  <a:pt x="18901" y="4116"/>
                </a:lnTo>
                <a:lnTo>
                  <a:pt x="18795" y="4142"/>
                </a:lnTo>
                <a:lnTo>
                  <a:pt x="18724" y="4217"/>
                </a:lnTo>
                <a:lnTo>
                  <a:pt x="18618" y="4217"/>
                </a:lnTo>
                <a:lnTo>
                  <a:pt x="18477" y="4191"/>
                </a:lnTo>
                <a:lnTo>
                  <a:pt x="18371" y="4191"/>
                </a:lnTo>
                <a:lnTo>
                  <a:pt x="18266" y="4239"/>
                </a:lnTo>
                <a:lnTo>
                  <a:pt x="18089" y="4266"/>
                </a:lnTo>
                <a:lnTo>
                  <a:pt x="17948" y="4292"/>
                </a:lnTo>
                <a:lnTo>
                  <a:pt x="17842" y="4292"/>
                </a:lnTo>
                <a:lnTo>
                  <a:pt x="17666" y="4266"/>
                </a:lnTo>
                <a:lnTo>
                  <a:pt x="17560" y="4292"/>
                </a:lnTo>
                <a:lnTo>
                  <a:pt x="17454" y="4314"/>
                </a:lnTo>
                <a:lnTo>
                  <a:pt x="17278" y="4389"/>
                </a:lnTo>
                <a:lnTo>
                  <a:pt x="17172" y="4416"/>
                </a:lnTo>
                <a:lnTo>
                  <a:pt x="17066" y="4341"/>
                </a:lnTo>
                <a:lnTo>
                  <a:pt x="16960" y="4341"/>
                </a:lnTo>
                <a:lnTo>
                  <a:pt x="16854" y="4314"/>
                </a:lnTo>
                <a:lnTo>
                  <a:pt x="16713" y="4292"/>
                </a:lnTo>
                <a:lnTo>
                  <a:pt x="16572" y="4314"/>
                </a:lnTo>
                <a:lnTo>
                  <a:pt x="16466" y="4292"/>
                </a:lnTo>
                <a:lnTo>
                  <a:pt x="16396" y="4217"/>
                </a:lnTo>
                <a:lnTo>
                  <a:pt x="16286" y="4191"/>
                </a:lnTo>
                <a:lnTo>
                  <a:pt x="16180" y="4164"/>
                </a:lnTo>
                <a:lnTo>
                  <a:pt x="16039" y="4142"/>
                </a:lnTo>
                <a:lnTo>
                  <a:pt x="15933" y="4089"/>
                </a:lnTo>
                <a:lnTo>
                  <a:pt x="15827" y="4041"/>
                </a:lnTo>
                <a:lnTo>
                  <a:pt x="15686" y="3992"/>
                </a:lnTo>
                <a:lnTo>
                  <a:pt x="15580" y="3939"/>
                </a:lnTo>
                <a:lnTo>
                  <a:pt x="15933" y="4764"/>
                </a:lnTo>
                <a:lnTo>
                  <a:pt x="15404" y="3939"/>
                </a:lnTo>
                <a:lnTo>
                  <a:pt x="15263" y="3992"/>
                </a:lnTo>
                <a:lnTo>
                  <a:pt x="15157" y="4041"/>
                </a:lnTo>
                <a:lnTo>
                  <a:pt x="15051" y="4089"/>
                </a:lnTo>
                <a:lnTo>
                  <a:pt x="14945" y="4142"/>
                </a:lnTo>
                <a:lnTo>
                  <a:pt x="14839" y="4191"/>
                </a:lnTo>
                <a:lnTo>
                  <a:pt x="14733" y="4191"/>
                </a:lnTo>
                <a:lnTo>
                  <a:pt x="14628" y="4191"/>
                </a:lnTo>
                <a:lnTo>
                  <a:pt x="14416" y="4142"/>
                </a:lnTo>
                <a:lnTo>
                  <a:pt x="14310" y="4142"/>
                </a:lnTo>
                <a:lnTo>
                  <a:pt x="14134" y="4116"/>
                </a:lnTo>
                <a:lnTo>
                  <a:pt x="14028" y="4089"/>
                </a:lnTo>
                <a:lnTo>
                  <a:pt x="13887" y="4089"/>
                </a:lnTo>
                <a:lnTo>
                  <a:pt x="13710" y="4089"/>
                </a:lnTo>
                <a:lnTo>
                  <a:pt x="13604" y="4089"/>
                </a:lnTo>
                <a:lnTo>
                  <a:pt x="13463" y="4142"/>
                </a:lnTo>
                <a:lnTo>
                  <a:pt x="13353" y="4191"/>
                </a:lnTo>
                <a:lnTo>
                  <a:pt x="13247" y="4239"/>
                </a:lnTo>
                <a:lnTo>
                  <a:pt x="13141" y="4239"/>
                </a:lnTo>
                <a:lnTo>
                  <a:pt x="13036" y="4239"/>
                </a:lnTo>
                <a:lnTo>
                  <a:pt x="12859" y="4217"/>
                </a:lnTo>
                <a:lnTo>
                  <a:pt x="12718" y="4191"/>
                </a:lnTo>
                <a:lnTo>
                  <a:pt x="12577" y="4191"/>
                </a:lnTo>
                <a:lnTo>
                  <a:pt x="12436" y="4191"/>
                </a:lnTo>
                <a:lnTo>
                  <a:pt x="12330" y="4191"/>
                </a:lnTo>
                <a:lnTo>
                  <a:pt x="12224" y="4191"/>
                </a:lnTo>
                <a:lnTo>
                  <a:pt x="12118" y="4164"/>
                </a:lnTo>
                <a:lnTo>
                  <a:pt x="12013" y="4164"/>
                </a:lnTo>
                <a:lnTo>
                  <a:pt x="11907" y="4142"/>
                </a:lnTo>
                <a:lnTo>
                  <a:pt x="11800" y="4142"/>
                </a:lnTo>
                <a:lnTo>
                  <a:pt x="11694" y="4041"/>
                </a:lnTo>
                <a:lnTo>
                  <a:pt x="11588" y="3992"/>
                </a:lnTo>
                <a:lnTo>
                  <a:pt x="11447" y="3992"/>
                </a:lnTo>
                <a:lnTo>
                  <a:pt x="11306" y="4014"/>
                </a:lnTo>
                <a:lnTo>
                  <a:pt x="11235" y="4089"/>
                </a:lnTo>
                <a:lnTo>
                  <a:pt x="11130" y="4142"/>
                </a:lnTo>
                <a:lnTo>
                  <a:pt x="11024" y="4217"/>
                </a:lnTo>
                <a:lnTo>
                  <a:pt x="10883" y="4266"/>
                </a:lnTo>
                <a:lnTo>
                  <a:pt x="10742" y="4217"/>
                </a:lnTo>
                <a:lnTo>
                  <a:pt x="10600" y="4191"/>
                </a:lnTo>
                <a:lnTo>
                  <a:pt x="10495" y="4191"/>
                </a:lnTo>
                <a:lnTo>
                  <a:pt x="10384" y="4164"/>
                </a:lnTo>
                <a:lnTo>
                  <a:pt x="10279" y="4191"/>
                </a:lnTo>
                <a:lnTo>
                  <a:pt x="10173" y="4217"/>
                </a:lnTo>
                <a:lnTo>
                  <a:pt x="9996" y="4217"/>
                </a:lnTo>
                <a:lnTo>
                  <a:pt x="9891" y="4191"/>
                </a:lnTo>
                <a:lnTo>
                  <a:pt x="9749" y="4191"/>
                </a:lnTo>
                <a:lnTo>
                  <a:pt x="9644" y="4217"/>
                </a:lnTo>
                <a:lnTo>
                  <a:pt x="9538" y="4217"/>
                </a:lnTo>
                <a:lnTo>
                  <a:pt x="9432" y="4142"/>
                </a:lnTo>
                <a:lnTo>
                  <a:pt x="9326" y="4164"/>
                </a:lnTo>
                <a:lnTo>
                  <a:pt x="9220" y="4142"/>
                </a:lnTo>
                <a:lnTo>
                  <a:pt x="9114" y="4164"/>
                </a:lnTo>
                <a:lnTo>
                  <a:pt x="8938" y="4191"/>
                </a:lnTo>
                <a:lnTo>
                  <a:pt x="8832" y="4239"/>
                </a:lnTo>
                <a:lnTo>
                  <a:pt x="8691" y="4292"/>
                </a:lnTo>
                <a:lnTo>
                  <a:pt x="8479" y="4292"/>
                </a:lnTo>
                <a:lnTo>
                  <a:pt x="8338" y="4292"/>
                </a:lnTo>
                <a:lnTo>
                  <a:pt x="8197" y="4292"/>
                </a:lnTo>
                <a:lnTo>
                  <a:pt x="8091" y="4314"/>
                </a:lnTo>
                <a:lnTo>
                  <a:pt x="7986" y="4239"/>
                </a:lnTo>
                <a:lnTo>
                  <a:pt x="7844" y="4191"/>
                </a:lnTo>
                <a:lnTo>
                  <a:pt x="7739" y="4142"/>
                </a:lnTo>
                <a:lnTo>
                  <a:pt x="7633" y="4191"/>
                </a:lnTo>
                <a:lnTo>
                  <a:pt x="7527" y="4239"/>
                </a:lnTo>
                <a:lnTo>
                  <a:pt x="7417" y="4266"/>
                </a:lnTo>
                <a:lnTo>
                  <a:pt x="7346" y="4191"/>
                </a:lnTo>
                <a:lnTo>
                  <a:pt x="7240" y="4191"/>
                </a:lnTo>
                <a:lnTo>
                  <a:pt x="7134" y="4217"/>
                </a:lnTo>
                <a:lnTo>
                  <a:pt x="6993" y="4239"/>
                </a:lnTo>
                <a:lnTo>
                  <a:pt x="6852" y="4239"/>
                </a:lnTo>
                <a:lnTo>
                  <a:pt x="6746" y="4239"/>
                </a:lnTo>
                <a:lnTo>
                  <a:pt x="6641" y="4239"/>
                </a:lnTo>
                <a:lnTo>
                  <a:pt x="6499" y="4266"/>
                </a:lnTo>
                <a:lnTo>
                  <a:pt x="6394" y="4314"/>
                </a:lnTo>
                <a:lnTo>
                  <a:pt x="6288" y="4341"/>
                </a:lnTo>
                <a:lnTo>
                  <a:pt x="6182" y="4292"/>
                </a:lnTo>
                <a:lnTo>
                  <a:pt x="6076" y="4239"/>
                </a:lnTo>
                <a:lnTo>
                  <a:pt x="5935" y="4292"/>
                </a:lnTo>
                <a:lnTo>
                  <a:pt x="5794" y="4341"/>
                </a:lnTo>
                <a:lnTo>
                  <a:pt x="5653" y="4389"/>
                </a:lnTo>
                <a:lnTo>
                  <a:pt x="5653" y="4292"/>
                </a:lnTo>
                <a:lnTo>
                  <a:pt x="5512" y="4292"/>
                </a:lnTo>
                <a:lnTo>
                  <a:pt x="5371" y="4314"/>
                </a:lnTo>
                <a:lnTo>
                  <a:pt x="5265" y="4292"/>
                </a:lnTo>
                <a:lnTo>
                  <a:pt x="5124" y="4266"/>
                </a:lnTo>
                <a:lnTo>
                  <a:pt x="5018" y="4292"/>
                </a:lnTo>
                <a:lnTo>
                  <a:pt x="4877" y="4292"/>
                </a:lnTo>
                <a:lnTo>
                  <a:pt x="4771" y="4292"/>
                </a:lnTo>
                <a:lnTo>
                  <a:pt x="4736" y="4217"/>
                </a:lnTo>
                <a:lnTo>
                  <a:pt x="4630" y="4191"/>
                </a:lnTo>
                <a:lnTo>
                  <a:pt x="4524" y="4191"/>
                </a:lnTo>
                <a:lnTo>
                  <a:pt x="4414" y="4217"/>
                </a:lnTo>
                <a:lnTo>
                  <a:pt x="4273" y="4239"/>
                </a:lnTo>
                <a:lnTo>
                  <a:pt x="4167" y="4266"/>
                </a:lnTo>
                <a:lnTo>
                  <a:pt x="4061" y="4292"/>
                </a:lnTo>
                <a:lnTo>
                  <a:pt x="3955" y="4292"/>
                </a:lnTo>
                <a:lnTo>
                  <a:pt x="3849" y="4314"/>
                </a:lnTo>
                <a:lnTo>
                  <a:pt x="3673" y="4341"/>
                </a:lnTo>
                <a:lnTo>
                  <a:pt x="3567" y="4367"/>
                </a:lnTo>
                <a:lnTo>
                  <a:pt x="3461" y="4389"/>
                </a:lnTo>
                <a:lnTo>
                  <a:pt x="3355" y="4389"/>
                </a:lnTo>
                <a:lnTo>
                  <a:pt x="3249" y="4389"/>
                </a:lnTo>
                <a:lnTo>
                  <a:pt x="3144" y="4367"/>
                </a:lnTo>
                <a:lnTo>
                  <a:pt x="3038" y="4367"/>
                </a:lnTo>
                <a:lnTo>
                  <a:pt x="2932" y="4389"/>
                </a:lnTo>
                <a:lnTo>
                  <a:pt x="2826" y="4389"/>
                </a:lnTo>
                <a:lnTo>
                  <a:pt x="2720" y="4389"/>
                </a:lnTo>
                <a:lnTo>
                  <a:pt x="2579" y="4389"/>
                </a:lnTo>
                <a:lnTo>
                  <a:pt x="2403" y="4416"/>
                </a:lnTo>
                <a:lnTo>
                  <a:pt x="2262" y="4464"/>
                </a:lnTo>
                <a:lnTo>
                  <a:pt x="2156" y="4491"/>
                </a:lnTo>
                <a:lnTo>
                  <a:pt x="2050" y="4491"/>
                </a:lnTo>
                <a:lnTo>
                  <a:pt x="1944" y="4491"/>
                </a:lnTo>
                <a:lnTo>
                  <a:pt x="1838" y="4491"/>
                </a:lnTo>
                <a:lnTo>
                  <a:pt x="1697" y="4464"/>
                </a:lnTo>
                <a:lnTo>
                  <a:pt x="1556" y="4438"/>
                </a:lnTo>
                <a:lnTo>
                  <a:pt x="1411" y="4416"/>
                </a:lnTo>
                <a:lnTo>
                  <a:pt x="1305" y="4367"/>
                </a:lnTo>
                <a:lnTo>
                  <a:pt x="1199" y="4314"/>
                </a:lnTo>
                <a:lnTo>
                  <a:pt x="1093" y="4292"/>
                </a:lnTo>
                <a:lnTo>
                  <a:pt x="987" y="4292"/>
                </a:lnTo>
                <a:lnTo>
                  <a:pt x="846" y="4292"/>
                </a:lnTo>
                <a:lnTo>
                  <a:pt x="740" y="4292"/>
                </a:lnTo>
                <a:lnTo>
                  <a:pt x="634" y="4292"/>
                </a:lnTo>
                <a:lnTo>
                  <a:pt x="529" y="4314"/>
                </a:lnTo>
                <a:lnTo>
                  <a:pt x="423" y="4341"/>
                </a:lnTo>
                <a:lnTo>
                  <a:pt x="282" y="4367"/>
                </a:lnTo>
                <a:lnTo>
                  <a:pt x="141" y="4367"/>
                </a:lnTo>
                <a:lnTo>
                  <a:pt x="35" y="4367"/>
                </a:lnTo>
                <a:lnTo>
                  <a:pt x="0" y="4292"/>
                </a:lnTo>
                <a:lnTo>
                  <a:pt x="0" y="217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1220760" y="3495600"/>
            <a:ext cx="7529400" cy="560520"/>
          </a:xfrm>
          <a:prstGeom prst="rect">
            <a:avLst/>
          </a:prstGeom>
          <a:solidFill>
            <a:srgbClr val="DADADA"/>
          </a:solidFill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Thi</a:t>
            </a: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Where 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Courier New"/>
                <a:ea typeface="Courier New"/>
              </a:rPr>
              <a:t>he destination string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1574640" y="3886200"/>
            <a:ext cx="483120" cy="572040"/>
          </a:xfrm>
          <a:custGeom>
            <a:avLst/>
            <a:gdLst/>
            <a:ahLst/>
            <a:rect l="0" t="0" r="r" b="b"/>
            <a:pathLst>
              <a:path fill="none" w="1342" h="1589">
                <a:moveTo>
                  <a:pt x="0" y="1589"/>
                </a:moveTo>
                <a:lnTo>
                  <a:pt x="0" y="1589"/>
                </a:lnTo>
                <a:cubicBezTo>
                  <a:pt x="236" y="1589"/>
                  <a:pt x="467" y="1516"/>
                  <a:pt x="671" y="1376"/>
                </a:cubicBezTo>
                <a:cubicBezTo>
                  <a:pt x="875" y="1237"/>
                  <a:pt x="1044" y="1036"/>
                  <a:pt x="1162" y="794"/>
                </a:cubicBezTo>
                <a:cubicBezTo>
                  <a:pt x="1280" y="553"/>
                  <a:pt x="1342" y="279"/>
                  <a:pt x="1342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String Verbs</dc:title>
</cp:coreProperties>
</file>