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984400" y="2557440"/>
            <a:ext cx="3408480" cy="157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Introduction to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Direct Access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1955880" y="171360"/>
            <a:ext cx="6053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Adding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5994360" y="1663560"/>
            <a:ext cx="2819520" cy="42544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03252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30120" y="1663560"/>
            <a:ext cx="2819520" cy="42037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6828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3314880" y="1994040"/>
            <a:ext cx="1219680" cy="1803600"/>
          </a:xfrm>
          <a:custGeom>
            <a:avLst/>
            <a:gdLst/>
            <a:ahLst/>
            <a:rect l="0" t="0" r="r" b="b"/>
            <a:pathLst>
              <a:path fill="none" w="3388" h="5010">
                <a:moveTo>
                  <a:pt x="0" y="5010"/>
                </a:moveTo>
                <a:lnTo>
                  <a:pt x="0" y="5010"/>
                </a:lnTo>
                <a:cubicBezTo>
                  <a:pt x="595" y="5010"/>
                  <a:pt x="1179" y="4779"/>
                  <a:pt x="1694" y="4339"/>
                </a:cubicBezTo>
                <a:cubicBezTo>
                  <a:pt x="2209" y="3899"/>
                  <a:pt x="2637" y="3267"/>
                  <a:pt x="2934" y="2505"/>
                </a:cubicBezTo>
                <a:cubicBezTo>
                  <a:pt x="3231" y="1743"/>
                  <a:pt x="3388" y="879"/>
                  <a:pt x="3388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546440" y="1994040"/>
            <a:ext cx="1181520" cy="1829160"/>
          </a:xfrm>
          <a:custGeom>
            <a:avLst/>
            <a:gdLst/>
            <a:ahLst/>
            <a:rect l="0" t="0" r="r" b="b"/>
            <a:pathLst>
              <a:path fill="none" w="3282" h="5081">
                <a:moveTo>
                  <a:pt x="0" y="0"/>
                </a:moveTo>
                <a:lnTo>
                  <a:pt x="0" y="0"/>
                </a:lnTo>
                <a:cubicBezTo>
                  <a:pt x="0" y="892"/>
                  <a:pt x="152" y="1768"/>
                  <a:pt x="440" y="2540"/>
                </a:cubicBezTo>
                <a:cubicBezTo>
                  <a:pt x="728" y="3313"/>
                  <a:pt x="1142" y="3954"/>
                  <a:pt x="1641" y="4400"/>
                </a:cubicBezTo>
                <a:cubicBezTo>
                  <a:pt x="2140" y="4846"/>
                  <a:pt x="2706" y="5081"/>
                  <a:pt x="3282" y="5081"/>
                </a:cubicBezTo>
                <a:lnTo>
                  <a:pt x="3282" y="5081"/>
                </a:ln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1955880" y="171360"/>
            <a:ext cx="6053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Adding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994360" y="1663560"/>
            <a:ext cx="2819520" cy="47242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03252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30120" y="1663560"/>
            <a:ext cx="2819520" cy="4648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Rec085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6828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Extend-Unordered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3340080" y="1994040"/>
            <a:ext cx="1194120" cy="1384560"/>
          </a:xfrm>
          <a:custGeom>
            <a:avLst/>
            <a:gdLst/>
            <a:ahLst/>
            <a:rect l="0" t="0" r="r" b="b"/>
            <a:pathLst>
              <a:path fill="none" w="3317" h="3846">
                <a:moveTo>
                  <a:pt x="0" y="3846"/>
                </a:moveTo>
                <a:lnTo>
                  <a:pt x="0" y="3846"/>
                </a:lnTo>
                <a:cubicBezTo>
                  <a:pt x="582" y="3846"/>
                  <a:pt x="1154" y="3668"/>
                  <a:pt x="1659" y="3331"/>
                </a:cubicBezTo>
                <a:cubicBezTo>
                  <a:pt x="2163" y="2993"/>
                  <a:pt x="2581" y="2508"/>
                  <a:pt x="2873" y="1923"/>
                </a:cubicBezTo>
                <a:cubicBezTo>
                  <a:pt x="3164" y="1338"/>
                  <a:pt x="3317" y="675"/>
                  <a:pt x="3317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4546440" y="1994040"/>
            <a:ext cx="1333800" cy="3683520"/>
          </a:xfrm>
          <a:custGeom>
            <a:avLst/>
            <a:gdLst/>
            <a:ahLst/>
            <a:rect l="0" t="0" r="r" b="b"/>
            <a:pathLst>
              <a:path fill="none" w="3705" h="10232">
                <a:moveTo>
                  <a:pt x="0" y="0"/>
                </a:moveTo>
                <a:lnTo>
                  <a:pt x="0" y="0"/>
                </a:lnTo>
                <a:cubicBezTo>
                  <a:pt x="0" y="1796"/>
                  <a:pt x="171" y="3561"/>
                  <a:pt x="496" y="5116"/>
                </a:cubicBezTo>
                <a:cubicBezTo>
                  <a:pt x="822" y="6671"/>
                  <a:pt x="1289" y="7963"/>
                  <a:pt x="1853" y="8861"/>
                </a:cubicBezTo>
                <a:cubicBezTo>
                  <a:pt x="2416" y="9759"/>
                  <a:pt x="3055" y="10232"/>
                  <a:pt x="3705" y="10232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032520" y="590544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68280" y="5854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1587600" y="209520"/>
            <a:ext cx="6230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Deleting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994360" y="1663560"/>
            <a:ext cx="2819520" cy="42544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03252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30120" y="1663560"/>
            <a:ext cx="2819520" cy="42037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6828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314880" y="1994040"/>
            <a:ext cx="1219680" cy="1803600"/>
          </a:xfrm>
          <a:custGeom>
            <a:avLst/>
            <a:gdLst/>
            <a:ahLst/>
            <a:rect l="0" t="0" r="r" b="b"/>
            <a:pathLst>
              <a:path fill="none" w="3388" h="5010">
                <a:moveTo>
                  <a:pt x="0" y="5010"/>
                </a:moveTo>
                <a:lnTo>
                  <a:pt x="0" y="5010"/>
                </a:lnTo>
                <a:cubicBezTo>
                  <a:pt x="595" y="5010"/>
                  <a:pt x="1179" y="4779"/>
                  <a:pt x="1694" y="4339"/>
                </a:cubicBezTo>
                <a:cubicBezTo>
                  <a:pt x="2209" y="3899"/>
                  <a:pt x="2637" y="3267"/>
                  <a:pt x="2934" y="2505"/>
                </a:cubicBezTo>
                <a:cubicBezTo>
                  <a:pt x="3231" y="1743"/>
                  <a:pt x="3388" y="879"/>
                  <a:pt x="3388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4546440" y="1994040"/>
            <a:ext cx="1181520" cy="1829160"/>
          </a:xfrm>
          <a:custGeom>
            <a:avLst/>
            <a:gdLst/>
            <a:ahLst/>
            <a:rect l="0" t="0" r="r" b="b"/>
            <a:pathLst>
              <a:path fill="none" w="3282" h="5081">
                <a:moveTo>
                  <a:pt x="0" y="0"/>
                </a:moveTo>
                <a:lnTo>
                  <a:pt x="0" y="0"/>
                </a:lnTo>
                <a:cubicBezTo>
                  <a:pt x="0" y="892"/>
                  <a:pt x="152" y="1768"/>
                  <a:pt x="440" y="2540"/>
                </a:cubicBezTo>
                <a:cubicBezTo>
                  <a:pt x="728" y="3313"/>
                  <a:pt x="1142" y="3954"/>
                  <a:pt x="1641" y="4400"/>
                </a:cubicBezTo>
                <a:cubicBezTo>
                  <a:pt x="2140" y="4846"/>
                  <a:pt x="2706" y="5081"/>
                  <a:pt x="3282" y="5081"/>
                </a:cubicBezTo>
                <a:lnTo>
                  <a:pt x="3282" y="5081"/>
                </a:ln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 txBox="1"/>
          <p:nvPr/>
        </p:nvSpPr>
        <p:spPr>
          <a:xfrm>
            <a:off x="1587600" y="209520"/>
            <a:ext cx="6230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Deleting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994360" y="1663560"/>
            <a:ext cx="2819520" cy="37846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330120" y="1663560"/>
            <a:ext cx="2819520" cy="37591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New-Unordered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251160" y="1994040"/>
            <a:ext cx="1283040" cy="2019600"/>
          </a:xfrm>
          <a:custGeom>
            <a:avLst/>
            <a:gdLst/>
            <a:ahLst/>
            <a:rect l="0" t="0" r="r" b="b"/>
            <a:pathLst>
              <a:path fill="none" w="3564" h="5610">
                <a:moveTo>
                  <a:pt x="0" y="5610"/>
                </a:moveTo>
                <a:lnTo>
                  <a:pt x="0" y="5610"/>
                </a:lnTo>
                <a:cubicBezTo>
                  <a:pt x="626" y="5610"/>
                  <a:pt x="1240" y="5351"/>
                  <a:pt x="1782" y="4858"/>
                </a:cubicBezTo>
                <a:cubicBezTo>
                  <a:pt x="2324" y="4366"/>
                  <a:pt x="2774" y="3658"/>
                  <a:pt x="3087" y="2805"/>
                </a:cubicBezTo>
                <a:cubicBezTo>
                  <a:pt x="3399" y="1952"/>
                  <a:pt x="3564" y="985"/>
                  <a:pt x="3564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4546440" y="1994040"/>
            <a:ext cx="1371960" cy="216360"/>
          </a:xfrm>
          <a:custGeom>
            <a:avLst/>
            <a:gdLst/>
            <a:ahLst/>
            <a:rect l="0" t="0" r="r" b="b"/>
            <a:pathLst>
              <a:path fill="none" w="3811" h="601">
                <a:moveTo>
                  <a:pt x="0" y="0"/>
                </a:moveTo>
                <a:lnTo>
                  <a:pt x="0" y="0"/>
                </a:lnTo>
                <a:cubicBezTo>
                  <a:pt x="0" y="105"/>
                  <a:pt x="176" y="209"/>
                  <a:pt x="511" y="301"/>
                </a:cubicBezTo>
                <a:cubicBezTo>
                  <a:pt x="845" y="392"/>
                  <a:pt x="1326" y="468"/>
                  <a:pt x="1906" y="520"/>
                </a:cubicBezTo>
                <a:cubicBezTo>
                  <a:pt x="2485" y="573"/>
                  <a:pt x="3142" y="601"/>
                  <a:pt x="3811" y="601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 txBox="1"/>
          <p:nvPr/>
        </p:nvSpPr>
        <p:spPr>
          <a:xfrm>
            <a:off x="1473120" y="133200"/>
            <a:ext cx="6566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Amending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994360" y="1663560"/>
            <a:ext cx="2819520" cy="42544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603252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30120" y="1663560"/>
            <a:ext cx="2819520" cy="42037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36828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3314880" y="1994040"/>
            <a:ext cx="1219680" cy="1803600"/>
          </a:xfrm>
          <a:custGeom>
            <a:avLst/>
            <a:gdLst/>
            <a:ahLst/>
            <a:rect l="0" t="0" r="r" b="b"/>
            <a:pathLst>
              <a:path fill="none" w="3388" h="5010">
                <a:moveTo>
                  <a:pt x="0" y="5010"/>
                </a:moveTo>
                <a:lnTo>
                  <a:pt x="0" y="5010"/>
                </a:lnTo>
                <a:cubicBezTo>
                  <a:pt x="595" y="5010"/>
                  <a:pt x="1179" y="4779"/>
                  <a:pt x="1694" y="4339"/>
                </a:cubicBezTo>
                <a:cubicBezTo>
                  <a:pt x="2209" y="3899"/>
                  <a:pt x="2637" y="3267"/>
                  <a:pt x="2934" y="2505"/>
                </a:cubicBezTo>
                <a:cubicBezTo>
                  <a:pt x="3231" y="1743"/>
                  <a:pt x="3388" y="879"/>
                  <a:pt x="3388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546440" y="1994040"/>
            <a:ext cx="1181520" cy="1829160"/>
          </a:xfrm>
          <a:custGeom>
            <a:avLst/>
            <a:gdLst/>
            <a:ahLst/>
            <a:rect l="0" t="0" r="r" b="b"/>
            <a:pathLst>
              <a:path fill="none" w="3282" h="5081">
                <a:moveTo>
                  <a:pt x="0" y="0"/>
                </a:moveTo>
                <a:lnTo>
                  <a:pt x="0" y="0"/>
                </a:lnTo>
                <a:cubicBezTo>
                  <a:pt x="0" y="892"/>
                  <a:pt x="152" y="1768"/>
                  <a:pt x="440" y="2540"/>
                </a:cubicBezTo>
                <a:cubicBezTo>
                  <a:pt x="728" y="3313"/>
                  <a:pt x="1142" y="3954"/>
                  <a:pt x="1641" y="4400"/>
                </a:cubicBezTo>
                <a:cubicBezTo>
                  <a:pt x="2140" y="4846"/>
                  <a:pt x="2706" y="5081"/>
                  <a:pt x="3282" y="5081"/>
                </a:cubicBezTo>
                <a:lnTo>
                  <a:pt x="3282" y="5081"/>
                </a:ln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 txBox="1"/>
          <p:nvPr/>
        </p:nvSpPr>
        <p:spPr>
          <a:xfrm>
            <a:off x="1473120" y="133200"/>
            <a:ext cx="6566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 - Amending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746520" y="12952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994360" y="1663560"/>
            <a:ext cx="2819520" cy="42544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Rec045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603252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03252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03252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03252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03252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03252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603252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03252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55680" y="1270080"/>
            <a:ext cx="2755800" cy="444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New-Ordered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533520" y="166356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330120" y="1663560"/>
            <a:ext cx="2819520" cy="42037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Rec045</a:t>
            </a: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Rec090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Rec150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^Z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368280" y="2184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368280" y="2641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368280" y="3098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368280" y="35560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368280" y="40132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368280" y="53848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368280" y="49276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368280" y="447048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6006960" y="1320840"/>
            <a:ext cx="2755800" cy="36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New-Unordered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3263760" y="1994040"/>
            <a:ext cx="1270440" cy="889200"/>
          </a:xfrm>
          <a:custGeom>
            <a:avLst/>
            <a:gdLst/>
            <a:ahLst/>
            <a:rect l="0" t="0" r="r" b="b"/>
            <a:pathLst>
              <a:path fill="none" w="3529" h="2470">
                <a:moveTo>
                  <a:pt x="0" y="2470"/>
                </a:moveTo>
                <a:lnTo>
                  <a:pt x="0" y="2470"/>
                </a:lnTo>
                <a:cubicBezTo>
                  <a:pt x="619" y="2470"/>
                  <a:pt x="1228" y="2356"/>
                  <a:pt x="1765" y="2139"/>
                </a:cubicBezTo>
                <a:cubicBezTo>
                  <a:pt x="2301" y="1922"/>
                  <a:pt x="2746" y="1610"/>
                  <a:pt x="3056" y="1235"/>
                </a:cubicBezTo>
                <a:cubicBezTo>
                  <a:pt x="3366" y="860"/>
                  <a:pt x="3529" y="434"/>
                  <a:pt x="3529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4546440" y="1994040"/>
            <a:ext cx="1359360" cy="1752840"/>
          </a:xfrm>
          <a:custGeom>
            <a:avLst/>
            <a:gdLst/>
            <a:ahLst/>
            <a:rect l="0" t="0" r="r" b="b"/>
            <a:pathLst>
              <a:path fill="none" w="3776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74" y="1694"/>
                  <a:pt x="506" y="2435"/>
                </a:cubicBezTo>
                <a:cubicBezTo>
                  <a:pt x="837" y="3175"/>
                  <a:pt x="1314" y="3789"/>
                  <a:pt x="1888" y="4217"/>
                </a:cubicBezTo>
                <a:cubicBezTo>
                  <a:pt x="2462" y="4644"/>
                  <a:pt x="3113" y="4869"/>
                  <a:pt x="3776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 txBox="1"/>
          <p:nvPr/>
        </p:nvSpPr>
        <p:spPr>
          <a:xfrm>
            <a:off x="1955880" y="171360"/>
            <a:ext cx="4946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Organization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 txBox="1"/>
          <p:nvPr/>
        </p:nvSpPr>
        <p:spPr>
          <a:xfrm>
            <a:off x="1955880" y="171360"/>
            <a:ext cx="561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Adding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 txBox="1"/>
          <p:nvPr/>
        </p:nvSpPr>
        <p:spPr>
          <a:xfrm>
            <a:off x="1955880" y="171360"/>
            <a:ext cx="561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Adding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Rec327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5880240" y="2438280"/>
            <a:ext cx="1943640" cy="3264120"/>
          </a:xfrm>
          <a:custGeom>
            <a:avLst/>
            <a:gdLst/>
            <a:ahLst/>
            <a:rect l="0" t="0" r="r" b="b"/>
            <a:pathLst>
              <a:path fill="none" w="5399" h="9067">
                <a:moveTo>
                  <a:pt x="0" y="9067"/>
                </a:moveTo>
                <a:lnTo>
                  <a:pt x="0" y="9067"/>
                </a:lnTo>
                <a:cubicBezTo>
                  <a:pt x="948" y="9067"/>
                  <a:pt x="1879" y="8648"/>
                  <a:pt x="2700" y="7852"/>
                </a:cubicBezTo>
                <a:cubicBezTo>
                  <a:pt x="3520" y="7056"/>
                  <a:pt x="4202" y="5912"/>
                  <a:pt x="4676" y="4533"/>
                </a:cubicBezTo>
                <a:cubicBezTo>
                  <a:pt x="5150" y="3155"/>
                  <a:pt x="5399" y="1592"/>
                  <a:pt x="5399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 txBox="1"/>
          <p:nvPr/>
        </p:nvSpPr>
        <p:spPr>
          <a:xfrm>
            <a:off x="1663560" y="158760"/>
            <a:ext cx="5796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Deleting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 txBox="1"/>
          <p:nvPr/>
        </p:nvSpPr>
        <p:spPr>
          <a:xfrm>
            <a:off x="1663560" y="158760"/>
            <a:ext cx="5796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Deleting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deleted/free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5829480" y="2387520"/>
            <a:ext cx="1918080" cy="2438640"/>
          </a:xfrm>
          <a:custGeom>
            <a:avLst/>
            <a:gdLst/>
            <a:ahLst/>
            <a:rect l="0" t="0" r="r" b="b"/>
            <a:pathLst>
              <a:path fill="none" w="5328" h="6774">
                <a:moveTo>
                  <a:pt x="0" y="6774"/>
                </a:moveTo>
                <a:lnTo>
                  <a:pt x="0" y="6774"/>
                </a:lnTo>
                <a:cubicBezTo>
                  <a:pt x="935" y="6774"/>
                  <a:pt x="1854" y="6461"/>
                  <a:pt x="2664" y="5866"/>
                </a:cubicBezTo>
                <a:cubicBezTo>
                  <a:pt x="3474" y="5272"/>
                  <a:pt x="4147" y="4417"/>
                  <a:pt x="4614" y="3387"/>
                </a:cubicBezTo>
                <a:cubicBezTo>
                  <a:pt x="5082" y="2357"/>
                  <a:pt x="5328" y="1189"/>
                  <a:pt x="5328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 txBox="1"/>
          <p:nvPr/>
        </p:nvSpPr>
        <p:spPr>
          <a:xfrm>
            <a:off x="1536840" y="196920"/>
            <a:ext cx="6132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Amending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Rec007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"/>
          <p:cNvSpPr txBox="1"/>
          <p:nvPr/>
        </p:nvSpPr>
        <p:spPr>
          <a:xfrm>
            <a:off x="1536840" y="196920"/>
            <a:ext cx="6132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 - Amending a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2984400" y="851040"/>
            <a:ext cx="2819520" cy="5600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Rec007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9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free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Rec328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3022560" y="1371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3022560" y="1828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3022560" y="2286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3022560" y="2743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3022560" y="3200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2565360" y="1023840"/>
            <a:ext cx="380880" cy="605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3022560" y="3657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3022560" y="41148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3022560" y="45720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3022560" y="50292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3022560" y="59436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3022560" y="5486400"/>
            <a:ext cx="2743200" cy="0"/>
          </a:xfrm>
          <a:prstGeom prst="line">
            <a:avLst/>
          </a:prstGeom>
          <a:ln w="12600">
            <a:solidFill>
              <a:srgbClr val="081D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2933640" y="4051440"/>
            <a:ext cx="2921400" cy="584640"/>
          </a:xfrm>
          <a:custGeom>
            <a:avLst/>
            <a:gdLst/>
            <a:ahLst/>
            <a:rect l="0" t="0" r="r" b="b"/>
            <a:pathLst>
              <a:path w="8115" h="1624">
                <a:moveTo>
                  <a:pt x="0" y="141"/>
                </a:moveTo>
                <a:lnTo>
                  <a:pt x="70" y="246"/>
                </a:lnTo>
                <a:lnTo>
                  <a:pt x="211" y="282"/>
                </a:lnTo>
                <a:lnTo>
                  <a:pt x="317" y="352"/>
                </a:lnTo>
                <a:lnTo>
                  <a:pt x="458" y="352"/>
                </a:lnTo>
                <a:lnTo>
                  <a:pt x="564" y="352"/>
                </a:lnTo>
                <a:lnTo>
                  <a:pt x="670" y="317"/>
                </a:lnTo>
                <a:lnTo>
                  <a:pt x="776" y="246"/>
                </a:lnTo>
                <a:lnTo>
                  <a:pt x="917" y="211"/>
                </a:lnTo>
                <a:lnTo>
                  <a:pt x="1058" y="176"/>
                </a:lnTo>
                <a:lnTo>
                  <a:pt x="1164" y="141"/>
                </a:lnTo>
                <a:lnTo>
                  <a:pt x="1270" y="105"/>
                </a:lnTo>
                <a:lnTo>
                  <a:pt x="1375" y="70"/>
                </a:lnTo>
                <a:lnTo>
                  <a:pt x="1481" y="35"/>
                </a:lnTo>
                <a:lnTo>
                  <a:pt x="1552" y="141"/>
                </a:lnTo>
                <a:lnTo>
                  <a:pt x="1658" y="176"/>
                </a:lnTo>
                <a:lnTo>
                  <a:pt x="1763" y="246"/>
                </a:lnTo>
                <a:lnTo>
                  <a:pt x="1905" y="317"/>
                </a:lnTo>
                <a:lnTo>
                  <a:pt x="2010" y="352"/>
                </a:lnTo>
                <a:lnTo>
                  <a:pt x="2117" y="388"/>
                </a:lnTo>
                <a:lnTo>
                  <a:pt x="2223" y="424"/>
                </a:lnTo>
                <a:lnTo>
                  <a:pt x="2329" y="424"/>
                </a:lnTo>
                <a:lnTo>
                  <a:pt x="2470" y="352"/>
                </a:lnTo>
                <a:lnTo>
                  <a:pt x="2576" y="352"/>
                </a:lnTo>
                <a:lnTo>
                  <a:pt x="2682" y="282"/>
                </a:lnTo>
                <a:lnTo>
                  <a:pt x="2787" y="282"/>
                </a:lnTo>
                <a:lnTo>
                  <a:pt x="2893" y="211"/>
                </a:lnTo>
                <a:lnTo>
                  <a:pt x="2999" y="176"/>
                </a:lnTo>
                <a:lnTo>
                  <a:pt x="3105" y="141"/>
                </a:lnTo>
                <a:lnTo>
                  <a:pt x="3211" y="176"/>
                </a:lnTo>
                <a:lnTo>
                  <a:pt x="3317" y="246"/>
                </a:lnTo>
                <a:lnTo>
                  <a:pt x="3422" y="317"/>
                </a:lnTo>
                <a:lnTo>
                  <a:pt x="3528" y="352"/>
                </a:lnTo>
                <a:lnTo>
                  <a:pt x="3634" y="388"/>
                </a:lnTo>
                <a:lnTo>
                  <a:pt x="3740" y="424"/>
                </a:lnTo>
                <a:lnTo>
                  <a:pt x="3846" y="459"/>
                </a:lnTo>
                <a:lnTo>
                  <a:pt x="3987" y="459"/>
                </a:lnTo>
                <a:lnTo>
                  <a:pt x="4093" y="459"/>
                </a:lnTo>
                <a:lnTo>
                  <a:pt x="4199" y="424"/>
                </a:lnTo>
                <a:lnTo>
                  <a:pt x="4304" y="388"/>
                </a:lnTo>
                <a:lnTo>
                  <a:pt x="4445" y="424"/>
                </a:lnTo>
                <a:lnTo>
                  <a:pt x="4551" y="494"/>
                </a:lnTo>
                <a:lnTo>
                  <a:pt x="4657" y="494"/>
                </a:lnTo>
                <a:lnTo>
                  <a:pt x="4763" y="494"/>
                </a:lnTo>
                <a:lnTo>
                  <a:pt x="4869" y="424"/>
                </a:lnTo>
                <a:lnTo>
                  <a:pt x="4975" y="388"/>
                </a:lnTo>
                <a:lnTo>
                  <a:pt x="5080" y="317"/>
                </a:lnTo>
                <a:lnTo>
                  <a:pt x="5186" y="282"/>
                </a:lnTo>
                <a:lnTo>
                  <a:pt x="5292" y="282"/>
                </a:lnTo>
                <a:lnTo>
                  <a:pt x="5433" y="176"/>
                </a:lnTo>
                <a:lnTo>
                  <a:pt x="5539" y="141"/>
                </a:lnTo>
                <a:lnTo>
                  <a:pt x="5645" y="105"/>
                </a:lnTo>
                <a:lnTo>
                  <a:pt x="5751" y="0"/>
                </a:lnTo>
                <a:lnTo>
                  <a:pt x="5857" y="70"/>
                </a:lnTo>
                <a:lnTo>
                  <a:pt x="5962" y="141"/>
                </a:lnTo>
                <a:lnTo>
                  <a:pt x="6068" y="176"/>
                </a:lnTo>
                <a:lnTo>
                  <a:pt x="6175" y="211"/>
                </a:lnTo>
                <a:lnTo>
                  <a:pt x="6281" y="282"/>
                </a:lnTo>
                <a:lnTo>
                  <a:pt x="6387" y="317"/>
                </a:lnTo>
                <a:lnTo>
                  <a:pt x="6528" y="352"/>
                </a:lnTo>
                <a:lnTo>
                  <a:pt x="6634" y="352"/>
                </a:lnTo>
                <a:lnTo>
                  <a:pt x="6740" y="388"/>
                </a:lnTo>
                <a:lnTo>
                  <a:pt x="6845" y="424"/>
                </a:lnTo>
                <a:lnTo>
                  <a:pt x="6951" y="424"/>
                </a:lnTo>
                <a:lnTo>
                  <a:pt x="7057" y="424"/>
                </a:lnTo>
                <a:lnTo>
                  <a:pt x="7163" y="352"/>
                </a:lnTo>
                <a:lnTo>
                  <a:pt x="7269" y="317"/>
                </a:lnTo>
                <a:lnTo>
                  <a:pt x="7375" y="282"/>
                </a:lnTo>
                <a:lnTo>
                  <a:pt x="7480" y="282"/>
                </a:lnTo>
                <a:lnTo>
                  <a:pt x="7586" y="211"/>
                </a:lnTo>
                <a:lnTo>
                  <a:pt x="7692" y="211"/>
                </a:lnTo>
                <a:lnTo>
                  <a:pt x="7798" y="176"/>
                </a:lnTo>
                <a:lnTo>
                  <a:pt x="7904" y="141"/>
                </a:lnTo>
                <a:lnTo>
                  <a:pt x="8010" y="141"/>
                </a:lnTo>
                <a:lnTo>
                  <a:pt x="8115" y="105"/>
                </a:lnTo>
                <a:lnTo>
                  <a:pt x="8115" y="1624"/>
                </a:lnTo>
                <a:lnTo>
                  <a:pt x="7763" y="1342"/>
                </a:lnTo>
                <a:lnTo>
                  <a:pt x="7657" y="1342"/>
                </a:lnTo>
                <a:lnTo>
                  <a:pt x="7551" y="1342"/>
                </a:lnTo>
                <a:lnTo>
                  <a:pt x="7445" y="1413"/>
                </a:lnTo>
                <a:lnTo>
                  <a:pt x="7339" y="1307"/>
                </a:lnTo>
                <a:lnTo>
                  <a:pt x="7233" y="1272"/>
                </a:lnTo>
                <a:lnTo>
                  <a:pt x="7128" y="1165"/>
                </a:lnTo>
                <a:lnTo>
                  <a:pt x="7022" y="1200"/>
                </a:lnTo>
                <a:lnTo>
                  <a:pt x="6986" y="1307"/>
                </a:lnTo>
                <a:lnTo>
                  <a:pt x="6845" y="1342"/>
                </a:lnTo>
                <a:lnTo>
                  <a:pt x="6740" y="1413"/>
                </a:lnTo>
                <a:lnTo>
                  <a:pt x="6634" y="1413"/>
                </a:lnTo>
                <a:lnTo>
                  <a:pt x="6528" y="1377"/>
                </a:lnTo>
                <a:lnTo>
                  <a:pt x="6422" y="1342"/>
                </a:lnTo>
                <a:lnTo>
                  <a:pt x="6316" y="1272"/>
                </a:lnTo>
                <a:lnTo>
                  <a:pt x="6210" y="1272"/>
                </a:lnTo>
                <a:lnTo>
                  <a:pt x="6105" y="1272"/>
                </a:lnTo>
                <a:lnTo>
                  <a:pt x="5998" y="1342"/>
                </a:lnTo>
                <a:lnTo>
                  <a:pt x="5892" y="1413"/>
                </a:lnTo>
                <a:lnTo>
                  <a:pt x="5786" y="1413"/>
                </a:lnTo>
                <a:lnTo>
                  <a:pt x="5680" y="1413"/>
                </a:lnTo>
                <a:lnTo>
                  <a:pt x="5574" y="1342"/>
                </a:lnTo>
                <a:lnTo>
                  <a:pt x="5433" y="1377"/>
                </a:lnTo>
                <a:lnTo>
                  <a:pt x="5327" y="1413"/>
                </a:lnTo>
                <a:lnTo>
                  <a:pt x="5222" y="1342"/>
                </a:lnTo>
                <a:lnTo>
                  <a:pt x="5080" y="1307"/>
                </a:lnTo>
                <a:lnTo>
                  <a:pt x="4975" y="1272"/>
                </a:lnTo>
                <a:lnTo>
                  <a:pt x="4869" y="1272"/>
                </a:lnTo>
                <a:lnTo>
                  <a:pt x="4763" y="1272"/>
                </a:lnTo>
                <a:lnTo>
                  <a:pt x="4657" y="1342"/>
                </a:lnTo>
                <a:lnTo>
                  <a:pt x="4551" y="1413"/>
                </a:lnTo>
                <a:lnTo>
                  <a:pt x="4445" y="1413"/>
                </a:lnTo>
                <a:lnTo>
                  <a:pt x="4340" y="1413"/>
                </a:lnTo>
                <a:lnTo>
                  <a:pt x="4234" y="1307"/>
                </a:lnTo>
                <a:lnTo>
                  <a:pt x="4128" y="1272"/>
                </a:lnTo>
                <a:lnTo>
                  <a:pt x="4022" y="1272"/>
                </a:lnTo>
                <a:lnTo>
                  <a:pt x="3916" y="1272"/>
                </a:lnTo>
                <a:lnTo>
                  <a:pt x="3810" y="1272"/>
                </a:lnTo>
                <a:lnTo>
                  <a:pt x="3705" y="1307"/>
                </a:lnTo>
                <a:lnTo>
                  <a:pt x="3599" y="1307"/>
                </a:lnTo>
                <a:lnTo>
                  <a:pt x="3493" y="1342"/>
                </a:lnTo>
                <a:lnTo>
                  <a:pt x="3387" y="1342"/>
                </a:lnTo>
                <a:lnTo>
                  <a:pt x="3281" y="1342"/>
                </a:lnTo>
                <a:lnTo>
                  <a:pt x="3175" y="1342"/>
                </a:lnTo>
                <a:lnTo>
                  <a:pt x="3034" y="1413"/>
                </a:lnTo>
                <a:lnTo>
                  <a:pt x="2929" y="1448"/>
                </a:lnTo>
                <a:lnTo>
                  <a:pt x="2787" y="1448"/>
                </a:lnTo>
                <a:lnTo>
                  <a:pt x="2682" y="1448"/>
                </a:lnTo>
                <a:lnTo>
                  <a:pt x="2576" y="1448"/>
                </a:lnTo>
                <a:lnTo>
                  <a:pt x="2470" y="1413"/>
                </a:lnTo>
                <a:lnTo>
                  <a:pt x="2329" y="1413"/>
                </a:lnTo>
                <a:lnTo>
                  <a:pt x="2223" y="1377"/>
                </a:lnTo>
                <a:lnTo>
                  <a:pt x="2117" y="1413"/>
                </a:lnTo>
                <a:lnTo>
                  <a:pt x="2010" y="1448"/>
                </a:lnTo>
                <a:lnTo>
                  <a:pt x="1905" y="1483"/>
                </a:lnTo>
                <a:lnTo>
                  <a:pt x="1799" y="1554"/>
                </a:lnTo>
                <a:lnTo>
                  <a:pt x="1693" y="1554"/>
                </a:lnTo>
                <a:lnTo>
                  <a:pt x="1587" y="1554"/>
                </a:lnTo>
                <a:lnTo>
                  <a:pt x="1481" y="1554"/>
                </a:lnTo>
                <a:lnTo>
                  <a:pt x="1446" y="1448"/>
                </a:lnTo>
                <a:lnTo>
                  <a:pt x="1340" y="1413"/>
                </a:lnTo>
                <a:lnTo>
                  <a:pt x="1234" y="1413"/>
                </a:lnTo>
                <a:lnTo>
                  <a:pt x="1128" y="1342"/>
                </a:lnTo>
                <a:lnTo>
                  <a:pt x="1023" y="1342"/>
                </a:lnTo>
                <a:lnTo>
                  <a:pt x="917" y="1342"/>
                </a:lnTo>
                <a:lnTo>
                  <a:pt x="811" y="1413"/>
                </a:lnTo>
                <a:lnTo>
                  <a:pt x="705" y="1413"/>
                </a:lnTo>
                <a:lnTo>
                  <a:pt x="599" y="1413"/>
                </a:lnTo>
                <a:lnTo>
                  <a:pt x="493" y="1413"/>
                </a:lnTo>
                <a:lnTo>
                  <a:pt x="388" y="1413"/>
                </a:lnTo>
                <a:lnTo>
                  <a:pt x="282" y="1448"/>
                </a:lnTo>
                <a:lnTo>
                  <a:pt x="176" y="1483"/>
                </a:lnTo>
                <a:lnTo>
                  <a:pt x="70" y="1483"/>
                </a:lnTo>
                <a:lnTo>
                  <a:pt x="0" y="141"/>
                </a:lnTo>
                <a:close/>
              </a:path>
            </a:pathLst>
          </a:custGeom>
          <a:gradFill rotWithShape="0">
            <a:gsLst>
              <a:gs pos="0">
                <a:srgbClr val="081D58"/>
              </a:gs>
              <a:gs pos="100000">
                <a:srgbClr val="FFFFFF"/>
              </a:gs>
            </a:gsLst>
            <a:lin ang="0"/>
          </a:gra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2882880" y="4051440"/>
            <a:ext cx="88920" cy="58428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5816520" y="4025880"/>
            <a:ext cx="76320" cy="622440"/>
          </a:xfrm>
          <a:prstGeom prst="rect">
            <a:avLst/>
          </a:prstGeom>
          <a:solidFill>
            <a:srgbClr val="081D58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485640" y="2502000"/>
            <a:ext cx="1123920" cy="96696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Record</a:t>
            </a:r>
            <a:br>
              <a:rPr sz="1800"/>
            </a:br>
            <a:r>
              <a:rPr lang="en-US" sz="1800" b="0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1054080" y="1155600"/>
            <a:ext cx="1575000" cy="1308600"/>
          </a:xfrm>
          <a:custGeom>
            <a:avLst/>
            <a:gdLst/>
            <a:ahLst/>
            <a:rect l="0" t="0" r="r" b="b"/>
            <a:pathLst>
              <a:path fill="none" w="4375" h="3635">
                <a:moveTo>
                  <a:pt x="4375" y="0"/>
                </a:moveTo>
                <a:lnTo>
                  <a:pt x="4375" y="0"/>
                </a:lnTo>
                <a:cubicBezTo>
                  <a:pt x="3607" y="0"/>
                  <a:pt x="2853" y="168"/>
                  <a:pt x="2187" y="487"/>
                </a:cubicBezTo>
                <a:cubicBezTo>
                  <a:pt x="1522" y="806"/>
                  <a:pt x="970" y="1265"/>
                  <a:pt x="586" y="1818"/>
                </a:cubicBezTo>
                <a:cubicBezTo>
                  <a:pt x="202" y="2370"/>
                  <a:pt x="0" y="2997"/>
                  <a:pt x="0" y="3635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1028880" y="3556080"/>
            <a:ext cx="1499040" cy="1752840"/>
          </a:xfrm>
          <a:custGeom>
            <a:avLst/>
            <a:gdLst/>
            <a:ahLst/>
            <a:rect l="0" t="0" r="r" b="b"/>
            <a:pathLst>
              <a:path fill="none" w="4164" h="4869">
                <a:moveTo>
                  <a:pt x="0" y="0"/>
                </a:moveTo>
                <a:lnTo>
                  <a:pt x="0" y="0"/>
                </a:lnTo>
                <a:cubicBezTo>
                  <a:pt x="0" y="855"/>
                  <a:pt x="192" y="1694"/>
                  <a:pt x="558" y="2435"/>
                </a:cubicBezTo>
                <a:cubicBezTo>
                  <a:pt x="923" y="3175"/>
                  <a:pt x="1449" y="3789"/>
                  <a:pt x="2082" y="4217"/>
                </a:cubicBezTo>
                <a:cubicBezTo>
                  <a:pt x="2715" y="4644"/>
                  <a:pt x="3433" y="4869"/>
                  <a:pt x="4164" y="4869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959520" y="1752480"/>
            <a:ext cx="1625760" cy="59688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2800" b="1" u="none" strike="noStrike">
                <a:solidFill>
                  <a:srgbClr val="919191"/>
                </a:solidFill>
                <a:effectLst/>
                <a:uFillTx/>
                <a:latin typeface="Arial"/>
                <a:ea typeface="Arial"/>
              </a:rPr>
              <a:t>Rec007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5829480" y="2425680"/>
            <a:ext cx="1956240" cy="1460880"/>
          </a:xfrm>
          <a:custGeom>
            <a:avLst/>
            <a:gdLst/>
            <a:ahLst/>
            <a:rect l="0" t="0" r="r" b="b"/>
            <a:pathLst>
              <a:path fill="none" w="5434" h="4058">
                <a:moveTo>
                  <a:pt x="0" y="4058"/>
                </a:moveTo>
                <a:lnTo>
                  <a:pt x="0" y="4058"/>
                </a:lnTo>
                <a:cubicBezTo>
                  <a:pt x="954" y="4058"/>
                  <a:pt x="1891" y="3870"/>
                  <a:pt x="2717" y="3514"/>
                </a:cubicBezTo>
                <a:cubicBezTo>
                  <a:pt x="3543" y="3158"/>
                  <a:pt x="4229" y="2646"/>
                  <a:pt x="4706" y="2029"/>
                </a:cubicBezTo>
                <a:cubicBezTo>
                  <a:pt x="5183" y="1412"/>
                  <a:pt x="5434" y="712"/>
                  <a:pt x="5434" y="0"/>
                </a:cubicBezTo>
              </a:path>
            </a:pathLst>
          </a:custGeom>
          <a:ln w="12600">
            <a:solidFill>
              <a:srgbClr val="FFFFFF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 txBox="1"/>
          <p:nvPr/>
        </p:nvSpPr>
        <p:spPr>
          <a:xfrm>
            <a:off x="1917720" y="158760"/>
            <a:ext cx="4925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Organization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3489480" y="107460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R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4038480" y="106668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4597560" y="1079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441600" y="29624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O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40132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457200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204920" y="29624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176544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23241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5745240" y="29624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63244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8835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76200" y="543384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Ni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6502320" y="54482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21556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50482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358776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79660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38768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41054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43243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4572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47941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 flipH="1">
            <a:off x="2819520" y="3749760"/>
            <a:ext cx="96192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4343400" y="3711600"/>
            <a:ext cx="0" cy="16668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4857840" y="3759120"/>
            <a:ext cx="1038240" cy="1629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6121440" y="3733920"/>
            <a:ext cx="1092240" cy="16002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 flipH="1">
            <a:off x="1438200" y="3720960"/>
            <a:ext cx="108900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6657840" y="3730680"/>
            <a:ext cx="1752840" cy="16477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343080" y="535932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241200" y="523224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8458200" y="53848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8344080" y="532116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24033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26319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28512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309888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3321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993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12222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1441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168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19112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5311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55404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5759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0069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229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67849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70135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7232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7480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77025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81630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83916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7462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523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 flipH="1">
            <a:off x="638280" y="3695760"/>
            <a:ext cx="1371600" cy="1695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4305240" y="1816200"/>
            <a:ext cx="0" cy="1079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 flipH="1">
            <a:off x="2044800" y="1790640"/>
            <a:ext cx="1434960" cy="1143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5168880" y="1803240"/>
            <a:ext cx="1498680" cy="1130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7365960" y="191772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5295960" y="1346040"/>
            <a:ext cx="2553120" cy="660600"/>
          </a:xfrm>
          <a:custGeom>
            <a:avLst/>
            <a:gdLst/>
            <a:ahLst/>
            <a:rect l="0" t="0" r="r" b="b"/>
            <a:pathLst>
              <a:path fill="none" w="7092" h="1835">
                <a:moveTo>
                  <a:pt x="7092" y="1835"/>
                </a:moveTo>
                <a:lnTo>
                  <a:pt x="7092" y="1835"/>
                </a:lnTo>
                <a:lnTo>
                  <a:pt x="7092" y="1835"/>
                </a:lnTo>
                <a:cubicBezTo>
                  <a:pt x="7092" y="1513"/>
                  <a:pt x="6764" y="1196"/>
                  <a:pt x="6142" y="917"/>
                </a:cubicBezTo>
                <a:cubicBezTo>
                  <a:pt x="5519" y="639"/>
                  <a:pt x="4624" y="407"/>
                  <a:pt x="3546" y="246"/>
                </a:cubicBezTo>
                <a:cubicBezTo>
                  <a:pt x="2468" y="85"/>
                  <a:pt x="1245" y="0"/>
                  <a:pt x="0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7531200" y="2235240"/>
            <a:ext cx="902160" cy="1041840"/>
          </a:xfrm>
          <a:custGeom>
            <a:avLst/>
            <a:gdLst/>
            <a:ahLst/>
            <a:rect l="0" t="0" r="r" b="b"/>
            <a:pathLst>
              <a:path fill="none" w="2506" h="2894">
                <a:moveTo>
                  <a:pt x="0" y="2894"/>
                </a:moveTo>
                <a:lnTo>
                  <a:pt x="0" y="2894"/>
                </a:lnTo>
                <a:cubicBezTo>
                  <a:pt x="440" y="2894"/>
                  <a:pt x="872" y="2760"/>
                  <a:pt x="1253" y="2506"/>
                </a:cubicBezTo>
                <a:cubicBezTo>
                  <a:pt x="1634" y="2252"/>
                  <a:pt x="1950" y="1887"/>
                  <a:pt x="2170" y="1447"/>
                </a:cubicBezTo>
                <a:cubicBezTo>
                  <a:pt x="2390" y="1007"/>
                  <a:pt x="2506" y="508"/>
                  <a:pt x="2506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657600" y="614664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Data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 txBox="1"/>
          <p:nvPr/>
        </p:nvSpPr>
        <p:spPr>
          <a:xfrm>
            <a:off x="1181160" y="158760"/>
            <a:ext cx="603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Reading Record  Ni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489480" y="107460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CF0E3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4038480" y="106668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597560" y="1079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441600" y="29624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O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40132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457200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204920" y="29624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176544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3241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745240" y="29624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63244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8835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376200" y="543384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Ni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6502320" y="54482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21556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50482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358776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79660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38768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41054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43243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4572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7941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 flipH="1">
            <a:off x="2819520" y="3749760"/>
            <a:ext cx="96192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4343400" y="3711600"/>
            <a:ext cx="0" cy="16668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4857840" y="3759120"/>
            <a:ext cx="1038240" cy="1629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121440" y="3733920"/>
            <a:ext cx="1092240" cy="16002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 flipH="1">
            <a:off x="1438200" y="3720960"/>
            <a:ext cx="108900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6657840" y="3730680"/>
            <a:ext cx="1752840" cy="16477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343080" y="535932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241200" y="523224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8458200" y="53848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8344080" y="532116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24033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26319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28512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309888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3321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993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12222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1441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168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19112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5311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55404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5759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60069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229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7849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70135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7232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7480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77025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81630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83916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7462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523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 flipH="1">
            <a:off x="638280" y="3695760"/>
            <a:ext cx="1371600" cy="1695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4305240" y="1816200"/>
            <a:ext cx="0" cy="1079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 flipH="1">
            <a:off x="2044800" y="1790640"/>
            <a:ext cx="1434960" cy="1143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5168880" y="1803240"/>
            <a:ext cx="1498680" cy="1130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7365960" y="191772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5295960" y="1346040"/>
            <a:ext cx="2553120" cy="660600"/>
          </a:xfrm>
          <a:custGeom>
            <a:avLst/>
            <a:gdLst/>
            <a:ahLst/>
            <a:rect l="0" t="0" r="r" b="b"/>
            <a:pathLst>
              <a:path fill="none" w="7092" h="1835">
                <a:moveTo>
                  <a:pt x="7092" y="1835"/>
                </a:moveTo>
                <a:lnTo>
                  <a:pt x="7092" y="1835"/>
                </a:lnTo>
                <a:lnTo>
                  <a:pt x="7092" y="1835"/>
                </a:lnTo>
                <a:cubicBezTo>
                  <a:pt x="7092" y="1513"/>
                  <a:pt x="6764" y="1196"/>
                  <a:pt x="6142" y="917"/>
                </a:cubicBezTo>
                <a:cubicBezTo>
                  <a:pt x="5519" y="639"/>
                  <a:pt x="4624" y="407"/>
                  <a:pt x="3546" y="246"/>
                </a:cubicBezTo>
                <a:cubicBezTo>
                  <a:pt x="2468" y="85"/>
                  <a:pt x="1245" y="0"/>
                  <a:pt x="0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7531200" y="2235240"/>
            <a:ext cx="902160" cy="1041840"/>
          </a:xfrm>
          <a:custGeom>
            <a:avLst/>
            <a:gdLst/>
            <a:ahLst/>
            <a:rect l="0" t="0" r="r" b="b"/>
            <a:pathLst>
              <a:path fill="none" w="2506" h="2894">
                <a:moveTo>
                  <a:pt x="0" y="2894"/>
                </a:moveTo>
                <a:lnTo>
                  <a:pt x="0" y="2894"/>
                </a:lnTo>
                <a:cubicBezTo>
                  <a:pt x="440" y="2894"/>
                  <a:pt x="872" y="2760"/>
                  <a:pt x="1253" y="2506"/>
                </a:cubicBezTo>
                <a:cubicBezTo>
                  <a:pt x="1634" y="2252"/>
                  <a:pt x="1950" y="1887"/>
                  <a:pt x="2170" y="1447"/>
                </a:cubicBezTo>
                <a:cubicBezTo>
                  <a:pt x="2390" y="1007"/>
                  <a:pt x="2506" y="508"/>
                  <a:pt x="2506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3657600" y="614664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Data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"/>
          <p:cNvSpPr txBox="1"/>
          <p:nvPr/>
        </p:nvSpPr>
        <p:spPr>
          <a:xfrm>
            <a:off x="1181160" y="158760"/>
            <a:ext cx="603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Reading Record  Ni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489480" y="107460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R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4038480" y="106668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4597560" y="1079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3441600" y="29624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FC0128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40132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457200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1204920" y="29624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176544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23241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5745240" y="29624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3244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68835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376200" y="543384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Ni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502320" y="54482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21556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50482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358776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79660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38768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41054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43243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4572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47941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 flipH="1">
            <a:off x="2819520" y="3749760"/>
            <a:ext cx="96192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4343400" y="3711600"/>
            <a:ext cx="0" cy="16668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4857840" y="3759120"/>
            <a:ext cx="1038240" cy="1629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6121440" y="3733920"/>
            <a:ext cx="1092240" cy="16002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 flipH="1">
            <a:off x="1438200" y="3720960"/>
            <a:ext cx="108900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6657840" y="3730680"/>
            <a:ext cx="1752840" cy="16477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343080" y="535932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241200" y="523224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8458200" y="53848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8344080" y="532116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24033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26319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28512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309888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3321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993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12222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1441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168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19112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5311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55404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5759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60069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6229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67849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70135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7232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7480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77025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81630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83916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7462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523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 flipH="1">
            <a:off x="638280" y="3695760"/>
            <a:ext cx="1371600" cy="1695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4305240" y="1816200"/>
            <a:ext cx="0" cy="1079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 flipH="1">
            <a:off x="2044800" y="1790640"/>
            <a:ext cx="1434960" cy="1143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5168880" y="1803240"/>
            <a:ext cx="1498680" cy="1130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7365960" y="191772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5295960" y="1346040"/>
            <a:ext cx="2553120" cy="660600"/>
          </a:xfrm>
          <a:custGeom>
            <a:avLst/>
            <a:gdLst/>
            <a:ahLst/>
            <a:rect l="0" t="0" r="r" b="b"/>
            <a:pathLst>
              <a:path fill="none" w="7092" h="1835">
                <a:moveTo>
                  <a:pt x="7092" y="1835"/>
                </a:moveTo>
                <a:lnTo>
                  <a:pt x="7092" y="1835"/>
                </a:lnTo>
                <a:lnTo>
                  <a:pt x="7092" y="1835"/>
                </a:lnTo>
                <a:cubicBezTo>
                  <a:pt x="7092" y="1513"/>
                  <a:pt x="6764" y="1196"/>
                  <a:pt x="6142" y="917"/>
                </a:cubicBezTo>
                <a:cubicBezTo>
                  <a:pt x="5519" y="639"/>
                  <a:pt x="4624" y="407"/>
                  <a:pt x="3546" y="246"/>
                </a:cubicBezTo>
                <a:cubicBezTo>
                  <a:pt x="2468" y="85"/>
                  <a:pt x="1245" y="0"/>
                  <a:pt x="0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7531200" y="2235240"/>
            <a:ext cx="902160" cy="1041840"/>
          </a:xfrm>
          <a:custGeom>
            <a:avLst/>
            <a:gdLst/>
            <a:ahLst/>
            <a:rect l="0" t="0" r="r" b="b"/>
            <a:pathLst>
              <a:path fill="none" w="2506" h="2894">
                <a:moveTo>
                  <a:pt x="0" y="2894"/>
                </a:moveTo>
                <a:lnTo>
                  <a:pt x="0" y="2894"/>
                </a:lnTo>
                <a:cubicBezTo>
                  <a:pt x="440" y="2894"/>
                  <a:pt x="872" y="2760"/>
                  <a:pt x="1253" y="2506"/>
                </a:cubicBezTo>
                <a:cubicBezTo>
                  <a:pt x="1634" y="2252"/>
                  <a:pt x="1950" y="1887"/>
                  <a:pt x="2170" y="1447"/>
                </a:cubicBezTo>
                <a:cubicBezTo>
                  <a:pt x="2390" y="1007"/>
                  <a:pt x="2506" y="508"/>
                  <a:pt x="2506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657600" y="614664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Data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"/>
          <p:cNvSpPr txBox="1"/>
          <p:nvPr/>
        </p:nvSpPr>
        <p:spPr>
          <a:xfrm>
            <a:off x="1181160" y="158760"/>
            <a:ext cx="603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 - Reading Record  Ni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489480" y="107460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H   R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4038480" y="1066680"/>
            <a:ext cx="0" cy="69876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4597560" y="1079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441600" y="2962440"/>
            <a:ext cx="169848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L   O   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40132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457200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204920" y="2962440"/>
            <a:ext cx="167940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C   F   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176544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23241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5745240" y="2962440"/>
            <a:ext cx="1717560" cy="70632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T   W   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32448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6883560" y="295920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376200" y="5433840"/>
            <a:ext cx="8253360" cy="712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 Nf </a:t>
            </a:r>
            <a:r>
              <a:rPr lang="en-US" sz="1400" b="1" u="none" strike="noStrike">
                <a:solidFill>
                  <a:srgbClr val="CF0E30"/>
                </a:solidFill>
                <a:effectLst/>
                <a:uFillTx/>
                <a:latin typeface="Times New Roman"/>
                <a:ea typeface="Times New Roman"/>
              </a:rPr>
              <a:t>Ni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Nt Oi Ot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6502320" y="54482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21556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50482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358776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7966080" y="543888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38768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410544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43243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4572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479412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 flipH="1">
            <a:off x="2819520" y="3749760"/>
            <a:ext cx="96192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4343400" y="3711600"/>
            <a:ext cx="0" cy="16668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4857840" y="3759120"/>
            <a:ext cx="1038240" cy="1629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6121440" y="3733920"/>
            <a:ext cx="1092240" cy="16002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 flipH="1">
            <a:off x="1438200" y="3720960"/>
            <a:ext cx="1089000" cy="16574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6657840" y="3730680"/>
            <a:ext cx="1752840" cy="164772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343080" y="5359320"/>
            <a:ext cx="178200" cy="851400"/>
          </a:xfrm>
          <a:custGeom>
            <a:avLst/>
            <a:gdLst/>
            <a:ahLst/>
            <a:rect l="0" t="0" r="r" b="b"/>
            <a:pathLst>
              <a:path w="495" h="2365">
                <a:moveTo>
                  <a:pt x="247" y="70"/>
                </a:moveTo>
                <a:lnTo>
                  <a:pt x="283" y="176"/>
                </a:lnTo>
                <a:lnTo>
                  <a:pt x="353" y="282"/>
                </a:lnTo>
                <a:lnTo>
                  <a:pt x="390" y="388"/>
                </a:lnTo>
                <a:lnTo>
                  <a:pt x="460" y="493"/>
                </a:lnTo>
                <a:lnTo>
                  <a:pt x="353" y="564"/>
                </a:lnTo>
                <a:lnTo>
                  <a:pt x="247" y="600"/>
                </a:lnTo>
                <a:lnTo>
                  <a:pt x="247" y="706"/>
                </a:lnTo>
                <a:lnTo>
                  <a:pt x="353" y="777"/>
                </a:lnTo>
                <a:lnTo>
                  <a:pt x="425" y="882"/>
                </a:lnTo>
                <a:lnTo>
                  <a:pt x="495" y="988"/>
                </a:lnTo>
                <a:lnTo>
                  <a:pt x="390" y="1059"/>
                </a:lnTo>
                <a:lnTo>
                  <a:pt x="318" y="1165"/>
                </a:lnTo>
                <a:lnTo>
                  <a:pt x="212" y="1235"/>
                </a:lnTo>
                <a:lnTo>
                  <a:pt x="247" y="1341"/>
                </a:lnTo>
                <a:lnTo>
                  <a:pt x="353" y="1376"/>
                </a:lnTo>
                <a:lnTo>
                  <a:pt x="460" y="1447"/>
                </a:lnTo>
                <a:lnTo>
                  <a:pt x="425" y="1553"/>
                </a:lnTo>
                <a:lnTo>
                  <a:pt x="318" y="1623"/>
                </a:lnTo>
                <a:lnTo>
                  <a:pt x="212" y="1694"/>
                </a:lnTo>
                <a:lnTo>
                  <a:pt x="283" y="1801"/>
                </a:lnTo>
                <a:lnTo>
                  <a:pt x="353" y="1907"/>
                </a:lnTo>
                <a:lnTo>
                  <a:pt x="460" y="1977"/>
                </a:lnTo>
                <a:lnTo>
                  <a:pt x="390" y="2083"/>
                </a:lnTo>
                <a:lnTo>
                  <a:pt x="283" y="2189"/>
                </a:lnTo>
                <a:lnTo>
                  <a:pt x="0" y="2365"/>
                </a:lnTo>
                <a:lnTo>
                  <a:pt x="0" y="0"/>
                </a:lnTo>
                <a:lnTo>
                  <a:pt x="247" y="7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241200" y="5232240"/>
            <a:ext cx="254520" cy="1041840"/>
          </a:xfrm>
          <a:custGeom>
            <a:avLst/>
            <a:gdLst/>
            <a:ahLst/>
            <a:rect l="0" t="0" r="r" b="b"/>
            <a:pathLst>
              <a:path w="707" h="2894">
                <a:moveTo>
                  <a:pt x="707" y="458"/>
                </a:moveTo>
                <a:lnTo>
                  <a:pt x="636" y="564"/>
                </a:lnTo>
                <a:lnTo>
                  <a:pt x="531" y="635"/>
                </a:lnTo>
                <a:lnTo>
                  <a:pt x="424" y="705"/>
                </a:lnTo>
                <a:lnTo>
                  <a:pt x="353" y="812"/>
                </a:lnTo>
                <a:lnTo>
                  <a:pt x="318" y="918"/>
                </a:lnTo>
                <a:lnTo>
                  <a:pt x="424" y="2189"/>
                </a:lnTo>
                <a:lnTo>
                  <a:pt x="707" y="2788"/>
                </a:lnTo>
                <a:lnTo>
                  <a:pt x="70" y="2894"/>
                </a:lnTo>
                <a:lnTo>
                  <a:pt x="0" y="0"/>
                </a:lnTo>
                <a:lnTo>
                  <a:pt x="707" y="45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8458200" y="5384880"/>
            <a:ext cx="241560" cy="825840"/>
          </a:xfrm>
          <a:custGeom>
            <a:avLst/>
            <a:gdLst/>
            <a:ahLst/>
            <a:rect l="0" t="0" r="r" b="b"/>
            <a:pathLst>
              <a:path w="671" h="2294">
                <a:moveTo>
                  <a:pt x="424" y="0"/>
                </a:moveTo>
                <a:lnTo>
                  <a:pt x="105" y="493"/>
                </a:lnTo>
                <a:lnTo>
                  <a:pt x="211" y="599"/>
                </a:lnTo>
                <a:lnTo>
                  <a:pt x="353" y="635"/>
                </a:lnTo>
                <a:lnTo>
                  <a:pt x="246" y="740"/>
                </a:lnTo>
                <a:lnTo>
                  <a:pt x="141" y="776"/>
                </a:lnTo>
                <a:lnTo>
                  <a:pt x="70" y="881"/>
                </a:lnTo>
                <a:lnTo>
                  <a:pt x="176" y="987"/>
                </a:lnTo>
                <a:lnTo>
                  <a:pt x="282" y="1058"/>
                </a:lnTo>
                <a:lnTo>
                  <a:pt x="353" y="1165"/>
                </a:lnTo>
                <a:lnTo>
                  <a:pt x="389" y="1271"/>
                </a:lnTo>
                <a:lnTo>
                  <a:pt x="494" y="1306"/>
                </a:lnTo>
                <a:lnTo>
                  <a:pt x="389" y="1271"/>
                </a:lnTo>
                <a:lnTo>
                  <a:pt x="317" y="1376"/>
                </a:lnTo>
                <a:lnTo>
                  <a:pt x="211" y="1447"/>
                </a:lnTo>
                <a:lnTo>
                  <a:pt x="105" y="1553"/>
                </a:lnTo>
                <a:lnTo>
                  <a:pt x="0" y="1588"/>
                </a:lnTo>
                <a:lnTo>
                  <a:pt x="70" y="1694"/>
                </a:lnTo>
                <a:lnTo>
                  <a:pt x="176" y="1729"/>
                </a:lnTo>
                <a:lnTo>
                  <a:pt x="282" y="1800"/>
                </a:lnTo>
                <a:lnTo>
                  <a:pt x="282" y="1906"/>
                </a:lnTo>
                <a:lnTo>
                  <a:pt x="176" y="1976"/>
                </a:lnTo>
                <a:lnTo>
                  <a:pt x="70" y="2047"/>
                </a:lnTo>
                <a:lnTo>
                  <a:pt x="0" y="2294"/>
                </a:lnTo>
                <a:lnTo>
                  <a:pt x="636" y="2223"/>
                </a:lnTo>
                <a:lnTo>
                  <a:pt x="671" y="35"/>
                </a:lnTo>
                <a:lnTo>
                  <a:pt x="424" y="0"/>
                </a:lnTo>
                <a:close/>
              </a:path>
            </a:pathLst>
          </a:custGeom>
          <a:solidFill>
            <a:srgbClr val="000000"/>
          </a:solidFill>
          <a:ln w="12600">
            <a:solidFill>
              <a:srgbClr val="919191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8344080" y="5321160"/>
            <a:ext cx="432000" cy="940320"/>
          </a:xfrm>
          <a:custGeom>
            <a:avLst/>
            <a:gdLst/>
            <a:ahLst/>
            <a:rect l="0" t="0" r="r" b="b"/>
            <a:pathLst>
              <a:path w="1200" h="2612">
                <a:moveTo>
                  <a:pt x="493" y="70"/>
                </a:moveTo>
                <a:lnTo>
                  <a:pt x="812" y="564"/>
                </a:lnTo>
                <a:lnTo>
                  <a:pt x="741" y="1729"/>
                </a:lnTo>
                <a:lnTo>
                  <a:pt x="741" y="2224"/>
                </a:lnTo>
                <a:lnTo>
                  <a:pt x="0" y="2400"/>
                </a:lnTo>
                <a:lnTo>
                  <a:pt x="211" y="2612"/>
                </a:lnTo>
                <a:lnTo>
                  <a:pt x="1165" y="2577"/>
                </a:lnTo>
                <a:lnTo>
                  <a:pt x="1200" y="0"/>
                </a:lnTo>
                <a:lnTo>
                  <a:pt x="493" y="7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24033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263196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28512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309888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3321000" y="54388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9936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12222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1441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16891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19112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5311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55404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575928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60069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6229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67849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701352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72327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748044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770256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81630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8391600" y="54514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746280" y="5435640"/>
            <a:ext cx="0" cy="69840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523800" y="5464080"/>
            <a:ext cx="0" cy="68580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 flipH="1">
            <a:off x="638280" y="3695760"/>
            <a:ext cx="1371600" cy="169524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4305240" y="1816200"/>
            <a:ext cx="0" cy="10792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 flipH="1">
            <a:off x="2044800" y="1790640"/>
            <a:ext cx="1434960" cy="11430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5168880" y="1803240"/>
            <a:ext cx="1498680" cy="113040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7365960" y="191772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Index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5295960" y="1346040"/>
            <a:ext cx="2553120" cy="660600"/>
          </a:xfrm>
          <a:custGeom>
            <a:avLst/>
            <a:gdLst/>
            <a:ahLst/>
            <a:rect l="0" t="0" r="r" b="b"/>
            <a:pathLst>
              <a:path fill="none" w="7092" h="1835">
                <a:moveTo>
                  <a:pt x="7092" y="1835"/>
                </a:moveTo>
                <a:lnTo>
                  <a:pt x="7092" y="1835"/>
                </a:lnTo>
                <a:lnTo>
                  <a:pt x="7092" y="1835"/>
                </a:lnTo>
                <a:cubicBezTo>
                  <a:pt x="7092" y="1513"/>
                  <a:pt x="6764" y="1196"/>
                  <a:pt x="6142" y="917"/>
                </a:cubicBezTo>
                <a:cubicBezTo>
                  <a:pt x="5519" y="639"/>
                  <a:pt x="4624" y="407"/>
                  <a:pt x="3546" y="246"/>
                </a:cubicBezTo>
                <a:cubicBezTo>
                  <a:pt x="2468" y="85"/>
                  <a:pt x="1245" y="0"/>
                  <a:pt x="0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7531200" y="2235240"/>
            <a:ext cx="902160" cy="1041840"/>
          </a:xfrm>
          <a:custGeom>
            <a:avLst/>
            <a:gdLst/>
            <a:ahLst/>
            <a:rect l="0" t="0" r="r" b="b"/>
            <a:pathLst>
              <a:path fill="none" w="2506" h="2894">
                <a:moveTo>
                  <a:pt x="0" y="2894"/>
                </a:moveTo>
                <a:lnTo>
                  <a:pt x="0" y="2894"/>
                </a:lnTo>
                <a:cubicBezTo>
                  <a:pt x="440" y="2894"/>
                  <a:pt x="872" y="2760"/>
                  <a:pt x="1253" y="2506"/>
                </a:cubicBezTo>
                <a:cubicBezTo>
                  <a:pt x="1634" y="2252"/>
                  <a:pt x="1950" y="1887"/>
                  <a:pt x="2170" y="1447"/>
                </a:cubicBezTo>
                <a:cubicBezTo>
                  <a:pt x="2390" y="1007"/>
                  <a:pt x="2506" y="508"/>
                  <a:pt x="2506" y="0"/>
                </a:cubicBezTo>
              </a:path>
            </a:pathLst>
          </a:custGeom>
          <a:ln w="12600">
            <a:solidFill>
              <a:srgbClr val="FAFD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3657600" y="6146640"/>
            <a:ext cx="1346040" cy="51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DADADA"/>
                </a:solidFill>
                <a:effectLst/>
                <a:uFillTx/>
                <a:latin typeface="Arial"/>
                <a:ea typeface="Arial"/>
              </a:rPr>
              <a:t>Data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3594240" y="5448240"/>
            <a:ext cx="1447920" cy="685800"/>
          </a:xfrm>
          <a:prstGeom prst="rect">
            <a:avLst/>
          </a:prstGeom>
          <a:noFill/>
          <a:ln w="25560">
            <a:solidFill>
              <a:srgbClr val="CF0E3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 txBox="1"/>
          <p:nvPr/>
        </p:nvSpPr>
        <p:spPr>
          <a:xfrm>
            <a:off x="2736720" y="133200"/>
            <a:ext cx="2990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003320" y="1879560"/>
            <a:ext cx="7338960" cy="361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Slow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- when the hit rate is low.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Complicated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change (insert, delete, amend)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3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Fast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- when the hit rate is high.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Most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storage efficient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Simple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organization.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Recovers space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from deleted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1025640" y="1379520"/>
            <a:ext cx="279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Disadvantages.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012680" y="3360600"/>
            <a:ext cx="2298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"/>
          <p:cNvSpPr txBox="1"/>
          <p:nvPr/>
        </p:nvSpPr>
        <p:spPr>
          <a:xfrm>
            <a:off x="2736720" y="133200"/>
            <a:ext cx="2556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431640" y="1384200"/>
            <a:ext cx="8217000" cy="45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Wasteful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storage if the file is only partially populated.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Cannot recover space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from deleted records.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Only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single, numeric key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allowed.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Keys must map on to the range of the Relative Record numbers.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Fastest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Direct Access organization.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Very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little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storage overhead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be read sequentially.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415800" y="947880"/>
            <a:ext cx="279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Disadvantages.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415800" y="4237200"/>
            <a:ext cx="2298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"/>
          <p:cNvSpPr txBox="1"/>
          <p:nvPr/>
        </p:nvSpPr>
        <p:spPr>
          <a:xfrm>
            <a:off x="2736720" y="133200"/>
            <a:ext cx="25351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Indexed Files.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291960" y="1346040"/>
            <a:ext cx="8483760" cy="4711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Slowest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Direct Access organization.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Especially slow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adding or deleting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very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storage efficient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 Must store the Index records, the alternate Index records, the data records and the alternate data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319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use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multiple, alphanumeric keys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have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duplicate alternate keys.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be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read sequentially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on any of its keys.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82760" indent="-48276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Can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partially recover space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from deleted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339840" y="896760"/>
            <a:ext cx="2792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Disadvantages.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14280" y="3868560"/>
            <a:ext cx="2298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Advantages.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Introduction to Direct Access Files</dc:title>
</cp:coreProperties>
</file>