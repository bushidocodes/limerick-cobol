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.wmf" ContentType="image/x-w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BEC347E-B7A8-4D09-AAC9-3C339489DB5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303720" y="3214800"/>
            <a:ext cx="2622600" cy="5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Verb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895480" y="171360"/>
            <a:ext cx="29718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COPY Verb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57200" y="990720"/>
            <a:ext cx="8077320" cy="449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10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COPY verb is very different from other COBOL verbs.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While other COBOL statements are executed at run time the COPY is executed at compile time.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COPY statement allows programs to include frequently used source code text from a copy file or copy library.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COPY can include source code text without change or it can change the text as it is copied into the client program.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489040" y="146160"/>
            <a:ext cx="32004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COPY verb2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68280" y="635040"/>
            <a:ext cx="8229600" cy="533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100000"/>
              </a:lnSpc>
              <a:spcBef>
                <a:spcPts val="180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COPY verb is generally used when creating large software systems.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180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 allows item descriptions to be kept and updated centrally in a copy Library, often under the control of a copy librarian.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180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copy library contains COBOL elements that can be reference using a </a:t>
            </a:r>
            <a:r>
              <a:rPr lang="en-US" sz="2400" b="1" i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textname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180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Each client program which wants to use items described in the copy library uses the COPY verb to include the descriptions it requires.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180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more than one copy library is used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OF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or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IN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qualifier is used to indicate which library is being referenced.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905120" y="95400"/>
            <a:ext cx="51037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Why use the COPY verb?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80880" y="1066680"/>
            <a:ext cx="8153280" cy="459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80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Using the COPY verb makes implementation simpler by reducing the amount of coding required and eliminating transcription errors.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80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Using the COPY verb makes some maintenance tasks easier and safer. </a:t>
            </a:r>
            <a:br>
              <a:rPr sz="2400"/>
            </a:br>
            <a:br>
              <a:rPr sz="18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text in the copy library is updated and the affected programs are recompiled.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80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Using copy libraries makes it more difficult for programmers to make ad hoc changes to file and record formats. </a:t>
            </a:r>
            <a:br>
              <a:rPr sz="2400"/>
            </a:br>
            <a:br>
              <a:rPr sz="18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Changes generally have to be approved by the COPY librarian.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2819520" y="95400"/>
            <a:ext cx="29718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"/>
          <p:cNvPicPr/>
          <p:nvPr/>
        </p:nvPicPr>
        <p:blipFill>
          <a:blip r:embed="rId1"/>
          <a:stretch/>
        </p:blipFill>
        <p:spPr>
          <a:xfrm>
            <a:off x="790560" y="733320"/>
            <a:ext cx="7769160" cy="268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203040" y="3771720"/>
            <a:ext cx="8191440" cy="243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Aft>
                <a:spcPts val="2401"/>
              </a:spcAft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Example COPY statements.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Aft>
                <a:spcPts val="3600"/>
              </a:spcAft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"CopyFile2.CBL"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REPLACING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XYZ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BY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120.              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Aft>
                <a:spcPts val="3600"/>
              </a:spcAft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Copyfile3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"d:\visocd\examples\EGLIB".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Aft>
                <a:spcPts val="3600"/>
              </a:spcAft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"CopyFile3.CBL"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"d:\visocd\examples\EGLIB".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2241720" y="5545080"/>
            <a:ext cx="638280" cy="2541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2241720" y="5545080"/>
            <a:ext cx="638280" cy="25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TextName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2257560" y="4811760"/>
            <a:ext cx="1371600" cy="2541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257560" y="4811760"/>
            <a:ext cx="1371600" cy="25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ExternalFileNameLiteral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168640" y="6272280"/>
            <a:ext cx="1371600" cy="2541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168640" y="6272280"/>
            <a:ext cx="1371600" cy="25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ExternalFileNameLiteral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808520" y="5535720"/>
            <a:ext cx="1123920" cy="2541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808520" y="5535720"/>
            <a:ext cx="1123920" cy="25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LibraryNameLiteral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5151600" y="6234120"/>
            <a:ext cx="1123920" cy="2541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151600" y="6234120"/>
            <a:ext cx="1123920" cy="25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LibraryNameLiteral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286000" y="133200"/>
            <a:ext cx="51037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COPY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291960" y="736560"/>
            <a:ext cx="8153280" cy="520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the REPLACING phrase is not used then the compiler simply copies the text into the client program without change.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the COPY does use the REPLACING phrase then the text is copied and each properly matched occurrence of Pseudo-Text-1, Identifier-1, Literal-1 and Word-1 in the library text is replaced by the corresponding Pseudo-Text-2, Identifier-2, Literal-2 or Word-2 in the REPLACING phrase.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Pseudo-Text is any COBOL text encloded in double equal signs (e.g. ==ADD 1==).  </a:t>
            </a:r>
            <a:br>
              <a:rPr sz="2400"/>
            </a:b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 allows us to replace a </a:t>
            </a:r>
            <a:r>
              <a:rPr lang="en-US" sz="2400" b="1" i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series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words or characters as opposed to an individual identifier, literal or word.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905120" y="95400"/>
            <a:ext cx="51037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REPLACING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80880" y="609480"/>
            <a:ext cx="8153280" cy="571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REPLACING phrase tries to match text-words in the library text with text-words before the BY in the REPLACING phase.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a match is achived then as text is copied from the library it is replaced by the matching REPLACING phrase text.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For purposes of matching, each occurrence of a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separator comma</a:t>
            </a:r>
            <a:br>
              <a:rPr sz="1800"/>
            </a:b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semicolon</a:t>
            </a:r>
            <a:br>
              <a:rPr sz="1800"/>
            </a:b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space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 pseudo-text-1 or in the library text is considered to be a single space.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Each sequence of one or more space separators is considered to be a single space.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Comment lines in either the library or REPLACING phrase text are treated as a single space.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200400" y="95400"/>
            <a:ext cx="22096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Text-Words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80880" y="1141560"/>
            <a:ext cx="8153280" cy="396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matching procedure in the REPLACING phrase operates on text-words.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text word is 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3880" lvl="2" indent="-285840">
              <a:lnSpc>
                <a:spcPct val="90000"/>
              </a:lnSpc>
              <a:spcBef>
                <a:spcPts val="720"/>
              </a:spcBef>
              <a:buClr>
                <a:srgbClr val="FAFD00"/>
              </a:buClr>
              <a:buSzPct val="80000"/>
              <a:buFont typeface="Wingdings"/>
              <a:buChar char="_x0000_"/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literal including opening and closing quotes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3880" lvl="2" indent="-285840">
              <a:lnSpc>
                <a:spcPct val="90000"/>
              </a:lnSpc>
              <a:spcBef>
                <a:spcPts val="720"/>
              </a:spcBef>
              <a:buClr>
                <a:srgbClr val="FAFD00"/>
              </a:buClr>
              <a:buSzPct val="80000"/>
              <a:buFont typeface="Wingdings"/>
              <a:buChar char="_x0000_"/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seperator other than;</a:t>
            </a:r>
            <a:br>
              <a:rPr sz="18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 Space</a:t>
            </a:r>
            <a:br>
              <a:rPr sz="2000"/>
            </a:b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 Pseudo-Text delimiter</a:t>
            </a:r>
            <a:br>
              <a:rPr sz="2000"/>
            </a:b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 Comma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3880" lvl="2" indent="-285840">
              <a:lnSpc>
                <a:spcPct val="90000"/>
              </a:lnSpc>
              <a:spcBef>
                <a:spcPts val="720"/>
              </a:spcBef>
              <a:buClr>
                <a:srgbClr val="FAFD00"/>
              </a:buClr>
              <a:buSzPct val="80000"/>
              <a:buFont typeface="Wingdings"/>
              <a:buChar char="_x0000_"/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Opening and closing parentheses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3880" lvl="2" indent="-285840">
              <a:lnSpc>
                <a:spcPct val="90000"/>
              </a:lnSpc>
              <a:spcBef>
                <a:spcPts val="720"/>
              </a:spcBef>
              <a:buClr>
                <a:srgbClr val="FAFD00"/>
              </a:buClr>
              <a:buSzPct val="80000"/>
              <a:buFont typeface="Wingdings"/>
              <a:buChar char="_x0000_"/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Any other sequence of contiguous characters, bounded by separators.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2666880" y="95400"/>
            <a:ext cx="3962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Text-Word Examples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455760" y="5335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80880" y="838080"/>
            <a:ext cx="8153280" cy="45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3880" indent="-285840">
              <a:lnSpc>
                <a:spcPct val="90000"/>
              </a:lnSpc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1 Text Word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MOVE Total TO Print-Total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3880" indent="-285840">
              <a:lnSpc>
                <a:spcPct val="90000"/>
              </a:lnSpc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4 Text Words -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MOVE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Total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TO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Print-Total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MOVE Total TO Print-Total.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3880" indent="-285840">
              <a:lnSpc>
                <a:spcPct val="90000"/>
              </a:lnSpc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5 Text Words -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MOVE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Total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TO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Print-Total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PIC S9(4)V9(6)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3880" indent="-285840">
              <a:lnSpc>
                <a:spcPct val="90000"/>
              </a:lnSpc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9 Text words -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PIC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S9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(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4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V9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(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6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 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“PIC S9(4)V9(6)”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3880" indent="-285840">
              <a:lnSpc>
                <a:spcPct val="90000"/>
              </a:lnSpc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1 Text word - </a:t>
            </a:r>
            <a:r>
              <a:rPr lang="en-US" sz="2000" b="1" u="sng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“PIC S9(4)V9(6)”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25360" y="690480"/>
            <a:ext cx="7848720" cy="5915160"/>
          </a:xfrm>
          <a:prstGeom prst="rect">
            <a:avLst/>
          </a:prstGeom>
          <a:solidFill>
            <a:srgbClr val="EDEDED"/>
          </a:solidFill>
          <a:ln w="0">
            <a:noFill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COPYEG1.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  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SELECT StudentFile ASSIGN TO "STUDENTS.DAT"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ORGANIZATION IS LINE SEQUENTIAL.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 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  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StudentFile.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 COPYFILE1.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                                                 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BeginProg.     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INPUT StudentFile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READ StudentFile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AT END SET EndOfSF TO TRUE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END-READ   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PERFORM UNTIL EndOfSF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DISPLAY StudentNumber SPACE StudentName SPACE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CourseCode SPACE FeesOwed SPACE AmountPaid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READ StudentFile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AT END SET EndOfSF TO TRUE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END-READ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                            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113360" y="2468520"/>
            <a:ext cx="4649760" cy="16066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113360" y="2468520"/>
            <a:ext cx="4649760" cy="293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StudentRec.                                         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88  EndOfSF      VALUE HIGH-VALUES.                 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StudentNumber      PIC 9(7).          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StudentName        PIC X(60).         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CourseCode         PIC X(4).          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FeesOwed           PIC 9(4).          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 AmountPaid         PIC 9(4)V99.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666880" y="171360"/>
            <a:ext cx="3809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Example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 flipH="1">
            <a:off x="2133720" y="2666880"/>
            <a:ext cx="2057400" cy="609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577960" y="196920"/>
            <a:ext cx="3670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Example 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455760" y="5335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"/>
          <p:cNvGrpSpPr/>
          <p:nvPr/>
        </p:nvGrpSpPr>
        <p:grpSpPr>
          <a:xfrm>
            <a:off x="341280" y="977760"/>
            <a:ext cx="7736040" cy="833760"/>
            <a:chOff x="341280" y="977760"/>
            <a:chExt cx="7736040" cy="833760"/>
          </a:xfrm>
        </p:grpSpPr>
        <p:sp>
          <p:nvSpPr>
            <p:cNvPr id="86" name=""/>
            <p:cNvSpPr txBox="1"/>
            <p:nvPr/>
          </p:nvSpPr>
          <p:spPr>
            <a:xfrm>
              <a:off x="343080" y="1328760"/>
              <a:ext cx="7734240" cy="4827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02 StudName PIC X(20) OCCURS XYZ TIMES</a:t>
              </a: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 txBox="1"/>
            <p:nvPr/>
          </p:nvSpPr>
          <p:spPr>
            <a:xfrm>
              <a:off x="341280" y="977760"/>
              <a:ext cx="1714680" cy="3618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</a:pPr>
              <a:r>
                <a:rPr lang="en-US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Copyfile2.cbl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8" name=""/>
          <p:cNvGrpSpPr/>
          <p:nvPr/>
        </p:nvGrpSpPr>
        <p:grpSpPr>
          <a:xfrm>
            <a:off x="241200" y="2349360"/>
            <a:ext cx="8331480" cy="2171880"/>
            <a:chOff x="241200" y="2349360"/>
            <a:chExt cx="8331480" cy="2171880"/>
          </a:xfrm>
        </p:grpSpPr>
        <p:sp>
          <p:nvSpPr>
            <p:cNvPr id="89" name=""/>
            <p:cNvSpPr/>
            <p:nvPr/>
          </p:nvSpPr>
          <p:spPr>
            <a:xfrm>
              <a:off x="571680" y="2463840"/>
              <a:ext cx="7873920" cy="2057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 txBox="1"/>
            <p:nvPr/>
          </p:nvSpPr>
          <p:spPr>
            <a:xfrm>
              <a:off x="279360" y="2413080"/>
              <a:ext cx="8128080" cy="15526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01 NameTable2.</a:t>
              </a:r>
              <a:br>
                <a:rPr sz="2400"/>
              </a:b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COPY "CopyFile2.CBL" REPLACING XYZ BY 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Courier New"/>
                  <a:ea typeface="Courier New"/>
                </a:rPr>
                <a:t>120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241200" y="2349360"/>
              <a:ext cx="8331480" cy="457560"/>
            </a:xfrm>
            <a:custGeom>
              <a:avLst/>
              <a:gdLst/>
              <a:ahLst/>
              <a:rect l="0" t="0" r="r" b="b"/>
              <a:pathLst>
                <a:path w="23143" h="1271">
                  <a:moveTo>
                    <a:pt x="0" y="70"/>
                  </a:moveTo>
                  <a:lnTo>
                    <a:pt x="0" y="1271"/>
                  </a:lnTo>
                  <a:lnTo>
                    <a:pt x="740" y="635"/>
                  </a:lnTo>
                  <a:lnTo>
                    <a:pt x="1164" y="882"/>
                  </a:lnTo>
                  <a:lnTo>
                    <a:pt x="1269" y="777"/>
                  </a:lnTo>
                  <a:lnTo>
                    <a:pt x="1411" y="706"/>
                  </a:lnTo>
                  <a:lnTo>
                    <a:pt x="1552" y="635"/>
                  </a:lnTo>
                  <a:lnTo>
                    <a:pt x="1587" y="741"/>
                  </a:lnTo>
                  <a:lnTo>
                    <a:pt x="1587" y="847"/>
                  </a:lnTo>
                  <a:lnTo>
                    <a:pt x="1693" y="847"/>
                  </a:lnTo>
                  <a:lnTo>
                    <a:pt x="1799" y="882"/>
                  </a:lnTo>
                  <a:lnTo>
                    <a:pt x="1905" y="882"/>
                  </a:lnTo>
                  <a:lnTo>
                    <a:pt x="2010" y="812"/>
                  </a:lnTo>
                  <a:lnTo>
                    <a:pt x="2151" y="741"/>
                  </a:lnTo>
                  <a:lnTo>
                    <a:pt x="2257" y="635"/>
                  </a:lnTo>
                  <a:lnTo>
                    <a:pt x="2363" y="599"/>
                  </a:lnTo>
                  <a:lnTo>
                    <a:pt x="2469" y="529"/>
                  </a:lnTo>
                  <a:lnTo>
                    <a:pt x="2540" y="741"/>
                  </a:lnTo>
                  <a:lnTo>
                    <a:pt x="2681" y="847"/>
                  </a:lnTo>
                  <a:lnTo>
                    <a:pt x="2786" y="847"/>
                  </a:lnTo>
                  <a:lnTo>
                    <a:pt x="2892" y="777"/>
                  </a:lnTo>
                  <a:lnTo>
                    <a:pt x="2998" y="706"/>
                  </a:lnTo>
                  <a:lnTo>
                    <a:pt x="3104" y="599"/>
                  </a:lnTo>
                  <a:lnTo>
                    <a:pt x="3210" y="599"/>
                  </a:lnTo>
                  <a:lnTo>
                    <a:pt x="3351" y="599"/>
                  </a:lnTo>
                  <a:lnTo>
                    <a:pt x="3492" y="599"/>
                  </a:lnTo>
                  <a:lnTo>
                    <a:pt x="3598" y="529"/>
                  </a:lnTo>
                  <a:lnTo>
                    <a:pt x="3704" y="493"/>
                  </a:lnTo>
                  <a:lnTo>
                    <a:pt x="3845" y="423"/>
                  </a:lnTo>
                  <a:lnTo>
                    <a:pt x="3845" y="529"/>
                  </a:lnTo>
                  <a:lnTo>
                    <a:pt x="3880" y="635"/>
                  </a:lnTo>
                  <a:lnTo>
                    <a:pt x="3986" y="635"/>
                  </a:lnTo>
                  <a:lnTo>
                    <a:pt x="4092" y="635"/>
                  </a:lnTo>
                  <a:lnTo>
                    <a:pt x="4233" y="671"/>
                  </a:lnTo>
                  <a:lnTo>
                    <a:pt x="4374" y="741"/>
                  </a:lnTo>
                  <a:lnTo>
                    <a:pt x="4480" y="777"/>
                  </a:lnTo>
                  <a:lnTo>
                    <a:pt x="4621" y="812"/>
                  </a:lnTo>
                  <a:lnTo>
                    <a:pt x="4727" y="847"/>
                  </a:lnTo>
                  <a:lnTo>
                    <a:pt x="4833" y="847"/>
                  </a:lnTo>
                  <a:lnTo>
                    <a:pt x="4938" y="847"/>
                  </a:lnTo>
                  <a:lnTo>
                    <a:pt x="5044" y="882"/>
                  </a:lnTo>
                  <a:lnTo>
                    <a:pt x="5150" y="882"/>
                  </a:lnTo>
                  <a:lnTo>
                    <a:pt x="5256" y="882"/>
                  </a:lnTo>
                  <a:lnTo>
                    <a:pt x="5397" y="918"/>
                  </a:lnTo>
                  <a:lnTo>
                    <a:pt x="5538" y="918"/>
                  </a:lnTo>
                  <a:lnTo>
                    <a:pt x="5715" y="918"/>
                  </a:lnTo>
                  <a:lnTo>
                    <a:pt x="5856" y="918"/>
                  </a:lnTo>
                  <a:lnTo>
                    <a:pt x="5997" y="918"/>
                  </a:lnTo>
                  <a:lnTo>
                    <a:pt x="6103" y="918"/>
                  </a:lnTo>
                  <a:lnTo>
                    <a:pt x="6244" y="918"/>
                  </a:lnTo>
                  <a:lnTo>
                    <a:pt x="6350" y="882"/>
                  </a:lnTo>
                  <a:lnTo>
                    <a:pt x="6455" y="847"/>
                  </a:lnTo>
                  <a:lnTo>
                    <a:pt x="6561" y="847"/>
                  </a:lnTo>
                  <a:lnTo>
                    <a:pt x="6667" y="918"/>
                  </a:lnTo>
                  <a:lnTo>
                    <a:pt x="6773" y="988"/>
                  </a:lnTo>
                  <a:lnTo>
                    <a:pt x="6879" y="953"/>
                  </a:lnTo>
                  <a:lnTo>
                    <a:pt x="6985" y="918"/>
                  </a:lnTo>
                  <a:lnTo>
                    <a:pt x="7090" y="918"/>
                  </a:lnTo>
                  <a:lnTo>
                    <a:pt x="7196" y="988"/>
                  </a:lnTo>
                  <a:lnTo>
                    <a:pt x="7267" y="1094"/>
                  </a:lnTo>
                  <a:lnTo>
                    <a:pt x="7373" y="1129"/>
                  </a:lnTo>
                  <a:lnTo>
                    <a:pt x="7514" y="1094"/>
                  </a:lnTo>
                  <a:lnTo>
                    <a:pt x="7655" y="1059"/>
                  </a:lnTo>
                  <a:lnTo>
                    <a:pt x="7761" y="1024"/>
                  </a:lnTo>
                  <a:lnTo>
                    <a:pt x="7831" y="918"/>
                  </a:lnTo>
                  <a:lnTo>
                    <a:pt x="7866" y="812"/>
                  </a:lnTo>
                  <a:lnTo>
                    <a:pt x="7972" y="706"/>
                  </a:lnTo>
                  <a:lnTo>
                    <a:pt x="8184" y="706"/>
                  </a:lnTo>
                  <a:lnTo>
                    <a:pt x="8325" y="741"/>
                  </a:lnTo>
                  <a:lnTo>
                    <a:pt x="8501" y="812"/>
                  </a:lnTo>
                  <a:lnTo>
                    <a:pt x="8678" y="847"/>
                  </a:lnTo>
                  <a:lnTo>
                    <a:pt x="8784" y="882"/>
                  </a:lnTo>
                  <a:lnTo>
                    <a:pt x="8890" y="918"/>
                  </a:lnTo>
                  <a:lnTo>
                    <a:pt x="8995" y="953"/>
                  </a:lnTo>
                  <a:lnTo>
                    <a:pt x="9101" y="918"/>
                  </a:lnTo>
                  <a:lnTo>
                    <a:pt x="9242" y="847"/>
                  </a:lnTo>
                  <a:lnTo>
                    <a:pt x="9419" y="777"/>
                  </a:lnTo>
                  <a:lnTo>
                    <a:pt x="9560" y="777"/>
                  </a:lnTo>
                  <a:lnTo>
                    <a:pt x="9666" y="777"/>
                  </a:lnTo>
                  <a:lnTo>
                    <a:pt x="9771" y="706"/>
                  </a:lnTo>
                  <a:lnTo>
                    <a:pt x="9913" y="635"/>
                  </a:lnTo>
                  <a:lnTo>
                    <a:pt x="10089" y="635"/>
                  </a:lnTo>
                  <a:lnTo>
                    <a:pt x="10195" y="635"/>
                  </a:lnTo>
                  <a:lnTo>
                    <a:pt x="10301" y="635"/>
                  </a:lnTo>
                  <a:lnTo>
                    <a:pt x="10512" y="564"/>
                  </a:lnTo>
                  <a:lnTo>
                    <a:pt x="10653" y="529"/>
                  </a:lnTo>
                  <a:lnTo>
                    <a:pt x="10830" y="493"/>
                  </a:lnTo>
                  <a:lnTo>
                    <a:pt x="10971" y="423"/>
                  </a:lnTo>
                  <a:lnTo>
                    <a:pt x="11147" y="388"/>
                  </a:lnTo>
                  <a:lnTo>
                    <a:pt x="11253" y="352"/>
                  </a:lnTo>
                  <a:lnTo>
                    <a:pt x="11359" y="352"/>
                  </a:lnTo>
                  <a:lnTo>
                    <a:pt x="11465" y="458"/>
                  </a:lnTo>
                  <a:lnTo>
                    <a:pt x="11607" y="529"/>
                  </a:lnTo>
                  <a:lnTo>
                    <a:pt x="11748" y="599"/>
                  </a:lnTo>
                  <a:lnTo>
                    <a:pt x="11854" y="671"/>
                  </a:lnTo>
                  <a:lnTo>
                    <a:pt x="11960" y="671"/>
                  </a:lnTo>
                  <a:lnTo>
                    <a:pt x="12066" y="671"/>
                  </a:lnTo>
                  <a:lnTo>
                    <a:pt x="12171" y="635"/>
                  </a:lnTo>
                  <a:lnTo>
                    <a:pt x="12312" y="635"/>
                  </a:lnTo>
                  <a:lnTo>
                    <a:pt x="12418" y="599"/>
                  </a:lnTo>
                  <a:lnTo>
                    <a:pt x="12524" y="599"/>
                  </a:lnTo>
                  <a:lnTo>
                    <a:pt x="12630" y="599"/>
                  </a:lnTo>
                  <a:lnTo>
                    <a:pt x="12771" y="599"/>
                  </a:lnTo>
                  <a:lnTo>
                    <a:pt x="12877" y="599"/>
                  </a:lnTo>
                  <a:lnTo>
                    <a:pt x="12983" y="599"/>
                  </a:lnTo>
                  <a:lnTo>
                    <a:pt x="13089" y="599"/>
                  </a:lnTo>
                  <a:lnTo>
                    <a:pt x="13194" y="599"/>
                  </a:lnTo>
                  <a:lnTo>
                    <a:pt x="13336" y="599"/>
                  </a:lnTo>
                  <a:lnTo>
                    <a:pt x="13441" y="564"/>
                  </a:lnTo>
                  <a:lnTo>
                    <a:pt x="13582" y="529"/>
                  </a:lnTo>
                  <a:lnTo>
                    <a:pt x="13724" y="493"/>
                  </a:lnTo>
                  <a:lnTo>
                    <a:pt x="13865" y="493"/>
                  </a:lnTo>
                  <a:lnTo>
                    <a:pt x="14006" y="388"/>
                  </a:lnTo>
                  <a:lnTo>
                    <a:pt x="14147" y="317"/>
                  </a:lnTo>
                  <a:lnTo>
                    <a:pt x="14253" y="317"/>
                  </a:lnTo>
                  <a:lnTo>
                    <a:pt x="14394" y="388"/>
                  </a:lnTo>
                  <a:lnTo>
                    <a:pt x="14500" y="493"/>
                  </a:lnTo>
                  <a:lnTo>
                    <a:pt x="14606" y="529"/>
                  </a:lnTo>
                  <a:lnTo>
                    <a:pt x="14711" y="599"/>
                  </a:lnTo>
                  <a:lnTo>
                    <a:pt x="14817" y="671"/>
                  </a:lnTo>
                  <a:lnTo>
                    <a:pt x="14958" y="741"/>
                  </a:lnTo>
                  <a:lnTo>
                    <a:pt x="15064" y="741"/>
                  </a:lnTo>
                  <a:lnTo>
                    <a:pt x="15170" y="777"/>
                  </a:lnTo>
                  <a:lnTo>
                    <a:pt x="15276" y="812"/>
                  </a:lnTo>
                  <a:lnTo>
                    <a:pt x="15382" y="847"/>
                  </a:lnTo>
                  <a:lnTo>
                    <a:pt x="15487" y="882"/>
                  </a:lnTo>
                  <a:lnTo>
                    <a:pt x="15593" y="918"/>
                  </a:lnTo>
                  <a:lnTo>
                    <a:pt x="15699" y="918"/>
                  </a:lnTo>
                  <a:lnTo>
                    <a:pt x="15805" y="918"/>
                  </a:lnTo>
                  <a:lnTo>
                    <a:pt x="15911" y="918"/>
                  </a:lnTo>
                  <a:lnTo>
                    <a:pt x="16017" y="918"/>
                  </a:lnTo>
                  <a:lnTo>
                    <a:pt x="16122" y="918"/>
                  </a:lnTo>
                  <a:lnTo>
                    <a:pt x="16228" y="918"/>
                  </a:lnTo>
                  <a:lnTo>
                    <a:pt x="16369" y="918"/>
                  </a:lnTo>
                  <a:lnTo>
                    <a:pt x="16475" y="953"/>
                  </a:lnTo>
                  <a:lnTo>
                    <a:pt x="16581" y="953"/>
                  </a:lnTo>
                  <a:lnTo>
                    <a:pt x="16722" y="1024"/>
                  </a:lnTo>
                  <a:lnTo>
                    <a:pt x="16828" y="1059"/>
                  </a:lnTo>
                  <a:lnTo>
                    <a:pt x="16934" y="1094"/>
                  </a:lnTo>
                  <a:lnTo>
                    <a:pt x="17040" y="1165"/>
                  </a:lnTo>
                  <a:lnTo>
                    <a:pt x="17146" y="1165"/>
                  </a:lnTo>
                  <a:lnTo>
                    <a:pt x="17251" y="1165"/>
                  </a:lnTo>
                  <a:lnTo>
                    <a:pt x="17357" y="1129"/>
                  </a:lnTo>
                  <a:lnTo>
                    <a:pt x="17498" y="1059"/>
                  </a:lnTo>
                  <a:lnTo>
                    <a:pt x="17604" y="988"/>
                  </a:lnTo>
                  <a:lnTo>
                    <a:pt x="17710" y="988"/>
                  </a:lnTo>
                  <a:lnTo>
                    <a:pt x="17851" y="918"/>
                  </a:lnTo>
                  <a:lnTo>
                    <a:pt x="17957" y="882"/>
                  </a:lnTo>
                  <a:lnTo>
                    <a:pt x="17992" y="777"/>
                  </a:lnTo>
                  <a:lnTo>
                    <a:pt x="18027" y="671"/>
                  </a:lnTo>
                  <a:lnTo>
                    <a:pt x="18133" y="599"/>
                  </a:lnTo>
                  <a:lnTo>
                    <a:pt x="18239" y="599"/>
                  </a:lnTo>
                  <a:lnTo>
                    <a:pt x="18345" y="635"/>
                  </a:lnTo>
                  <a:lnTo>
                    <a:pt x="18451" y="671"/>
                  </a:lnTo>
                  <a:lnTo>
                    <a:pt x="18557" y="671"/>
                  </a:lnTo>
                  <a:lnTo>
                    <a:pt x="18662" y="706"/>
                  </a:lnTo>
                  <a:lnTo>
                    <a:pt x="18768" y="706"/>
                  </a:lnTo>
                  <a:lnTo>
                    <a:pt x="18909" y="706"/>
                  </a:lnTo>
                  <a:lnTo>
                    <a:pt x="19051" y="671"/>
                  </a:lnTo>
                  <a:lnTo>
                    <a:pt x="19192" y="635"/>
                  </a:lnTo>
                  <a:lnTo>
                    <a:pt x="19333" y="564"/>
                  </a:lnTo>
                  <a:lnTo>
                    <a:pt x="19474" y="529"/>
                  </a:lnTo>
                  <a:lnTo>
                    <a:pt x="19686" y="493"/>
                  </a:lnTo>
                  <a:lnTo>
                    <a:pt x="19791" y="493"/>
                  </a:lnTo>
                  <a:lnTo>
                    <a:pt x="19897" y="529"/>
                  </a:lnTo>
                  <a:lnTo>
                    <a:pt x="20003" y="599"/>
                  </a:lnTo>
                  <a:lnTo>
                    <a:pt x="20109" y="671"/>
                  </a:lnTo>
                  <a:lnTo>
                    <a:pt x="20250" y="706"/>
                  </a:lnTo>
                  <a:lnTo>
                    <a:pt x="20356" y="777"/>
                  </a:lnTo>
                  <a:lnTo>
                    <a:pt x="20497" y="812"/>
                  </a:lnTo>
                  <a:lnTo>
                    <a:pt x="20638" y="882"/>
                  </a:lnTo>
                  <a:lnTo>
                    <a:pt x="20779" y="882"/>
                  </a:lnTo>
                  <a:lnTo>
                    <a:pt x="20920" y="882"/>
                  </a:lnTo>
                  <a:lnTo>
                    <a:pt x="21026" y="918"/>
                  </a:lnTo>
                  <a:lnTo>
                    <a:pt x="21132" y="953"/>
                  </a:lnTo>
                  <a:lnTo>
                    <a:pt x="21308" y="953"/>
                  </a:lnTo>
                  <a:lnTo>
                    <a:pt x="21414" y="953"/>
                  </a:lnTo>
                  <a:lnTo>
                    <a:pt x="21520" y="988"/>
                  </a:lnTo>
                  <a:lnTo>
                    <a:pt x="21626" y="1024"/>
                  </a:lnTo>
                  <a:lnTo>
                    <a:pt x="21767" y="1094"/>
                  </a:lnTo>
                  <a:lnTo>
                    <a:pt x="21908" y="1129"/>
                  </a:lnTo>
                  <a:lnTo>
                    <a:pt x="22014" y="1165"/>
                  </a:lnTo>
                  <a:lnTo>
                    <a:pt x="22120" y="1165"/>
                  </a:lnTo>
                  <a:lnTo>
                    <a:pt x="22226" y="1165"/>
                  </a:lnTo>
                  <a:lnTo>
                    <a:pt x="22331" y="1165"/>
                  </a:lnTo>
                  <a:lnTo>
                    <a:pt x="22437" y="1165"/>
                  </a:lnTo>
                  <a:lnTo>
                    <a:pt x="22543" y="1165"/>
                  </a:lnTo>
                  <a:lnTo>
                    <a:pt x="22684" y="1165"/>
                  </a:lnTo>
                  <a:lnTo>
                    <a:pt x="22790" y="1165"/>
                  </a:lnTo>
                  <a:lnTo>
                    <a:pt x="22931" y="1165"/>
                  </a:lnTo>
                  <a:lnTo>
                    <a:pt x="23037" y="1200"/>
                  </a:lnTo>
                  <a:lnTo>
                    <a:pt x="23143" y="1235"/>
                  </a:lnTo>
                  <a:lnTo>
                    <a:pt x="23002" y="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241200" y="3720960"/>
              <a:ext cx="8280720" cy="330480"/>
            </a:xfrm>
            <a:custGeom>
              <a:avLst/>
              <a:gdLst/>
              <a:ahLst/>
              <a:rect l="0" t="0" r="r" b="b"/>
              <a:pathLst>
                <a:path w="23002" h="918">
                  <a:moveTo>
                    <a:pt x="0" y="317"/>
                  </a:moveTo>
                  <a:lnTo>
                    <a:pt x="0" y="918"/>
                  </a:lnTo>
                  <a:lnTo>
                    <a:pt x="23002" y="882"/>
                  </a:lnTo>
                  <a:lnTo>
                    <a:pt x="22896" y="458"/>
                  </a:lnTo>
                  <a:lnTo>
                    <a:pt x="22790" y="423"/>
                  </a:lnTo>
                  <a:lnTo>
                    <a:pt x="22684" y="388"/>
                  </a:lnTo>
                  <a:lnTo>
                    <a:pt x="22578" y="388"/>
                  </a:lnTo>
                  <a:lnTo>
                    <a:pt x="22472" y="282"/>
                  </a:lnTo>
                  <a:lnTo>
                    <a:pt x="22367" y="282"/>
                  </a:lnTo>
                  <a:lnTo>
                    <a:pt x="22261" y="317"/>
                  </a:lnTo>
                  <a:lnTo>
                    <a:pt x="22155" y="317"/>
                  </a:lnTo>
                  <a:lnTo>
                    <a:pt x="22014" y="352"/>
                  </a:lnTo>
                  <a:lnTo>
                    <a:pt x="21943" y="458"/>
                  </a:lnTo>
                  <a:lnTo>
                    <a:pt x="21837" y="388"/>
                  </a:lnTo>
                  <a:lnTo>
                    <a:pt x="21732" y="246"/>
                  </a:lnTo>
                  <a:lnTo>
                    <a:pt x="21626" y="176"/>
                  </a:lnTo>
                  <a:lnTo>
                    <a:pt x="21520" y="105"/>
                  </a:lnTo>
                  <a:lnTo>
                    <a:pt x="21414" y="70"/>
                  </a:lnTo>
                  <a:lnTo>
                    <a:pt x="21308" y="0"/>
                  </a:lnTo>
                  <a:lnTo>
                    <a:pt x="21202" y="0"/>
                  </a:lnTo>
                  <a:lnTo>
                    <a:pt x="21097" y="70"/>
                  </a:lnTo>
                  <a:lnTo>
                    <a:pt x="21097" y="176"/>
                  </a:lnTo>
                  <a:lnTo>
                    <a:pt x="21061" y="282"/>
                  </a:lnTo>
                  <a:lnTo>
                    <a:pt x="20956" y="352"/>
                  </a:lnTo>
                  <a:lnTo>
                    <a:pt x="20814" y="423"/>
                  </a:lnTo>
                  <a:lnTo>
                    <a:pt x="20709" y="458"/>
                  </a:lnTo>
                  <a:lnTo>
                    <a:pt x="20603" y="494"/>
                  </a:lnTo>
                  <a:lnTo>
                    <a:pt x="20497" y="494"/>
                  </a:lnTo>
                  <a:lnTo>
                    <a:pt x="20391" y="494"/>
                  </a:lnTo>
                  <a:lnTo>
                    <a:pt x="20215" y="494"/>
                  </a:lnTo>
                  <a:lnTo>
                    <a:pt x="20109" y="458"/>
                  </a:lnTo>
                  <a:lnTo>
                    <a:pt x="19968" y="458"/>
                  </a:lnTo>
                  <a:lnTo>
                    <a:pt x="19827" y="458"/>
                  </a:lnTo>
                  <a:lnTo>
                    <a:pt x="19686" y="458"/>
                  </a:lnTo>
                  <a:lnTo>
                    <a:pt x="19580" y="458"/>
                  </a:lnTo>
                  <a:lnTo>
                    <a:pt x="19439" y="423"/>
                  </a:lnTo>
                  <a:lnTo>
                    <a:pt x="19333" y="423"/>
                  </a:lnTo>
                  <a:lnTo>
                    <a:pt x="19156" y="423"/>
                  </a:lnTo>
                  <a:lnTo>
                    <a:pt x="19051" y="388"/>
                  </a:lnTo>
                  <a:lnTo>
                    <a:pt x="18945" y="317"/>
                  </a:lnTo>
                  <a:lnTo>
                    <a:pt x="18839" y="282"/>
                  </a:lnTo>
                  <a:lnTo>
                    <a:pt x="18733" y="246"/>
                  </a:lnTo>
                  <a:lnTo>
                    <a:pt x="18557" y="176"/>
                  </a:lnTo>
                  <a:lnTo>
                    <a:pt x="18451" y="176"/>
                  </a:lnTo>
                  <a:lnTo>
                    <a:pt x="18345" y="176"/>
                  </a:lnTo>
                  <a:lnTo>
                    <a:pt x="18239" y="246"/>
                  </a:lnTo>
                  <a:lnTo>
                    <a:pt x="18169" y="352"/>
                  </a:lnTo>
                  <a:lnTo>
                    <a:pt x="18063" y="352"/>
                  </a:lnTo>
                  <a:lnTo>
                    <a:pt x="17922" y="352"/>
                  </a:lnTo>
                  <a:lnTo>
                    <a:pt x="17816" y="388"/>
                  </a:lnTo>
                  <a:lnTo>
                    <a:pt x="17710" y="388"/>
                  </a:lnTo>
                  <a:lnTo>
                    <a:pt x="17569" y="388"/>
                  </a:lnTo>
                  <a:lnTo>
                    <a:pt x="17463" y="388"/>
                  </a:lnTo>
                  <a:lnTo>
                    <a:pt x="17357" y="388"/>
                  </a:lnTo>
                  <a:lnTo>
                    <a:pt x="17251" y="423"/>
                  </a:lnTo>
                  <a:lnTo>
                    <a:pt x="17146" y="423"/>
                  </a:lnTo>
                  <a:lnTo>
                    <a:pt x="17040" y="458"/>
                  </a:lnTo>
                  <a:lnTo>
                    <a:pt x="16934" y="458"/>
                  </a:lnTo>
                  <a:lnTo>
                    <a:pt x="16828" y="494"/>
                  </a:lnTo>
                  <a:lnTo>
                    <a:pt x="16722" y="494"/>
                  </a:lnTo>
                  <a:lnTo>
                    <a:pt x="16616" y="458"/>
                  </a:lnTo>
                  <a:lnTo>
                    <a:pt x="16511" y="458"/>
                  </a:lnTo>
                  <a:lnTo>
                    <a:pt x="16405" y="458"/>
                  </a:lnTo>
                  <a:lnTo>
                    <a:pt x="16264" y="458"/>
                  </a:lnTo>
                  <a:lnTo>
                    <a:pt x="16158" y="458"/>
                  </a:lnTo>
                  <a:lnTo>
                    <a:pt x="16052" y="458"/>
                  </a:lnTo>
                  <a:lnTo>
                    <a:pt x="15911" y="458"/>
                  </a:lnTo>
                  <a:lnTo>
                    <a:pt x="15770" y="458"/>
                  </a:lnTo>
                  <a:lnTo>
                    <a:pt x="15629" y="494"/>
                  </a:lnTo>
                  <a:lnTo>
                    <a:pt x="15523" y="494"/>
                  </a:lnTo>
                  <a:lnTo>
                    <a:pt x="15382" y="494"/>
                  </a:lnTo>
                  <a:lnTo>
                    <a:pt x="15276" y="494"/>
                  </a:lnTo>
                  <a:lnTo>
                    <a:pt x="15170" y="494"/>
                  </a:lnTo>
                  <a:lnTo>
                    <a:pt x="15064" y="494"/>
                  </a:lnTo>
                  <a:lnTo>
                    <a:pt x="14958" y="494"/>
                  </a:lnTo>
                  <a:lnTo>
                    <a:pt x="14852" y="494"/>
                  </a:lnTo>
                  <a:lnTo>
                    <a:pt x="14711" y="458"/>
                  </a:lnTo>
                  <a:lnTo>
                    <a:pt x="14570" y="458"/>
                  </a:lnTo>
                  <a:lnTo>
                    <a:pt x="14464" y="423"/>
                  </a:lnTo>
                  <a:lnTo>
                    <a:pt x="14359" y="423"/>
                  </a:lnTo>
                  <a:lnTo>
                    <a:pt x="14217" y="388"/>
                  </a:lnTo>
                  <a:lnTo>
                    <a:pt x="14041" y="388"/>
                  </a:lnTo>
                  <a:lnTo>
                    <a:pt x="13935" y="388"/>
                  </a:lnTo>
                  <a:lnTo>
                    <a:pt x="13829" y="388"/>
                  </a:lnTo>
                  <a:lnTo>
                    <a:pt x="13724" y="388"/>
                  </a:lnTo>
                  <a:lnTo>
                    <a:pt x="13547" y="388"/>
                  </a:lnTo>
                  <a:lnTo>
                    <a:pt x="13441" y="317"/>
                  </a:lnTo>
                  <a:lnTo>
                    <a:pt x="13336" y="282"/>
                  </a:lnTo>
                  <a:lnTo>
                    <a:pt x="13230" y="282"/>
                  </a:lnTo>
                  <a:lnTo>
                    <a:pt x="13053" y="282"/>
                  </a:lnTo>
                  <a:lnTo>
                    <a:pt x="12947" y="282"/>
                  </a:lnTo>
                  <a:lnTo>
                    <a:pt x="12806" y="282"/>
                  </a:lnTo>
                  <a:lnTo>
                    <a:pt x="12701" y="282"/>
                  </a:lnTo>
                  <a:lnTo>
                    <a:pt x="12595" y="282"/>
                  </a:lnTo>
                  <a:lnTo>
                    <a:pt x="12454" y="317"/>
                  </a:lnTo>
                  <a:lnTo>
                    <a:pt x="12312" y="352"/>
                  </a:lnTo>
                  <a:lnTo>
                    <a:pt x="12136" y="388"/>
                  </a:lnTo>
                  <a:lnTo>
                    <a:pt x="12030" y="388"/>
                  </a:lnTo>
                  <a:lnTo>
                    <a:pt x="11889" y="388"/>
                  </a:lnTo>
                  <a:lnTo>
                    <a:pt x="11748" y="423"/>
                  </a:lnTo>
                  <a:lnTo>
                    <a:pt x="11642" y="458"/>
                  </a:lnTo>
                  <a:lnTo>
                    <a:pt x="11430" y="494"/>
                  </a:lnTo>
                  <a:lnTo>
                    <a:pt x="11324" y="530"/>
                  </a:lnTo>
                  <a:lnTo>
                    <a:pt x="11183" y="530"/>
                  </a:lnTo>
                  <a:lnTo>
                    <a:pt x="11041" y="565"/>
                  </a:lnTo>
                  <a:lnTo>
                    <a:pt x="10865" y="600"/>
                  </a:lnTo>
                  <a:lnTo>
                    <a:pt x="10689" y="600"/>
                  </a:lnTo>
                  <a:lnTo>
                    <a:pt x="10548" y="600"/>
                  </a:lnTo>
                  <a:lnTo>
                    <a:pt x="10442" y="600"/>
                  </a:lnTo>
                  <a:lnTo>
                    <a:pt x="10301" y="600"/>
                  </a:lnTo>
                  <a:lnTo>
                    <a:pt x="10195" y="600"/>
                  </a:lnTo>
                  <a:lnTo>
                    <a:pt x="10089" y="600"/>
                  </a:lnTo>
                  <a:lnTo>
                    <a:pt x="9983" y="600"/>
                  </a:lnTo>
                  <a:lnTo>
                    <a:pt x="9842" y="565"/>
                  </a:lnTo>
                  <a:lnTo>
                    <a:pt x="9736" y="530"/>
                  </a:lnTo>
                  <a:lnTo>
                    <a:pt x="9630" y="530"/>
                  </a:lnTo>
                  <a:lnTo>
                    <a:pt x="9489" y="494"/>
                  </a:lnTo>
                  <a:lnTo>
                    <a:pt x="9383" y="458"/>
                  </a:lnTo>
                  <a:lnTo>
                    <a:pt x="9207" y="458"/>
                  </a:lnTo>
                  <a:lnTo>
                    <a:pt x="9101" y="423"/>
                  </a:lnTo>
                  <a:lnTo>
                    <a:pt x="8995" y="423"/>
                  </a:lnTo>
                  <a:lnTo>
                    <a:pt x="8890" y="388"/>
                  </a:lnTo>
                  <a:lnTo>
                    <a:pt x="8713" y="388"/>
                  </a:lnTo>
                  <a:lnTo>
                    <a:pt x="8537" y="388"/>
                  </a:lnTo>
                  <a:lnTo>
                    <a:pt x="8396" y="352"/>
                  </a:lnTo>
                  <a:lnTo>
                    <a:pt x="8255" y="352"/>
                  </a:lnTo>
                  <a:lnTo>
                    <a:pt x="8078" y="317"/>
                  </a:lnTo>
                  <a:lnTo>
                    <a:pt x="7972" y="317"/>
                  </a:lnTo>
                  <a:lnTo>
                    <a:pt x="7866" y="317"/>
                  </a:lnTo>
                  <a:lnTo>
                    <a:pt x="7761" y="317"/>
                  </a:lnTo>
                  <a:lnTo>
                    <a:pt x="7655" y="317"/>
                  </a:lnTo>
                  <a:lnTo>
                    <a:pt x="7549" y="317"/>
                  </a:lnTo>
                  <a:lnTo>
                    <a:pt x="7443" y="317"/>
                  </a:lnTo>
                  <a:lnTo>
                    <a:pt x="7337" y="352"/>
                  </a:lnTo>
                  <a:lnTo>
                    <a:pt x="7231" y="388"/>
                  </a:lnTo>
                  <a:lnTo>
                    <a:pt x="7090" y="458"/>
                  </a:lnTo>
                  <a:lnTo>
                    <a:pt x="6985" y="458"/>
                  </a:lnTo>
                  <a:lnTo>
                    <a:pt x="6879" y="494"/>
                  </a:lnTo>
                  <a:lnTo>
                    <a:pt x="6773" y="494"/>
                  </a:lnTo>
                  <a:lnTo>
                    <a:pt x="6667" y="494"/>
                  </a:lnTo>
                  <a:lnTo>
                    <a:pt x="6561" y="494"/>
                  </a:lnTo>
                  <a:lnTo>
                    <a:pt x="6420" y="494"/>
                  </a:lnTo>
                  <a:lnTo>
                    <a:pt x="6279" y="494"/>
                  </a:lnTo>
                  <a:lnTo>
                    <a:pt x="6173" y="458"/>
                  </a:lnTo>
                  <a:lnTo>
                    <a:pt x="6067" y="423"/>
                  </a:lnTo>
                  <a:lnTo>
                    <a:pt x="5891" y="388"/>
                  </a:lnTo>
                  <a:lnTo>
                    <a:pt x="5750" y="388"/>
                  </a:lnTo>
                  <a:lnTo>
                    <a:pt x="5644" y="352"/>
                  </a:lnTo>
                  <a:lnTo>
                    <a:pt x="5503" y="282"/>
                  </a:lnTo>
                  <a:lnTo>
                    <a:pt x="5397" y="246"/>
                  </a:lnTo>
                  <a:lnTo>
                    <a:pt x="5291" y="211"/>
                  </a:lnTo>
                  <a:lnTo>
                    <a:pt x="5185" y="176"/>
                  </a:lnTo>
                  <a:lnTo>
                    <a:pt x="5044" y="176"/>
                  </a:lnTo>
                  <a:lnTo>
                    <a:pt x="4938" y="176"/>
                  </a:lnTo>
                  <a:lnTo>
                    <a:pt x="4833" y="176"/>
                  </a:lnTo>
                  <a:lnTo>
                    <a:pt x="4691" y="176"/>
                  </a:lnTo>
                  <a:lnTo>
                    <a:pt x="4550" y="211"/>
                  </a:lnTo>
                  <a:lnTo>
                    <a:pt x="4445" y="246"/>
                  </a:lnTo>
                  <a:lnTo>
                    <a:pt x="4339" y="282"/>
                  </a:lnTo>
                  <a:lnTo>
                    <a:pt x="4198" y="317"/>
                  </a:lnTo>
                  <a:lnTo>
                    <a:pt x="4056" y="352"/>
                  </a:lnTo>
                  <a:lnTo>
                    <a:pt x="3880" y="388"/>
                  </a:lnTo>
                  <a:lnTo>
                    <a:pt x="3774" y="388"/>
                  </a:lnTo>
                  <a:lnTo>
                    <a:pt x="3668" y="388"/>
                  </a:lnTo>
                  <a:lnTo>
                    <a:pt x="3527" y="388"/>
                  </a:lnTo>
                  <a:lnTo>
                    <a:pt x="3386" y="388"/>
                  </a:lnTo>
                  <a:lnTo>
                    <a:pt x="3245" y="388"/>
                  </a:lnTo>
                  <a:lnTo>
                    <a:pt x="3104" y="388"/>
                  </a:lnTo>
                  <a:lnTo>
                    <a:pt x="2998" y="388"/>
                  </a:lnTo>
                  <a:lnTo>
                    <a:pt x="2892" y="388"/>
                  </a:lnTo>
                  <a:lnTo>
                    <a:pt x="2751" y="423"/>
                  </a:lnTo>
                  <a:lnTo>
                    <a:pt x="2575" y="458"/>
                  </a:lnTo>
                  <a:lnTo>
                    <a:pt x="2469" y="458"/>
                  </a:lnTo>
                  <a:lnTo>
                    <a:pt x="2363" y="494"/>
                  </a:lnTo>
                  <a:lnTo>
                    <a:pt x="2257" y="494"/>
                  </a:lnTo>
                  <a:lnTo>
                    <a:pt x="2116" y="494"/>
                  </a:lnTo>
                  <a:lnTo>
                    <a:pt x="1975" y="494"/>
                  </a:lnTo>
                  <a:lnTo>
                    <a:pt x="1869" y="494"/>
                  </a:lnTo>
                  <a:lnTo>
                    <a:pt x="1763" y="494"/>
                  </a:lnTo>
                  <a:lnTo>
                    <a:pt x="1622" y="494"/>
                  </a:lnTo>
                  <a:lnTo>
                    <a:pt x="1481" y="494"/>
                  </a:lnTo>
                  <a:lnTo>
                    <a:pt x="1375" y="494"/>
                  </a:lnTo>
                  <a:lnTo>
                    <a:pt x="1234" y="494"/>
                  </a:lnTo>
                  <a:lnTo>
                    <a:pt x="1128" y="494"/>
                  </a:lnTo>
                  <a:lnTo>
                    <a:pt x="1023" y="494"/>
                  </a:lnTo>
                  <a:lnTo>
                    <a:pt x="917" y="494"/>
                  </a:lnTo>
                  <a:lnTo>
                    <a:pt x="776" y="494"/>
                  </a:lnTo>
                  <a:lnTo>
                    <a:pt x="670" y="494"/>
                  </a:lnTo>
                  <a:lnTo>
                    <a:pt x="564" y="494"/>
                  </a:lnTo>
                  <a:lnTo>
                    <a:pt x="458" y="494"/>
                  </a:lnTo>
                  <a:lnTo>
                    <a:pt x="317" y="494"/>
                  </a:lnTo>
                  <a:lnTo>
                    <a:pt x="211" y="458"/>
                  </a:lnTo>
                  <a:lnTo>
                    <a:pt x="105" y="458"/>
                  </a:lnTo>
                  <a:lnTo>
                    <a:pt x="0" y="317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"/>
          <p:cNvSpPr txBox="1"/>
          <p:nvPr/>
        </p:nvSpPr>
        <p:spPr>
          <a:xfrm>
            <a:off x="279360" y="4292640"/>
            <a:ext cx="8140680" cy="1638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NameTable2.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02 StudName PIC X(20) OCCURS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120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TIMES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216000" y="4228920"/>
            <a:ext cx="8509320" cy="343440"/>
          </a:xfrm>
          <a:custGeom>
            <a:avLst/>
            <a:gdLst/>
            <a:ahLst/>
            <a:rect l="0" t="0" r="r" b="b"/>
            <a:pathLst>
              <a:path w="23637" h="954">
                <a:moveTo>
                  <a:pt x="70" y="176"/>
                </a:moveTo>
                <a:lnTo>
                  <a:pt x="70" y="318"/>
                </a:lnTo>
                <a:lnTo>
                  <a:pt x="105" y="424"/>
                </a:lnTo>
                <a:lnTo>
                  <a:pt x="105" y="530"/>
                </a:lnTo>
                <a:lnTo>
                  <a:pt x="141" y="636"/>
                </a:lnTo>
                <a:lnTo>
                  <a:pt x="141" y="742"/>
                </a:lnTo>
                <a:lnTo>
                  <a:pt x="246" y="742"/>
                </a:lnTo>
                <a:lnTo>
                  <a:pt x="352" y="671"/>
                </a:lnTo>
                <a:lnTo>
                  <a:pt x="423" y="565"/>
                </a:lnTo>
                <a:lnTo>
                  <a:pt x="529" y="530"/>
                </a:lnTo>
                <a:lnTo>
                  <a:pt x="635" y="494"/>
                </a:lnTo>
                <a:lnTo>
                  <a:pt x="740" y="530"/>
                </a:lnTo>
                <a:lnTo>
                  <a:pt x="811" y="636"/>
                </a:lnTo>
                <a:lnTo>
                  <a:pt x="917" y="671"/>
                </a:lnTo>
                <a:lnTo>
                  <a:pt x="1023" y="742"/>
                </a:lnTo>
                <a:lnTo>
                  <a:pt x="1128" y="742"/>
                </a:lnTo>
                <a:lnTo>
                  <a:pt x="1234" y="742"/>
                </a:lnTo>
                <a:lnTo>
                  <a:pt x="1270" y="636"/>
                </a:lnTo>
                <a:lnTo>
                  <a:pt x="1375" y="565"/>
                </a:lnTo>
                <a:lnTo>
                  <a:pt x="1481" y="530"/>
                </a:lnTo>
                <a:lnTo>
                  <a:pt x="1622" y="494"/>
                </a:lnTo>
                <a:lnTo>
                  <a:pt x="1728" y="565"/>
                </a:lnTo>
                <a:lnTo>
                  <a:pt x="1834" y="600"/>
                </a:lnTo>
                <a:lnTo>
                  <a:pt x="1940" y="600"/>
                </a:lnTo>
                <a:lnTo>
                  <a:pt x="2046" y="565"/>
                </a:lnTo>
                <a:lnTo>
                  <a:pt x="2151" y="565"/>
                </a:lnTo>
                <a:lnTo>
                  <a:pt x="2293" y="530"/>
                </a:lnTo>
                <a:lnTo>
                  <a:pt x="2469" y="494"/>
                </a:lnTo>
                <a:lnTo>
                  <a:pt x="2610" y="459"/>
                </a:lnTo>
                <a:lnTo>
                  <a:pt x="2751" y="459"/>
                </a:lnTo>
                <a:lnTo>
                  <a:pt x="2928" y="459"/>
                </a:lnTo>
                <a:lnTo>
                  <a:pt x="3033" y="424"/>
                </a:lnTo>
                <a:lnTo>
                  <a:pt x="3210" y="424"/>
                </a:lnTo>
                <a:lnTo>
                  <a:pt x="3351" y="424"/>
                </a:lnTo>
                <a:lnTo>
                  <a:pt x="3457" y="424"/>
                </a:lnTo>
                <a:lnTo>
                  <a:pt x="3598" y="424"/>
                </a:lnTo>
                <a:lnTo>
                  <a:pt x="3704" y="459"/>
                </a:lnTo>
                <a:lnTo>
                  <a:pt x="3810" y="459"/>
                </a:lnTo>
                <a:lnTo>
                  <a:pt x="3915" y="494"/>
                </a:lnTo>
                <a:lnTo>
                  <a:pt x="4021" y="494"/>
                </a:lnTo>
                <a:lnTo>
                  <a:pt x="4127" y="530"/>
                </a:lnTo>
                <a:lnTo>
                  <a:pt x="4233" y="530"/>
                </a:lnTo>
                <a:lnTo>
                  <a:pt x="4339" y="600"/>
                </a:lnTo>
                <a:lnTo>
                  <a:pt x="4480" y="636"/>
                </a:lnTo>
                <a:lnTo>
                  <a:pt x="4691" y="636"/>
                </a:lnTo>
                <a:lnTo>
                  <a:pt x="4797" y="636"/>
                </a:lnTo>
                <a:lnTo>
                  <a:pt x="4938" y="636"/>
                </a:lnTo>
                <a:lnTo>
                  <a:pt x="5080" y="636"/>
                </a:lnTo>
                <a:lnTo>
                  <a:pt x="5256" y="636"/>
                </a:lnTo>
                <a:lnTo>
                  <a:pt x="5397" y="636"/>
                </a:lnTo>
                <a:lnTo>
                  <a:pt x="5503" y="636"/>
                </a:lnTo>
                <a:lnTo>
                  <a:pt x="5644" y="636"/>
                </a:lnTo>
                <a:lnTo>
                  <a:pt x="5785" y="636"/>
                </a:lnTo>
                <a:lnTo>
                  <a:pt x="5891" y="636"/>
                </a:lnTo>
                <a:lnTo>
                  <a:pt x="6032" y="636"/>
                </a:lnTo>
                <a:lnTo>
                  <a:pt x="6138" y="636"/>
                </a:lnTo>
                <a:lnTo>
                  <a:pt x="6244" y="636"/>
                </a:lnTo>
                <a:lnTo>
                  <a:pt x="6385" y="636"/>
                </a:lnTo>
                <a:lnTo>
                  <a:pt x="6561" y="636"/>
                </a:lnTo>
                <a:lnTo>
                  <a:pt x="6667" y="636"/>
                </a:lnTo>
                <a:lnTo>
                  <a:pt x="6843" y="636"/>
                </a:lnTo>
                <a:lnTo>
                  <a:pt x="6949" y="636"/>
                </a:lnTo>
                <a:lnTo>
                  <a:pt x="7090" y="600"/>
                </a:lnTo>
                <a:lnTo>
                  <a:pt x="7196" y="600"/>
                </a:lnTo>
                <a:lnTo>
                  <a:pt x="7337" y="600"/>
                </a:lnTo>
                <a:lnTo>
                  <a:pt x="7478" y="565"/>
                </a:lnTo>
                <a:lnTo>
                  <a:pt x="7620" y="530"/>
                </a:lnTo>
                <a:lnTo>
                  <a:pt x="7725" y="530"/>
                </a:lnTo>
                <a:lnTo>
                  <a:pt x="7902" y="530"/>
                </a:lnTo>
                <a:lnTo>
                  <a:pt x="8008" y="530"/>
                </a:lnTo>
                <a:lnTo>
                  <a:pt x="8113" y="530"/>
                </a:lnTo>
                <a:lnTo>
                  <a:pt x="8255" y="494"/>
                </a:lnTo>
                <a:lnTo>
                  <a:pt x="8396" y="494"/>
                </a:lnTo>
                <a:lnTo>
                  <a:pt x="8572" y="494"/>
                </a:lnTo>
                <a:lnTo>
                  <a:pt x="8748" y="494"/>
                </a:lnTo>
                <a:lnTo>
                  <a:pt x="8925" y="494"/>
                </a:lnTo>
                <a:lnTo>
                  <a:pt x="9066" y="494"/>
                </a:lnTo>
                <a:lnTo>
                  <a:pt x="9172" y="494"/>
                </a:lnTo>
                <a:lnTo>
                  <a:pt x="9278" y="494"/>
                </a:lnTo>
                <a:lnTo>
                  <a:pt x="9383" y="494"/>
                </a:lnTo>
                <a:lnTo>
                  <a:pt x="9489" y="494"/>
                </a:lnTo>
                <a:lnTo>
                  <a:pt x="9701" y="494"/>
                </a:lnTo>
                <a:lnTo>
                  <a:pt x="9842" y="494"/>
                </a:lnTo>
                <a:lnTo>
                  <a:pt x="9983" y="530"/>
                </a:lnTo>
                <a:lnTo>
                  <a:pt x="10195" y="530"/>
                </a:lnTo>
                <a:lnTo>
                  <a:pt x="10689" y="530"/>
                </a:lnTo>
                <a:lnTo>
                  <a:pt x="11183" y="530"/>
                </a:lnTo>
                <a:lnTo>
                  <a:pt x="11676" y="530"/>
                </a:lnTo>
                <a:lnTo>
                  <a:pt x="12171" y="530"/>
                </a:lnTo>
                <a:lnTo>
                  <a:pt x="12383" y="530"/>
                </a:lnTo>
                <a:lnTo>
                  <a:pt x="12559" y="530"/>
                </a:lnTo>
                <a:lnTo>
                  <a:pt x="12701" y="530"/>
                </a:lnTo>
                <a:lnTo>
                  <a:pt x="12806" y="565"/>
                </a:lnTo>
                <a:lnTo>
                  <a:pt x="12912" y="600"/>
                </a:lnTo>
                <a:lnTo>
                  <a:pt x="13089" y="671"/>
                </a:lnTo>
                <a:lnTo>
                  <a:pt x="13230" y="706"/>
                </a:lnTo>
                <a:lnTo>
                  <a:pt x="13406" y="706"/>
                </a:lnTo>
                <a:lnTo>
                  <a:pt x="13582" y="706"/>
                </a:lnTo>
                <a:lnTo>
                  <a:pt x="13794" y="706"/>
                </a:lnTo>
                <a:lnTo>
                  <a:pt x="13935" y="706"/>
                </a:lnTo>
                <a:lnTo>
                  <a:pt x="14041" y="706"/>
                </a:lnTo>
                <a:lnTo>
                  <a:pt x="14182" y="706"/>
                </a:lnTo>
                <a:lnTo>
                  <a:pt x="14359" y="706"/>
                </a:lnTo>
                <a:lnTo>
                  <a:pt x="14500" y="706"/>
                </a:lnTo>
                <a:lnTo>
                  <a:pt x="14641" y="706"/>
                </a:lnTo>
                <a:lnTo>
                  <a:pt x="14747" y="706"/>
                </a:lnTo>
                <a:lnTo>
                  <a:pt x="14852" y="706"/>
                </a:lnTo>
                <a:lnTo>
                  <a:pt x="14994" y="778"/>
                </a:lnTo>
                <a:lnTo>
                  <a:pt x="15170" y="813"/>
                </a:lnTo>
                <a:lnTo>
                  <a:pt x="15346" y="883"/>
                </a:lnTo>
                <a:lnTo>
                  <a:pt x="15523" y="919"/>
                </a:lnTo>
                <a:lnTo>
                  <a:pt x="15629" y="954"/>
                </a:lnTo>
                <a:lnTo>
                  <a:pt x="15734" y="954"/>
                </a:lnTo>
                <a:lnTo>
                  <a:pt x="15840" y="954"/>
                </a:lnTo>
                <a:lnTo>
                  <a:pt x="15981" y="813"/>
                </a:lnTo>
                <a:lnTo>
                  <a:pt x="16122" y="742"/>
                </a:lnTo>
                <a:lnTo>
                  <a:pt x="16264" y="706"/>
                </a:lnTo>
                <a:lnTo>
                  <a:pt x="16369" y="671"/>
                </a:lnTo>
                <a:lnTo>
                  <a:pt x="16475" y="636"/>
                </a:lnTo>
                <a:lnTo>
                  <a:pt x="16581" y="600"/>
                </a:lnTo>
                <a:lnTo>
                  <a:pt x="16722" y="530"/>
                </a:lnTo>
                <a:lnTo>
                  <a:pt x="16828" y="530"/>
                </a:lnTo>
                <a:lnTo>
                  <a:pt x="16969" y="530"/>
                </a:lnTo>
                <a:lnTo>
                  <a:pt x="17075" y="565"/>
                </a:lnTo>
                <a:lnTo>
                  <a:pt x="17181" y="565"/>
                </a:lnTo>
                <a:lnTo>
                  <a:pt x="17287" y="600"/>
                </a:lnTo>
                <a:lnTo>
                  <a:pt x="17392" y="600"/>
                </a:lnTo>
                <a:lnTo>
                  <a:pt x="17534" y="636"/>
                </a:lnTo>
                <a:lnTo>
                  <a:pt x="17639" y="636"/>
                </a:lnTo>
                <a:lnTo>
                  <a:pt x="17745" y="636"/>
                </a:lnTo>
                <a:lnTo>
                  <a:pt x="17886" y="636"/>
                </a:lnTo>
                <a:lnTo>
                  <a:pt x="17992" y="636"/>
                </a:lnTo>
                <a:lnTo>
                  <a:pt x="18133" y="636"/>
                </a:lnTo>
                <a:lnTo>
                  <a:pt x="18239" y="636"/>
                </a:lnTo>
                <a:lnTo>
                  <a:pt x="18380" y="671"/>
                </a:lnTo>
                <a:lnTo>
                  <a:pt x="18486" y="671"/>
                </a:lnTo>
                <a:lnTo>
                  <a:pt x="18662" y="671"/>
                </a:lnTo>
                <a:lnTo>
                  <a:pt x="18804" y="706"/>
                </a:lnTo>
                <a:lnTo>
                  <a:pt x="18909" y="706"/>
                </a:lnTo>
                <a:lnTo>
                  <a:pt x="19086" y="706"/>
                </a:lnTo>
                <a:lnTo>
                  <a:pt x="19227" y="706"/>
                </a:lnTo>
                <a:lnTo>
                  <a:pt x="19403" y="706"/>
                </a:lnTo>
                <a:lnTo>
                  <a:pt x="19509" y="706"/>
                </a:lnTo>
                <a:lnTo>
                  <a:pt x="19615" y="706"/>
                </a:lnTo>
                <a:lnTo>
                  <a:pt x="19756" y="706"/>
                </a:lnTo>
                <a:lnTo>
                  <a:pt x="19897" y="706"/>
                </a:lnTo>
                <a:lnTo>
                  <a:pt x="20038" y="706"/>
                </a:lnTo>
                <a:lnTo>
                  <a:pt x="20144" y="706"/>
                </a:lnTo>
                <a:lnTo>
                  <a:pt x="20250" y="706"/>
                </a:lnTo>
                <a:lnTo>
                  <a:pt x="20391" y="742"/>
                </a:lnTo>
                <a:lnTo>
                  <a:pt x="20532" y="742"/>
                </a:lnTo>
                <a:lnTo>
                  <a:pt x="20709" y="778"/>
                </a:lnTo>
                <a:lnTo>
                  <a:pt x="20850" y="778"/>
                </a:lnTo>
                <a:lnTo>
                  <a:pt x="20991" y="778"/>
                </a:lnTo>
                <a:lnTo>
                  <a:pt x="21132" y="813"/>
                </a:lnTo>
                <a:lnTo>
                  <a:pt x="21273" y="813"/>
                </a:lnTo>
                <a:lnTo>
                  <a:pt x="21379" y="813"/>
                </a:lnTo>
                <a:lnTo>
                  <a:pt x="21520" y="848"/>
                </a:lnTo>
                <a:lnTo>
                  <a:pt x="21626" y="848"/>
                </a:lnTo>
                <a:lnTo>
                  <a:pt x="21802" y="883"/>
                </a:lnTo>
                <a:lnTo>
                  <a:pt x="21908" y="919"/>
                </a:lnTo>
                <a:lnTo>
                  <a:pt x="22014" y="919"/>
                </a:lnTo>
                <a:lnTo>
                  <a:pt x="22120" y="919"/>
                </a:lnTo>
                <a:lnTo>
                  <a:pt x="22226" y="919"/>
                </a:lnTo>
                <a:lnTo>
                  <a:pt x="22367" y="919"/>
                </a:lnTo>
                <a:lnTo>
                  <a:pt x="22508" y="919"/>
                </a:lnTo>
                <a:lnTo>
                  <a:pt x="22614" y="919"/>
                </a:lnTo>
                <a:lnTo>
                  <a:pt x="22719" y="919"/>
                </a:lnTo>
                <a:lnTo>
                  <a:pt x="22825" y="919"/>
                </a:lnTo>
                <a:lnTo>
                  <a:pt x="22931" y="919"/>
                </a:lnTo>
                <a:lnTo>
                  <a:pt x="23107" y="919"/>
                </a:lnTo>
                <a:lnTo>
                  <a:pt x="23213" y="919"/>
                </a:lnTo>
                <a:lnTo>
                  <a:pt x="23319" y="919"/>
                </a:lnTo>
                <a:lnTo>
                  <a:pt x="23425" y="919"/>
                </a:lnTo>
                <a:lnTo>
                  <a:pt x="23531" y="919"/>
                </a:lnTo>
                <a:lnTo>
                  <a:pt x="23637" y="919"/>
                </a:lnTo>
                <a:lnTo>
                  <a:pt x="23637" y="813"/>
                </a:lnTo>
                <a:lnTo>
                  <a:pt x="23637" y="671"/>
                </a:lnTo>
                <a:lnTo>
                  <a:pt x="23637" y="565"/>
                </a:lnTo>
                <a:lnTo>
                  <a:pt x="23637" y="459"/>
                </a:lnTo>
                <a:lnTo>
                  <a:pt x="23637" y="353"/>
                </a:lnTo>
                <a:lnTo>
                  <a:pt x="23637" y="247"/>
                </a:lnTo>
                <a:lnTo>
                  <a:pt x="23637" y="141"/>
                </a:lnTo>
                <a:lnTo>
                  <a:pt x="23637" y="35"/>
                </a:lnTo>
                <a:lnTo>
                  <a:pt x="0" y="35"/>
                </a:lnTo>
                <a:lnTo>
                  <a:pt x="0" y="0"/>
                </a:lnTo>
                <a:lnTo>
                  <a:pt x="70" y="176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77840" y="5486400"/>
            <a:ext cx="8547480" cy="520920"/>
          </a:xfrm>
          <a:custGeom>
            <a:avLst/>
            <a:gdLst/>
            <a:ahLst/>
            <a:rect l="0" t="0" r="r" b="b"/>
            <a:pathLst>
              <a:path w="23743" h="1447">
                <a:moveTo>
                  <a:pt x="0" y="847"/>
                </a:moveTo>
                <a:lnTo>
                  <a:pt x="141" y="812"/>
                </a:lnTo>
                <a:lnTo>
                  <a:pt x="211" y="705"/>
                </a:lnTo>
                <a:lnTo>
                  <a:pt x="317" y="670"/>
                </a:lnTo>
                <a:lnTo>
                  <a:pt x="423" y="599"/>
                </a:lnTo>
                <a:lnTo>
                  <a:pt x="529" y="599"/>
                </a:lnTo>
                <a:lnTo>
                  <a:pt x="634" y="599"/>
                </a:lnTo>
                <a:lnTo>
                  <a:pt x="740" y="564"/>
                </a:lnTo>
                <a:lnTo>
                  <a:pt x="846" y="564"/>
                </a:lnTo>
                <a:lnTo>
                  <a:pt x="952" y="564"/>
                </a:lnTo>
                <a:lnTo>
                  <a:pt x="1058" y="564"/>
                </a:lnTo>
                <a:lnTo>
                  <a:pt x="1164" y="599"/>
                </a:lnTo>
                <a:lnTo>
                  <a:pt x="1234" y="705"/>
                </a:lnTo>
                <a:lnTo>
                  <a:pt x="1340" y="812"/>
                </a:lnTo>
                <a:lnTo>
                  <a:pt x="1481" y="847"/>
                </a:lnTo>
                <a:lnTo>
                  <a:pt x="1587" y="882"/>
                </a:lnTo>
                <a:lnTo>
                  <a:pt x="1693" y="953"/>
                </a:lnTo>
                <a:lnTo>
                  <a:pt x="1799" y="953"/>
                </a:lnTo>
                <a:lnTo>
                  <a:pt x="1905" y="988"/>
                </a:lnTo>
                <a:lnTo>
                  <a:pt x="2010" y="988"/>
                </a:lnTo>
                <a:lnTo>
                  <a:pt x="2116" y="918"/>
                </a:lnTo>
                <a:lnTo>
                  <a:pt x="2257" y="812"/>
                </a:lnTo>
                <a:lnTo>
                  <a:pt x="2398" y="741"/>
                </a:lnTo>
                <a:lnTo>
                  <a:pt x="2540" y="705"/>
                </a:lnTo>
                <a:lnTo>
                  <a:pt x="2645" y="635"/>
                </a:lnTo>
                <a:lnTo>
                  <a:pt x="2786" y="564"/>
                </a:lnTo>
                <a:lnTo>
                  <a:pt x="2928" y="529"/>
                </a:lnTo>
                <a:lnTo>
                  <a:pt x="3033" y="493"/>
                </a:lnTo>
                <a:lnTo>
                  <a:pt x="3210" y="458"/>
                </a:lnTo>
                <a:lnTo>
                  <a:pt x="3316" y="458"/>
                </a:lnTo>
                <a:lnTo>
                  <a:pt x="3492" y="423"/>
                </a:lnTo>
                <a:lnTo>
                  <a:pt x="3598" y="388"/>
                </a:lnTo>
                <a:lnTo>
                  <a:pt x="3739" y="352"/>
                </a:lnTo>
                <a:lnTo>
                  <a:pt x="3880" y="352"/>
                </a:lnTo>
                <a:lnTo>
                  <a:pt x="3986" y="317"/>
                </a:lnTo>
                <a:lnTo>
                  <a:pt x="4162" y="317"/>
                </a:lnTo>
                <a:lnTo>
                  <a:pt x="4303" y="317"/>
                </a:lnTo>
                <a:lnTo>
                  <a:pt x="4409" y="282"/>
                </a:lnTo>
                <a:lnTo>
                  <a:pt x="4515" y="282"/>
                </a:lnTo>
                <a:lnTo>
                  <a:pt x="4621" y="282"/>
                </a:lnTo>
                <a:lnTo>
                  <a:pt x="4762" y="282"/>
                </a:lnTo>
                <a:lnTo>
                  <a:pt x="4868" y="282"/>
                </a:lnTo>
                <a:lnTo>
                  <a:pt x="4974" y="282"/>
                </a:lnTo>
                <a:lnTo>
                  <a:pt x="5080" y="317"/>
                </a:lnTo>
                <a:lnTo>
                  <a:pt x="5185" y="388"/>
                </a:lnTo>
                <a:lnTo>
                  <a:pt x="5291" y="458"/>
                </a:lnTo>
                <a:lnTo>
                  <a:pt x="5397" y="458"/>
                </a:lnTo>
                <a:lnTo>
                  <a:pt x="5503" y="493"/>
                </a:lnTo>
                <a:lnTo>
                  <a:pt x="5609" y="529"/>
                </a:lnTo>
                <a:lnTo>
                  <a:pt x="5715" y="564"/>
                </a:lnTo>
                <a:lnTo>
                  <a:pt x="5820" y="564"/>
                </a:lnTo>
                <a:lnTo>
                  <a:pt x="5926" y="564"/>
                </a:lnTo>
                <a:lnTo>
                  <a:pt x="6104" y="564"/>
                </a:lnTo>
                <a:lnTo>
                  <a:pt x="6280" y="529"/>
                </a:lnTo>
                <a:lnTo>
                  <a:pt x="6386" y="529"/>
                </a:lnTo>
                <a:lnTo>
                  <a:pt x="6492" y="493"/>
                </a:lnTo>
                <a:lnTo>
                  <a:pt x="6633" y="423"/>
                </a:lnTo>
                <a:lnTo>
                  <a:pt x="6809" y="352"/>
                </a:lnTo>
                <a:lnTo>
                  <a:pt x="6950" y="317"/>
                </a:lnTo>
                <a:lnTo>
                  <a:pt x="7127" y="246"/>
                </a:lnTo>
                <a:lnTo>
                  <a:pt x="7232" y="211"/>
                </a:lnTo>
                <a:lnTo>
                  <a:pt x="7232" y="317"/>
                </a:lnTo>
                <a:lnTo>
                  <a:pt x="7409" y="211"/>
                </a:lnTo>
                <a:lnTo>
                  <a:pt x="7515" y="141"/>
                </a:lnTo>
                <a:lnTo>
                  <a:pt x="7621" y="70"/>
                </a:lnTo>
                <a:lnTo>
                  <a:pt x="7726" y="0"/>
                </a:lnTo>
                <a:lnTo>
                  <a:pt x="7832" y="70"/>
                </a:lnTo>
                <a:lnTo>
                  <a:pt x="7938" y="176"/>
                </a:lnTo>
                <a:lnTo>
                  <a:pt x="8044" y="211"/>
                </a:lnTo>
                <a:lnTo>
                  <a:pt x="8150" y="282"/>
                </a:lnTo>
                <a:lnTo>
                  <a:pt x="8256" y="317"/>
                </a:lnTo>
                <a:lnTo>
                  <a:pt x="8361" y="388"/>
                </a:lnTo>
                <a:lnTo>
                  <a:pt x="8467" y="458"/>
                </a:lnTo>
                <a:lnTo>
                  <a:pt x="8573" y="493"/>
                </a:lnTo>
                <a:lnTo>
                  <a:pt x="8679" y="493"/>
                </a:lnTo>
                <a:lnTo>
                  <a:pt x="8820" y="493"/>
                </a:lnTo>
                <a:lnTo>
                  <a:pt x="8961" y="493"/>
                </a:lnTo>
                <a:lnTo>
                  <a:pt x="9067" y="493"/>
                </a:lnTo>
                <a:lnTo>
                  <a:pt x="9208" y="493"/>
                </a:lnTo>
                <a:lnTo>
                  <a:pt x="9349" y="352"/>
                </a:lnTo>
                <a:lnTo>
                  <a:pt x="9526" y="282"/>
                </a:lnTo>
                <a:lnTo>
                  <a:pt x="9737" y="211"/>
                </a:lnTo>
                <a:lnTo>
                  <a:pt x="9914" y="141"/>
                </a:lnTo>
                <a:lnTo>
                  <a:pt x="10125" y="70"/>
                </a:lnTo>
                <a:lnTo>
                  <a:pt x="10196" y="211"/>
                </a:lnTo>
                <a:lnTo>
                  <a:pt x="10196" y="317"/>
                </a:lnTo>
                <a:lnTo>
                  <a:pt x="10196" y="423"/>
                </a:lnTo>
                <a:lnTo>
                  <a:pt x="10302" y="352"/>
                </a:lnTo>
                <a:lnTo>
                  <a:pt x="10407" y="352"/>
                </a:lnTo>
                <a:lnTo>
                  <a:pt x="10513" y="352"/>
                </a:lnTo>
                <a:lnTo>
                  <a:pt x="10619" y="423"/>
                </a:lnTo>
                <a:lnTo>
                  <a:pt x="10760" y="423"/>
                </a:lnTo>
                <a:lnTo>
                  <a:pt x="10901" y="352"/>
                </a:lnTo>
                <a:lnTo>
                  <a:pt x="11007" y="317"/>
                </a:lnTo>
                <a:lnTo>
                  <a:pt x="11113" y="282"/>
                </a:lnTo>
                <a:lnTo>
                  <a:pt x="11219" y="282"/>
                </a:lnTo>
                <a:lnTo>
                  <a:pt x="11325" y="246"/>
                </a:lnTo>
                <a:lnTo>
                  <a:pt x="11466" y="211"/>
                </a:lnTo>
                <a:lnTo>
                  <a:pt x="11572" y="176"/>
                </a:lnTo>
                <a:lnTo>
                  <a:pt x="11677" y="176"/>
                </a:lnTo>
                <a:lnTo>
                  <a:pt x="11783" y="176"/>
                </a:lnTo>
                <a:lnTo>
                  <a:pt x="11960" y="141"/>
                </a:lnTo>
                <a:lnTo>
                  <a:pt x="12101" y="141"/>
                </a:lnTo>
                <a:lnTo>
                  <a:pt x="12277" y="141"/>
                </a:lnTo>
                <a:lnTo>
                  <a:pt x="12454" y="141"/>
                </a:lnTo>
                <a:lnTo>
                  <a:pt x="12559" y="176"/>
                </a:lnTo>
                <a:lnTo>
                  <a:pt x="12595" y="317"/>
                </a:lnTo>
                <a:lnTo>
                  <a:pt x="12665" y="423"/>
                </a:lnTo>
                <a:lnTo>
                  <a:pt x="12806" y="458"/>
                </a:lnTo>
                <a:lnTo>
                  <a:pt x="12947" y="423"/>
                </a:lnTo>
                <a:lnTo>
                  <a:pt x="13089" y="388"/>
                </a:lnTo>
                <a:lnTo>
                  <a:pt x="13194" y="388"/>
                </a:lnTo>
                <a:lnTo>
                  <a:pt x="13300" y="388"/>
                </a:lnTo>
                <a:lnTo>
                  <a:pt x="13477" y="352"/>
                </a:lnTo>
                <a:lnTo>
                  <a:pt x="13582" y="317"/>
                </a:lnTo>
                <a:lnTo>
                  <a:pt x="13688" y="317"/>
                </a:lnTo>
                <a:lnTo>
                  <a:pt x="13794" y="352"/>
                </a:lnTo>
                <a:lnTo>
                  <a:pt x="13935" y="352"/>
                </a:lnTo>
                <a:lnTo>
                  <a:pt x="14041" y="317"/>
                </a:lnTo>
                <a:lnTo>
                  <a:pt x="14147" y="282"/>
                </a:lnTo>
                <a:lnTo>
                  <a:pt x="14253" y="282"/>
                </a:lnTo>
                <a:lnTo>
                  <a:pt x="14359" y="282"/>
                </a:lnTo>
                <a:lnTo>
                  <a:pt x="14464" y="423"/>
                </a:lnTo>
                <a:lnTo>
                  <a:pt x="14570" y="458"/>
                </a:lnTo>
                <a:lnTo>
                  <a:pt x="14676" y="458"/>
                </a:lnTo>
                <a:lnTo>
                  <a:pt x="14782" y="458"/>
                </a:lnTo>
                <a:lnTo>
                  <a:pt x="14888" y="529"/>
                </a:lnTo>
                <a:lnTo>
                  <a:pt x="14994" y="529"/>
                </a:lnTo>
                <a:lnTo>
                  <a:pt x="15135" y="529"/>
                </a:lnTo>
                <a:lnTo>
                  <a:pt x="15170" y="635"/>
                </a:lnTo>
                <a:lnTo>
                  <a:pt x="15276" y="635"/>
                </a:lnTo>
                <a:lnTo>
                  <a:pt x="15452" y="635"/>
                </a:lnTo>
                <a:lnTo>
                  <a:pt x="15558" y="599"/>
                </a:lnTo>
                <a:lnTo>
                  <a:pt x="15664" y="599"/>
                </a:lnTo>
                <a:lnTo>
                  <a:pt x="15805" y="599"/>
                </a:lnTo>
                <a:lnTo>
                  <a:pt x="15911" y="564"/>
                </a:lnTo>
                <a:lnTo>
                  <a:pt x="16087" y="529"/>
                </a:lnTo>
                <a:lnTo>
                  <a:pt x="16193" y="529"/>
                </a:lnTo>
                <a:lnTo>
                  <a:pt x="16334" y="564"/>
                </a:lnTo>
                <a:lnTo>
                  <a:pt x="16475" y="564"/>
                </a:lnTo>
                <a:lnTo>
                  <a:pt x="16687" y="564"/>
                </a:lnTo>
                <a:lnTo>
                  <a:pt x="16828" y="564"/>
                </a:lnTo>
                <a:lnTo>
                  <a:pt x="16934" y="564"/>
                </a:lnTo>
                <a:lnTo>
                  <a:pt x="17040" y="564"/>
                </a:lnTo>
                <a:lnTo>
                  <a:pt x="17146" y="529"/>
                </a:lnTo>
                <a:lnTo>
                  <a:pt x="17287" y="529"/>
                </a:lnTo>
                <a:lnTo>
                  <a:pt x="17498" y="458"/>
                </a:lnTo>
                <a:lnTo>
                  <a:pt x="17710" y="423"/>
                </a:lnTo>
                <a:lnTo>
                  <a:pt x="17923" y="352"/>
                </a:lnTo>
                <a:lnTo>
                  <a:pt x="18134" y="282"/>
                </a:lnTo>
                <a:lnTo>
                  <a:pt x="18240" y="282"/>
                </a:lnTo>
                <a:lnTo>
                  <a:pt x="18346" y="423"/>
                </a:lnTo>
                <a:lnTo>
                  <a:pt x="18452" y="493"/>
                </a:lnTo>
                <a:lnTo>
                  <a:pt x="18593" y="423"/>
                </a:lnTo>
                <a:lnTo>
                  <a:pt x="18699" y="352"/>
                </a:lnTo>
                <a:lnTo>
                  <a:pt x="18840" y="282"/>
                </a:lnTo>
                <a:lnTo>
                  <a:pt x="18946" y="211"/>
                </a:lnTo>
                <a:lnTo>
                  <a:pt x="19052" y="176"/>
                </a:lnTo>
                <a:lnTo>
                  <a:pt x="19087" y="352"/>
                </a:lnTo>
                <a:lnTo>
                  <a:pt x="19228" y="423"/>
                </a:lnTo>
                <a:lnTo>
                  <a:pt x="19334" y="423"/>
                </a:lnTo>
                <a:lnTo>
                  <a:pt x="19440" y="388"/>
                </a:lnTo>
                <a:lnTo>
                  <a:pt x="19616" y="423"/>
                </a:lnTo>
                <a:lnTo>
                  <a:pt x="19792" y="423"/>
                </a:lnTo>
                <a:lnTo>
                  <a:pt x="19898" y="423"/>
                </a:lnTo>
                <a:lnTo>
                  <a:pt x="20004" y="423"/>
                </a:lnTo>
                <a:lnTo>
                  <a:pt x="20145" y="458"/>
                </a:lnTo>
                <a:lnTo>
                  <a:pt x="20322" y="493"/>
                </a:lnTo>
                <a:lnTo>
                  <a:pt x="20427" y="493"/>
                </a:lnTo>
                <a:lnTo>
                  <a:pt x="20533" y="529"/>
                </a:lnTo>
                <a:lnTo>
                  <a:pt x="20674" y="599"/>
                </a:lnTo>
                <a:lnTo>
                  <a:pt x="20780" y="599"/>
                </a:lnTo>
                <a:lnTo>
                  <a:pt x="20886" y="599"/>
                </a:lnTo>
                <a:lnTo>
                  <a:pt x="20992" y="599"/>
                </a:lnTo>
                <a:lnTo>
                  <a:pt x="21203" y="599"/>
                </a:lnTo>
                <a:lnTo>
                  <a:pt x="21309" y="599"/>
                </a:lnTo>
                <a:lnTo>
                  <a:pt x="21450" y="599"/>
                </a:lnTo>
                <a:lnTo>
                  <a:pt x="21592" y="635"/>
                </a:lnTo>
                <a:lnTo>
                  <a:pt x="21733" y="670"/>
                </a:lnTo>
                <a:lnTo>
                  <a:pt x="21874" y="670"/>
                </a:lnTo>
                <a:lnTo>
                  <a:pt x="21980" y="670"/>
                </a:lnTo>
                <a:lnTo>
                  <a:pt x="22121" y="670"/>
                </a:lnTo>
                <a:lnTo>
                  <a:pt x="22227" y="670"/>
                </a:lnTo>
                <a:lnTo>
                  <a:pt x="22473" y="670"/>
                </a:lnTo>
                <a:lnTo>
                  <a:pt x="22615" y="670"/>
                </a:lnTo>
                <a:lnTo>
                  <a:pt x="22720" y="705"/>
                </a:lnTo>
                <a:lnTo>
                  <a:pt x="22826" y="705"/>
                </a:lnTo>
                <a:lnTo>
                  <a:pt x="22932" y="705"/>
                </a:lnTo>
                <a:lnTo>
                  <a:pt x="23073" y="705"/>
                </a:lnTo>
                <a:lnTo>
                  <a:pt x="23214" y="705"/>
                </a:lnTo>
                <a:lnTo>
                  <a:pt x="23320" y="705"/>
                </a:lnTo>
                <a:lnTo>
                  <a:pt x="23426" y="705"/>
                </a:lnTo>
                <a:lnTo>
                  <a:pt x="23532" y="705"/>
                </a:lnTo>
                <a:lnTo>
                  <a:pt x="23638" y="741"/>
                </a:lnTo>
                <a:lnTo>
                  <a:pt x="23743" y="741"/>
                </a:lnTo>
                <a:lnTo>
                  <a:pt x="23708" y="1412"/>
                </a:lnTo>
                <a:lnTo>
                  <a:pt x="35" y="1447"/>
                </a:lnTo>
                <a:lnTo>
                  <a:pt x="0" y="847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577960" y="196920"/>
            <a:ext cx="3670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Example 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55760" y="5335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"/>
          <p:cNvGrpSpPr/>
          <p:nvPr/>
        </p:nvGrpSpPr>
        <p:grpSpPr>
          <a:xfrm>
            <a:off x="328680" y="787320"/>
            <a:ext cx="7735680" cy="833760"/>
            <a:chOff x="328680" y="787320"/>
            <a:chExt cx="7735680" cy="833760"/>
          </a:xfrm>
        </p:grpSpPr>
        <p:sp>
          <p:nvSpPr>
            <p:cNvPr id="100" name=""/>
            <p:cNvSpPr txBox="1"/>
            <p:nvPr/>
          </p:nvSpPr>
          <p:spPr>
            <a:xfrm>
              <a:off x="330120" y="1138320"/>
              <a:ext cx="7734240" cy="4827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02  CustOrder           PIC 9(R).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 txBox="1"/>
            <p:nvPr/>
          </p:nvSpPr>
          <p:spPr>
            <a:xfrm>
              <a:off x="328680" y="787320"/>
              <a:ext cx="1714680" cy="3618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</a:pPr>
              <a:r>
                <a:rPr lang="en-US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Copyfile3.cbl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" name=""/>
          <p:cNvSpPr/>
          <p:nvPr/>
        </p:nvSpPr>
        <p:spPr>
          <a:xfrm>
            <a:off x="506520" y="2120760"/>
            <a:ext cx="8137440" cy="205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"/>
          <p:cNvGrpSpPr/>
          <p:nvPr/>
        </p:nvGrpSpPr>
        <p:grpSpPr>
          <a:xfrm>
            <a:off x="139680" y="2006640"/>
            <a:ext cx="8636400" cy="1689480"/>
            <a:chOff x="139680" y="2006640"/>
            <a:chExt cx="8636400" cy="1689480"/>
          </a:xfrm>
        </p:grpSpPr>
        <p:sp>
          <p:nvSpPr>
            <p:cNvPr id="104" name=""/>
            <p:cNvSpPr txBox="1"/>
            <p:nvPr/>
          </p:nvSpPr>
          <p:spPr>
            <a:xfrm>
              <a:off x="201600" y="2070000"/>
              <a:ext cx="8400960" cy="15526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01 CopyData.                                 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COPY Copyfile3 REPLACING ==</a:t>
              </a: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R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== BY ==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Courier New"/>
                  <a:ea typeface="Courier New"/>
                </a:rPr>
                <a:t>4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==.</a:t>
              </a:r>
              <a:br>
                <a:rPr sz="2400"/>
              </a:b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       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163440" y="2006640"/>
              <a:ext cx="8612640" cy="457560"/>
            </a:xfrm>
            <a:custGeom>
              <a:avLst/>
              <a:gdLst/>
              <a:ahLst/>
              <a:rect l="0" t="0" r="r" b="b"/>
              <a:pathLst>
                <a:path w="23924" h="1271">
                  <a:moveTo>
                    <a:pt x="0" y="70"/>
                  </a:moveTo>
                  <a:lnTo>
                    <a:pt x="0" y="1271"/>
                  </a:lnTo>
                  <a:lnTo>
                    <a:pt x="765" y="635"/>
                  </a:lnTo>
                  <a:lnTo>
                    <a:pt x="1203" y="882"/>
                  </a:lnTo>
                  <a:lnTo>
                    <a:pt x="1312" y="777"/>
                  </a:lnTo>
                  <a:lnTo>
                    <a:pt x="1458" y="706"/>
                  </a:lnTo>
                  <a:lnTo>
                    <a:pt x="1604" y="635"/>
                  </a:lnTo>
                  <a:lnTo>
                    <a:pt x="1641" y="741"/>
                  </a:lnTo>
                  <a:lnTo>
                    <a:pt x="1641" y="847"/>
                  </a:lnTo>
                  <a:lnTo>
                    <a:pt x="1750" y="847"/>
                  </a:lnTo>
                  <a:lnTo>
                    <a:pt x="1859" y="882"/>
                  </a:lnTo>
                  <a:lnTo>
                    <a:pt x="1969" y="882"/>
                  </a:lnTo>
                  <a:lnTo>
                    <a:pt x="2078" y="812"/>
                  </a:lnTo>
                  <a:lnTo>
                    <a:pt x="2224" y="741"/>
                  </a:lnTo>
                  <a:lnTo>
                    <a:pt x="2333" y="635"/>
                  </a:lnTo>
                  <a:lnTo>
                    <a:pt x="2443" y="599"/>
                  </a:lnTo>
                  <a:lnTo>
                    <a:pt x="2552" y="529"/>
                  </a:lnTo>
                  <a:lnTo>
                    <a:pt x="2625" y="741"/>
                  </a:lnTo>
                  <a:lnTo>
                    <a:pt x="2771" y="847"/>
                  </a:lnTo>
                  <a:lnTo>
                    <a:pt x="2880" y="847"/>
                  </a:lnTo>
                  <a:lnTo>
                    <a:pt x="2990" y="777"/>
                  </a:lnTo>
                  <a:lnTo>
                    <a:pt x="3099" y="706"/>
                  </a:lnTo>
                  <a:lnTo>
                    <a:pt x="3209" y="599"/>
                  </a:lnTo>
                  <a:lnTo>
                    <a:pt x="3318" y="599"/>
                  </a:lnTo>
                  <a:lnTo>
                    <a:pt x="3464" y="599"/>
                  </a:lnTo>
                  <a:lnTo>
                    <a:pt x="3610" y="599"/>
                  </a:lnTo>
                  <a:lnTo>
                    <a:pt x="3719" y="529"/>
                  </a:lnTo>
                  <a:lnTo>
                    <a:pt x="3829" y="493"/>
                  </a:lnTo>
                  <a:lnTo>
                    <a:pt x="3974" y="423"/>
                  </a:lnTo>
                  <a:lnTo>
                    <a:pt x="3974" y="529"/>
                  </a:lnTo>
                  <a:lnTo>
                    <a:pt x="4011" y="635"/>
                  </a:lnTo>
                  <a:lnTo>
                    <a:pt x="4120" y="635"/>
                  </a:lnTo>
                  <a:lnTo>
                    <a:pt x="4230" y="635"/>
                  </a:lnTo>
                  <a:lnTo>
                    <a:pt x="4376" y="671"/>
                  </a:lnTo>
                  <a:lnTo>
                    <a:pt x="4521" y="741"/>
                  </a:lnTo>
                  <a:lnTo>
                    <a:pt x="4631" y="777"/>
                  </a:lnTo>
                  <a:lnTo>
                    <a:pt x="4777" y="812"/>
                  </a:lnTo>
                  <a:lnTo>
                    <a:pt x="4886" y="847"/>
                  </a:lnTo>
                  <a:lnTo>
                    <a:pt x="4996" y="847"/>
                  </a:lnTo>
                  <a:lnTo>
                    <a:pt x="5105" y="847"/>
                  </a:lnTo>
                  <a:lnTo>
                    <a:pt x="5214" y="882"/>
                  </a:lnTo>
                  <a:lnTo>
                    <a:pt x="5324" y="882"/>
                  </a:lnTo>
                  <a:lnTo>
                    <a:pt x="5433" y="882"/>
                  </a:lnTo>
                  <a:lnTo>
                    <a:pt x="5579" y="918"/>
                  </a:lnTo>
                  <a:lnTo>
                    <a:pt x="5725" y="918"/>
                  </a:lnTo>
                  <a:lnTo>
                    <a:pt x="5907" y="918"/>
                  </a:lnTo>
                  <a:lnTo>
                    <a:pt x="6054" y="918"/>
                  </a:lnTo>
                  <a:lnTo>
                    <a:pt x="6200" y="918"/>
                  </a:lnTo>
                  <a:lnTo>
                    <a:pt x="6309" y="918"/>
                  </a:lnTo>
                  <a:lnTo>
                    <a:pt x="6455" y="918"/>
                  </a:lnTo>
                  <a:lnTo>
                    <a:pt x="6565" y="882"/>
                  </a:lnTo>
                  <a:lnTo>
                    <a:pt x="6674" y="847"/>
                  </a:lnTo>
                  <a:lnTo>
                    <a:pt x="6783" y="847"/>
                  </a:lnTo>
                  <a:lnTo>
                    <a:pt x="6893" y="918"/>
                  </a:lnTo>
                  <a:lnTo>
                    <a:pt x="7002" y="988"/>
                  </a:lnTo>
                  <a:lnTo>
                    <a:pt x="7112" y="953"/>
                  </a:lnTo>
                  <a:lnTo>
                    <a:pt x="7221" y="918"/>
                  </a:lnTo>
                  <a:lnTo>
                    <a:pt x="7330" y="918"/>
                  </a:lnTo>
                  <a:lnTo>
                    <a:pt x="7440" y="988"/>
                  </a:lnTo>
                  <a:lnTo>
                    <a:pt x="7513" y="1094"/>
                  </a:lnTo>
                  <a:lnTo>
                    <a:pt x="7622" y="1129"/>
                  </a:lnTo>
                  <a:lnTo>
                    <a:pt x="7768" y="1094"/>
                  </a:lnTo>
                  <a:lnTo>
                    <a:pt x="7914" y="1059"/>
                  </a:lnTo>
                  <a:lnTo>
                    <a:pt x="8023" y="1024"/>
                  </a:lnTo>
                  <a:lnTo>
                    <a:pt x="8096" y="918"/>
                  </a:lnTo>
                  <a:lnTo>
                    <a:pt x="8133" y="812"/>
                  </a:lnTo>
                  <a:lnTo>
                    <a:pt x="8242" y="706"/>
                  </a:lnTo>
                  <a:lnTo>
                    <a:pt x="8461" y="706"/>
                  </a:lnTo>
                  <a:lnTo>
                    <a:pt x="8607" y="741"/>
                  </a:lnTo>
                  <a:lnTo>
                    <a:pt x="8789" y="812"/>
                  </a:lnTo>
                  <a:lnTo>
                    <a:pt x="8972" y="847"/>
                  </a:lnTo>
                  <a:lnTo>
                    <a:pt x="9081" y="882"/>
                  </a:lnTo>
                  <a:lnTo>
                    <a:pt x="9190" y="918"/>
                  </a:lnTo>
                  <a:lnTo>
                    <a:pt x="9300" y="953"/>
                  </a:lnTo>
                  <a:lnTo>
                    <a:pt x="9409" y="918"/>
                  </a:lnTo>
                  <a:lnTo>
                    <a:pt x="9555" y="847"/>
                  </a:lnTo>
                  <a:lnTo>
                    <a:pt x="9737" y="777"/>
                  </a:lnTo>
                  <a:lnTo>
                    <a:pt x="9883" y="777"/>
                  </a:lnTo>
                  <a:lnTo>
                    <a:pt x="9993" y="777"/>
                  </a:lnTo>
                  <a:lnTo>
                    <a:pt x="10102" y="706"/>
                  </a:lnTo>
                  <a:lnTo>
                    <a:pt x="10248" y="635"/>
                  </a:lnTo>
                  <a:lnTo>
                    <a:pt x="10430" y="635"/>
                  </a:lnTo>
                  <a:lnTo>
                    <a:pt x="10540" y="635"/>
                  </a:lnTo>
                  <a:lnTo>
                    <a:pt x="10649" y="635"/>
                  </a:lnTo>
                  <a:lnTo>
                    <a:pt x="10868" y="564"/>
                  </a:lnTo>
                  <a:lnTo>
                    <a:pt x="11014" y="529"/>
                  </a:lnTo>
                  <a:lnTo>
                    <a:pt x="11196" y="493"/>
                  </a:lnTo>
                  <a:lnTo>
                    <a:pt x="11342" y="423"/>
                  </a:lnTo>
                  <a:lnTo>
                    <a:pt x="11524" y="388"/>
                  </a:lnTo>
                  <a:lnTo>
                    <a:pt x="11634" y="352"/>
                  </a:lnTo>
                  <a:lnTo>
                    <a:pt x="11743" y="352"/>
                  </a:lnTo>
                  <a:lnTo>
                    <a:pt x="11852" y="458"/>
                  </a:lnTo>
                  <a:lnTo>
                    <a:pt x="11998" y="529"/>
                  </a:lnTo>
                  <a:lnTo>
                    <a:pt x="12144" y="599"/>
                  </a:lnTo>
                  <a:lnTo>
                    <a:pt x="12254" y="671"/>
                  </a:lnTo>
                  <a:lnTo>
                    <a:pt x="12363" y="671"/>
                  </a:lnTo>
                  <a:lnTo>
                    <a:pt x="12472" y="671"/>
                  </a:lnTo>
                  <a:lnTo>
                    <a:pt x="12582" y="635"/>
                  </a:lnTo>
                  <a:lnTo>
                    <a:pt x="12728" y="635"/>
                  </a:lnTo>
                  <a:lnTo>
                    <a:pt x="12837" y="599"/>
                  </a:lnTo>
                  <a:lnTo>
                    <a:pt x="12946" y="599"/>
                  </a:lnTo>
                  <a:lnTo>
                    <a:pt x="13056" y="599"/>
                  </a:lnTo>
                  <a:lnTo>
                    <a:pt x="13202" y="599"/>
                  </a:lnTo>
                  <a:lnTo>
                    <a:pt x="13311" y="599"/>
                  </a:lnTo>
                  <a:lnTo>
                    <a:pt x="13421" y="599"/>
                  </a:lnTo>
                  <a:lnTo>
                    <a:pt x="13530" y="599"/>
                  </a:lnTo>
                  <a:lnTo>
                    <a:pt x="13639" y="599"/>
                  </a:lnTo>
                  <a:lnTo>
                    <a:pt x="13785" y="599"/>
                  </a:lnTo>
                  <a:lnTo>
                    <a:pt x="13895" y="564"/>
                  </a:lnTo>
                  <a:lnTo>
                    <a:pt x="14041" y="529"/>
                  </a:lnTo>
                  <a:lnTo>
                    <a:pt x="14186" y="493"/>
                  </a:lnTo>
                  <a:lnTo>
                    <a:pt x="14332" y="493"/>
                  </a:lnTo>
                  <a:lnTo>
                    <a:pt x="14478" y="388"/>
                  </a:lnTo>
                  <a:lnTo>
                    <a:pt x="14624" y="317"/>
                  </a:lnTo>
                  <a:lnTo>
                    <a:pt x="14733" y="317"/>
                  </a:lnTo>
                  <a:lnTo>
                    <a:pt x="14879" y="388"/>
                  </a:lnTo>
                  <a:lnTo>
                    <a:pt x="14989" y="493"/>
                  </a:lnTo>
                  <a:lnTo>
                    <a:pt x="15098" y="529"/>
                  </a:lnTo>
                  <a:lnTo>
                    <a:pt x="15207" y="599"/>
                  </a:lnTo>
                  <a:lnTo>
                    <a:pt x="15317" y="671"/>
                  </a:lnTo>
                  <a:lnTo>
                    <a:pt x="15463" y="741"/>
                  </a:lnTo>
                  <a:lnTo>
                    <a:pt x="15572" y="741"/>
                  </a:lnTo>
                  <a:lnTo>
                    <a:pt x="15682" y="777"/>
                  </a:lnTo>
                  <a:lnTo>
                    <a:pt x="15791" y="812"/>
                  </a:lnTo>
                  <a:lnTo>
                    <a:pt x="15900" y="847"/>
                  </a:lnTo>
                  <a:lnTo>
                    <a:pt x="16010" y="882"/>
                  </a:lnTo>
                  <a:lnTo>
                    <a:pt x="16119" y="918"/>
                  </a:lnTo>
                  <a:lnTo>
                    <a:pt x="16229" y="918"/>
                  </a:lnTo>
                  <a:lnTo>
                    <a:pt x="16338" y="918"/>
                  </a:lnTo>
                  <a:lnTo>
                    <a:pt x="16447" y="918"/>
                  </a:lnTo>
                  <a:lnTo>
                    <a:pt x="16557" y="918"/>
                  </a:lnTo>
                  <a:lnTo>
                    <a:pt x="16666" y="918"/>
                  </a:lnTo>
                  <a:lnTo>
                    <a:pt x="16776" y="918"/>
                  </a:lnTo>
                  <a:lnTo>
                    <a:pt x="16921" y="918"/>
                  </a:lnTo>
                  <a:lnTo>
                    <a:pt x="17031" y="953"/>
                  </a:lnTo>
                  <a:lnTo>
                    <a:pt x="17140" y="953"/>
                  </a:lnTo>
                  <a:lnTo>
                    <a:pt x="17286" y="1024"/>
                  </a:lnTo>
                  <a:lnTo>
                    <a:pt x="17396" y="1059"/>
                  </a:lnTo>
                  <a:lnTo>
                    <a:pt x="17505" y="1094"/>
                  </a:lnTo>
                  <a:lnTo>
                    <a:pt x="17614" y="1165"/>
                  </a:lnTo>
                  <a:lnTo>
                    <a:pt x="17724" y="1165"/>
                  </a:lnTo>
                  <a:lnTo>
                    <a:pt x="17833" y="1165"/>
                  </a:lnTo>
                  <a:lnTo>
                    <a:pt x="17944" y="1129"/>
                  </a:lnTo>
                  <a:lnTo>
                    <a:pt x="18089" y="1059"/>
                  </a:lnTo>
                  <a:lnTo>
                    <a:pt x="18199" y="988"/>
                  </a:lnTo>
                  <a:lnTo>
                    <a:pt x="18308" y="988"/>
                  </a:lnTo>
                  <a:lnTo>
                    <a:pt x="18454" y="918"/>
                  </a:lnTo>
                  <a:lnTo>
                    <a:pt x="18564" y="882"/>
                  </a:lnTo>
                  <a:lnTo>
                    <a:pt x="18600" y="777"/>
                  </a:lnTo>
                  <a:lnTo>
                    <a:pt x="18636" y="671"/>
                  </a:lnTo>
                  <a:lnTo>
                    <a:pt x="18746" y="599"/>
                  </a:lnTo>
                  <a:lnTo>
                    <a:pt x="18855" y="599"/>
                  </a:lnTo>
                  <a:lnTo>
                    <a:pt x="18965" y="635"/>
                  </a:lnTo>
                  <a:lnTo>
                    <a:pt x="19074" y="671"/>
                  </a:lnTo>
                  <a:lnTo>
                    <a:pt x="19183" y="671"/>
                  </a:lnTo>
                  <a:lnTo>
                    <a:pt x="19293" y="706"/>
                  </a:lnTo>
                  <a:lnTo>
                    <a:pt x="19402" y="706"/>
                  </a:lnTo>
                  <a:lnTo>
                    <a:pt x="19548" y="706"/>
                  </a:lnTo>
                  <a:lnTo>
                    <a:pt x="19694" y="671"/>
                  </a:lnTo>
                  <a:lnTo>
                    <a:pt x="19840" y="635"/>
                  </a:lnTo>
                  <a:lnTo>
                    <a:pt x="19986" y="564"/>
                  </a:lnTo>
                  <a:lnTo>
                    <a:pt x="20132" y="529"/>
                  </a:lnTo>
                  <a:lnTo>
                    <a:pt x="20350" y="493"/>
                  </a:lnTo>
                  <a:lnTo>
                    <a:pt x="20460" y="493"/>
                  </a:lnTo>
                  <a:lnTo>
                    <a:pt x="20569" y="529"/>
                  </a:lnTo>
                  <a:lnTo>
                    <a:pt x="20679" y="599"/>
                  </a:lnTo>
                  <a:lnTo>
                    <a:pt x="20788" y="671"/>
                  </a:lnTo>
                  <a:lnTo>
                    <a:pt x="20934" y="706"/>
                  </a:lnTo>
                  <a:lnTo>
                    <a:pt x="21043" y="777"/>
                  </a:lnTo>
                  <a:lnTo>
                    <a:pt x="21189" y="812"/>
                  </a:lnTo>
                  <a:lnTo>
                    <a:pt x="21335" y="882"/>
                  </a:lnTo>
                  <a:lnTo>
                    <a:pt x="21481" y="882"/>
                  </a:lnTo>
                  <a:lnTo>
                    <a:pt x="21627" y="882"/>
                  </a:lnTo>
                  <a:lnTo>
                    <a:pt x="21736" y="918"/>
                  </a:lnTo>
                  <a:lnTo>
                    <a:pt x="21846" y="953"/>
                  </a:lnTo>
                  <a:lnTo>
                    <a:pt x="22028" y="953"/>
                  </a:lnTo>
                  <a:lnTo>
                    <a:pt x="22137" y="953"/>
                  </a:lnTo>
                  <a:lnTo>
                    <a:pt x="22247" y="988"/>
                  </a:lnTo>
                  <a:lnTo>
                    <a:pt x="22356" y="1024"/>
                  </a:lnTo>
                  <a:lnTo>
                    <a:pt x="22502" y="1094"/>
                  </a:lnTo>
                  <a:lnTo>
                    <a:pt x="22648" y="1129"/>
                  </a:lnTo>
                  <a:lnTo>
                    <a:pt x="22757" y="1165"/>
                  </a:lnTo>
                  <a:lnTo>
                    <a:pt x="22867" y="1165"/>
                  </a:lnTo>
                  <a:lnTo>
                    <a:pt x="22976" y="1165"/>
                  </a:lnTo>
                  <a:lnTo>
                    <a:pt x="23085" y="1165"/>
                  </a:lnTo>
                  <a:lnTo>
                    <a:pt x="23195" y="1165"/>
                  </a:lnTo>
                  <a:lnTo>
                    <a:pt x="23304" y="1165"/>
                  </a:lnTo>
                  <a:lnTo>
                    <a:pt x="23450" y="1165"/>
                  </a:lnTo>
                  <a:lnTo>
                    <a:pt x="23560" y="1165"/>
                  </a:lnTo>
                  <a:lnTo>
                    <a:pt x="23705" y="1165"/>
                  </a:lnTo>
                  <a:lnTo>
                    <a:pt x="23815" y="1200"/>
                  </a:lnTo>
                  <a:lnTo>
                    <a:pt x="23924" y="1235"/>
                  </a:lnTo>
                  <a:lnTo>
                    <a:pt x="23778" y="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139680" y="3365640"/>
              <a:ext cx="8558640" cy="330480"/>
            </a:xfrm>
            <a:custGeom>
              <a:avLst/>
              <a:gdLst/>
              <a:ahLst/>
              <a:rect l="0" t="0" r="r" b="b"/>
              <a:pathLst>
                <a:path w="23774" h="918">
                  <a:moveTo>
                    <a:pt x="0" y="317"/>
                  </a:moveTo>
                  <a:lnTo>
                    <a:pt x="0" y="918"/>
                  </a:lnTo>
                  <a:lnTo>
                    <a:pt x="23774" y="882"/>
                  </a:lnTo>
                  <a:lnTo>
                    <a:pt x="23665" y="458"/>
                  </a:lnTo>
                  <a:lnTo>
                    <a:pt x="23556" y="423"/>
                  </a:lnTo>
                  <a:lnTo>
                    <a:pt x="23446" y="388"/>
                  </a:lnTo>
                  <a:lnTo>
                    <a:pt x="23337" y="388"/>
                  </a:lnTo>
                  <a:lnTo>
                    <a:pt x="23227" y="282"/>
                  </a:lnTo>
                  <a:lnTo>
                    <a:pt x="23118" y="282"/>
                  </a:lnTo>
                  <a:lnTo>
                    <a:pt x="23009" y="317"/>
                  </a:lnTo>
                  <a:lnTo>
                    <a:pt x="22899" y="317"/>
                  </a:lnTo>
                  <a:lnTo>
                    <a:pt x="22753" y="352"/>
                  </a:lnTo>
                  <a:lnTo>
                    <a:pt x="22680" y="458"/>
                  </a:lnTo>
                  <a:lnTo>
                    <a:pt x="22571" y="388"/>
                  </a:lnTo>
                  <a:lnTo>
                    <a:pt x="22462" y="246"/>
                  </a:lnTo>
                  <a:lnTo>
                    <a:pt x="22352" y="176"/>
                  </a:lnTo>
                  <a:lnTo>
                    <a:pt x="22243" y="105"/>
                  </a:lnTo>
                  <a:lnTo>
                    <a:pt x="22134" y="70"/>
                  </a:lnTo>
                  <a:lnTo>
                    <a:pt x="22024" y="0"/>
                  </a:lnTo>
                  <a:lnTo>
                    <a:pt x="21915" y="0"/>
                  </a:lnTo>
                  <a:lnTo>
                    <a:pt x="21805" y="70"/>
                  </a:lnTo>
                  <a:lnTo>
                    <a:pt x="21805" y="176"/>
                  </a:lnTo>
                  <a:lnTo>
                    <a:pt x="21769" y="282"/>
                  </a:lnTo>
                  <a:lnTo>
                    <a:pt x="21660" y="352"/>
                  </a:lnTo>
                  <a:lnTo>
                    <a:pt x="21514" y="423"/>
                  </a:lnTo>
                  <a:lnTo>
                    <a:pt x="21404" y="458"/>
                  </a:lnTo>
                  <a:lnTo>
                    <a:pt x="21295" y="494"/>
                  </a:lnTo>
                  <a:lnTo>
                    <a:pt x="21186" y="494"/>
                  </a:lnTo>
                  <a:lnTo>
                    <a:pt x="21076" y="494"/>
                  </a:lnTo>
                  <a:lnTo>
                    <a:pt x="20894" y="494"/>
                  </a:lnTo>
                  <a:lnTo>
                    <a:pt x="20784" y="458"/>
                  </a:lnTo>
                  <a:lnTo>
                    <a:pt x="20639" y="458"/>
                  </a:lnTo>
                  <a:lnTo>
                    <a:pt x="20493" y="458"/>
                  </a:lnTo>
                  <a:lnTo>
                    <a:pt x="20347" y="458"/>
                  </a:lnTo>
                  <a:lnTo>
                    <a:pt x="20238" y="458"/>
                  </a:lnTo>
                  <a:lnTo>
                    <a:pt x="20092" y="423"/>
                  </a:lnTo>
                  <a:lnTo>
                    <a:pt x="19982" y="423"/>
                  </a:lnTo>
                  <a:lnTo>
                    <a:pt x="19800" y="423"/>
                  </a:lnTo>
                  <a:lnTo>
                    <a:pt x="19691" y="388"/>
                  </a:lnTo>
                  <a:lnTo>
                    <a:pt x="19581" y="317"/>
                  </a:lnTo>
                  <a:lnTo>
                    <a:pt x="19472" y="282"/>
                  </a:lnTo>
                  <a:lnTo>
                    <a:pt x="19362" y="246"/>
                  </a:lnTo>
                  <a:lnTo>
                    <a:pt x="19180" y="176"/>
                  </a:lnTo>
                  <a:lnTo>
                    <a:pt x="19071" y="176"/>
                  </a:lnTo>
                  <a:lnTo>
                    <a:pt x="18961" y="176"/>
                  </a:lnTo>
                  <a:lnTo>
                    <a:pt x="18852" y="246"/>
                  </a:lnTo>
                  <a:lnTo>
                    <a:pt x="18779" y="352"/>
                  </a:lnTo>
                  <a:lnTo>
                    <a:pt x="18670" y="352"/>
                  </a:lnTo>
                  <a:lnTo>
                    <a:pt x="18524" y="352"/>
                  </a:lnTo>
                  <a:lnTo>
                    <a:pt x="18414" y="388"/>
                  </a:lnTo>
                  <a:lnTo>
                    <a:pt x="18305" y="388"/>
                  </a:lnTo>
                  <a:lnTo>
                    <a:pt x="18159" y="388"/>
                  </a:lnTo>
                  <a:lnTo>
                    <a:pt x="18050" y="388"/>
                  </a:lnTo>
                  <a:lnTo>
                    <a:pt x="17940" y="388"/>
                  </a:lnTo>
                  <a:lnTo>
                    <a:pt x="17831" y="423"/>
                  </a:lnTo>
                  <a:lnTo>
                    <a:pt x="17721" y="423"/>
                  </a:lnTo>
                  <a:lnTo>
                    <a:pt x="17611" y="458"/>
                  </a:lnTo>
                  <a:lnTo>
                    <a:pt x="17502" y="458"/>
                  </a:lnTo>
                  <a:lnTo>
                    <a:pt x="17393" y="494"/>
                  </a:lnTo>
                  <a:lnTo>
                    <a:pt x="17283" y="494"/>
                  </a:lnTo>
                  <a:lnTo>
                    <a:pt x="17174" y="458"/>
                  </a:lnTo>
                  <a:lnTo>
                    <a:pt x="17064" y="458"/>
                  </a:lnTo>
                  <a:lnTo>
                    <a:pt x="16955" y="458"/>
                  </a:lnTo>
                  <a:lnTo>
                    <a:pt x="16809" y="458"/>
                  </a:lnTo>
                  <a:lnTo>
                    <a:pt x="16700" y="458"/>
                  </a:lnTo>
                  <a:lnTo>
                    <a:pt x="16590" y="458"/>
                  </a:lnTo>
                  <a:lnTo>
                    <a:pt x="16445" y="458"/>
                  </a:lnTo>
                  <a:lnTo>
                    <a:pt x="16299" y="458"/>
                  </a:lnTo>
                  <a:lnTo>
                    <a:pt x="16153" y="494"/>
                  </a:lnTo>
                  <a:lnTo>
                    <a:pt x="16044" y="494"/>
                  </a:lnTo>
                  <a:lnTo>
                    <a:pt x="15898" y="494"/>
                  </a:lnTo>
                  <a:lnTo>
                    <a:pt x="15788" y="494"/>
                  </a:lnTo>
                  <a:lnTo>
                    <a:pt x="15679" y="494"/>
                  </a:lnTo>
                  <a:lnTo>
                    <a:pt x="15570" y="494"/>
                  </a:lnTo>
                  <a:lnTo>
                    <a:pt x="15460" y="494"/>
                  </a:lnTo>
                  <a:lnTo>
                    <a:pt x="15351" y="494"/>
                  </a:lnTo>
                  <a:lnTo>
                    <a:pt x="15205" y="458"/>
                  </a:lnTo>
                  <a:lnTo>
                    <a:pt x="15059" y="458"/>
                  </a:lnTo>
                  <a:lnTo>
                    <a:pt x="14950" y="423"/>
                  </a:lnTo>
                  <a:lnTo>
                    <a:pt x="14840" y="423"/>
                  </a:lnTo>
                  <a:lnTo>
                    <a:pt x="14694" y="388"/>
                  </a:lnTo>
                  <a:lnTo>
                    <a:pt x="14512" y="388"/>
                  </a:lnTo>
                  <a:lnTo>
                    <a:pt x="14403" y="388"/>
                  </a:lnTo>
                  <a:lnTo>
                    <a:pt x="14293" y="388"/>
                  </a:lnTo>
                  <a:lnTo>
                    <a:pt x="14184" y="388"/>
                  </a:lnTo>
                  <a:lnTo>
                    <a:pt x="14002" y="388"/>
                  </a:lnTo>
                  <a:lnTo>
                    <a:pt x="13892" y="317"/>
                  </a:lnTo>
                  <a:lnTo>
                    <a:pt x="13783" y="282"/>
                  </a:lnTo>
                  <a:lnTo>
                    <a:pt x="13674" y="282"/>
                  </a:lnTo>
                  <a:lnTo>
                    <a:pt x="13491" y="282"/>
                  </a:lnTo>
                  <a:lnTo>
                    <a:pt x="13382" y="282"/>
                  </a:lnTo>
                  <a:lnTo>
                    <a:pt x="13236" y="282"/>
                  </a:lnTo>
                  <a:lnTo>
                    <a:pt x="13127" y="282"/>
                  </a:lnTo>
                  <a:lnTo>
                    <a:pt x="13017" y="282"/>
                  </a:lnTo>
                  <a:lnTo>
                    <a:pt x="12871" y="317"/>
                  </a:lnTo>
                  <a:lnTo>
                    <a:pt x="12726" y="352"/>
                  </a:lnTo>
                  <a:lnTo>
                    <a:pt x="12543" y="388"/>
                  </a:lnTo>
                  <a:lnTo>
                    <a:pt x="12434" y="388"/>
                  </a:lnTo>
                  <a:lnTo>
                    <a:pt x="12288" y="388"/>
                  </a:lnTo>
                  <a:lnTo>
                    <a:pt x="12142" y="423"/>
                  </a:lnTo>
                  <a:lnTo>
                    <a:pt x="12033" y="458"/>
                  </a:lnTo>
                  <a:lnTo>
                    <a:pt x="11814" y="494"/>
                  </a:lnTo>
                  <a:lnTo>
                    <a:pt x="11705" y="530"/>
                  </a:lnTo>
                  <a:lnTo>
                    <a:pt x="11559" y="530"/>
                  </a:lnTo>
                  <a:lnTo>
                    <a:pt x="11413" y="565"/>
                  </a:lnTo>
                  <a:lnTo>
                    <a:pt x="11231" y="600"/>
                  </a:lnTo>
                  <a:lnTo>
                    <a:pt x="11048" y="600"/>
                  </a:lnTo>
                  <a:lnTo>
                    <a:pt x="10902" y="600"/>
                  </a:lnTo>
                  <a:lnTo>
                    <a:pt x="10793" y="600"/>
                  </a:lnTo>
                  <a:lnTo>
                    <a:pt x="10647" y="600"/>
                  </a:lnTo>
                  <a:lnTo>
                    <a:pt x="10538" y="600"/>
                  </a:lnTo>
                  <a:lnTo>
                    <a:pt x="10428" y="600"/>
                  </a:lnTo>
                  <a:lnTo>
                    <a:pt x="10319" y="600"/>
                  </a:lnTo>
                  <a:lnTo>
                    <a:pt x="10173" y="565"/>
                  </a:lnTo>
                  <a:lnTo>
                    <a:pt x="10064" y="530"/>
                  </a:lnTo>
                  <a:lnTo>
                    <a:pt x="9954" y="530"/>
                  </a:lnTo>
                  <a:lnTo>
                    <a:pt x="9809" y="494"/>
                  </a:lnTo>
                  <a:lnTo>
                    <a:pt x="9699" y="458"/>
                  </a:lnTo>
                  <a:lnTo>
                    <a:pt x="9517" y="458"/>
                  </a:lnTo>
                  <a:lnTo>
                    <a:pt x="9408" y="423"/>
                  </a:lnTo>
                  <a:lnTo>
                    <a:pt x="9298" y="423"/>
                  </a:lnTo>
                  <a:lnTo>
                    <a:pt x="9189" y="388"/>
                  </a:lnTo>
                  <a:lnTo>
                    <a:pt x="9006" y="388"/>
                  </a:lnTo>
                  <a:lnTo>
                    <a:pt x="8824" y="388"/>
                  </a:lnTo>
                  <a:lnTo>
                    <a:pt x="8678" y="352"/>
                  </a:lnTo>
                  <a:lnTo>
                    <a:pt x="8532" y="352"/>
                  </a:lnTo>
                  <a:lnTo>
                    <a:pt x="8350" y="317"/>
                  </a:lnTo>
                  <a:lnTo>
                    <a:pt x="8241" y="317"/>
                  </a:lnTo>
                  <a:lnTo>
                    <a:pt x="8131" y="317"/>
                  </a:lnTo>
                  <a:lnTo>
                    <a:pt x="8022" y="317"/>
                  </a:lnTo>
                  <a:lnTo>
                    <a:pt x="7913" y="317"/>
                  </a:lnTo>
                  <a:lnTo>
                    <a:pt x="7803" y="317"/>
                  </a:lnTo>
                  <a:lnTo>
                    <a:pt x="7694" y="317"/>
                  </a:lnTo>
                  <a:lnTo>
                    <a:pt x="7584" y="352"/>
                  </a:lnTo>
                  <a:lnTo>
                    <a:pt x="7475" y="388"/>
                  </a:lnTo>
                  <a:lnTo>
                    <a:pt x="7329" y="458"/>
                  </a:lnTo>
                  <a:lnTo>
                    <a:pt x="7220" y="458"/>
                  </a:lnTo>
                  <a:lnTo>
                    <a:pt x="7110" y="494"/>
                  </a:lnTo>
                  <a:lnTo>
                    <a:pt x="7001" y="494"/>
                  </a:lnTo>
                  <a:lnTo>
                    <a:pt x="6892" y="494"/>
                  </a:lnTo>
                  <a:lnTo>
                    <a:pt x="6782" y="494"/>
                  </a:lnTo>
                  <a:lnTo>
                    <a:pt x="6636" y="494"/>
                  </a:lnTo>
                  <a:lnTo>
                    <a:pt x="6491" y="494"/>
                  </a:lnTo>
                  <a:lnTo>
                    <a:pt x="6381" y="458"/>
                  </a:lnTo>
                  <a:lnTo>
                    <a:pt x="6272" y="423"/>
                  </a:lnTo>
                  <a:lnTo>
                    <a:pt x="6090" y="388"/>
                  </a:lnTo>
                  <a:lnTo>
                    <a:pt x="5944" y="388"/>
                  </a:lnTo>
                  <a:lnTo>
                    <a:pt x="5833" y="352"/>
                  </a:lnTo>
                  <a:lnTo>
                    <a:pt x="5687" y="282"/>
                  </a:lnTo>
                  <a:lnTo>
                    <a:pt x="5578" y="246"/>
                  </a:lnTo>
                  <a:lnTo>
                    <a:pt x="5469" y="211"/>
                  </a:lnTo>
                  <a:lnTo>
                    <a:pt x="5359" y="176"/>
                  </a:lnTo>
                  <a:lnTo>
                    <a:pt x="5213" y="176"/>
                  </a:lnTo>
                  <a:lnTo>
                    <a:pt x="5104" y="176"/>
                  </a:lnTo>
                  <a:lnTo>
                    <a:pt x="4995" y="176"/>
                  </a:lnTo>
                  <a:lnTo>
                    <a:pt x="4849" y="176"/>
                  </a:lnTo>
                  <a:lnTo>
                    <a:pt x="4703" y="211"/>
                  </a:lnTo>
                  <a:lnTo>
                    <a:pt x="4594" y="246"/>
                  </a:lnTo>
                  <a:lnTo>
                    <a:pt x="4484" y="282"/>
                  </a:lnTo>
                  <a:lnTo>
                    <a:pt x="4338" y="317"/>
                  </a:lnTo>
                  <a:lnTo>
                    <a:pt x="4193" y="352"/>
                  </a:lnTo>
                  <a:lnTo>
                    <a:pt x="4010" y="388"/>
                  </a:lnTo>
                  <a:lnTo>
                    <a:pt x="3901" y="388"/>
                  </a:lnTo>
                  <a:lnTo>
                    <a:pt x="3791" y="388"/>
                  </a:lnTo>
                  <a:lnTo>
                    <a:pt x="3646" y="388"/>
                  </a:lnTo>
                  <a:lnTo>
                    <a:pt x="3500" y="388"/>
                  </a:lnTo>
                  <a:lnTo>
                    <a:pt x="3354" y="388"/>
                  </a:lnTo>
                  <a:lnTo>
                    <a:pt x="3208" y="388"/>
                  </a:lnTo>
                  <a:lnTo>
                    <a:pt x="3099" y="388"/>
                  </a:lnTo>
                  <a:lnTo>
                    <a:pt x="2989" y="388"/>
                  </a:lnTo>
                  <a:lnTo>
                    <a:pt x="2843" y="423"/>
                  </a:lnTo>
                  <a:lnTo>
                    <a:pt x="2661" y="458"/>
                  </a:lnTo>
                  <a:lnTo>
                    <a:pt x="2552" y="458"/>
                  </a:lnTo>
                  <a:lnTo>
                    <a:pt x="2442" y="494"/>
                  </a:lnTo>
                  <a:lnTo>
                    <a:pt x="2333" y="494"/>
                  </a:lnTo>
                  <a:lnTo>
                    <a:pt x="2187" y="494"/>
                  </a:lnTo>
                  <a:lnTo>
                    <a:pt x="2041" y="494"/>
                  </a:lnTo>
                  <a:lnTo>
                    <a:pt x="1932" y="494"/>
                  </a:lnTo>
                  <a:lnTo>
                    <a:pt x="1823" y="494"/>
                  </a:lnTo>
                  <a:lnTo>
                    <a:pt x="1677" y="494"/>
                  </a:lnTo>
                  <a:lnTo>
                    <a:pt x="1531" y="494"/>
                  </a:lnTo>
                  <a:lnTo>
                    <a:pt x="1421" y="494"/>
                  </a:lnTo>
                  <a:lnTo>
                    <a:pt x="1276" y="494"/>
                  </a:lnTo>
                  <a:lnTo>
                    <a:pt x="1166" y="494"/>
                  </a:lnTo>
                  <a:lnTo>
                    <a:pt x="1057" y="494"/>
                  </a:lnTo>
                  <a:lnTo>
                    <a:pt x="947" y="494"/>
                  </a:lnTo>
                  <a:lnTo>
                    <a:pt x="802" y="494"/>
                  </a:lnTo>
                  <a:lnTo>
                    <a:pt x="692" y="494"/>
                  </a:lnTo>
                  <a:lnTo>
                    <a:pt x="583" y="494"/>
                  </a:lnTo>
                  <a:lnTo>
                    <a:pt x="473" y="494"/>
                  </a:lnTo>
                  <a:lnTo>
                    <a:pt x="328" y="494"/>
                  </a:lnTo>
                  <a:lnTo>
                    <a:pt x="218" y="458"/>
                  </a:lnTo>
                  <a:lnTo>
                    <a:pt x="109" y="458"/>
                  </a:lnTo>
                  <a:lnTo>
                    <a:pt x="0" y="317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"/>
          <p:cNvSpPr txBox="1"/>
          <p:nvPr/>
        </p:nvSpPr>
        <p:spPr>
          <a:xfrm>
            <a:off x="216000" y="3884760"/>
            <a:ext cx="8394840" cy="1638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CopyData.</a:t>
            </a:r>
            <a:br>
              <a:rPr sz="2400"/>
            </a:b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02  CustOrder           PIC 9(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).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77840" y="3759120"/>
            <a:ext cx="8552160" cy="343440"/>
          </a:xfrm>
          <a:custGeom>
            <a:avLst/>
            <a:gdLst/>
            <a:ahLst/>
            <a:rect l="0" t="0" r="r" b="b"/>
            <a:pathLst>
              <a:path w="23756" h="954">
                <a:moveTo>
                  <a:pt x="70" y="176"/>
                </a:moveTo>
                <a:lnTo>
                  <a:pt x="70" y="318"/>
                </a:lnTo>
                <a:lnTo>
                  <a:pt x="106" y="424"/>
                </a:lnTo>
                <a:lnTo>
                  <a:pt x="106" y="530"/>
                </a:lnTo>
                <a:lnTo>
                  <a:pt x="141" y="636"/>
                </a:lnTo>
                <a:lnTo>
                  <a:pt x="141" y="742"/>
                </a:lnTo>
                <a:lnTo>
                  <a:pt x="248" y="742"/>
                </a:lnTo>
                <a:lnTo>
                  <a:pt x="354" y="671"/>
                </a:lnTo>
                <a:lnTo>
                  <a:pt x="425" y="565"/>
                </a:lnTo>
                <a:lnTo>
                  <a:pt x="531" y="530"/>
                </a:lnTo>
                <a:lnTo>
                  <a:pt x="638" y="494"/>
                </a:lnTo>
                <a:lnTo>
                  <a:pt x="744" y="530"/>
                </a:lnTo>
                <a:lnTo>
                  <a:pt x="815" y="636"/>
                </a:lnTo>
                <a:lnTo>
                  <a:pt x="921" y="671"/>
                </a:lnTo>
                <a:lnTo>
                  <a:pt x="1028" y="742"/>
                </a:lnTo>
                <a:lnTo>
                  <a:pt x="1134" y="742"/>
                </a:lnTo>
                <a:lnTo>
                  <a:pt x="1240" y="742"/>
                </a:lnTo>
                <a:lnTo>
                  <a:pt x="1276" y="636"/>
                </a:lnTo>
                <a:lnTo>
                  <a:pt x="1382" y="565"/>
                </a:lnTo>
                <a:lnTo>
                  <a:pt x="1489" y="530"/>
                </a:lnTo>
                <a:lnTo>
                  <a:pt x="1630" y="494"/>
                </a:lnTo>
                <a:lnTo>
                  <a:pt x="1737" y="565"/>
                </a:lnTo>
                <a:lnTo>
                  <a:pt x="1843" y="600"/>
                </a:lnTo>
                <a:lnTo>
                  <a:pt x="1950" y="600"/>
                </a:lnTo>
                <a:lnTo>
                  <a:pt x="2056" y="565"/>
                </a:lnTo>
                <a:lnTo>
                  <a:pt x="2162" y="565"/>
                </a:lnTo>
                <a:lnTo>
                  <a:pt x="2304" y="530"/>
                </a:lnTo>
                <a:lnTo>
                  <a:pt x="2481" y="494"/>
                </a:lnTo>
                <a:lnTo>
                  <a:pt x="2623" y="459"/>
                </a:lnTo>
                <a:lnTo>
                  <a:pt x="2765" y="459"/>
                </a:lnTo>
                <a:lnTo>
                  <a:pt x="2942" y="459"/>
                </a:lnTo>
                <a:lnTo>
                  <a:pt x="3049" y="424"/>
                </a:lnTo>
                <a:lnTo>
                  <a:pt x="3226" y="424"/>
                </a:lnTo>
                <a:lnTo>
                  <a:pt x="3368" y="424"/>
                </a:lnTo>
                <a:lnTo>
                  <a:pt x="3474" y="424"/>
                </a:lnTo>
                <a:lnTo>
                  <a:pt x="3616" y="424"/>
                </a:lnTo>
                <a:lnTo>
                  <a:pt x="3722" y="459"/>
                </a:lnTo>
                <a:lnTo>
                  <a:pt x="3829" y="459"/>
                </a:lnTo>
                <a:lnTo>
                  <a:pt x="3935" y="494"/>
                </a:lnTo>
                <a:lnTo>
                  <a:pt x="4041" y="494"/>
                </a:lnTo>
                <a:lnTo>
                  <a:pt x="4148" y="530"/>
                </a:lnTo>
                <a:lnTo>
                  <a:pt x="4254" y="530"/>
                </a:lnTo>
                <a:lnTo>
                  <a:pt x="4361" y="600"/>
                </a:lnTo>
                <a:lnTo>
                  <a:pt x="4502" y="636"/>
                </a:lnTo>
                <a:lnTo>
                  <a:pt x="4715" y="636"/>
                </a:lnTo>
                <a:lnTo>
                  <a:pt x="4821" y="636"/>
                </a:lnTo>
                <a:lnTo>
                  <a:pt x="4963" y="636"/>
                </a:lnTo>
                <a:lnTo>
                  <a:pt x="5105" y="636"/>
                </a:lnTo>
                <a:lnTo>
                  <a:pt x="5282" y="636"/>
                </a:lnTo>
                <a:lnTo>
                  <a:pt x="5424" y="636"/>
                </a:lnTo>
                <a:lnTo>
                  <a:pt x="5531" y="636"/>
                </a:lnTo>
                <a:lnTo>
                  <a:pt x="5672" y="636"/>
                </a:lnTo>
                <a:lnTo>
                  <a:pt x="5814" y="636"/>
                </a:lnTo>
                <a:lnTo>
                  <a:pt x="5921" y="636"/>
                </a:lnTo>
                <a:lnTo>
                  <a:pt x="6062" y="636"/>
                </a:lnTo>
                <a:lnTo>
                  <a:pt x="6169" y="636"/>
                </a:lnTo>
                <a:lnTo>
                  <a:pt x="6275" y="636"/>
                </a:lnTo>
                <a:lnTo>
                  <a:pt x="6417" y="636"/>
                </a:lnTo>
                <a:lnTo>
                  <a:pt x="6594" y="636"/>
                </a:lnTo>
                <a:lnTo>
                  <a:pt x="6701" y="636"/>
                </a:lnTo>
                <a:lnTo>
                  <a:pt x="6878" y="636"/>
                </a:lnTo>
                <a:lnTo>
                  <a:pt x="6984" y="636"/>
                </a:lnTo>
                <a:lnTo>
                  <a:pt x="7126" y="600"/>
                </a:lnTo>
                <a:lnTo>
                  <a:pt x="7232" y="600"/>
                </a:lnTo>
                <a:lnTo>
                  <a:pt x="7374" y="600"/>
                </a:lnTo>
                <a:lnTo>
                  <a:pt x="7516" y="565"/>
                </a:lnTo>
                <a:lnTo>
                  <a:pt x="7658" y="530"/>
                </a:lnTo>
                <a:lnTo>
                  <a:pt x="7764" y="530"/>
                </a:lnTo>
                <a:lnTo>
                  <a:pt x="7942" y="530"/>
                </a:lnTo>
                <a:lnTo>
                  <a:pt x="8048" y="530"/>
                </a:lnTo>
                <a:lnTo>
                  <a:pt x="8154" y="530"/>
                </a:lnTo>
                <a:lnTo>
                  <a:pt x="8296" y="494"/>
                </a:lnTo>
                <a:lnTo>
                  <a:pt x="8438" y="494"/>
                </a:lnTo>
                <a:lnTo>
                  <a:pt x="8615" y="494"/>
                </a:lnTo>
                <a:lnTo>
                  <a:pt x="8792" y="494"/>
                </a:lnTo>
                <a:lnTo>
                  <a:pt x="8970" y="494"/>
                </a:lnTo>
                <a:lnTo>
                  <a:pt x="9112" y="494"/>
                </a:lnTo>
                <a:lnTo>
                  <a:pt x="9218" y="494"/>
                </a:lnTo>
                <a:lnTo>
                  <a:pt x="9324" y="494"/>
                </a:lnTo>
                <a:lnTo>
                  <a:pt x="9431" y="494"/>
                </a:lnTo>
                <a:lnTo>
                  <a:pt x="9537" y="494"/>
                </a:lnTo>
                <a:lnTo>
                  <a:pt x="9750" y="494"/>
                </a:lnTo>
                <a:lnTo>
                  <a:pt x="9892" y="494"/>
                </a:lnTo>
                <a:lnTo>
                  <a:pt x="10033" y="530"/>
                </a:lnTo>
                <a:lnTo>
                  <a:pt x="10246" y="530"/>
                </a:lnTo>
                <a:lnTo>
                  <a:pt x="10743" y="530"/>
                </a:lnTo>
                <a:lnTo>
                  <a:pt x="11239" y="530"/>
                </a:lnTo>
                <a:lnTo>
                  <a:pt x="11735" y="530"/>
                </a:lnTo>
                <a:lnTo>
                  <a:pt x="12233" y="530"/>
                </a:lnTo>
                <a:lnTo>
                  <a:pt x="12445" y="530"/>
                </a:lnTo>
                <a:lnTo>
                  <a:pt x="12623" y="530"/>
                </a:lnTo>
                <a:lnTo>
                  <a:pt x="12764" y="530"/>
                </a:lnTo>
                <a:lnTo>
                  <a:pt x="12871" y="565"/>
                </a:lnTo>
                <a:lnTo>
                  <a:pt x="12977" y="600"/>
                </a:lnTo>
                <a:lnTo>
                  <a:pt x="13154" y="671"/>
                </a:lnTo>
                <a:lnTo>
                  <a:pt x="13296" y="706"/>
                </a:lnTo>
                <a:lnTo>
                  <a:pt x="13474" y="706"/>
                </a:lnTo>
                <a:lnTo>
                  <a:pt x="13651" y="706"/>
                </a:lnTo>
                <a:lnTo>
                  <a:pt x="13864" y="706"/>
                </a:lnTo>
                <a:lnTo>
                  <a:pt x="14005" y="706"/>
                </a:lnTo>
                <a:lnTo>
                  <a:pt x="14112" y="706"/>
                </a:lnTo>
                <a:lnTo>
                  <a:pt x="14254" y="706"/>
                </a:lnTo>
                <a:lnTo>
                  <a:pt x="14431" y="706"/>
                </a:lnTo>
                <a:lnTo>
                  <a:pt x="14573" y="706"/>
                </a:lnTo>
                <a:lnTo>
                  <a:pt x="14715" y="706"/>
                </a:lnTo>
                <a:lnTo>
                  <a:pt x="14821" y="706"/>
                </a:lnTo>
                <a:lnTo>
                  <a:pt x="14927" y="706"/>
                </a:lnTo>
                <a:lnTo>
                  <a:pt x="15069" y="778"/>
                </a:lnTo>
                <a:lnTo>
                  <a:pt x="15246" y="813"/>
                </a:lnTo>
                <a:lnTo>
                  <a:pt x="15424" y="883"/>
                </a:lnTo>
                <a:lnTo>
                  <a:pt x="15601" y="919"/>
                </a:lnTo>
                <a:lnTo>
                  <a:pt x="15707" y="954"/>
                </a:lnTo>
                <a:lnTo>
                  <a:pt x="15814" y="954"/>
                </a:lnTo>
                <a:lnTo>
                  <a:pt x="15920" y="954"/>
                </a:lnTo>
                <a:lnTo>
                  <a:pt x="16062" y="813"/>
                </a:lnTo>
                <a:lnTo>
                  <a:pt x="16204" y="742"/>
                </a:lnTo>
                <a:lnTo>
                  <a:pt x="16345" y="706"/>
                </a:lnTo>
                <a:lnTo>
                  <a:pt x="16452" y="671"/>
                </a:lnTo>
                <a:lnTo>
                  <a:pt x="16558" y="636"/>
                </a:lnTo>
                <a:lnTo>
                  <a:pt x="16665" y="600"/>
                </a:lnTo>
                <a:lnTo>
                  <a:pt x="16806" y="530"/>
                </a:lnTo>
                <a:lnTo>
                  <a:pt x="16913" y="530"/>
                </a:lnTo>
                <a:lnTo>
                  <a:pt x="17055" y="530"/>
                </a:lnTo>
                <a:lnTo>
                  <a:pt x="17161" y="565"/>
                </a:lnTo>
                <a:lnTo>
                  <a:pt x="17267" y="565"/>
                </a:lnTo>
                <a:lnTo>
                  <a:pt x="17374" y="600"/>
                </a:lnTo>
                <a:lnTo>
                  <a:pt x="17480" y="600"/>
                </a:lnTo>
                <a:lnTo>
                  <a:pt x="17622" y="636"/>
                </a:lnTo>
                <a:lnTo>
                  <a:pt x="17728" y="636"/>
                </a:lnTo>
                <a:lnTo>
                  <a:pt x="17835" y="636"/>
                </a:lnTo>
                <a:lnTo>
                  <a:pt x="17976" y="636"/>
                </a:lnTo>
                <a:lnTo>
                  <a:pt x="18083" y="636"/>
                </a:lnTo>
                <a:lnTo>
                  <a:pt x="18225" y="636"/>
                </a:lnTo>
                <a:lnTo>
                  <a:pt x="18331" y="636"/>
                </a:lnTo>
                <a:lnTo>
                  <a:pt x="18473" y="671"/>
                </a:lnTo>
                <a:lnTo>
                  <a:pt x="18579" y="671"/>
                </a:lnTo>
                <a:lnTo>
                  <a:pt x="18756" y="671"/>
                </a:lnTo>
                <a:lnTo>
                  <a:pt x="18898" y="706"/>
                </a:lnTo>
                <a:lnTo>
                  <a:pt x="19005" y="706"/>
                </a:lnTo>
                <a:lnTo>
                  <a:pt x="19182" y="706"/>
                </a:lnTo>
                <a:lnTo>
                  <a:pt x="19324" y="706"/>
                </a:lnTo>
                <a:lnTo>
                  <a:pt x="19501" y="706"/>
                </a:lnTo>
                <a:lnTo>
                  <a:pt x="19607" y="706"/>
                </a:lnTo>
                <a:lnTo>
                  <a:pt x="19714" y="706"/>
                </a:lnTo>
                <a:lnTo>
                  <a:pt x="19856" y="706"/>
                </a:lnTo>
                <a:lnTo>
                  <a:pt x="19997" y="706"/>
                </a:lnTo>
                <a:lnTo>
                  <a:pt x="20139" y="706"/>
                </a:lnTo>
                <a:lnTo>
                  <a:pt x="20246" y="706"/>
                </a:lnTo>
                <a:lnTo>
                  <a:pt x="20352" y="706"/>
                </a:lnTo>
                <a:lnTo>
                  <a:pt x="20494" y="742"/>
                </a:lnTo>
                <a:lnTo>
                  <a:pt x="20636" y="742"/>
                </a:lnTo>
                <a:lnTo>
                  <a:pt x="20813" y="778"/>
                </a:lnTo>
                <a:lnTo>
                  <a:pt x="20955" y="778"/>
                </a:lnTo>
                <a:lnTo>
                  <a:pt x="21097" y="778"/>
                </a:lnTo>
                <a:lnTo>
                  <a:pt x="21238" y="813"/>
                </a:lnTo>
                <a:lnTo>
                  <a:pt x="21380" y="813"/>
                </a:lnTo>
                <a:lnTo>
                  <a:pt x="21487" y="813"/>
                </a:lnTo>
                <a:lnTo>
                  <a:pt x="21628" y="848"/>
                </a:lnTo>
                <a:lnTo>
                  <a:pt x="21735" y="848"/>
                </a:lnTo>
                <a:lnTo>
                  <a:pt x="21912" y="883"/>
                </a:lnTo>
                <a:lnTo>
                  <a:pt x="22018" y="919"/>
                </a:lnTo>
                <a:lnTo>
                  <a:pt x="22125" y="919"/>
                </a:lnTo>
                <a:lnTo>
                  <a:pt x="22231" y="919"/>
                </a:lnTo>
                <a:lnTo>
                  <a:pt x="22337" y="919"/>
                </a:lnTo>
                <a:lnTo>
                  <a:pt x="22479" y="919"/>
                </a:lnTo>
                <a:lnTo>
                  <a:pt x="22621" y="919"/>
                </a:lnTo>
                <a:lnTo>
                  <a:pt x="22727" y="919"/>
                </a:lnTo>
                <a:lnTo>
                  <a:pt x="22834" y="919"/>
                </a:lnTo>
                <a:lnTo>
                  <a:pt x="22940" y="919"/>
                </a:lnTo>
                <a:lnTo>
                  <a:pt x="23047" y="919"/>
                </a:lnTo>
                <a:lnTo>
                  <a:pt x="23224" y="919"/>
                </a:lnTo>
                <a:lnTo>
                  <a:pt x="23330" y="919"/>
                </a:lnTo>
                <a:lnTo>
                  <a:pt x="23437" y="919"/>
                </a:lnTo>
                <a:lnTo>
                  <a:pt x="23543" y="919"/>
                </a:lnTo>
                <a:lnTo>
                  <a:pt x="23649" y="919"/>
                </a:lnTo>
                <a:lnTo>
                  <a:pt x="23756" y="919"/>
                </a:lnTo>
                <a:lnTo>
                  <a:pt x="23756" y="813"/>
                </a:lnTo>
                <a:lnTo>
                  <a:pt x="23756" y="671"/>
                </a:lnTo>
                <a:lnTo>
                  <a:pt x="23756" y="565"/>
                </a:lnTo>
                <a:lnTo>
                  <a:pt x="23756" y="459"/>
                </a:lnTo>
                <a:lnTo>
                  <a:pt x="23756" y="353"/>
                </a:lnTo>
                <a:lnTo>
                  <a:pt x="23756" y="247"/>
                </a:lnTo>
                <a:lnTo>
                  <a:pt x="23756" y="141"/>
                </a:lnTo>
                <a:lnTo>
                  <a:pt x="23756" y="35"/>
                </a:lnTo>
                <a:lnTo>
                  <a:pt x="0" y="35"/>
                </a:lnTo>
                <a:lnTo>
                  <a:pt x="0" y="0"/>
                </a:lnTo>
                <a:lnTo>
                  <a:pt x="70" y="176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65240" y="5079960"/>
            <a:ext cx="8472960" cy="520920"/>
          </a:xfrm>
          <a:custGeom>
            <a:avLst/>
            <a:gdLst/>
            <a:ahLst/>
            <a:rect l="0" t="0" r="r" b="b"/>
            <a:pathLst>
              <a:path w="23536" h="1447">
                <a:moveTo>
                  <a:pt x="0" y="847"/>
                </a:moveTo>
                <a:lnTo>
                  <a:pt x="139" y="812"/>
                </a:lnTo>
                <a:lnTo>
                  <a:pt x="209" y="705"/>
                </a:lnTo>
                <a:lnTo>
                  <a:pt x="314" y="670"/>
                </a:lnTo>
                <a:lnTo>
                  <a:pt x="419" y="599"/>
                </a:lnTo>
                <a:lnTo>
                  <a:pt x="524" y="599"/>
                </a:lnTo>
                <a:lnTo>
                  <a:pt x="629" y="599"/>
                </a:lnTo>
                <a:lnTo>
                  <a:pt x="734" y="564"/>
                </a:lnTo>
                <a:lnTo>
                  <a:pt x="839" y="564"/>
                </a:lnTo>
                <a:lnTo>
                  <a:pt x="944" y="564"/>
                </a:lnTo>
                <a:lnTo>
                  <a:pt x="1049" y="564"/>
                </a:lnTo>
                <a:lnTo>
                  <a:pt x="1154" y="599"/>
                </a:lnTo>
                <a:lnTo>
                  <a:pt x="1223" y="705"/>
                </a:lnTo>
                <a:lnTo>
                  <a:pt x="1328" y="812"/>
                </a:lnTo>
                <a:lnTo>
                  <a:pt x="1468" y="847"/>
                </a:lnTo>
                <a:lnTo>
                  <a:pt x="1573" y="882"/>
                </a:lnTo>
                <a:lnTo>
                  <a:pt x="1678" y="953"/>
                </a:lnTo>
                <a:lnTo>
                  <a:pt x="1783" y="953"/>
                </a:lnTo>
                <a:lnTo>
                  <a:pt x="1888" y="988"/>
                </a:lnTo>
                <a:lnTo>
                  <a:pt x="1993" y="988"/>
                </a:lnTo>
                <a:lnTo>
                  <a:pt x="2098" y="918"/>
                </a:lnTo>
                <a:lnTo>
                  <a:pt x="2238" y="812"/>
                </a:lnTo>
                <a:lnTo>
                  <a:pt x="2377" y="741"/>
                </a:lnTo>
                <a:lnTo>
                  <a:pt x="2517" y="705"/>
                </a:lnTo>
                <a:lnTo>
                  <a:pt x="2622" y="635"/>
                </a:lnTo>
                <a:lnTo>
                  <a:pt x="2762" y="564"/>
                </a:lnTo>
                <a:lnTo>
                  <a:pt x="2902" y="529"/>
                </a:lnTo>
                <a:lnTo>
                  <a:pt x="3007" y="493"/>
                </a:lnTo>
                <a:lnTo>
                  <a:pt x="3182" y="458"/>
                </a:lnTo>
                <a:lnTo>
                  <a:pt x="3287" y="458"/>
                </a:lnTo>
                <a:lnTo>
                  <a:pt x="3462" y="423"/>
                </a:lnTo>
                <a:lnTo>
                  <a:pt x="3566" y="388"/>
                </a:lnTo>
                <a:lnTo>
                  <a:pt x="3706" y="352"/>
                </a:lnTo>
                <a:lnTo>
                  <a:pt x="3846" y="352"/>
                </a:lnTo>
                <a:lnTo>
                  <a:pt x="3951" y="317"/>
                </a:lnTo>
                <a:lnTo>
                  <a:pt x="4126" y="317"/>
                </a:lnTo>
                <a:lnTo>
                  <a:pt x="4266" y="317"/>
                </a:lnTo>
                <a:lnTo>
                  <a:pt x="4371" y="282"/>
                </a:lnTo>
                <a:lnTo>
                  <a:pt x="4476" y="282"/>
                </a:lnTo>
                <a:lnTo>
                  <a:pt x="4581" y="282"/>
                </a:lnTo>
                <a:lnTo>
                  <a:pt x="4720" y="282"/>
                </a:lnTo>
                <a:lnTo>
                  <a:pt x="4825" y="282"/>
                </a:lnTo>
                <a:lnTo>
                  <a:pt x="4930" y="282"/>
                </a:lnTo>
                <a:lnTo>
                  <a:pt x="5035" y="317"/>
                </a:lnTo>
                <a:lnTo>
                  <a:pt x="5140" y="388"/>
                </a:lnTo>
                <a:lnTo>
                  <a:pt x="5245" y="458"/>
                </a:lnTo>
                <a:lnTo>
                  <a:pt x="5350" y="458"/>
                </a:lnTo>
                <a:lnTo>
                  <a:pt x="5455" y="493"/>
                </a:lnTo>
                <a:lnTo>
                  <a:pt x="5560" y="529"/>
                </a:lnTo>
                <a:lnTo>
                  <a:pt x="5665" y="564"/>
                </a:lnTo>
                <a:lnTo>
                  <a:pt x="5770" y="564"/>
                </a:lnTo>
                <a:lnTo>
                  <a:pt x="5874" y="564"/>
                </a:lnTo>
                <a:lnTo>
                  <a:pt x="6050" y="564"/>
                </a:lnTo>
                <a:lnTo>
                  <a:pt x="6225" y="529"/>
                </a:lnTo>
                <a:lnTo>
                  <a:pt x="6330" y="529"/>
                </a:lnTo>
                <a:lnTo>
                  <a:pt x="6435" y="493"/>
                </a:lnTo>
                <a:lnTo>
                  <a:pt x="6575" y="423"/>
                </a:lnTo>
                <a:lnTo>
                  <a:pt x="6750" y="352"/>
                </a:lnTo>
                <a:lnTo>
                  <a:pt x="6890" y="317"/>
                </a:lnTo>
                <a:lnTo>
                  <a:pt x="7064" y="246"/>
                </a:lnTo>
                <a:lnTo>
                  <a:pt x="7169" y="211"/>
                </a:lnTo>
                <a:lnTo>
                  <a:pt x="7169" y="317"/>
                </a:lnTo>
                <a:lnTo>
                  <a:pt x="7344" y="211"/>
                </a:lnTo>
                <a:lnTo>
                  <a:pt x="7449" y="141"/>
                </a:lnTo>
                <a:lnTo>
                  <a:pt x="7554" y="70"/>
                </a:lnTo>
                <a:lnTo>
                  <a:pt x="7659" y="0"/>
                </a:lnTo>
                <a:lnTo>
                  <a:pt x="7764" y="70"/>
                </a:lnTo>
                <a:lnTo>
                  <a:pt x="7869" y="176"/>
                </a:lnTo>
                <a:lnTo>
                  <a:pt x="7974" y="211"/>
                </a:lnTo>
                <a:lnTo>
                  <a:pt x="8079" y="282"/>
                </a:lnTo>
                <a:lnTo>
                  <a:pt x="8183" y="317"/>
                </a:lnTo>
                <a:lnTo>
                  <a:pt x="8288" y="388"/>
                </a:lnTo>
                <a:lnTo>
                  <a:pt x="8393" y="458"/>
                </a:lnTo>
                <a:lnTo>
                  <a:pt x="8498" y="493"/>
                </a:lnTo>
                <a:lnTo>
                  <a:pt x="8603" y="493"/>
                </a:lnTo>
                <a:lnTo>
                  <a:pt x="8743" y="493"/>
                </a:lnTo>
                <a:lnTo>
                  <a:pt x="8883" y="493"/>
                </a:lnTo>
                <a:lnTo>
                  <a:pt x="8988" y="493"/>
                </a:lnTo>
                <a:lnTo>
                  <a:pt x="9128" y="493"/>
                </a:lnTo>
                <a:lnTo>
                  <a:pt x="9268" y="352"/>
                </a:lnTo>
                <a:lnTo>
                  <a:pt x="9442" y="282"/>
                </a:lnTo>
                <a:lnTo>
                  <a:pt x="9652" y="211"/>
                </a:lnTo>
                <a:lnTo>
                  <a:pt x="9827" y="141"/>
                </a:lnTo>
                <a:lnTo>
                  <a:pt x="10037" y="70"/>
                </a:lnTo>
                <a:lnTo>
                  <a:pt x="10107" y="211"/>
                </a:lnTo>
                <a:lnTo>
                  <a:pt x="10107" y="317"/>
                </a:lnTo>
                <a:lnTo>
                  <a:pt x="10107" y="423"/>
                </a:lnTo>
                <a:lnTo>
                  <a:pt x="10212" y="352"/>
                </a:lnTo>
                <a:lnTo>
                  <a:pt x="10317" y="352"/>
                </a:lnTo>
                <a:lnTo>
                  <a:pt x="10422" y="352"/>
                </a:lnTo>
                <a:lnTo>
                  <a:pt x="10526" y="423"/>
                </a:lnTo>
                <a:lnTo>
                  <a:pt x="10666" y="423"/>
                </a:lnTo>
                <a:lnTo>
                  <a:pt x="10806" y="352"/>
                </a:lnTo>
                <a:lnTo>
                  <a:pt x="10911" y="317"/>
                </a:lnTo>
                <a:lnTo>
                  <a:pt x="11016" y="282"/>
                </a:lnTo>
                <a:lnTo>
                  <a:pt x="11121" y="282"/>
                </a:lnTo>
                <a:lnTo>
                  <a:pt x="11226" y="246"/>
                </a:lnTo>
                <a:lnTo>
                  <a:pt x="11366" y="211"/>
                </a:lnTo>
                <a:lnTo>
                  <a:pt x="11471" y="176"/>
                </a:lnTo>
                <a:lnTo>
                  <a:pt x="11576" y="176"/>
                </a:lnTo>
                <a:lnTo>
                  <a:pt x="11680" y="176"/>
                </a:lnTo>
                <a:lnTo>
                  <a:pt x="11855" y="141"/>
                </a:lnTo>
                <a:lnTo>
                  <a:pt x="11995" y="141"/>
                </a:lnTo>
                <a:lnTo>
                  <a:pt x="12170" y="141"/>
                </a:lnTo>
                <a:lnTo>
                  <a:pt x="12345" y="141"/>
                </a:lnTo>
                <a:lnTo>
                  <a:pt x="12450" y="176"/>
                </a:lnTo>
                <a:lnTo>
                  <a:pt x="12485" y="317"/>
                </a:lnTo>
                <a:lnTo>
                  <a:pt x="12555" y="423"/>
                </a:lnTo>
                <a:lnTo>
                  <a:pt x="12695" y="458"/>
                </a:lnTo>
                <a:lnTo>
                  <a:pt x="12834" y="423"/>
                </a:lnTo>
                <a:lnTo>
                  <a:pt x="12974" y="388"/>
                </a:lnTo>
                <a:lnTo>
                  <a:pt x="13079" y="388"/>
                </a:lnTo>
                <a:lnTo>
                  <a:pt x="13184" y="388"/>
                </a:lnTo>
                <a:lnTo>
                  <a:pt x="13359" y="352"/>
                </a:lnTo>
                <a:lnTo>
                  <a:pt x="13464" y="317"/>
                </a:lnTo>
                <a:lnTo>
                  <a:pt x="13569" y="317"/>
                </a:lnTo>
                <a:lnTo>
                  <a:pt x="13674" y="352"/>
                </a:lnTo>
                <a:lnTo>
                  <a:pt x="13814" y="352"/>
                </a:lnTo>
                <a:lnTo>
                  <a:pt x="13918" y="317"/>
                </a:lnTo>
                <a:lnTo>
                  <a:pt x="14023" y="282"/>
                </a:lnTo>
                <a:lnTo>
                  <a:pt x="14128" y="282"/>
                </a:lnTo>
                <a:lnTo>
                  <a:pt x="14233" y="282"/>
                </a:lnTo>
                <a:lnTo>
                  <a:pt x="14338" y="423"/>
                </a:lnTo>
                <a:lnTo>
                  <a:pt x="14443" y="458"/>
                </a:lnTo>
                <a:lnTo>
                  <a:pt x="14548" y="458"/>
                </a:lnTo>
                <a:lnTo>
                  <a:pt x="14653" y="458"/>
                </a:lnTo>
                <a:lnTo>
                  <a:pt x="14758" y="529"/>
                </a:lnTo>
                <a:lnTo>
                  <a:pt x="14863" y="529"/>
                </a:lnTo>
                <a:lnTo>
                  <a:pt x="15003" y="529"/>
                </a:lnTo>
                <a:lnTo>
                  <a:pt x="15038" y="635"/>
                </a:lnTo>
                <a:lnTo>
                  <a:pt x="15142" y="635"/>
                </a:lnTo>
                <a:lnTo>
                  <a:pt x="15317" y="635"/>
                </a:lnTo>
                <a:lnTo>
                  <a:pt x="15422" y="599"/>
                </a:lnTo>
                <a:lnTo>
                  <a:pt x="15527" y="599"/>
                </a:lnTo>
                <a:lnTo>
                  <a:pt x="15667" y="599"/>
                </a:lnTo>
                <a:lnTo>
                  <a:pt x="15772" y="564"/>
                </a:lnTo>
                <a:lnTo>
                  <a:pt x="15947" y="529"/>
                </a:lnTo>
                <a:lnTo>
                  <a:pt x="16052" y="529"/>
                </a:lnTo>
                <a:lnTo>
                  <a:pt x="16192" y="564"/>
                </a:lnTo>
                <a:lnTo>
                  <a:pt x="16331" y="564"/>
                </a:lnTo>
                <a:lnTo>
                  <a:pt x="16541" y="564"/>
                </a:lnTo>
                <a:lnTo>
                  <a:pt x="16681" y="564"/>
                </a:lnTo>
                <a:lnTo>
                  <a:pt x="16786" y="564"/>
                </a:lnTo>
                <a:lnTo>
                  <a:pt x="16891" y="564"/>
                </a:lnTo>
                <a:lnTo>
                  <a:pt x="16996" y="529"/>
                </a:lnTo>
                <a:lnTo>
                  <a:pt x="17136" y="529"/>
                </a:lnTo>
                <a:lnTo>
                  <a:pt x="17346" y="458"/>
                </a:lnTo>
                <a:lnTo>
                  <a:pt x="17555" y="423"/>
                </a:lnTo>
                <a:lnTo>
                  <a:pt x="17766" y="352"/>
                </a:lnTo>
                <a:lnTo>
                  <a:pt x="17976" y="282"/>
                </a:lnTo>
                <a:lnTo>
                  <a:pt x="18081" y="282"/>
                </a:lnTo>
                <a:lnTo>
                  <a:pt x="18186" y="423"/>
                </a:lnTo>
                <a:lnTo>
                  <a:pt x="18291" y="493"/>
                </a:lnTo>
                <a:lnTo>
                  <a:pt x="18431" y="423"/>
                </a:lnTo>
                <a:lnTo>
                  <a:pt x="18536" y="352"/>
                </a:lnTo>
                <a:lnTo>
                  <a:pt x="18675" y="282"/>
                </a:lnTo>
                <a:lnTo>
                  <a:pt x="18780" y="211"/>
                </a:lnTo>
                <a:lnTo>
                  <a:pt x="18885" y="176"/>
                </a:lnTo>
                <a:lnTo>
                  <a:pt x="18920" y="352"/>
                </a:lnTo>
                <a:lnTo>
                  <a:pt x="19060" y="423"/>
                </a:lnTo>
                <a:lnTo>
                  <a:pt x="19165" y="423"/>
                </a:lnTo>
                <a:lnTo>
                  <a:pt x="19270" y="388"/>
                </a:lnTo>
                <a:lnTo>
                  <a:pt x="19445" y="423"/>
                </a:lnTo>
                <a:lnTo>
                  <a:pt x="19620" y="423"/>
                </a:lnTo>
                <a:lnTo>
                  <a:pt x="19724" y="423"/>
                </a:lnTo>
                <a:lnTo>
                  <a:pt x="19829" y="423"/>
                </a:lnTo>
                <a:lnTo>
                  <a:pt x="19969" y="458"/>
                </a:lnTo>
                <a:lnTo>
                  <a:pt x="20144" y="493"/>
                </a:lnTo>
                <a:lnTo>
                  <a:pt x="20249" y="493"/>
                </a:lnTo>
                <a:lnTo>
                  <a:pt x="20354" y="529"/>
                </a:lnTo>
                <a:lnTo>
                  <a:pt x="20494" y="599"/>
                </a:lnTo>
                <a:lnTo>
                  <a:pt x="20599" y="599"/>
                </a:lnTo>
                <a:lnTo>
                  <a:pt x="20704" y="599"/>
                </a:lnTo>
                <a:lnTo>
                  <a:pt x="20809" y="599"/>
                </a:lnTo>
                <a:lnTo>
                  <a:pt x="21018" y="599"/>
                </a:lnTo>
                <a:lnTo>
                  <a:pt x="21123" y="599"/>
                </a:lnTo>
                <a:lnTo>
                  <a:pt x="21263" y="599"/>
                </a:lnTo>
                <a:lnTo>
                  <a:pt x="21403" y="635"/>
                </a:lnTo>
                <a:lnTo>
                  <a:pt x="21543" y="670"/>
                </a:lnTo>
                <a:lnTo>
                  <a:pt x="21683" y="670"/>
                </a:lnTo>
                <a:lnTo>
                  <a:pt x="21788" y="670"/>
                </a:lnTo>
                <a:lnTo>
                  <a:pt x="21928" y="670"/>
                </a:lnTo>
                <a:lnTo>
                  <a:pt x="22032" y="670"/>
                </a:lnTo>
                <a:lnTo>
                  <a:pt x="22277" y="670"/>
                </a:lnTo>
                <a:lnTo>
                  <a:pt x="22417" y="670"/>
                </a:lnTo>
                <a:lnTo>
                  <a:pt x="22522" y="705"/>
                </a:lnTo>
                <a:lnTo>
                  <a:pt x="22627" y="705"/>
                </a:lnTo>
                <a:lnTo>
                  <a:pt x="22732" y="705"/>
                </a:lnTo>
                <a:lnTo>
                  <a:pt x="22872" y="705"/>
                </a:lnTo>
                <a:lnTo>
                  <a:pt x="23012" y="705"/>
                </a:lnTo>
                <a:lnTo>
                  <a:pt x="23117" y="705"/>
                </a:lnTo>
                <a:lnTo>
                  <a:pt x="23221" y="705"/>
                </a:lnTo>
                <a:lnTo>
                  <a:pt x="23326" y="705"/>
                </a:lnTo>
                <a:lnTo>
                  <a:pt x="23431" y="741"/>
                </a:lnTo>
                <a:lnTo>
                  <a:pt x="23536" y="741"/>
                </a:lnTo>
                <a:lnTo>
                  <a:pt x="23501" y="1412"/>
                </a:lnTo>
                <a:lnTo>
                  <a:pt x="34" y="1447"/>
                </a:lnTo>
                <a:lnTo>
                  <a:pt x="0" y="847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577960" y="196920"/>
            <a:ext cx="3670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Example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455760" y="5335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" name=""/>
          <p:cNvGrpSpPr/>
          <p:nvPr/>
        </p:nvGrpSpPr>
        <p:grpSpPr>
          <a:xfrm>
            <a:off x="341280" y="977760"/>
            <a:ext cx="7736040" cy="833760"/>
            <a:chOff x="341280" y="977760"/>
            <a:chExt cx="7736040" cy="833760"/>
          </a:xfrm>
        </p:grpSpPr>
        <p:sp>
          <p:nvSpPr>
            <p:cNvPr id="115" name=""/>
            <p:cNvSpPr txBox="1"/>
            <p:nvPr/>
          </p:nvSpPr>
          <p:spPr>
            <a:xfrm>
              <a:off x="343080" y="1328760"/>
              <a:ext cx="7734240" cy="4827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02 CustOrder2           PIC 9(6)V99.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 txBox="1"/>
            <p:nvPr/>
          </p:nvSpPr>
          <p:spPr>
            <a:xfrm>
              <a:off x="341280" y="977760"/>
              <a:ext cx="1714680" cy="3618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</a:pPr>
              <a:r>
                <a:rPr lang="en-US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Copyfile4.cbl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7" name=""/>
          <p:cNvGrpSpPr/>
          <p:nvPr/>
        </p:nvGrpSpPr>
        <p:grpSpPr>
          <a:xfrm>
            <a:off x="241200" y="2349360"/>
            <a:ext cx="8331480" cy="2171880"/>
            <a:chOff x="241200" y="2349360"/>
            <a:chExt cx="8331480" cy="2171880"/>
          </a:xfrm>
        </p:grpSpPr>
        <p:sp>
          <p:nvSpPr>
            <p:cNvPr id="118" name=""/>
            <p:cNvSpPr/>
            <p:nvPr/>
          </p:nvSpPr>
          <p:spPr>
            <a:xfrm>
              <a:off x="571680" y="2463840"/>
              <a:ext cx="7873920" cy="2057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"/>
            <p:cNvSpPr txBox="1"/>
            <p:nvPr/>
          </p:nvSpPr>
          <p:spPr>
            <a:xfrm>
              <a:off x="279360" y="2413080"/>
              <a:ext cx="8128080" cy="15526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01 CopyData.                                 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COPY CopyFile4 REPLACING ==</a:t>
              </a: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V99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== BY ====. 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41200" y="2349360"/>
              <a:ext cx="8331480" cy="457560"/>
            </a:xfrm>
            <a:custGeom>
              <a:avLst/>
              <a:gdLst/>
              <a:ahLst/>
              <a:rect l="0" t="0" r="r" b="b"/>
              <a:pathLst>
                <a:path w="23143" h="1271">
                  <a:moveTo>
                    <a:pt x="0" y="70"/>
                  </a:moveTo>
                  <a:lnTo>
                    <a:pt x="0" y="1271"/>
                  </a:lnTo>
                  <a:lnTo>
                    <a:pt x="740" y="635"/>
                  </a:lnTo>
                  <a:lnTo>
                    <a:pt x="1164" y="882"/>
                  </a:lnTo>
                  <a:lnTo>
                    <a:pt x="1269" y="777"/>
                  </a:lnTo>
                  <a:lnTo>
                    <a:pt x="1411" y="706"/>
                  </a:lnTo>
                  <a:lnTo>
                    <a:pt x="1552" y="635"/>
                  </a:lnTo>
                  <a:lnTo>
                    <a:pt x="1587" y="741"/>
                  </a:lnTo>
                  <a:lnTo>
                    <a:pt x="1587" y="847"/>
                  </a:lnTo>
                  <a:lnTo>
                    <a:pt x="1693" y="847"/>
                  </a:lnTo>
                  <a:lnTo>
                    <a:pt x="1799" y="882"/>
                  </a:lnTo>
                  <a:lnTo>
                    <a:pt x="1905" y="882"/>
                  </a:lnTo>
                  <a:lnTo>
                    <a:pt x="2010" y="812"/>
                  </a:lnTo>
                  <a:lnTo>
                    <a:pt x="2151" y="741"/>
                  </a:lnTo>
                  <a:lnTo>
                    <a:pt x="2257" y="635"/>
                  </a:lnTo>
                  <a:lnTo>
                    <a:pt x="2363" y="599"/>
                  </a:lnTo>
                  <a:lnTo>
                    <a:pt x="2469" y="529"/>
                  </a:lnTo>
                  <a:lnTo>
                    <a:pt x="2540" y="741"/>
                  </a:lnTo>
                  <a:lnTo>
                    <a:pt x="2681" y="847"/>
                  </a:lnTo>
                  <a:lnTo>
                    <a:pt x="2786" y="847"/>
                  </a:lnTo>
                  <a:lnTo>
                    <a:pt x="2892" y="777"/>
                  </a:lnTo>
                  <a:lnTo>
                    <a:pt x="2998" y="706"/>
                  </a:lnTo>
                  <a:lnTo>
                    <a:pt x="3104" y="599"/>
                  </a:lnTo>
                  <a:lnTo>
                    <a:pt x="3210" y="599"/>
                  </a:lnTo>
                  <a:lnTo>
                    <a:pt x="3351" y="599"/>
                  </a:lnTo>
                  <a:lnTo>
                    <a:pt x="3492" y="599"/>
                  </a:lnTo>
                  <a:lnTo>
                    <a:pt x="3598" y="529"/>
                  </a:lnTo>
                  <a:lnTo>
                    <a:pt x="3704" y="493"/>
                  </a:lnTo>
                  <a:lnTo>
                    <a:pt x="3845" y="423"/>
                  </a:lnTo>
                  <a:lnTo>
                    <a:pt x="3845" y="529"/>
                  </a:lnTo>
                  <a:lnTo>
                    <a:pt x="3880" y="635"/>
                  </a:lnTo>
                  <a:lnTo>
                    <a:pt x="3986" y="635"/>
                  </a:lnTo>
                  <a:lnTo>
                    <a:pt x="4092" y="635"/>
                  </a:lnTo>
                  <a:lnTo>
                    <a:pt x="4233" y="671"/>
                  </a:lnTo>
                  <a:lnTo>
                    <a:pt x="4374" y="741"/>
                  </a:lnTo>
                  <a:lnTo>
                    <a:pt x="4480" y="777"/>
                  </a:lnTo>
                  <a:lnTo>
                    <a:pt x="4621" y="812"/>
                  </a:lnTo>
                  <a:lnTo>
                    <a:pt x="4727" y="847"/>
                  </a:lnTo>
                  <a:lnTo>
                    <a:pt x="4833" y="847"/>
                  </a:lnTo>
                  <a:lnTo>
                    <a:pt x="4938" y="847"/>
                  </a:lnTo>
                  <a:lnTo>
                    <a:pt x="5044" y="882"/>
                  </a:lnTo>
                  <a:lnTo>
                    <a:pt x="5150" y="882"/>
                  </a:lnTo>
                  <a:lnTo>
                    <a:pt x="5256" y="882"/>
                  </a:lnTo>
                  <a:lnTo>
                    <a:pt x="5397" y="918"/>
                  </a:lnTo>
                  <a:lnTo>
                    <a:pt x="5538" y="918"/>
                  </a:lnTo>
                  <a:lnTo>
                    <a:pt x="5715" y="918"/>
                  </a:lnTo>
                  <a:lnTo>
                    <a:pt x="5856" y="918"/>
                  </a:lnTo>
                  <a:lnTo>
                    <a:pt x="5997" y="918"/>
                  </a:lnTo>
                  <a:lnTo>
                    <a:pt x="6103" y="918"/>
                  </a:lnTo>
                  <a:lnTo>
                    <a:pt x="6244" y="918"/>
                  </a:lnTo>
                  <a:lnTo>
                    <a:pt x="6350" y="882"/>
                  </a:lnTo>
                  <a:lnTo>
                    <a:pt x="6455" y="847"/>
                  </a:lnTo>
                  <a:lnTo>
                    <a:pt x="6561" y="847"/>
                  </a:lnTo>
                  <a:lnTo>
                    <a:pt x="6667" y="918"/>
                  </a:lnTo>
                  <a:lnTo>
                    <a:pt x="6773" y="988"/>
                  </a:lnTo>
                  <a:lnTo>
                    <a:pt x="6879" y="953"/>
                  </a:lnTo>
                  <a:lnTo>
                    <a:pt x="6985" y="918"/>
                  </a:lnTo>
                  <a:lnTo>
                    <a:pt x="7090" y="918"/>
                  </a:lnTo>
                  <a:lnTo>
                    <a:pt x="7196" y="988"/>
                  </a:lnTo>
                  <a:lnTo>
                    <a:pt x="7267" y="1094"/>
                  </a:lnTo>
                  <a:lnTo>
                    <a:pt x="7373" y="1129"/>
                  </a:lnTo>
                  <a:lnTo>
                    <a:pt x="7514" y="1094"/>
                  </a:lnTo>
                  <a:lnTo>
                    <a:pt x="7655" y="1059"/>
                  </a:lnTo>
                  <a:lnTo>
                    <a:pt x="7761" y="1024"/>
                  </a:lnTo>
                  <a:lnTo>
                    <a:pt x="7831" y="918"/>
                  </a:lnTo>
                  <a:lnTo>
                    <a:pt x="7866" y="812"/>
                  </a:lnTo>
                  <a:lnTo>
                    <a:pt x="7972" y="706"/>
                  </a:lnTo>
                  <a:lnTo>
                    <a:pt x="8184" y="706"/>
                  </a:lnTo>
                  <a:lnTo>
                    <a:pt x="8325" y="741"/>
                  </a:lnTo>
                  <a:lnTo>
                    <a:pt x="8501" y="812"/>
                  </a:lnTo>
                  <a:lnTo>
                    <a:pt x="8678" y="847"/>
                  </a:lnTo>
                  <a:lnTo>
                    <a:pt x="8784" y="882"/>
                  </a:lnTo>
                  <a:lnTo>
                    <a:pt x="8890" y="918"/>
                  </a:lnTo>
                  <a:lnTo>
                    <a:pt x="8995" y="953"/>
                  </a:lnTo>
                  <a:lnTo>
                    <a:pt x="9101" y="918"/>
                  </a:lnTo>
                  <a:lnTo>
                    <a:pt x="9242" y="847"/>
                  </a:lnTo>
                  <a:lnTo>
                    <a:pt x="9419" y="777"/>
                  </a:lnTo>
                  <a:lnTo>
                    <a:pt x="9560" y="777"/>
                  </a:lnTo>
                  <a:lnTo>
                    <a:pt x="9666" y="777"/>
                  </a:lnTo>
                  <a:lnTo>
                    <a:pt x="9771" y="706"/>
                  </a:lnTo>
                  <a:lnTo>
                    <a:pt x="9913" y="635"/>
                  </a:lnTo>
                  <a:lnTo>
                    <a:pt x="10089" y="635"/>
                  </a:lnTo>
                  <a:lnTo>
                    <a:pt x="10195" y="635"/>
                  </a:lnTo>
                  <a:lnTo>
                    <a:pt x="10301" y="635"/>
                  </a:lnTo>
                  <a:lnTo>
                    <a:pt x="10512" y="564"/>
                  </a:lnTo>
                  <a:lnTo>
                    <a:pt x="10653" y="529"/>
                  </a:lnTo>
                  <a:lnTo>
                    <a:pt x="10830" y="493"/>
                  </a:lnTo>
                  <a:lnTo>
                    <a:pt x="10971" y="423"/>
                  </a:lnTo>
                  <a:lnTo>
                    <a:pt x="11147" y="388"/>
                  </a:lnTo>
                  <a:lnTo>
                    <a:pt x="11253" y="352"/>
                  </a:lnTo>
                  <a:lnTo>
                    <a:pt x="11359" y="352"/>
                  </a:lnTo>
                  <a:lnTo>
                    <a:pt x="11465" y="458"/>
                  </a:lnTo>
                  <a:lnTo>
                    <a:pt x="11607" y="529"/>
                  </a:lnTo>
                  <a:lnTo>
                    <a:pt x="11748" y="599"/>
                  </a:lnTo>
                  <a:lnTo>
                    <a:pt x="11854" y="671"/>
                  </a:lnTo>
                  <a:lnTo>
                    <a:pt x="11960" y="671"/>
                  </a:lnTo>
                  <a:lnTo>
                    <a:pt x="12066" y="671"/>
                  </a:lnTo>
                  <a:lnTo>
                    <a:pt x="12171" y="635"/>
                  </a:lnTo>
                  <a:lnTo>
                    <a:pt x="12312" y="635"/>
                  </a:lnTo>
                  <a:lnTo>
                    <a:pt x="12418" y="599"/>
                  </a:lnTo>
                  <a:lnTo>
                    <a:pt x="12524" y="599"/>
                  </a:lnTo>
                  <a:lnTo>
                    <a:pt x="12630" y="599"/>
                  </a:lnTo>
                  <a:lnTo>
                    <a:pt x="12771" y="599"/>
                  </a:lnTo>
                  <a:lnTo>
                    <a:pt x="12877" y="599"/>
                  </a:lnTo>
                  <a:lnTo>
                    <a:pt x="12983" y="599"/>
                  </a:lnTo>
                  <a:lnTo>
                    <a:pt x="13089" y="599"/>
                  </a:lnTo>
                  <a:lnTo>
                    <a:pt x="13194" y="599"/>
                  </a:lnTo>
                  <a:lnTo>
                    <a:pt x="13336" y="599"/>
                  </a:lnTo>
                  <a:lnTo>
                    <a:pt x="13441" y="564"/>
                  </a:lnTo>
                  <a:lnTo>
                    <a:pt x="13582" y="529"/>
                  </a:lnTo>
                  <a:lnTo>
                    <a:pt x="13724" y="493"/>
                  </a:lnTo>
                  <a:lnTo>
                    <a:pt x="13865" y="493"/>
                  </a:lnTo>
                  <a:lnTo>
                    <a:pt x="14006" y="388"/>
                  </a:lnTo>
                  <a:lnTo>
                    <a:pt x="14147" y="317"/>
                  </a:lnTo>
                  <a:lnTo>
                    <a:pt x="14253" y="317"/>
                  </a:lnTo>
                  <a:lnTo>
                    <a:pt x="14394" y="388"/>
                  </a:lnTo>
                  <a:lnTo>
                    <a:pt x="14500" y="493"/>
                  </a:lnTo>
                  <a:lnTo>
                    <a:pt x="14606" y="529"/>
                  </a:lnTo>
                  <a:lnTo>
                    <a:pt x="14711" y="599"/>
                  </a:lnTo>
                  <a:lnTo>
                    <a:pt x="14817" y="671"/>
                  </a:lnTo>
                  <a:lnTo>
                    <a:pt x="14958" y="741"/>
                  </a:lnTo>
                  <a:lnTo>
                    <a:pt x="15064" y="741"/>
                  </a:lnTo>
                  <a:lnTo>
                    <a:pt x="15170" y="777"/>
                  </a:lnTo>
                  <a:lnTo>
                    <a:pt x="15276" y="812"/>
                  </a:lnTo>
                  <a:lnTo>
                    <a:pt x="15382" y="847"/>
                  </a:lnTo>
                  <a:lnTo>
                    <a:pt x="15487" y="882"/>
                  </a:lnTo>
                  <a:lnTo>
                    <a:pt x="15593" y="918"/>
                  </a:lnTo>
                  <a:lnTo>
                    <a:pt x="15699" y="918"/>
                  </a:lnTo>
                  <a:lnTo>
                    <a:pt x="15805" y="918"/>
                  </a:lnTo>
                  <a:lnTo>
                    <a:pt x="15911" y="918"/>
                  </a:lnTo>
                  <a:lnTo>
                    <a:pt x="16017" y="918"/>
                  </a:lnTo>
                  <a:lnTo>
                    <a:pt x="16122" y="918"/>
                  </a:lnTo>
                  <a:lnTo>
                    <a:pt x="16228" y="918"/>
                  </a:lnTo>
                  <a:lnTo>
                    <a:pt x="16369" y="918"/>
                  </a:lnTo>
                  <a:lnTo>
                    <a:pt x="16475" y="953"/>
                  </a:lnTo>
                  <a:lnTo>
                    <a:pt x="16581" y="953"/>
                  </a:lnTo>
                  <a:lnTo>
                    <a:pt x="16722" y="1024"/>
                  </a:lnTo>
                  <a:lnTo>
                    <a:pt x="16828" y="1059"/>
                  </a:lnTo>
                  <a:lnTo>
                    <a:pt x="16934" y="1094"/>
                  </a:lnTo>
                  <a:lnTo>
                    <a:pt x="17040" y="1165"/>
                  </a:lnTo>
                  <a:lnTo>
                    <a:pt x="17146" y="1165"/>
                  </a:lnTo>
                  <a:lnTo>
                    <a:pt x="17251" y="1165"/>
                  </a:lnTo>
                  <a:lnTo>
                    <a:pt x="17357" y="1129"/>
                  </a:lnTo>
                  <a:lnTo>
                    <a:pt x="17498" y="1059"/>
                  </a:lnTo>
                  <a:lnTo>
                    <a:pt x="17604" y="988"/>
                  </a:lnTo>
                  <a:lnTo>
                    <a:pt x="17710" y="988"/>
                  </a:lnTo>
                  <a:lnTo>
                    <a:pt x="17851" y="918"/>
                  </a:lnTo>
                  <a:lnTo>
                    <a:pt x="17957" y="882"/>
                  </a:lnTo>
                  <a:lnTo>
                    <a:pt x="17992" y="777"/>
                  </a:lnTo>
                  <a:lnTo>
                    <a:pt x="18027" y="671"/>
                  </a:lnTo>
                  <a:lnTo>
                    <a:pt x="18133" y="599"/>
                  </a:lnTo>
                  <a:lnTo>
                    <a:pt x="18239" y="599"/>
                  </a:lnTo>
                  <a:lnTo>
                    <a:pt x="18345" y="635"/>
                  </a:lnTo>
                  <a:lnTo>
                    <a:pt x="18451" y="671"/>
                  </a:lnTo>
                  <a:lnTo>
                    <a:pt x="18557" y="671"/>
                  </a:lnTo>
                  <a:lnTo>
                    <a:pt x="18662" y="706"/>
                  </a:lnTo>
                  <a:lnTo>
                    <a:pt x="18768" y="706"/>
                  </a:lnTo>
                  <a:lnTo>
                    <a:pt x="18909" y="706"/>
                  </a:lnTo>
                  <a:lnTo>
                    <a:pt x="19051" y="671"/>
                  </a:lnTo>
                  <a:lnTo>
                    <a:pt x="19192" y="635"/>
                  </a:lnTo>
                  <a:lnTo>
                    <a:pt x="19333" y="564"/>
                  </a:lnTo>
                  <a:lnTo>
                    <a:pt x="19474" y="529"/>
                  </a:lnTo>
                  <a:lnTo>
                    <a:pt x="19686" y="493"/>
                  </a:lnTo>
                  <a:lnTo>
                    <a:pt x="19791" y="493"/>
                  </a:lnTo>
                  <a:lnTo>
                    <a:pt x="19897" y="529"/>
                  </a:lnTo>
                  <a:lnTo>
                    <a:pt x="20003" y="599"/>
                  </a:lnTo>
                  <a:lnTo>
                    <a:pt x="20109" y="671"/>
                  </a:lnTo>
                  <a:lnTo>
                    <a:pt x="20250" y="706"/>
                  </a:lnTo>
                  <a:lnTo>
                    <a:pt x="20356" y="777"/>
                  </a:lnTo>
                  <a:lnTo>
                    <a:pt x="20497" y="812"/>
                  </a:lnTo>
                  <a:lnTo>
                    <a:pt x="20638" y="882"/>
                  </a:lnTo>
                  <a:lnTo>
                    <a:pt x="20779" y="882"/>
                  </a:lnTo>
                  <a:lnTo>
                    <a:pt x="20920" y="882"/>
                  </a:lnTo>
                  <a:lnTo>
                    <a:pt x="21026" y="918"/>
                  </a:lnTo>
                  <a:lnTo>
                    <a:pt x="21132" y="953"/>
                  </a:lnTo>
                  <a:lnTo>
                    <a:pt x="21308" y="953"/>
                  </a:lnTo>
                  <a:lnTo>
                    <a:pt x="21414" y="953"/>
                  </a:lnTo>
                  <a:lnTo>
                    <a:pt x="21520" y="988"/>
                  </a:lnTo>
                  <a:lnTo>
                    <a:pt x="21626" y="1024"/>
                  </a:lnTo>
                  <a:lnTo>
                    <a:pt x="21767" y="1094"/>
                  </a:lnTo>
                  <a:lnTo>
                    <a:pt x="21908" y="1129"/>
                  </a:lnTo>
                  <a:lnTo>
                    <a:pt x="22014" y="1165"/>
                  </a:lnTo>
                  <a:lnTo>
                    <a:pt x="22120" y="1165"/>
                  </a:lnTo>
                  <a:lnTo>
                    <a:pt x="22226" y="1165"/>
                  </a:lnTo>
                  <a:lnTo>
                    <a:pt x="22331" y="1165"/>
                  </a:lnTo>
                  <a:lnTo>
                    <a:pt x="22437" y="1165"/>
                  </a:lnTo>
                  <a:lnTo>
                    <a:pt x="22543" y="1165"/>
                  </a:lnTo>
                  <a:lnTo>
                    <a:pt x="22684" y="1165"/>
                  </a:lnTo>
                  <a:lnTo>
                    <a:pt x="22790" y="1165"/>
                  </a:lnTo>
                  <a:lnTo>
                    <a:pt x="22931" y="1165"/>
                  </a:lnTo>
                  <a:lnTo>
                    <a:pt x="23037" y="1200"/>
                  </a:lnTo>
                  <a:lnTo>
                    <a:pt x="23143" y="1235"/>
                  </a:lnTo>
                  <a:lnTo>
                    <a:pt x="23002" y="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241200" y="3720960"/>
              <a:ext cx="8280720" cy="330480"/>
            </a:xfrm>
            <a:custGeom>
              <a:avLst/>
              <a:gdLst/>
              <a:ahLst/>
              <a:rect l="0" t="0" r="r" b="b"/>
              <a:pathLst>
                <a:path w="23002" h="918">
                  <a:moveTo>
                    <a:pt x="0" y="317"/>
                  </a:moveTo>
                  <a:lnTo>
                    <a:pt x="0" y="918"/>
                  </a:lnTo>
                  <a:lnTo>
                    <a:pt x="23002" y="882"/>
                  </a:lnTo>
                  <a:lnTo>
                    <a:pt x="22896" y="458"/>
                  </a:lnTo>
                  <a:lnTo>
                    <a:pt x="22790" y="423"/>
                  </a:lnTo>
                  <a:lnTo>
                    <a:pt x="22684" y="388"/>
                  </a:lnTo>
                  <a:lnTo>
                    <a:pt x="22578" y="388"/>
                  </a:lnTo>
                  <a:lnTo>
                    <a:pt x="22472" y="282"/>
                  </a:lnTo>
                  <a:lnTo>
                    <a:pt x="22367" y="282"/>
                  </a:lnTo>
                  <a:lnTo>
                    <a:pt x="22261" y="317"/>
                  </a:lnTo>
                  <a:lnTo>
                    <a:pt x="22155" y="317"/>
                  </a:lnTo>
                  <a:lnTo>
                    <a:pt x="22014" y="352"/>
                  </a:lnTo>
                  <a:lnTo>
                    <a:pt x="21943" y="458"/>
                  </a:lnTo>
                  <a:lnTo>
                    <a:pt x="21837" y="388"/>
                  </a:lnTo>
                  <a:lnTo>
                    <a:pt x="21732" y="246"/>
                  </a:lnTo>
                  <a:lnTo>
                    <a:pt x="21626" y="176"/>
                  </a:lnTo>
                  <a:lnTo>
                    <a:pt x="21520" y="105"/>
                  </a:lnTo>
                  <a:lnTo>
                    <a:pt x="21414" y="70"/>
                  </a:lnTo>
                  <a:lnTo>
                    <a:pt x="21308" y="0"/>
                  </a:lnTo>
                  <a:lnTo>
                    <a:pt x="21202" y="0"/>
                  </a:lnTo>
                  <a:lnTo>
                    <a:pt x="21097" y="70"/>
                  </a:lnTo>
                  <a:lnTo>
                    <a:pt x="21097" y="176"/>
                  </a:lnTo>
                  <a:lnTo>
                    <a:pt x="21061" y="282"/>
                  </a:lnTo>
                  <a:lnTo>
                    <a:pt x="20956" y="352"/>
                  </a:lnTo>
                  <a:lnTo>
                    <a:pt x="20814" y="423"/>
                  </a:lnTo>
                  <a:lnTo>
                    <a:pt x="20709" y="458"/>
                  </a:lnTo>
                  <a:lnTo>
                    <a:pt x="20603" y="494"/>
                  </a:lnTo>
                  <a:lnTo>
                    <a:pt x="20497" y="494"/>
                  </a:lnTo>
                  <a:lnTo>
                    <a:pt x="20391" y="494"/>
                  </a:lnTo>
                  <a:lnTo>
                    <a:pt x="20215" y="494"/>
                  </a:lnTo>
                  <a:lnTo>
                    <a:pt x="20109" y="458"/>
                  </a:lnTo>
                  <a:lnTo>
                    <a:pt x="19968" y="458"/>
                  </a:lnTo>
                  <a:lnTo>
                    <a:pt x="19827" y="458"/>
                  </a:lnTo>
                  <a:lnTo>
                    <a:pt x="19686" y="458"/>
                  </a:lnTo>
                  <a:lnTo>
                    <a:pt x="19580" y="458"/>
                  </a:lnTo>
                  <a:lnTo>
                    <a:pt x="19439" y="423"/>
                  </a:lnTo>
                  <a:lnTo>
                    <a:pt x="19333" y="423"/>
                  </a:lnTo>
                  <a:lnTo>
                    <a:pt x="19156" y="423"/>
                  </a:lnTo>
                  <a:lnTo>
                    <a:pt x="19051" y="388"/>
                  </a:lnTo>
                  <a:lnTo>
                    <a:pt x="18945" y="317"/>
                  </a:lnTo>
                  <a:lnTo>
                    <a:pt x="18839" y="282"/>
                  </a:lnTo>
                  <a:lnTo>
                    <a:pt x="18733" y="246"/>
                  </a:lnTo>
                  <a:lnTo>
                    <a:pt x="18557" y="176"/>
                  </a:lnTo>
                  <a:lnTo>
                    <a:pt x="18451" y="176"/>
                  </a:lnTo>
                  <a:lnTo>
                    <a:pt x="18345" y="176"/>
                  </a:lnTo>
                  <a:lnTo>
                    <a:pt x="18239" y="246"/>
                  </a:lnTo>
                  <a:lnTo>
                    <a:pt x="18169" y="352"/>
                  </a:lnTo>
                  <a:lnTo>
                    <a:pt x="18063" y="352"/>
                  </a:lnTo>
                  <a:lnTo>
                    <a:pt x="17922" y="352"/>
                  </a:lnTo>
                  <a:lnTo>
                    <a:pt x="17816" y="388"/>
                  </a:lnTo>
                  <a:lnTo>
                    <a:pt x="17710" y="388"/>
                  </a:lnTo>
                  <a:lnTo>
                    <a:pt x="17569" y="388"/>
                  </a:lnTo>
                  <a:lnTo>
                    <a:pt x="17463" y="388"/>
                  </a:lnTo>
                  <a:lnTo>
                    <a:pt x="17357" y="388"/>
                  </a:lnTo>
                  <a:lnTo>
                    <a:pt x="17251" y="423"/>
                  </a:lnTo>
                  <a:lnTo>
                    <a:pt x="17146" y="423"/>
                  </a:lnTo>
                  <a:lnTo>
                    <a:pt x="17040" y="458"/>
                  </a:lnTo>
                  <a:lnTo>
                    <a:pt x="16934" y="458"/>
                  </a:lnTo>
                  <a:lnTo>
                    <a:pt x="16828" y="494"/>
                  </a:lnTo>
                  <a:lnTo>
                    <a:pt x="16722" y="494"/>
                  </a:lnTo>
                  <a:lnTo>
                    <a:pt x="16616" y="458"/>
                  </a:lnTo>
                  <a:lnTo>
                    <a:pt x="16511" y="458"/>
                  </a:lnTo>
                  <a:lnTo>
                    <a:pt x="16405" y="458"/>
                  </a:lnTo>
                  <a:lnTo>
                    <a:pt x="16264" y="458"/>
                  </a:lnTo>
                  <a:lnTo>
                    <a:pt x="16158" y="458"/>
                  </a:lnTo>
                  <a:lnTo>
                    <a:pt x="16052" y="458"/>
                  </a:lnTo>
                  <a:lnTo>
                    <a:pt x="15911" y="458"/>
                  </a:lnTo>
                  <a:lnTo>
                    <a:pt x="15770" y="458"/>
                  </a:lnTo>
                  <a:lnTo>
                    <a:pt x="15629" y="494"/>
                  </a:lnTo>
                  <a:lnTo>
                    <a:pt x="15523" y="494"/>
                  </a:lnTo>
                  <a:lnTo>
                    <a:pt x="15382" y="494"/>
                  </a:lnTo>
                  <a:lnTo>
                    <a:pt x="15276" y="494"/>
                  </a:lnTo>
                  <a:lnTo>
                    <a:pt x="15170" y="494"/>
                  </a:lnTo>
                  <a:lnTo>
                    <a:pt x="15064" y="494"/>
                  </a:lnTo>
                  <a:lnTo>
                    <a:pt x="14958" y="494"/>
                  </a:lnTo>
                  <a:lnTo>
                    <a:pt x="14852" y="494"/>
                  </a:lnTo>
                  <a:lnTo>
                    <a:pt x="14711" y="458"/>
                  </a:lnTo>
                  <a:lnTo>
                    <a:pt x="14570" y="458"/>
                  </a:lnTo>
                  <a:lnTo>
                    <a:pt x="14464" y="423"/>
                  </a:lnTo>
                  <a:lnTo>
                    <a:pt x="14359" y="423"/>
                  </a:lnTo>
                  <a:lnTo>
                    <a:pt x="14217" y="388"/>
                  </a:lnTo>
                  <a:lnTo>
                    <a:pt x="14041" y="388"/>
                  </a:lnTo>
                  <a:lnTo>
                    <a:pt x="13935" y="388"/>
                  </a:lnTo>
                  <a:lnTo>
                    <a:pt x="13829" y="388"/>
                  </a:lnTo>
                  <a:lnTo>
                    <a:pt x="13724" y="388"/>
                  </a:lnTo>
                  <a:lnTo>
                    <a:pt x="13547" y="388"/>
                  </a:lnTo>
                  <a:lnTo>
                    <a:pt x="13441" y="317"/>
                  </a:lnTo>
                  <a:lnTo>
                    <a:pt x="13336" y="282"/>
                  </a:lnTo>
                  <a:lnTo>
                    <a:pt x="13230" y="282"/>
                  </a:lnTo>
                  <a:lnTo>
                    <a:pt x="13053" y="282"/>
                  </a:lnTo>
                  <a:lnTo>
                    <a:pt x="12947" y="282"/>
                  </a:lnTo>
                  <a:lnTo>
                    <a:pt x="12806" y="282"/>
                  </a:lnTo>
                  <a:lnTo>
                    <a:pt x="12701" y="282"/>
                  </a:lnTo>
                  <a:lnTo>
                    <a:pt x="12595" y="282"/>
                  </a:lnTo>
                  <a:lnTo>
                    <a:pt x="12454" y="317"/>
                  </a:lnTo>
                  <a:lnTo>
                    <a:pt x="12312" y="352"/>
                  </a:lnTo>
                  <a:lnTo>
                    <a:pt x="12136" y="388"/>
                  </a:lnTo>
                  <a:lnTo>
                    <a:pt x="12030" y="388"/>
                  </a:lnTo>
                  <a:lnTo>
                    <a:pt x="11889" y="388"/>
                  </a:lnTo>
                  <a:lnTo>
                    <a:pt x="11748" y="423"/>
                  </a:lnTo>
                  <a:lnTo>
                    <a:pt x="11642" y="458"/>
                  </a:lnTo>
                  <a:lnTo>
                    <a:pt x="11430" y="494"/>
                  </a:lnTo>
                  <a:lnTo>
                    <a:pt x="11324" y="530"/>
                  </a:lnTo>
                  <a:lnTo>
                    <a:pt x="11183" y="530"/>
                  </a:lnTo>
                  <a:lnTo>
                    <a:pt x="11041" y="565"/>
                  </a:lnTo>
                  <a:lnTo>
                    <a:pt x="10865" y="600"/>
                  </a:lnTo>
                  <a:lnTo>
                    <a:pt x="10689" y="600"/>
                  </a:lnTo>
                  <a:lnTo>
                    <a:pt x="10548" y="600"/>
                  </a:lnTo>
                  <a:lnTo>
                    <a:pt x="10442" y="600"/>
                  </a:lnTo>
                  <a:lnTo>
                    <a:pt x="10301" y="600"/>
                  </a:lnTo>
                  <a:lnTo>
                    <a:pt x="10195" y="600"/>
                  </a:lnTo>
                  <a:lnTo>
                    <a:pt x="10089" y="600"/>
                  </a:lnTo>
                  <a:lnTo>
                    <a:pt x="9983" y="600"/>
                  </a:lnTo>
                  <a:lnTo>
                    <a:pt x="9842" y="565"/>
                  </a:lnTo>
                  <a:lnTo>
                    <a:pt x="9736" y="530"/>
                  </a:lnTo>
                  <a:lnTo>
                    <a:pt x="9630" y="530"/>
                  </a:lnTo>
                  <a:lnTo>
                    <a:pt x="9489" y="494"/>
                  </a:lnTo>
                  <a:lnTo>
                    <a:pt x="9383" y="458"/>
                  </a:lnTo>
                  <a:lnTo>
                    <a:pt x="9207" y="458"/>
                  </a:lnTo>
                  <a:lnTo>
                    <a:pt x="9101" y="423"/>
                  </a:lnTo>
                  <a:lnTo>
                    <a:pt x="8995" y="423"/>
                  </a:lnTo>
                  <a:lnTo>
                    <a:pt x="8890" y="388"/>
                  </a:lnTo>
                  <a:lnTo>
                    <a:pt x="8713" y="388"/>
                  </a:lnTo>
                  <a:lnTo>
                    <a:pt x="8537" y="388"/>
                  </a:lnTo>
                  <a:lnTo>
                    <a:pt x="8396" y="352"/>
                  </a:lnTo>
                  <a:lnTo>
                    <a:pt x="8255" y="352"/>
                  </a:lnTo>
                  <a:lnTo>
                    <a:pt x="8078" y="317"/>
                  </a:lnTo>
                  <a:lnTo>
                    <a:pt x="7972" y="317"/>
                  </a:lnTo>
                  <a:lnTo>
                    <a:pt x="7866" y="317"/>
                  </a:lnTo>
                  <a:lnTo>
                    <a:pt x="7761" y="317"/>
                  </a:lnTo>
                  <a:lnTo>
                    <a:pt x="7655" y="317"/>
                  </a:lnTo>
                  <a:lnTo>
                    <a:pt x="7549" y="317"/>
                  </a:lnTo>
                  <a:lnTo>
                    <a:pt x="7443" y="317"/>
                  </a:lnTo>
                  <a:lnTo>
                    <a:pt x="7337" y="352"/>
                  </a:lnTo>
                  <a:lnTo>
                    <a:pt x="7231" y="388"/>
                  </a:lnTo>
                  <a:lnTo>
                    <a:pt x="7090" y="458"/>
                  </a:lnTo>
                  <a:lnTo>
                    <a:pt x="6985" y="458"/>
                  </a:lnTo>
                  <a:lnTo>
                    <a:pt x="6879" y="494"/>
                  </a:lnTo>
                  <a:lnTo>
                    <a:pt x="6773" y="494"/>
                  </a:lnTo>
                  <a:lnTo>
                    <a:pt x="6667" y="494"/>
                  </a:lnTo>
                  <a:lnTo>
                    <a:pt x="6561" y="494"/>
                  </a:lnTo>
                  <a:lnTo>
                    <a:pt x="6420" y="494"/>
                  </a:lnTo>
                  <a:lnTo>
                    <a:pt x="6279" y="494"/>
                  </a:lnTo>
                  <a:lnTo>
                    <a:pt x="6173" y="458"/>
                  </a:lnTo>
                  <a:lnTo>
                    <a:pt x="6067" y="423"/>
                  </a:lnTo>
                  <a:lnTo>
                    <a:pt x="5891" y="388"/>
                  </a:lnTo>
                  <a:lnTo>
                    <a:pt x="5750" y="388"/>
                  </a:lnTo>
                  <a:lnTo>
                    <a:pt x="5644" y="352"/>
                  </a:lnTo>
                  <a:lnTo>
                    <a:pt x="5503" y="282"/>
                  </a:lnTo>
                  <a:lnTo>
                    <a:pt x="5397" y="246"/>
                  </a:lnTo>
                  <a:lnTo>
                    <a:pt x="5291" y="211"/>
                  </a:lnTo>
                  <a:lnTo>
                    <a:pt x="5185" y="176"/>
                  </a:lnTo>
                  <a:lnTo>
                    <a:pt x="5044" y="176"/>
                  </a:lnTo>
                  <a:lnTo>
                    <a:pt x="4938" y="176"/>
                  </a:lnTo>
                  <a:lnTo>
                    <a:pt x="4833" y="176"/>
                  </a:lnTo>
                  <a:lnTo>
                    <a:pt x="4691" y="176"/>
                  </a:lnTo>
                  <a:lnTo>
                    <a:pt x="4550" y="211"/>
                  </a:lnTo>
                  <a:lnTo>
                    <a:pt x="4445" y="246"/>
                  </a:lnTo>
                  <a:lnTo>
                    <a:pt x="4339" y="282"/>
                  </a:lnTo>
                  <a:lnTo>
                    <a:pt x="4198" y="317"/>
                  </a:lnTo>
                  <a:lnTo>
                    <a:pt x="4056" y="352"/>
                  </a:lnTo>
                  <a:lnTo>
                    <a:pt x="3880" y="388"/>
                  </a:lnTo>
                  <a:lnTo>
                    <a:pt x="3774" y="388"/>
                  </a:lnTo>
                  <a:lnTo>
                    <a:pt x="3668" y="388"/>
                  </a:lnTo>
                  <a:lnTo>
                    <a:pt x="3527" y="388"/>
                  </a:lnTo>
                  <a:lnTo>
                    <a:pt x="3386" y="388"/>
                  </a:lnTo>
                  <a:lnTo>
                    <a:pt x="3245" y="388"/>
                  </a:lnTo>
                  <a:lnTo>
                    <a:pt x="3104" y="388"/>
                  </a:lnTo>
                  <a:lnTo>
                    <a:pt x="2998" y="388"/>
                  </a:lnTo>
                  <a:lnTo>
                    <a:pt x="2892" y="388"/>
                  </a:lnTo>
                  <a:lnTo>
                    <a:pt x="2751" y="423"/>
                  </a:lnTo>
                  <a:lnTo>
                    <a:pt x="2575" y="458"/>
                  </a:lnTo>
                  <a:lnTo>
                    <a:pt x="2469" y="458"/>
                  </a:lnTo>
                  <a:lnTo>
                    <a:pt x="2363" y="494"/>
                  </a:lnTo>
                  <a:lnTo>
                    <a:pt x="2257" y="494"/>
                  </a:lnTo>
                  <a:lnTo>
                    <a:pt x="2116" y="494"/>
                  </a:lnTo>
                  <a:lnTo>
                    <a:pt x="1975" y="494"/>
                  </a:lnTo>
                  <a:lnTo>
                    <a:pt x="1869" y="494"/>
                  </a:lnTo>
                  <a:lnTo>
                    <a:pt x="1763" y="494"/>
                  </a:lnTo>
                  <a:lnTo>
                    <a:pt x="1622" y="494"/>
                  </a:lnTo>
                  <a:lnTo>
                    <a:pt x="1481" y="494"/>
                  </a:lnTo>
                  <a:lnTo>
                    <a:pt x="1375" y="494"/>
                  </a:lnTo>
                  <a:lnTo>
                    <a:pt x="1234" y="494"/>
                  </a:lnTo>
                  <a:lnTo>
                    <a:pt x="1128" y="494"/>
                  </a:lnTo>
                  <a:lnTo>
                    <a:pt x="1023" y="494"/>
                  </a:lnTo>
                  <a:lnTo>
                    <a:pt x="917" y="494"/>
                  </a:lnTo>
                  <a:lnTo>
                    <a:pt x="776" y="494"/>
                  </a:lnTo>
                  <a:lnTo>
                    <a:pt x="670" y="494"/>
                  </a:lnTo>
                  <a:lnTo>
                    <a:pt x="564" y="494"/>
                  </a:lnTo>
                  <a:lnTo>
                    <a:pt x="458" y="494"/>
                  </a:lnTo>
                  <a:lnTo>
                    <a:pt x="317" y="494"/>
                  </a:lnTo>
                  <a:lnTo>
                    <a:pt x="211" y="458"/>
                  </a:lnTo>
                  <a:lnTo>
                    <a:pt x="105" y="458"/>
                  </a:lnTo>
                  <a:lnTo>
                    <a:pt x="0" y="317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" name=""/>
          <p:cNvSpPr txBox="1"/>
          <p:nvPr/>
        </p:nvSpPr>
        <p:spPr>
          <a:xfrm>
            <a:off x="279360" y="4292640"/>
            <a:ext cx="8140680" cy="1638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01 CopyData. 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02 CustOrder2           PIC 9(6).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216000" y="4228920"/>
            <a:ext cx="8509320" cy="343440"/>
          </a:xfrm>
          <a:custGeom>
            <a:avLst/>
            <a:gdLst/>
            <a:ahLst/>
            <a:rect l="0" t="0" r="r" b="b"/>
            <a:pathLst>
              <a:path w="23637" h="954">
                <a:moveTo>
                  <a:pt x="70" y="176"/>
                </a:moveTo>
                <a:lnTo>
                  <a:pt x="70" y="318"/>
                </a:lnTo>
                <a:lnTo>
                  <a:pt x="105" y="424"/>
                </a:lnTo>
                <a:lnTo>
                  <a:pt x="105" y="530"/>
                </a:lnTo>
                <a:lnTo>
                  <a:pt x="141" y="636"/>
                </a:lnTo>
                <a:lnTo>
                  <a:pt x="141" y="742"/>
                </a:lnTo>
                <a:lnTo>
                  <a:pt x="246" y="742"/>
                </a:lnTo>
                <a:lnTo>
                  <a:pt x="352" y="671"/>
                </a:lnTo>
                <a:lnTo>
                  <a:pt x="423" y="565"/>
                </a:lnTo>
                <a:lnTo>
                  <a:pt x="529" y="530"/>
                </a:lnTo>
                <a:lnTo>
                  <a:pt x="635" y="494"/>
                </a:lnTo>
                <a:lnTo>
                  <a:pt x="740" y="530"/>
                </a:lnTo>
                <a:lnTo>
                  <a:pt x="811" y="636"/>
                </a:lnTo>
                <a:lnTo>
                  <a:pt x="917" y="671"/>
                </a:lnTo>
                <a:lnTo>
                  <a:pt x="1023" y="742"/>
                </a:lnTo>
                <a:lnTo>
                  <a:pt x="1128" y="742"/>
                </a:lnTo>
                <a:lnTo>
                  <a:pt x="1234" y="742"/>
                </a:lnTo>
                <a:lnTo>
                  <a:pt x="1270" y="636"/>
                </a:lnTo>
                <a:lnTo>
                  <a:pt x="1375" y="565"/>
                </a:lnTo>
                <a:lnTo>
                  <a:pt x="1481" y="530"/>
                </a:lnTo>
                <a:lnTo>
                  <a:pt x="1622" y="494"/>
                </a:lnTo>
                <a:lnTo>
                  <a:pt x="1728" y="565"/>
                </a:lnTo>
                <a:lnTo>
                  <a:pt x="1834" y="600"/>
                </a:lnTo>
                <a:lnTo>
                  <a:pt x="1940" y="600"/>
                </a:lnTo>
                <a:lnTo>
                  <a:pt x="2046" y="565"/>
                </a:lnTo>
                <a:lnTo>
                  <a:pt x="2151" y="565"/>
                </a:lnTo>
                <a:lnTo>
                  <a:pt x="2293" y="530"/>
                </a:lnTo>
                <a:lnTo>
                  <a:pt x="2469" y="494"/>
                </a:lnTo>
                <a:lnTo>
                  <a:pt x="2610" y="459"/>
                </a:lnTo>
                <a:lnTo>
                  <a:pt x="2751" y="459"/>
                </a:lnTo>
                <a:lnTo>
                  <a:pt x="2928" y="459"/>
                </a:lnTo>
                <a:lnTo>
                  <a:pt x="3033" y="424"/>
                </a:lnTo>
                <a:lnTo>
                  <a:pt x="3210" y="424"/>
                </a:lnTo>
                <a:lnTo>
                  <a:pt x="3351" y="424"/>
                </a:lnTo>
                <a:lnTo>
                  <a:pt x="3457" y="424"/>
                </a:lnTo>
                <a:lnTo>
                  <a:pt x="3598" y="424"/>
                </a:lnTo>
                <a:lnTo>
                  <a:pt x="3704" y="459"/>
                </a:lnTo>
                <a:lnTo>
                  <a:pt x="3810" y="459"/>
                </a:lnTo>
                <a:lnTo>
                  <a:pt x="3915" y="494"/>
                </a:lnTo>
                <a:lnTo>
                  <a:pt x="4021" y="494"/>
                </a:lnTo>
                <a:lnTo>
                  <a:pt x="4127" y="530"/>
                </a:lnTo>
                <a:lnTo>
                  <a:pt x="4233" y="530"/>
                </a:lnTo>
                <a:lnTo>
                  <a:pt x="4339" y="600"/>
                </a:lnTo>
                <a:lnTo>
                  <a:pt x="4480" y="636"/>
                </a:lnTo>
                <a:lnTo>
                  <a:pt x="4691" y="636"/>
                </a:lnTo>
                <a:lnTo>
                  <a:pt x="4797" y="636"/>
                </a:lnTo>
                <a:lnTo>
                  <a:pt x="4938" y="636"/>
                </a:lnTo>
                <a:lnTo>
                  <a:pt x="5080" y="636"/>
                </a:lnTo>
                <a:lnTo>
                  <a:pt x="5256" y="636"/>
                </a:lnTo>
                <a:lnTo>
                  <a:pt x="5397" y="636"/>
                </a:lnTo>
                <a:lnTo>
                  <a:pt x="5503" y="636"/>
                </a:lnTo>
                <a:lnTo>
                  <a:pt x="5644" y="636"/>
                </a:lnTo>
                <a:lnTo>
                  <a:pt x="5785" y="636"/>
                </a:lnTo>
                <a:lnTo>
                  <a:pt x="5891" y="636"/>
                </a:lnTo>
                <a:lnTo>
                  <a:pt x="6032" y="636"/>
                </a:lnTo>
                <a:lnTo>
                  <a:pt x="6138" y="636"/>
                </a:lnTo>
                <a:lnTo>
                  <a:pt x="6244" y="636"/>
                </a:lnTo>
                <a:lnTo>
                  <a:pt x="6385" y="636"/>
                </a:lnTo>
                <a:lnTo>
                  <a:pt x="6561" y="636"/>
                </a:lnTo>
                <a:lnTo>
                  <a:pt x="6667" y="636"/>
                </a:lnTo>
                <a:lnTo>
                  <a:pt x="6843" y="636"/>
                </a:lnTo>
                <a:lnTo>
                  <a:pt x="6949" y="636"/>
                </a:lnTo>
                <a:lnTo>
                  <a:pt x="7090" y="600"/>
                </a:lnTo>
                <a:lnTo>
                  <a:pt x="7196" y="600"/>
                </a:lnTo>
                <a:lnTo>
                  <a:pt x="7337" y="600"/>
                </a:lnTo>
                <a:lnTo>
                  <a:pt x="7478" y="565"/>
                </a:lnTo>
                <a:lnTo>
                  <a:pt x="7620" y="530"/>
                </a:lnTo>
                <a:lnTo>
                  <a:pt x="7725" y="530"/>
                </a:lnTo>
                <a:lnTo>
                  <a:pt x="7902" y="530"/>
                </a:lnTo>
                <a:lnTo>
                  <a:pt x="8008" y="530"/>
                </a:lnTo>
                <a:lnTo>
                  <a:pt x="8113" y="530"/>
                </a:lnTo>
                <a:lnTo>
                  <a:pt x="8255" y="494"/>
                </a:lnTo>
                <a:lnTo>
                  <a:pt x="8396" y="494"/>
                </a:lnTo>
                <a:lnTo>
                  <a:pt x="8572" y="494"/>
                </a:lnTo>
                <a:lnTo>
                  <a:pt x="8748" y="494"/>
                </a:lnTo>
                <a:lnTo>
                  <a:pt x="8925" y="494"/>
                </a:lnTo>
                <a:lnTo>
                  <a:pt x="9066" y="494"/>
                </a:lnTo>
                <a:lnTo>
                  <a:pt x="9172" y="494"/>
                </a:lnTo>
                <a:lnTo>
                  <a:pt x="9278" y="494"/>
                </a:lnTo>
                <a:lnTo>
                  <a:pt x="9383" y="494"/>
                </a:lnTo>
                <a:lnTo>
                  <a:pt x="9489" y="494"/>
                </a:lnTo>
                <a:lnTo>
                  <a:pt x="9701" y="494"/>
                </a:lnTo>
                <a:lnTo>
                  <a:pt x="9842" y="494"/>
                </a:lnTo>
                <a:lnTo>
                  <a:pt x="9983" y="530"/>
                </a:lnTo>
                <a:lnTo>
                  <a:pt x="10195" y="530"/>
                </a:lnTo>
                <a:lnTo>
                  <a:pt x="10689" y="530"/>
                </a:lnTo>
                <a:lnTo>
                  <a:pt x="11183" y="530"/>
                </a:lnTo>
                <a:lnTo>
                  <a:pt x="11676" y="530"/>
                </a:lnTo>
                <a:lnTo>
                  <a:pt x="12171" y="530"/>
                </a:lnTo>
                <a:lnTo>
                  <a:pt x="12383" y="530"/>
                </a:lnTo>
                <a:lnTo>
                  <a:pt x="12559" y="530"/>
                </a:lnTo>
                <a:lnTo>
                  <a:pt x="12701" y="530"/>
                </a:lnTo>
                <a:lnTo>
                  <a:pt x="12806" y="565"/>
                </a:lnTo>
                <a:lnTo>
                  <a:pt x="12912" y="600"/>
                </a:lnTo>
                <a:lnTo>
                  <a:pt x="13089" y="671"/>
                </a:lnTo>
                <a:lnTo>
                  <a:pt x="13230" y="706"/>
                </a:lnTo>
                <a:lnTo>
                  <a:pt x="13406" y="706"/>
                </a:lnTo>
                <a:lnTo>
                  <a:pt x="13582" y="706"/>
                </a:lnTo>
                <a:lnTo>
                  <a:pt x="13794" y="706"/>
                </a:lnTo>
                <a:lnTo>
                  <a:pt x="13935" y="706"/>
                </a:lnTo>
                <a:lnTo>
                  <a:pt x="14041" y="706"/>
                </a:lnTo>
                <a:lnTo>
                  <a:pt x="14182" y="706"/>
                </a:lnTo>
                <a:lnTo>
                  <a:pt x="14359" y="706"/>
                </a:lnTo>
                <a:lnTo>
                  <a:pt x="14500" y="706"/>
                </a:lnTo>
                <a:lnTo>
                  <a:pt x="14641" y="706"/>
                </a:lnTo>
                <a:lnTo>
                  <a:pt x="14747" y="706"/>
                </a:lnTo>
                <a:lnTo>
                  <a:pt x="14852" y="706"/>
                </a:lnTo>
                <a:lnTo>
                  <a:pt x="14994" y="778"/>
                </a:lnTo>
                <a:lnTo>
                  <a:pt x="15170" y="813"/>
                </a:lnTo>
                <a:lnTo>
                  <a:pt x="15346" y="883"/>
                </a:lnTo>
                <a:lnTo>
                  <a:pt x="15523" y="919"/>
                </a:lnTo>
                <a:lnTo>
                  <a:pt x="15629" y="954"/>
                </a:lnTo>
                <a:lnTo>
                  <a:pt x="15734" y="954"/>
                </a:lnTo>
                <a:lnTo>
                  <a:pt x="15840" y="954"/>
                </a:lnTo>
                <a:lnTo>
                  <a:pt x="15981" y="813"/>
                </a:lnTo>
                <a:lnTo>
                  <a:pt x="16122" y="742"/>
                </a:lnTo>
                <a:lnTo>
                  <a:pt x="16264" y="706"/>
                </a:lnTo>
                <a:lnTo>
                  <a:pt x="16369" y="671"/>
                </a:lnTo>
                <a:lnTo>
                  <a:pt x="16475" y="636"/>
                </a:lnTo>
                <a:lnTo>
                  <a:pt x="16581" y="600"/>
                </a:lnTo>
                <a:lnTo>
                  <a:pt x="16722" y="530"/>
                </a:lnTo>
                <a:lnTo>
                  <a:pt x="16828" y="530"/>
                </a:lnTo>
                <a:lnTo>
                  <a:pt x="16969" y="530"/>
                </a:lnTo>
                <a:lnTo>
                  <a:pt x="17075" y="565"/>
                </a:lnTo>
                <a:lnTo>
                  <a:pt x="17181" y="565"/>
                </a:lnTo>
                <a:lnTo>
                  <a:pt x="17287" y="600"/>
                </a:lnTo>
                <a:lnTo>
                  <a:pt x="17392" y="600"/>
                </a:lnTo>
                <a:lnTo>
                  <a:pt x="17534" y="636"/>
                </a:lnTo>
                <a:lnTo>
                  <a:pt x="17639" y="636"/>
                </a:lnTo>
                <a:lnTo>
                  <a:pt x="17745" y="636"/>
                </a:lnTo>
                <a:lnTo>
                  <a:pt x="17886" y="636"/>
                </a:lnTo>
                <a:lnTo>
                  <a:pt x="17992" y="636"/>
                </a:lnTo>
                <a:lnTo>
                  <a:pt x="18133" y="636"/>
                </a:lnTo>
                <a:lnTo>
                  <a:pt x="18239" y="636"/>
                </a:lnTo>
                <a:lnTo>
                  <a:pt x="18380" y="671"/>
                </a:lnTo>
                <a:lnTo>
                  <a:pt x="18486" y="671"/>
                </a:lnTo>
                <a:lnTo>
                  <a:pt x="18662" y="671"/>
                </a:lnTo>
                <a:lnTo>
                  <a:pt x="18804" y="706"/>
                </a:lnTo>
                <a:lnTo>
                  <a:pt x="18909" y="706"/>
                </a:lnTo>
                <a:lnTo>
                  <a:pt x="19086" y="706"/>
                </a:lnTo>
                <a:lnTo>
                  <a:pt x="19227" y="706"/>
                </a:lnTo>
                <a:lnTo>
                  <a:pt x="19403" y="706"/>
                </a:lnTo>
                <a:lnTo>
                  <a:pt x="19509" y="706"/>
                </a:lnTo>
                <a:lnTo>
                  <a:pt x="19615" y="706"/>
                </a:lnTo>
                <a:lnTo>
                  <a:pt x="19756" y="706"/>
                </a:lnTo>
                <a:lnTo>
                  <a:pt x="19897" y="706"/>
                </a:lnTo>
                <a:lnTo>
                  <a:pt x="20038" y="706"/>
                </a:lnTo>
                <a:lnTo>
                  <a:pt x="20144" y="706"/>
                </a:lnTo>
                <a:lnTo>
                  <a:pt x="20250" y="706"/>
                </a:lnTo>
                <a:lnTo>
                  <a:pt x="20391" y="742"/>
                </a:lnTo>
                <a:lnTo>
                  <a:pt x="20532" y="742"/>
                </a:lnTo>
                <a:lnTo>
                  <a:pt x="20709" y="778"/>
                </a:lnTo>
                <a:lnTo>
                  <a:pt x="20850" y="778"/>
                </a:lnTo>
                <a:lnTo>
                  <a:pt x="20991" y="778"/>
                </a:lnTo>
                <a:lnTo>
                  <a:pt x="21132" y="813"/>
                </a:lnTo>
                <a:lnTo>
                  <a:pt x="21273" y="813"/>
                </a:lnTo>
                <a:lnTo>
                  <a:pt x="21379" y="813"/>
                </a:lnTo>
                <a:lnTo>
                  <a:pt x="21520" y="848"/>
                </a:lnTo>
                <a:lnTo>
                  <a:pt x="21626" y="848"/>
                </a:lnTo>
                <a:lnTo>
                  <a:pt x="21802" y="883"/>
                </a:lnTo>
                <a:lnTo>
                  <a:pt x="21908" y="919"/>
                </a:lnTo>
                <a:lnTo>
                  <a:pt x="22014" y="919"/>
                </a:lnTo>
                <a:lnTo>
                  <a:pt x="22120" y="919"/>
                </a:lnTo>
                <a:lnTo>
                  <a:pt x="22226" y="919"/>
                </a:lnTo>
                <a:lnTo>
                  <a:pt x="22367" y="919"/>
                </a:lnTo>
                <a:lnTo>
                  <a:pt x="22508" y="919"/>
                </a:lnTo>
                <a:lnTo>
                  <a:pt x="22614" y="919"/>
                </a:lnTo>
                <a:lnTo>
                  <a:pt x="22719" y="919"/>
                </a:lnTo>
                <a:lnTo>
                  <a:pt x="22825" y="919"/>
                </a:lnTo>
                <a:lnTo>
                  <a:pt x="22931" y="919"/>
                </a:lnTo>
                <a:lnTo>
                  <a:pt x="23107" y="919"/>
                </a:lnTo>
                <a:lnTo>
                  <a:pt x="23213" y="919"/>
                </a:lnTo>
                <a:lnTo>
                  <a:pt x="23319" y="919"/>
                </a:lnTo>
                <a:lnTo>
                  <a:pt x="23425" y="919"/>
                </a:lnTo>
                <a:lnTo>
                  <a:pt x="23531" y="919"/>
                </a:lnTo>
                <a:lnTo>
                  <a:pt x="23637" y="919"/>
                </a:lnTo>
                <a:lnTo>
                  <a:pt x="23637" y="813"/>
                </a:lnTo>
                <a:lnTo>
                  <a:pt x="23637" y="671"/>
                </a:lnTo>
                <a:lnTo>
                  <a:pt x="23637" y="565"/>
                </a:lnTo>
                <a:lnTo>
                  <a:pt x="23637" y="459"/>
                </a:lnTo>
                <a:lnTo>
                  <a:pt x="23637" y="353"/>
                </a:lnTo>
                <a:lnTo>
                  <a:pt x="23637" y="247"/>
                </a:lnTo>
                <a:lnTo>
                  <a:pt x="23637" y="141"/>
                </a:lnTo>
                <a:lnTo>
                  <a:pt x="23637" y="35"/>
                </a:lnTo>
                <a:lnTo>
                  <a:pt x="0" y="35"/>
                </a:lnTo>
                <a:lnTo>
                  <a:pt x="0" y="0"/>
                </a:lnTo>
                <a:lnTo>
                  <a:pt x="70" y="176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77840" y="5486400"/>
            <a:ext cx="8547480" cy="520920"/>
          </a:xfrm>
          <a:custGeom>
            <a:avLst/>
            <a:gdLst/>
            <a:ahLst/>
            <a:rect l="0" t="0" r="r" b="b"/>
            <a:pathLst>
              <a:path w="23743" h="1447">
                <a:moveTo>
                  <a:pt x="0" y="847"/>
                </a:moveTo>
                <a:lnTo>
                  <a:pt x="141" y="812"/>
                </a:lnTo>
                <a:lnTo>
                  <a:pt x="211" y="705"/>
                </a:lnTo>
                <a:lnTo>
                  <a:pt x="317" y="670"/>
                </a:lnTo>
                <a:lnTo>
                  <a:pt x="423" y="599"/>
                </a:lnTo>
                <a:lnTo>
                  <a:pt x="529" y="599"/>
                </a:lnTo>
                <a:lnTo>
                  <a:pt x="634" y="599"/>
                </a:lnTo>
                <a:lnTo>
                  <a:pt x="740" y="564"/>
                </a:lnTo>
                <a:lnTo>
                  <a:pt x="846" y="564"/>
                </a:lnTo>
                <a:lnTo>
                  <a:pt x="952" y="564"/>
                </a:lnTo>
                <a:lnTo>
                  <a:pt x="1058" y="564"/>
                </a:lnTo>
                <a:lnTo>
                  <a:pt x="1164" y="599"/>
                </a:lnTo>
                <a:lnTo>
                  <a:pt x="1234" y="705"/>
                </a:lnTo>
                <a:lnTo>
                  <a:pt x="1340" y="812"/>
                </a:lnTo>
                <a:lnTo>
                  <a:pt x="1481" y="847"/>
                </a:lnTo>
                <a:lnTo>
                  <a:pt x="1587" y="882"/>
                </a:lnTo>
                <a:lnTo>
                  <a:pt x="1693" y="953"/>
                </a:lnTo>
                <a:lnTo>
                  <a:pt x="1799" y="953"/>
                </a:lnTo>
                <a:lnTo>
                  <a:pt x="1905" y="988"/>
                </a:lnTo>
                <a:lnTo>
                  <a:pt x="2010" y="988"/>
                </a:lnTo>
                <a:lnTo>
                  <a:pt x="2116" y="918"/>
                </a:lnTo>
                <a:lnTo>
                  <a:pt x="2257" y="812"/>
                </a:lnTo>
                <a:lnTo>
                  <a:pt x="2398" y="741"/>
                </a:lnTo>
                <a:lnTo>
                  <a:pt x="2540" y="705"/>
                </a:lnTo>
                <a:lnTo>
                  <a:pt x="2645" y="635"/>
                </a:lnTo>
                <a:lnTo>
                  <a:pt x="2786" y="564"/>
                </a:lnTo>
                <a:lnTo>
                  <a:pt x="2928" y="529"/>
                </a:lnTo>
                <a:lnTo>
                  <a:pt x="3033" y="493"/>
                </a:lnTo>
                <a:lnTo>
                  <a:pt x="3210" y="458"/>
                </a:lnTo>
                <a:lnTo>
                  <a:pt x="3316" y="458"/>
                </a:lnTo>
                <a:lnTo>
                  <a:pt x="3492" y="423"/>
                </a:lnTo>
                <a:lnTo>
                  <a:pt x="3598" y="388"/>
                </a:lnTo>
                <a:lnTo>
                  <a:pt x="3739" y="352"/>
                </a:lnTo>
                <a:lnTo>
                  <a:pt x="3880" y="352"/>
                </a:lnTo>
                <a:lnTo>
                  <a:pt x="3986" y="317"/>
                </a:lnTo>
                <a:lnTo>
                  <a:pt x="4162" y="317"/>
                </a:lnTo>
                <a:lnTo>
                  <a:pt x="4303" y="317"/>
                </a:lnTo>
                <a:lnTo>
                  <a:pt x="4409" y="282"/>
                </a:lnTo>
                <a:lnTo>
                  <a:pt x="4515" y="282"/>
                </a:lnTo>
                <a:lnTo>
                  <a:pt x="4621" y="282"/>
                </a:lnTo>
                <a:lnTo>
                  <a:pt x="4762" y="282"/>
                </a:lnTo>
                <a:lnTo>
                  <a:pt x="4868" y="282"/>
                </a:lnTo>
                <a:lnTo>
                  <a:pt x="4974" y="282"/>
                </a:lnTo>
                <a:lnTo>
                  <a:pt x="5080" y="317"/>
                </a:lnTo>
                <a:lnTo>
                  <a:pt x="5185" y="388"/>
                </a:lnTo>
                <a:lnTo>
                  <a:pt x="5291" y="458"/>
                </a:lnTo>
                <a:lnTo>
                  <a:pt x="5397" y="458"/>
                </a:lnTo>
                <a:lnTo>
                  <a:pt x="5503" y="493"/>
                </a:lnTo>
                <a:lnTo>
                  <a:pt x="5609" y="529"/>
                </a:lnTo>
                <a:lnTo>
                  <a:pt x="5715" y="564"/>
                </a:lnTo>
                <a:lnTo>
                  <a:pt x="5820" y="564"/>
                </a:lnTo>
                <a:lnTo>
                  <a:pt x="5926" y="564"/>
                </a:lnTo>
                <a:lnTo>
                  <a:pt x="6104" y="564"/>
                </a:lnTo>
                <a:lnTo>
                  <a:pt x="6280" y="529"/>
                </a:lnTo>
                <a:lnTo>
                  <a:pt x="6386" y="529"/>
                </a:lnTo>
                <a:lnTo>
                  <a:pt x="6492" y="493"/>
                </a:lnTo>
                <a:lnTo>
                  <a:pt x="6633" y="423"/>
                </a:lnTo>
                <a:lnTo>
                  <a:pt x="6809" y="352"/>
                </a:lnTo>
                <a:lnTo>
                  <a:pt x="6950" y="317"/>
                </a:lnTo>
                <a:lnTo>
                  <a:pt x="7127" y="246"/>
                </a:lnTo>
                <a:lnTo>
                  <a:pt x="7232" y="211"/>
                </a:lnTo>
                <a:lnTo>
                  <a:pt x="7232" y="317"/>
                </a:lnTo>
                <a:lnTo>
                  <a:pt x="7409" y="211"/>
                </a:lnTo>
                <a:lnTo>
                  <a:pt x="7515" y="141"/>
                </a:lnTo>
                <a:lnTo>
                  <a:pt x="7621" y="70"/>
                </a:lnTo>
                <a:lnTo>
                  <a:pt x="7726" y="0"/>
                </a:lnTo>
                <a:lnTo>
                  <a:pt x="7832" y="70"/>
                </a:lnTo>
                <a:lnTo>
                  <a:pt x="7938" y="176"/>
                </a:lnTo>
                <a:lnTo>
                  <a:pt x="8044" y="211"/>
                </a:lnTo>
                <a:lnTo>
                  <a:pt x="8150" y="282"/>
                </a:lnTo>
                <a:lnTo>
                  <a:pt x="8256" y="317"/>
                </a:lnTo>
                <a:lnTo>
                  <a:pt x="8361" y="388"/>
                </a:lnTo>
                <a:lnTo>
                  <a:pt x="8467" y="458"/>
                </a:lnTo>
                <a:lnTo>
                  <a:pt x="8573" y="493"/>
                </a:lnTo>
                <a:lnTo>
                  <a:pt x="8679" y="493"/>
                </a:lnTo>
                <a:lnTo>
                  <a:pt x="8820" y="493"/>
                </a:lnTo>
                <a:lnTo>
                  <a:pt x="8961" y="493"/>
                </a:lnTo>
                <a:lnTo>
                  <a:pt x="9067" y="493"/>
                </a:lnTo>
                <a:lnTo>
                  <a:pt x="9208" y="493"/>
                </a:lnTo>
                <a:lnTo>
                  <a:pt x="9349" y="352"/>
                </a:lnTo>
                <a:lnTo>
                  <a:pt x="9526" y="282"/>
                </a:lnTo>
                <a:lnTo>
                  <a:pt x="9737" y="211"/>
                </a:lnTo>
                <a:lnTo>
                  <a:pt x="9914" y="141"/>
                </a:lnTo>
                <a:lnTo>
                  <a:pt x="10125" y="70"/>
                </a:lnTo>
                <a:lnTo>
                  <a:pt x="10196" y="211"/>
                </a:lnTo>
                <a:lnTo>
                  <a:pt x="10196" y="317"/>
                </a:lnTo>
                <a:lnTo>
                  <a:pt x="10196" y="423"/>
                </a:lnTo>
                <a:lnTo>
                  <a:pt x="10302" y="352"/>
                </a:lnTo>
                <a:lnTo>
                  <a:pt x="10407" y="352"/>
                </a:lnTo>
                <a:lnTo>
                  <a:pt x="10513" y="352"/>
                </a:lnTo>
                <a:lnTo>
                  <a:pt x="10619" y="423"/>
                </a:lnTo>
                <a:lnTo>
                  <a:pt x="10760" y="423"/>
                </a:lnTo>
                <a:lnTo>
                  <a:pt x="10901" y="352"/>
                </a:lnTo>
                <a:lnTo>
                  <a:pt x="11007" y="317"/>
                </a:lnTo>
                <a:lnTo>
                  <a:pt x="11113" y="282"/>
                </a:lnTo>
                <a:lnTo>
                  <a:pt x="11219" y="282"/>
                </a:lnTo>
                <a:lnTo>
                  <a:pt x="11325" y="246"/>
                </a:lnTo>
                <a:lnTo>
                  <a:pt x="11466" y="211"/>
                </a:lnTo>
                <a:lnTo>
                  <a:pt x="11572" y="176"/>
                </a:lnTo>
                <a:lnTo>
                  <a:pt x="11677" y="176"/>
                </a:lnTo>
                <a:lnTo>
                  <a:pt x="11783" y="176"/>
                </a:lnTo>
                <a:lnTo>
                  <a:pt x="11960" y="141"/>
                </a:lnTo>
                <a:lnTo>
                  <a:pt x="12101" y="141"/>
                </a:lnTo>
                <a:lnTo>
                  <a:pt x="12277" y="141"/>
                </a:lnTo>
                <a:lnTo>
                  <a:pt x="12454" y="141"/>
                </a:lnTo>
                <a:lnTo>
                  <a:pt x="12559" y="176"/>
                </a:lnTo>
                <a:lnTo>
                  <a:pt x="12595" y="317"/>
                </a:lnTo>
                <a:lnTo>
                  <a:pt x="12665" y="423"/>
                </a:lnTo>
                <a:lnTo>
                  <a:pt x="12806" y="458"/>
                </a:lnTo>
                <a:lnTo>
                  <a:pt x="12947" y="423"/>
                </a:lnTo>
                <a:lnTo>
                  <a:pt x="13089" y="388"/>
                </a:lnTo>
                <a:lnTo>
                  <a:pt x="13194" y="388"/>
                </a:lnTo>
                <a:lnTo>
                  <a:pt x="13300" y="388"/>
                </a:lnTo>
                <a:lnTo>
                  <a:pt x="13477" y="352"/>
                </a:lnTo>
                <a:lnTo>
                  <a:pt x="13582" y="317"/>
                </a:lnTo>
                <a:lnTo>
                  <a:pt x="13688" y="317"/>
                </a:lnTo>
                <a:lnTo>
                  <a:pt x="13794" y="352"/>
                </a:lnTo>
                <a:lnTo>
                  <a:pt x="13935" y="352"/>
                </a:lnTo>
                <a:lnTo>
                  <a:pt x="14041" y="317"/>
                </a:lnTo>
                <a:lnTo>
                  <a:pt x="14147" y="282"/>
                </a:lnTo>
                <a:lnTo>
                  <a:pt x="14253" y="282"/>
                </a:lnTo>
                <a:lnTo>
                  <a:pt x="14359" y="282"/>
                </a:lnTo>
                <a:lnTo>
                  <a:pt x="14464" y="423"/>
                </a:lnTo>
                <a:lnTo>
                  <a:pt x="14570" y="458"/>
                </a:lnTo>
                <a:lnTo>
                  <a:pt x="14676" y="458"/>
                </a:lnTo>
                <a:lnTo>
                  <a:pt x="14782" y="458"/>
                </a:lnTo>
                <a:lnTo>
                  <a:pt x="14888" y="529"/>
                </a:lnTo>
                <a:lnTo>
                  <a:pt x="14994" y="529"/>
                </a:lnTo>
                <a:lnTo>
                  <a:pt x="15135" y="529"/>
                </a:lnTo>
                <a:lnTo>
                  <a:pt x="15170" y="635"/>
                </a:lnTo>
                <a:lnTo>
                  <a:pt x="15276" y="635"/>
                </a:lnTo>
                <a:lnTo>
                  <a:pt x="15452" y="635"/>
                </a:lnTo>
                <a:lnTo>
                  <a:pt x="15558" y="599"/>
                </a:lnTo>
                <a:lnTo>
                  <a:pt x="15664" y="599"/>
                </a:lnTo>
                <a:lnTo>
                  <a:pt x="15805" y="599"/>
                </a:lnTo>
                <a:lnTo>
                  <a:pt x="15911" y="564"/>
                </a:lnTo>
                <a:lnTo>
                  <a:pt x="16087" y="529"/>
                </a:lnTo>
                <a:lnTo>
                  <a:pt x="16193" y="529"/>
                </a:lnTo>
                <a:lnTo>
                  <a:pt x="16334" y="564"/>
                </a:lnTo>
                <a:lnTo>
                  <a:pt x="16475" y="564"/>
                </a:lnTo>
                <a:lnTo>
                  <a:pt x="16687" y="564"/>
                </a:lnTo>
                <a:lnTo>
                  <a:pt x="16828" y="564"/>
                </a:lnTo>
                <a:lnTo>
                  <a:pt x="16934" y="564"/>
                </a:lnTo>
                <a:lnTo>
                  <a:pt x="17040" y="564"/>
                </a:lnTo>
                <a:lnTo>
                  <a:pt x="17146" y="529"/>
                </a:lnTo>
                <a:lnTo>
                  <a:pt x="17287" y="529"/>
                </a:lnTo>
                <a:lnTo>
                  <a:pt x="17498" y="458"/>
                </a:lnTo>
                <a:lnTo>
                  <a:pt x="17710" y="423"/>
                </a:lnTo>
                <a:lnTo>
                  <a:pt x="17923" y="352"/>
                </a:lnTo>
                <a:lnTo>
                  <a:pt x="18134" y="282"/>
                </a:lnTo>
                <a:lnTo>
                  <a:pt x="18240" y="282"/>
                </a:lnTo>
                <a:lnTo>
                  <a:pt x="18346" y="423"/>
                </a:lnTo>
                <a:lnTo>
                  <a:pt x="18452" y="493"/>
                </a:lnTo>
                <a:lnTo>
                  <a:pt x="18593" y="423"/>
                </a:lnTo>
                <a:lnTo>
                  <a:pt x="18699" y="352"/>
                </a:lnTo>
                <a:lnTo>
                  <a:pt x="18840" y="282"/>
                </a:lnTo>
                <a:lnTo>
                  <a:pt x="18946" y="211"/>
                </a:lnTo>
                <a:lnTo>
                  <a:pt x="19052" y="176"/>
                </a:lnTo>
                <a:lnTo>
                  <a:pt x="19087" y="352"/>
                </a:lnTo>
                <a:lnTo>
                  <a:pt x="19228" y="423"/>
                </a:lnTo>
                <a:lnTo>
                  <a:pt x="19334" y="423"/>
                </a:lnTo>
                <a:lnTo>
                  <a:pt x="19440" y="388"/>
                </a:lnTo>
                <a:lnTo>
                  <a:pt x="19616" y="423"/>
                </a:lnTo>
                <a:lnTo>
                  <a:pt x="19792" y="423"/>
                </a:lnTo>
                <a:lnTo>
                  <a:pt x="19898" y="423"/>
                </a:lnTo>
                <a:lnTo>
                  <a:pt x="20004" y="423"/>
                </a:lnTo>
                <a:lnTo>
                  <a:pt x="20145" y="458"/>
                </a:lnTo>
                <a:lnTo>
                  <a:pt x="20322" y="493"/>
                </a:lnTo>
                <a:lnTo>
                  <a:pt x="20427" y="493"/>
                </a:lnTo>
                <a:lnTo>
                  <a:pt x="20533" y="529"/>
                </a:lnTo>
                <a:lnTo>
                  <a:pt x="20674" y="599"/>
                </a:lnTo>
                <a:lnTo>
                  <a:pt x="20780" y="599"/>
                </a:lnTo>
                <a:lnTo>
                  <a:pt x="20886" y="599"/>
                </a:lnTo>
                <a:lnTo>
                  <a:pt x="20992" y="599"/>
                </a:lnTo>
                <a:lnTo>
                  <a:pt x="21203" y="599"/>
                </a:lnTo>
                <a:lnTo>
                  <a:pt x="21309" y="599"/>
                </a:lnTo>
                <a:lnTo>
                  <a:pt x="21450" y="599"/>
                </a:lnTo>
                <a:lnTo>
                  <a:pt x="21592" y="635"/>
                </a:lnTo>
                <a:lnTo>
                  <a:pt x="21733" y="670"/>
                </a:lnTo>
                <a:lnTo>
                  <a:pt x="21874" y="670"/>
                </a:lnTo>
                <a:lnTo>
                  <a:pt x="21980" y="670"/>
                </a:lnTo>
                <a:lnTo>
                  <a:pt x="22121" y="670"/>
                </a:lnTo>
                <a:lnTo>
                  <a:pt x="22227" y="670"/>
                </a:lnTo>
                <a:lnTo>
                  <a:pt x="22473" y="670"/>
                </a:lnTo>
                <a:lnTo>
                  <a:pt x="22615" y="670"/>
                </a:lnTo>
                <a:lnTo>
                  <a:pt x="22720" y="705"/>
                </a:lnTo>
                <a:lnTo>
                  <a:pt x="22826" y="705"/>
                </a:lnTo>
                <a:lnTo>
                  <a:pt x="22932" y="705"/>
                </a:lnTo>
                <a:lnTo>
                  <a:pt x="23073" y="705"/>
                </a:lnTo>
                <a:lnTo>
                  <a:pt x="23214" y="705"/>
                </a:lnTo>
                <a:lnTo>
                  <a:pt x="23320" y="705"/>
                </a:lnTo>
                <a:lnTo>
                  <a:pt x="23426" y="705"/>
                </a:lnTo>
                <a:lnTo>
                  <a:pt x="23532" y="705"/>
                </a:lnTo>
                <a:lnTo>
                  <a:pt x="23638" y="741"/>
                </a:lnTo>
                <a:lnTo>
                  <a:pt x="23743" y="741"/>
                </a:lnTo>
                <a:lnTo>
                  <a:pt x="23708" y="1412"/>
                </a:lnTo>
                <a:lnTo>
                  <a:pt x="35" y="1447"/>
                </a:lnTo>
                <a:lnTo>
                  <a:pt x="0" y="847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577960" y="196920"/>
            <a:ext cx="3670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Example 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455760" y="5335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"/>
          <p:cNvGrpSpPr/>
          <p:nvPr/>
        </p:nvGrpSpPr>
        <p:grpSpPr>
          <a:xfrm>
            <a:off x="341280" y="977760"/>
            <a:ext cx="7736040" cy="833760"/>
            <a:chOff x="341280" y="977760"/>
            <a:chExt cx="7736040" cy="833760"/>
          </a:xfrm>
        </p:grpSpPr>
        <p:sp>
          <p:nvSpPr>
            <p:cNvPr id="130" name=""/>
            <p:cNvSpPr txBox="1"/>
            <p:nvPr/>
          </p:nvSpPr>
          <p:spPr>
            <a:xfrm>
              <a:off x="343080" y="1328760"/>
              <a:ext cx="7734240" cy="4827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02 CustKey          PIC X(3) VALUE "KEY".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"/>
            <p:cNvSpPr txBox="1"/>
            <p:nvPr/>
          </p:nvSpPr>
          <p:spPr>
            <a:xfrm>
              <a:off x="341280" y="977760"/>
              <a:ext cx="1714680" cy="3618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</a:pPr>
              <a:r>
                <a:rPr lang="en-US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Copyfile5.cbl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2" name=""/>
          <p:cNvGrpSpPr/>
          <p:nvPr/>
        </p:nvGrpSpPr>
        <p:grpSpPr>
          <a:xfrm>
            <a:off x="241200" y="2349360"/>
            <a:ext cx="8331480" cy="2171880"/>
            <a:chOff x="241200" y="2349360"/>
            <a:chExt cx="8331480" cy="2171880"/>
          </a:xfrm>
        </p:grpSpPr>
        <p:sp>
          <p:nvSpPr>
            <p:cNvPr id="133" name=""/>
            <p:cNvSpPr/>
            <p:nvPr/>
          </p:nvSpPr>
          <p:spPr>
            <a:xfrm>
              <a:off x="571680" y="2463840"/>
              <a:ext cx="7873920" cy="2057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"/>
            <p:cNvSpPr txBox="1"/>
            <p:nvPr/>
          </p:nvSpPr>
          <p:spPr>
            <a:xfrm>
              <a:off x="279360" y="2413080"/>
              <a:ext cx="8128080" cy="15526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01 CopyData.                                 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COPY CopyFile5 REPLACING </a:t>
              </a: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"KEY"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BY 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Courier New"/>
                  <a:ea typeface="Courier New"/>
                </a:rPr>
                <a:t>"ABC"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241200" y="2349360"/>
              <a:ext cx="8331480" cy="457560"/>
            </a:xfrm>
            <a:custGeom>
              <a:avLst/>
              <a:gdLst/>
              <a:ahLst/>
              <a:rect l="0" t="0" r="r" b="b"/>
              <a:pathLst>
                <a:path w="23143" h="1271">
                  <a:moveTo>
                    <a:pt x="0" y="70"/>
                  </a:moveTo>
                  <a:lnTo>
                    <a:pt x="0" y="1271"/>
                  </a:lnTo>
                  <a:lnTo>
                    <a:pt x="740" y="635"/>
                  </a:lnTo>
                  <a:lnTo>
                    <a:pt x="1164" y="882"/>
                  </a:lnTo>
                  <a:lnTo>
                    <a:pt x="1269" y="777"/>
                  </a:lnTo>
                  <a:lnTo>
                    <a:pt x="1411" y="706"/>
                  </a:lnTo>
                  <a:lnTo>
                    <a:pt x="1552" y="635"/>
                  </a:lnTo>
                  <a:lnTo>
                    <a:pt x="1587" y="741"/>
                  </a:lnTo>
                  <a:lnTo>
                    <a:pt x="1587" y="847"/>
                  </a:lnTo>
                  <a:lnTo>
                    <a:pt x="1693" y="847"/>
                  </a:lnTo>
                  <a:lnTo>
                    <a:pt x="1799" y="882"/>
                  </a:lnTo>
                  <a:lnTo>
                    <a:pt x="1905" y="882"/>
                  </a:lnTo>
                  <a:lnTo>
                    <a:pt x="2010" y="812"/>
                  </a:lnTo>
                  <a:lnTo>
                    <a:pt x="2151" y="741"/>
                  </a:lnTo>
                  <a:lnTo>
                    <a:pt x="2257" y="635"/>
                  </a:lnTo>
                  <a:lnTo>
                    <a:pt x="2363" y="599"/>
                  </a:lnTo>
                  <a:lnTo>
                    <a:pt x="2469" y="529"/>
                  </a:lnTo>
                  <a:lnTo>
                    <a:pt x="2540" y="741"/>
                  </a:lnTo>
                  <a:lnTo>
                    <a:pt x="2681" y="847"/>
                  </a:lnTo>
                  <a:lnTo>
                    <a:pt x="2786" y="847"/>
                  </a:lnTo>
                  <a:lnTo>
                    <a:pt x="2892" y="777"/>
                  </a:lnTo>
                  <a:lnTo>
                    <a:pt x="2998" y="706"/>
                  </a:lnTo>
                  <a:lnTo>
                    <a:pt x="3104" y="599"/>
                  </a:lnTo>
                  <a:lnTo>
                    <a:pt x="3210" y="599"/>
                  </a:lnTo>
                  <a:lnTo>
                    <a:pt x="3351" y="599"/>
                  </a:lnTo>
                  <a:lnTo>
                    <a:pt x="3492" y="599"/>
                  </a:lnTo>
                  <a:lnTo>
                    <a:pt x="3598" y="529"/>
                  </a:lnTo>
                  <a:lnTo>
                    <a:pt x="3704" y="493"/>
                  </a:lnTo>
                  <a:lnTo>
                    <a:pt x="3845" y="423"/>
                  </a:lnTo>
                  <a:lnTo>
                    <a:pt x="3845" y="529"/>
                  </a:lnTo>
                  <a:lnTo>
                    <a:pt x="3880" y="635"/>
                  </a:lnTo>
                  <a:lnTo>
                    <a:pt x="3986" y="635"/>
                  </a:lnTo>
                  <a:lnTo>
                    <a:pt x="4092" y="635"/>
                  </a:lnTo>
                  <a:lnTo>
                    <a:pt x="4233" y="671"/>
                  </a:lnTo>
                  <a:lnTo>
                    <a:pt x="4374" y="741"/>
                  </a:lnTo>
                  <a:lnTo>
                    <a:pt x="4480" y="777"/>
                  </a:lnTo>
                  <a:lnTo>
                    <a:pt x="4621" y="812"/>
                  </a:lnTo>
                  <a:lnTo>
                    <a:pt x="4727" y="847"/>
                  </a:lnTo>
                  <a:lnTo>
                    <a:pt x="4833" y="847"/>
                  </a:lnTo>
                  <a:lnTo>
                    <a:pt x="4938" y="847"/>
                  </a:lnTo>
                  <a:lnTo>
                    <a:pt x="5044" y="882"/>
                  </a:lnTo>
                  <a:lnTo>
                    <a:pt x="5150" y="882"/>
                  </a:lnTo>
                  <a:lnTo>
                    <a:pt x="5256" y="882"/>
                  </a:lnTo>
                  <a:lnTo>
                    <a:pt x="5397" y="918"/>
                  </a:lnTo>
                  <a:lnTo>
                    <a:pt x="5538" y="918"/>
                  </a:lnTo>
                  <a:lnTo>
                    <a:pt x="5715" y="918"/>
                  </a:lnTo>
                  <a:lnTo>
                    <a:pt x="5856" y="918"/>
                  </a:lnTo>
                  <a:lnTo>
                    <a:pt x="5997" y="918"/>
                  </a:lnTo>
                  <a:lnTo>
                    <a:pt x="6103" y="918"/>
                  </a:lnTo>
                  <a:lnTo>
                    <a:pt x="6244" y="918"/>
                  </a:lnTo>
                  <a:lnTo>
                    <a:pt x="6350" y="882"/>
                  </a:lnTo>
                  <a:lnTo>
                    <a:pt x="6455" y="847"/>
                  </a:lnTo>
                  <a:lnTo>
                    <a:pt x="6561" y="847"/>
                  </a:lnTo>
                  <a:lnTo>
                    <a:pt x="6667" y="918"/>
                  </a:lnTo>
                  <a:lnTo>
                    <a:pt x="6773" y="988"/>
                  </a:lnTo>
                  <a:lnTo>
                    <a:pt x="6879" y="953"/>
                  </a:lnTo>
                  <a:lnTo>
                    <a:pt x="6985" y="918"/>
                  </a:lnTo>
                  <a:lnTo>
                    <a:pt x="7090" y="918"/>
                  </a:lnTo>
                  <a:lnTo>
                    <a:pt x="7196" y="988"/>
                  </a:lnTo>
                  <a:lnTo>
                    <a:pt x="7267" y="1094"/>
                  </a:lnTo>
                  <a:lnTo>
                    <a:pt x="7373" y="1129"/>
                  </a:lnTo>
                  <a:lnTo>
                    <a:pt x="7514" y="1094"/>
                  </a:lnTo>
                  <a:lnTo>
                    <a:pt x="7655" y="1059"/>
                  </a:lnTo>
                  <a:lnTo>
                    <a:pt x="7761" y="1024"/>
                  </a:lnTo>
                  <a:lnTo>
                    <a:pt x="7831" y="918"/>
                  </a:lnTo>
                  <a:lnTo>
                    <a:pt x="7866" y="812"/>
                  </a:lnTo>
                  <a:lnTo>
                    <a:pt x="7972" y="706"/>
                  </a:lnTo>
                  <a:lnTo>
                    <a:pt x="8184" y="706"/>
                  </a:lnTo>
                  <a:lnTo>
                    <a:pt x="8325" y="741"/>
                  </a:lnTo>
                  <a:lnTo>
                    <a:pt x="8501" y="812"/>
                  </a:lnTo>
                  <a:lnTo>
                    <a:pt x="8678" y="847"/>
                  </a:lnTo>
                  <a:lnTo>
                    <a:pt x="8784" y="882"/>
                  </a:lnTo>
                  <a:lnTo>
                    <a:pt x="8890" y="918"/>
                  </a:lnTo>
                  <a:lnTo>
                    <a:pt x="8995" y="953"/>
                  </a:lnTo>
                  <a:lnTo>
                    <a:pt x="9101" y="918"/>
                  </a:lnTo>
                  <a:lnTo>
                    <a:pt x="9242" y="847"/>
                  </a:lnTo>
                  <a:lnTo>
                    <a:pt x="9419" y="777"/>
                  </a:lnTo>
                  <a:lnTo>
                    <a:pt x="9560" y="777"/>
                  </a:lnTo>
                  <a:lnTo>
                    <a:pt x="9666" y="777"/>
                  </a:lnTo>
                  <a:lnTo>
                    <a:pt x="9771" y="706"/>
                  </a:lnTo>
                  <a:lnTo>
                    <a:pt x="9913" y="635"/>
                  </a:lnTo>
                  <a:lnTo>
                    <a:pt x="10089" y="635"/>
                  </a:lnTo>
                  <a:lnTo>
                    <a:pt x="10195" y="635"/>
                  </a:lnTo>
                  <a:lnTo>
                    <a:pt x="10301" y="635"/>
                  </a:lnTo>
                  <a:lnTo>
                    <a:pt x="10512" y="564"/>
                  </a:lnTo>
                  <a:lnTo>
                    <a:pt x="10653" y="529"/>
                  </a:lnTo>
                  <a:lnTo>
                    <a:pt x="10830" y="493"/>
                  </a:lnTo>
                  <a:lnTo>
                    <a:pt x="10971" y="423"/>
                  </a:lnTo>
                  <a:lnTo>
                    <a:pt x="11147" y="388"/>
                  </a:lnTo>
                  <a:lnTo>
                    <a:pt x="11253" y="352"/>
                  </a:lnTo>
                  <a:lnTo>
                    <a:pt x="11359" y="352"/>
                  </a:lnTo>
                  <a:lnTo>
                    <a:pt x="11465" y="458"/>
                  </a:lnTo>
                  <a:lnTo>
                    <a:pt x="11607" y="529"/>
                  </a:lnTo>
                  <a:lnTo>
                    <a:pt x="11748" y="599"/>
                  </a:lnTo>
                  <a:lnTo>
                    <a:pt x="11854" y="671"/>
                  </a:lnTo>
                  <a:lnTo>
                    <a:pt x="11960" y="671"/>
                  </a:lnTo>
                  <a:lnTo>
                    <a:pt x="12066" y="671"/>
                  </a:lnTo>
                  <a:lnTo>
                    <a:pt x="12171" y="635"/>
                  </a:lnTo>
                  <a:lnTo>
                    <a:pt x="12312" y="635"/>
                  </a:lnTo>
                  <a:lnTo>
                    <a:pt x="12418" y="599"/>
                  </a:lnTo>
                  <a:lnTo>
                    <a:pt x="12524" y="599"/>
                  </a:lnTo>
                  <a:lnTo>
                    <a:pt x="12630" y="599"/>
                  </a:lnTo>
                  <a:lnTo>
                    <a:pt x="12771" y="599"/>
                  </a:lnTo>
                  <a:lnTo>
                    <a:pt x="12877" y="599"/>
                  </a:lnTo>
                  <a:lnTo>
                    <a:pt x="12983" y="599"/>
                  </a:lnTo>
                  <a:lnTo>
                    <a:pt x="13089" y="599"/>
                  </a:lnTo>
                  <a:lnTo>
                    <a:pt x="13194" y="599"/>
                  </a:lnTo>
                  <a:lnTo>
                    <a:pt x="13336" y="599"/>
                  </a:lnTo>
                  <a:lnTo>
                    <a:pt x="13441" y="564"/>
                  </a:lnTo>
                  <a:lnTo>
                    <a:pt x="13582" y="529"/>
                  </a:lnTo>
                  <a:lnTo>
                    <a:pt x="13724" y="493"/>
                  </a:lnTo>
                  <a:lnTo>
                    <a:pt x="13865" y="493"/>
                  </a:lnTo>
                  <a:lnTo>
                    <a:pt x="14006" y="388"/>
                  </a:lnTo>
                  <a:lnTo>
                    <a:pt x="14147" y="317"/>
                  </a:lnTo>
                  <a:lnTo>
                    <a:pt x="14253" y="317"/>
                  </a:lnTo>
                  <a:lnTo>
                    <a:pt x="14394" y="388"/>
                  </a:lnTo>
                  <a:lnTo>
                    <a:pt x="14500" y="493"/>
                  </a:lnTo>
                  <a:lnTo>
                    <a:pt x="14606" y="529"/>
                  </a:lnTo>
                  <a:lnTo>
                    <a:pt x="14711" y="599"/>
                  </a:lnTo>
                  <a:lnTo>
                    <a:pt x="14817" y="671"/>
                  </a:lnTo>
                  <a:lnTo>
                    <a:pt x="14958" y="741"/>
                  </a:lnTo>
                  <a:lnTo>
                    <a:pt x="15064" y="741"/>
                  </a:lnTo>
                  <a:lnTo>
                    <a:pt x="15170" y="777"/>
                  </a:lnTo>
                  <a:lnTo>
                    <a:pt x="15276" y="812"/>
                  </a:lnTo>
                  <a:lnTo>
                    <a:pt x="15382" y="847"/>
                  </a:lnTo>
                  <a:lnTo>
                    <a:pt x="15487" y="882"/>
                  </a:lnTo>
                  <a:lnTo>
                    <a:pt x="15593" y="918"/>
                  </a:lnTo>
                  <a:lnTo>
                    <a:pt x="15699" y="918"/>
                  </a:lnTo>
                  <a:lnTo>
                    <a:pt x="15805" y="918"/>
                  </a:lnTo>
                  <a:lnTo>
                    <a:pt x="15911" y="918"/>
                  </a:lnTo>
                  <a:lnTo>
                    <a:pt x="16017" y="918"/>
                  </a:lnTo>
                  <a:lnTo>
                    <a:pt x="16122" y="918"/>
                  </a:lnTo>
                  <a:lnTo>
                    <a:pt x="16228" y="918"/>
                  </a:lnTo>
                  <a:lnTo>
                    <a:pt x="16369" y="918"/>
                  </a:lnTo>
                  <a:lnTo>
                    <a:pt x="16475" y="953"/>
                  </a:lnTo>
                  <a:lnTo>
                    <a:pt x="16581" y="953"/>
                  </a:lnTo>
                  <a:lnTo>
                    <a:pt x="16722" y="1024"/>
                  </a:lnTo>
                  <a:lnTo>
                    <a:pt x="16828" y="1059"/>
                  </a:lnTo>
                  <a:lnTo>
                    <a:pt x="16934" y="1094"/>
                  </a:lnTo>
                  <a:lnTo>
                    <a:pt x="17040" y="1165"/>
                  </a:lnTo>
                  <a:lnTo>
                    <a:pt x="17146" y="1165"/>
                  </a:lnTo>
                  <a:lnTo>
                    <a:pt x="17251" y="1165"/>
                  </a:lnTo>
                  <a:lnTo>
                    <a:pt x="17357" y="1129"/>
                  </a:lnTo>
                  <a:lnTo>
                    <a:pt x="17498" y="1059"/>
                  </a:lnTo>
                  <a:lnTo>
                    <a:pt x="17604" y="988"/>
                  </a:lnTo>
                  <a:lnTo>
                    <a:pt x="17710" y="988"/>
                  </a:lnTo>
                  <a:lnTo>
                    <a:pt x="17851" y="918"/>
                  </a:lnTo>
                  <a:lnTo>
                    <a:pt x="17957" y="882"/>
                  </a:lnTo>
                  <a:lnTo>
                    <a:pt x="17992" y="777"/>
                  </a:lnTo>
                  <a:lnTo>
                    <a:pt x="18027" y="671"/>
                  </a:lnTo>
                  <a:lnTo>
                    <a:pt x="18133" y="599"/>
                  </a:lnTo>
                  <a:lnTo>
                    <a:pt x="18239" y="599"/>
                  </a:lnTo>
                  <a:lnTo>
                    <a:pt x="18345" y="635"/>
                  </a:lnTo>
                  <a:lnTo>
                    <a:pt x="18451" y="671"/>
                  </a:lnTo>
                  <a:lnTo>
                    <a:pt x="18557" y="671"/>
                  </a:lnTo>
                  <a:lnTo>
                    <a:pt x="18662" y="706"/>
                  </a:lnTo>
                  <a:lnTo>
                    <a:pt x="18768" y="706"/>
                  </a:lnTo>
                  <a:lnTo>
                    <a:pt x="18909" y="706"/>
                  </a:lnTo>
                  <a:lnTo>
                    <a:pt x="19051" y="671"/>
                  </a:lnTo>
                  <a:lnTo>
                    <a:pt x="19192" y="635"/>
                  </a:lnTo>
                  <a:lnTo>
                    <a:pt x="19333" y="564"/>
                  </a:lnTo>
                  <a:lnTo>
                    <a:pt x="19474" y="529"/>
                  </a:lnTo>
                  <a:lnTo>
                    <a:pt x="19686" y="493"/>
                  </a:lnTo>
                  <a:lnTo>
                    <a:pt x="19791" y="493"/>
                  </a:lnTo>
                  <a:lnTo>
                    <a:pt x="19897" y="529"/>
                  </a:lnTo>
                  <a:lnTo>
                    <a:pt x="20003" y="599"/>
                  </a:lnTo>
                  <a:lnTo>
                    <a:pt x="20109" y="671"/>
                  </a:lnTo>
                  <a:lnTo>
                    <a:pt x="20250" y="706"/>
                  </a:lnTo>
                  <a:lnTo>
                    <a:pt x="20356" y="777"/>
                  </a:lnTo>
                  <a:lnTo>
                    <a:pt x="20497" y="812"/>
                  </a:lnTo>
                  <a:lnTo>
                    <a:pt x="20638" y="882"/>
                  </a:lnTo>
                  <a:lnTo>
                    <a:pt x="20779" y="882"/>
                  </a:lnTo>
                  <a:lnTo>
                    <a:pt x="20920" y="882"/>
                  </a:lnTo>
                  <a:lnTo>
                    <a:pt x="21026" y="918"/>
                  </a:lnTo>
                  <a:lnTo>
                    <a:pt x="21132" y="953"/>
                  </a:lnTo>
                  <a:lnTo>
                    <a:pt x="21308" y="953"/>
                  </a:lnTo>
                  <a:lnTo>
                    <a:pt x="21414" y="953"/>
                  </a:lnTo>
                  <a:lnTo>
                    <a:pt x="21520" y="988"/>
                  </a:lnTo>
                  <a:lnTo>
                    <a:pt x="21626" y="1024"/>
                  </a:lnTo>
                  <a:lnTo>
                    <a:pt x="21767" y="1094"/>
                  </a:lnTo>
                  <a:lnTo>
                    <a:pt x="21908" y="1129"/>
                  </a:lnTo>
                  <a:lnTo>
                    <a:pt x="22014" y="1165"/>
                  </a:lnTo>
                  <a:lnTo>
                    <a:pt x="22120" y="1165"/>
                  </a:lnTo>
                  <a:lnTo>
                    <a:pt x="22226" y="1165"/>
                  </a:lnTo>
                  <a:lnTo>
                    <a:pt x="22331" y="1165"/>
                  </a:lnTo>
                  <a:lnTo>
                    <a:pt x="22437" y="1165"/>
                  </a:lnTo>
                  <a:lnTo>
                    <a:pt x="22543" y="1165"/>
                  </a:lnTo>
                  <a:lnTo>
                    <a:pt x="22684" y="1165"/>
                  </a:lnTo>
                  <a:lnTo>
                    <a:pt x="22790" y="1165"/>
                  </a:lnTo>
                  <a:lnTo>
                    <a:pt x="22931" y="1165"/>
                  </a:lnTo>
                  <a:lnTo>
                    <a:pt x="23037" y="1200"/>
                  </a:lnTo>
                  <a:lnTo>
                    <a:pt x="23143" y="1235"/>
                  </a:lnTo>
                  <a:lnTo>
                    <a:pt x="23002" y="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241200" y="3720960"/>
              <a:ext cx="8280720" cy="330480"/>
            </a:xfrm>
            <a:custGeom>
              <a:avLst/>
              <a:gdLst/>
              <a:ahLst/>
              <a:rect l="0" t="0" r="r" b="b"/>
              <a:pathLst>
                <a:path w="23002" h="918">
                  <a:moveTo>
                    <a:pt x="0" y="317"/>
                  </a:moveTo>
                  <a:lnTo>
                    <a:pt x="0" y="918"/>
                  </a:lnTo>
                  <a:lnTo>
                    <a:pt x="23002" y="882"/>
                  </a:lnTo>
                  <a:lnTo>
                    <a:pt x="22896" y="458"/>
                  </a:lnTo>
                  <a:lnTo>
                    <a:pt x="22790" y="423"/>
                  </a:lnTo>
                  <a:lnTo>
                    <a:pt x="22684" y="388"/>
                  </a:lnTo>
                  <a:lnTo>
                    <a:pt x="22578" y="388"/>
                  </a:lnTo>
                  <a:lnTo>
                    <a:pt x="22472" y="282"/>
                  </a:lnTo>
                  <a:lnTo>
                    <a:pt x="22367" y="282"/>
                  </a:lnTo>
                  <a:lnTo>
                    <a:pt x="22261" y="317"/>
                  </a:lnTo>
                  <a:lnTo>
                    <a:pt x="22155" y="317"/>
                  </a:lnTo>
                  <a:lnTo>
                    <a:pt x="22014" y="352"/>
                  </a:lnTo>
                  <a:lnTo>
                    <a:pt x="21943" y="458"/>
                  </a:lnTo>
                  <a:lnTo>
                    <a:pt x="21837" y="388"/>
                  </a:lnTo>
                  <a:lnTo>
                    <a:pt x="21732" y="246"/>
                  </a:lnTo>
                  <a:lnTo>
                    <a:pt x="21626" y="176"/>
                  </a:lnTo>
                  <a:lnTo>
                    <a:pt x="21520" y="105"/>
                  </a:lnTo>
                  <a:lnTo>
                    <a:pt x="21414" y="70"/>
                  </a:lnTo>
                  <a:lnTo>
                    <a:pt x="21308" y="0"/>
                  </a:lnTo>
                  <a:lnTo>
                    <a:pt x="21202" y="0"/>
                  </a:lnTo>
                  <a:lnTo>
                    <a:pt x="21097" y="70"/>
                  </a:lnTo>
                  <a:lnTo>
                    <a:pt x="21097" y="176"/>
                  </a:lnTo>
                  <a:lnTo>
                    <a:pt x="21061" y="282"/>
                  </a:lnTo>
                  <a:lnTo>
                    <a:pt x="20956" y="352"/>
                  </a:lnTo>
                  <a:lnTo>
                    <a:pt x="20814" y="423"/>
                  </a:lnTo>
                  <a:lnTo>
                    <a:pt x="20709" y="458"/>
                  </a:lnTo>
                  <a:lnTo>
                    <a:pt x="20603" y="494"/>
                  </a:lnTo>
                  <a:lnTo>
                    <a:pt x="20497" y="494"/>
                  </a:lnTo>
                  <a:lnTo>
                    <a:pt x="20391" y="494"/>
                  </a:lnTo>
                  <a:lnTo>
                    <a:pt x="20215" y="494"/>
                  </a:lnTo>
                  <a:lnTo>
                    <a:pt x="20109" y="458"/>
                  </a:lnTo>
                  <a:lnTo>
                    <a:pt x="19968" y="458"/>
                  </a:lnTo>
                  <a:lnTo>
                    <a:pt x="19827" y="458"/>
                  </a:lnTo>
                  <a:lnTo>
                    <a:pt x="19686" y="458"/>
                  </a:lnTo>
                  <a:lnTo>
                    <a:pt x="19580" y="458"/>
                  </a:lnTo>
                  <a:lnTo>
                    <a:pt x="19439" y="423"/>
                  </a:lnTo>
                  <a:lnTo>
                    <a:pt x="19333" y="423"/>
                  </a:lnTo>
                  <a:lnTo>
                    <a:pt x="19156" y="423"/>
                  </a:lnTo>
                  <a:lnTo>
                    <a:pt x="19051" y="388"/>
                  </a:lnTo>
                  <a:lnTo>
                    <a:pt x="18945" y="317"/>
                  </a:lnTo>
                  <a:lnTo>
                    <a:pt x="18839" y="282"/>
                  </a:lnTo>
                  <a:lnTo>
                    <a:pt x="18733" y="246"/>
                  </a:lnTo>
                  <a:lnTo>
                    <a:pt x="18557" y="176"/>
                  </a:lnTo>
                  <a:lnTo>
                    <a:pt x="18451" y="176"/>
                  </a:lnTo>
                  <a:lnTo>
                    <a:pt x="18345" y="176"/>
                  </a:lnTo>
                  <a:lnTo>
                    <a:pt x="18239" y="246"/>
                  </a:lnTo>
                  <a:lnTo>
                    <a:pt x="18169" y="352"/>
                  </a:lnTo>
                  <a:lnTo>
                    <a:pt x="18063" y="352"/>
                  </a:lnTo>
                  <a:lnTo>
                    <a:pt x="17922" y="352"/>
                  </a:lnTo>
                  <a:lnTo>
                    <a:pt x="17816" y="388"/>
                  </a:lnTo>
                  <a:lnTo>
                    <a:pt x="17710" y="388"/>
                  </a:lnTo>
                  <a:lnTo>
                    <a:pt x="17569" y="388"/>
                  </a:lnTo>
                  <a:lnTo>
                    <a:pt x="17463" y="388"/>
                  </a:lnTo>
                  <a:lnTo>
                    <a:pt x="17357" y="388"/>
                  </a:lnTo>
                  <a:lnTo>
                    <a:pt x="17251" y="423"/>
                  </a:lnTo>
                  <a:lnTo>
                    <a:pt x="17146" y="423"/>
                  </a:lnTo>
                  <a:lnTo>
                    <a:pt x="17040" y="458"/>
                  </a:lnTo>
                  <a:lnTo>
                    <a:pt x="16934" y="458"/>
                  </a:lnTo>
                  <a:lnTo>
                    <a:pt x="16828" y="494"/>
                  </a:lnTo>
                  <a:lnTo>
                    <a:pt x="16722" y="494"/>
                  </a:lnTo>
                  <a:lnTo>
                    <a:pt x="16616" y="458"/>
                  </a:lnTo>
                  <a:lnTo>
                    <a:pt x="16511" y="458"/>
                  </a:lnTo>
                  <a:lnTo>
                    <a:pt x="16405" y="458"/>
                  </a:lnTo>
                  <a:lnTo>
                    <a:pt x="16264" y="458"/>
                  </a:lnTo>
                  <a:lnTo>
                    <a:pt x="16158" y="458"/>
                  </a:lnTo>
                  <a:lnTo>
                    <a:pt x="16052" y="458"/>
                  </a:lnTo>
                  <a:lnTo>
                    <a:pt x="15911" y="458"/>
                  </a:lnTo>
                  <a:lnTo>
                    <a:pt x="15770" y="458"/>
                  </a:lnTo>
                  <a:lnTo>
                    <a:pt x="15629" y="494"/>
                  </a:lnTo>
                  <a:lnTo>
                    <a:pt x="15523" y="494"/>
                  </a:lnTo>
                  <a:lnTo>
                    <a:pt x="15382" y="494"/>
                  </a:lnTo>
                  <a:lnTo>
                    <a:pt x="15276" y="494"/>
                  </a:lnTo>
                  <a:lnTo>
                    <a:pt x="15170" y="494"/>
                  </a:lnTo>
                  <a:lnTo>
                    <a:pt x="15064" y="494"/>
                  </a:lnTo>
                  <a:lnTo>
                    <a:pt x="14958" y="494"/>
                  </a:lnTo>
                  <a:lnTo>
                    <a:pt x="14852" y="494"/>
                  </a:lnTo>
                  <a:lnTo>
                    <a:pt x="14711" y="458"/>
                  </a:lnTo>
                  <a:lnTo>
                    <a:pt x="14570" y="458"/>
                  </a:lnTo>
                  <a:lnTo>
                    <a:pt x="14464" y="423"/>
                  </a:lnTo>
                  <a:lnTo>
                    <a:pt x="14359" y="423"/>
                  </a:lnTo>
                  <a:lnTo>
                    <a:pt x="14217" y="388"/>
                  </a:lnTo>
                  <a:lnTo>
                    <a:pt x="14041" y="388"/>
                  </a:lnTo>
                  <a:lnTo>
                    <a:pt x="13935" y="388"/>
                  </a:lnTo>
                  <a:lnTo>
                    <a:pt x="13829" y="388"/>
                  </a:lnTo>
                  <a:lnTo>
                    <a:pt x="13724" y="388"/>
                  </a:lnTo>
                  <a:lnTo>
                    <a:pt x="13547" y="388"/>
                  </a:lnTo>
                  <a:lnTo>
                    <a:pt x="13441" y="317"/>
                  </a:lnTo>
                  <a:lnTo>
                    <a:pt x="13336" y="282"/>
                  </a:lnTo>
                  <a:lnTo>
                    <a:pt x="13230" y="282"/>
                  </a:lnTo>
                  <a:lnTo>
                    <a:pt x="13053" y="282"/>
                  </a:lnTo>
                  <a:lnTo>
                    <a:pt x="12947" y="282"/>
                  </a:lnTo>
                  <a:lnTo>
                    <a:pt x="12806" y="282"/>
                  </a:lnTo>
                  <a:lnTo>
                    <a:pt x="12701" y="282"/>
                  </a:lnTo>
                  <a:lnTo>
                    <a:pt x="12595" y="282"/>
                  </a:lnTo>
                  <a:lnTo>
                    <a:pt x="12454" y="317"/>
                  </a:lnTo>
                  <a:lnTo>
                    <a:pt x="12312" y="352"/>
                  </a:lnTo>
                  <a:lnTo>
                    <a:pt x="12136" y="388"/>
                  </a:lnTo>
                  <a:lnTo>
                    <a:pt x="12030" y="388"/>
                  </a:lnTo>
                  <a:lnTo>
                    <a:pt x="11889" y="388"/>
                  </a:lnTo>
                  <a:lnTo>
                    <a:pt x="11748" y="423"/>
                  </a:lnTo>
                  <a:lnTo>
                    <a:pt x="11642" y="458"/>
                  </a:lnTo>
                  <a:lnTo>
                    <a:pt x="11430" y="494"/>
                  </a:lnTo>
                  <a:lnTo>
                    <a:pt x="11324" y="530"/>
                  </a:lnTo>
                  <a:lnTo>
                    <a:pt x="11183" y="530"/>
                  </a:lnTo>
                  <a:lnTo>
                    <a:pt x="11041" y="565"/>
                  </a:lnTo>
                  <a:lnTo>
                    <a:pt x="10865" y="600"/>
                  </a:lnTo>
                  <a:lnTo>
                    <a:pt x="10689" y="600"/>
                  </a:lnTo>
                  <a:lnTo>
                    <a:pt x="10548" y="600"/>
                  </a:lnTo>
                  <a:lnTo>
                    <a:pt x="10442" y="600"/>
                  </a:lnTo>
                  <a:lnTo>
                    <a:pt x="10301" y="600"/>
                  </a:lnTo>
                  <a:lnTo>
                    <a:pt x="10195" y="600"/>
                  </a:lnTo>
                  <a:lnTo>
                    <a:pt x="10089" y="600"/>
                  </a:lnTo>
                  <a:lnTo>
                    <a:pt x="9983" y="600"/>
                  </a:lnTo>
                  <a:lnTo>
                    <a:pt x="9842" y="565"/>
                  </a:lnTo>
                  <a:lnTo>
                    <a:pt x="9736" y="530"/>
                  </a:lnTo>
                  <a:lnTo>
                    <a:pt x="9630" y="530"/>
                  </a:lnTo>
                  <a:lnTo>
                    <a:pt x="9489" y="494"/>
                  </a:lnTo>
                  <a:lnTo>
                    <a:pt x="9383" y="458"/>
                  </a:lnTo>
                  <a:lnTo>
                    <a:pt x="9207" y="458"/>
                  </a:lnTo>
                  <a:lnTo>
                    <a:pt x="9101" y="423"/>
                  </a:lnTo>
                  <a:lnTo>
                    <a:pt x="8995" y="423"/>
                  </a:lnTo>
                  <a:lnTo>
                    <a:pt x="8890" y="388"/>
                  </a:lnTo>
                  <a:lnTo>
                    <a:pt x="8713" y="388"/>
                  </a:lnTo>
                  <a:lnTo>
                    <a:pt x="8537" y="388"/>
                  </a:lnTo>
                  <a:lnTo>
                    <a:pt x="8396" y="352"/>
                  </a:lnTo>
                  <a:lnTo>
                    <a:pt x="8255" y="352"/>
                  </a:lnTo>
                  <a:lnTo>
                    <a:pt x="8078" y="317"/>
                  </a:lnTo>
                  <a:lnTo>
                    <a:pt x="7972" y="317"/>
                  </a:lnTo>
                  <a:lnTo>
                    <a:pt x="7866" y="317"/>
                  </a:lnTo>
                  <a:lnTo>
                    <a:pt x="7761" y="317"/>
                  </a:lnTo>
                  <a:lnTo>
                    <a:pt x="7655" y="317"/>
                  </a:lnTo>
                  <a:lnTo>
                    <a:pt x="7549" y="317"/>
                  </a:lnTo>
                  <a:lnTo>
                    <a:pt x="7443" y="317"/>
                  </a:lnTo>
                  <a:lnTo>
                    <a:pt x="7337" y="352"/>
                  </a:lnTo>
                  <a:lnTo>
                    <a:pt x="7231" y="388"/>
                  </a:lnTo>
                  <a:lnTo>
                    <a:pt x="7090" y="458"/>
                  </a:lnTo>
                  <a:lnTo>
                    <a:pt x="6985" y="458"/>
                  </a:lnTo>
                  <a:lnTo>
                    <a:pt x="6879" y="494"/>
                  </a:lnTo>
                  <a:lnTo>
                    <a:pt x="6773" y="494"/>
                  </a:lnTo>
                  <a:lnTo>
                    <a:pt x="6667" y="494"/>
                  </a:lnTo>
                  <a:lnTo>
                    <a:pt x="6561" y="494"/>
                  </a:lnTo>
                  <a:lnTo>
                    <a:pt x="6420" y="494"/>
                  </a:lnTo>
                  <a:lnTo>
                    <a:pt x="6279" y="494"/>
                  </a:lnTo>
                  <a:lnTo>
                    <a:pt x="6173" y="458"/>
                  </a:lnTo>
                  <a:lnTo>
                    <a:pt x="6067" y="423"/>
                  </a:lnTo>
                  <a:lnTo>
                    <a:pt x="5891" y="388"/>
                  </a:lnTo>
                  <a:lnTo>
                    <a:pt x="5750" y="388"/>
                  </a:lnTo>
                  <a:lnTo>
                    <a:pt x="5644" y="352"/>
                  </a:lnTo>
                  <a:lnTo>
                    <a:pt x="5503" y="282"/>
                  </a:lnTo>
                  <a:lnTo>
                    <a:pt x="5397" y="246"/>
                  </a:lnTo>
                  <a:lnTo>
                    <a:pt x="5291" y="211"/>
                  </a:lnTo>
                  <a:lnTo>
                    <a:pt x="5185" y="176"/>
                  </a:lnTo>
                  <a:lnTo>
                    <a:pt x="5044" y="176"/>
                  </a:lnTo>
                  <a:lnTo>
                    <a:pt x="4938" y="176"/>
                  </a:lnTo>
                  <a:lnTo>
                    <a:pt x="4833" y="176"/>
                  </a:lnTo>
                  <a:lnTo>
                    <a:pt x="4691" y="176"/>
                  </a:lnTo>
                  <a:lnTo>
                    <a:pt x="4550" y="211"/>
                  </a:lnTo>
                  <a:lnTo>
                    <a:pt x="4445" y="246"/>
                  </a:lnTo>
                  <a:lnTo>
                    <a:pt x="4339" y="282"/>
                  </a:lnTo>
                  <a:lnTo>
                    <a:pt x="4198" y="317"/>
                  </a:lnTo>
                  <a:lnTo>
                    <a:pt x="4056" y="352"/>
                  </a:lnTo>
                  <a:lnTo>
                    <a:pt x="3880" y="388"/>
                  </a:lnTo>
                  <a:lnTo>
                    <a:pt x="3774" y="388"/>
                  </a:lnTo>
                  <a:lnTo>
                    <a:pt x="3668" y="388"/>
                  </a:lnTo>
                  <a:lnTo>
                    <a:pt x="3527" y="388"/>
                  </a:lnTo>
                  <a:lnTo>
                    <a:pt x="3386" y="388"/>
                  </a:lnTo>
                  <a:lnTo>
                    <a:pt x="3245" y="388"/>
                  </a:lnTo>
                  <a:lnTo>
                    <a:pt x="3104" y="388"/>
                  </a:lnTo>
                  <a:lnTo>
                    <a:pt x="2998" y="388"/>
                  </a:lnTo>
                  <a:lnTo>
                    <a:pt x="2892" y="388"/>
                  </a:lnTo>
                  <a:lnTo>
                    <a:pt x="2751" y="423"/>
                  </a:lnTo>
                  <a:lnTo>
                    <a:pt x="2575" y="458"/>
                  </a:lnTo>
                  <a:lnTo>
                    <a:pt x="2469" y="458"/>
                  </a:lnTo>
                  <a:lnTo>
                    <a:pt x="2363" y="494"/>
                  </a:lnTo>
                  <a:lnTo>
                    <a:pt x="2257" y="494"/>
                  </a:lnTo>
                  <a:lnTo>
                    <a:pt x="2116" y="494"/>
                  </a:lnTo>
                  <a:lnTo>
                    <a:pt x="1975" y="494"/>
                  </a:lnTo>
                  <a:lnTo>
                    <a:pt x="1869" y="494"/>
                  </a:lnTo>
                  <a:lnTo>
                    <a:pt x="1763" y="494"/>
                  </a:lnTo>
                  <a:lnTo>
                    <a:pt x="1622" y="494"/>
                  </a:lnTo>
                  <a:lnTo>
                    <a:pt x="1481" y="494"/>
                  </a:lnTo>
                  <a:lnTo>
                    <a:pt x="1375" y="494"/>
                  </a:lnTo>
                  <a:lnTo>
                    <a:pt x="1234" y="494"/>
                  </a:lnTo>
                  <a:lnTo>
                    <a:pt x="1128" y="494"/>
                  </a:lnTo>
                  <a:lnTo>
                    <a:pt x="1023" y="494"/>
                  </a:lnTo>
                  <a:lnTo>
                    <a:pt x="917" y="494"/>
                  </a:lnTo>
                  <a:lnTo>
                    <a:pt x="776" y="494"/>
                  </a:lnTo>
                  <a:lnTo>
                    <a:pt x="670" y="494"/>
                  </a:lnTo>
                  <a:lnTo>
                    <a:pt x="564" y="494"/>
                  </a:lnTo>
                  <a:lnTo>
                    <a:pt x="458" y="494"/>
                  </a:lnTo>
                  <a:lnTo>
                    <a:pt x="317" y="494"/>
                  </a:lnTo>
                  <a:lnTo>
                    <a:pt x="211" y="458"/>
                  </a:lnTo>
                  <a:lnTo>
                    <a:pt x="105" y="458"/>
                  </a:lnTo>
                  <a:lnTo>
                    <a:pt x="0" y="317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" name=""/>
          <p:cNvSpPr txBox="1"/>
          <p:nvPr/>
        </p:nvSpPr>
        <p:spPr>
          <a:xfrm>
            <a:off x="279360" y="4292640"/>
            <a:ext cx="8140680" cy="1638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01 CopyData. 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02 CustKey       PIC X(3) VALUE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"ABC"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.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216000" y="4228920"/>
            <a:ext cx="8509320" cy="343440"/>
          </a:xfrm>
          <a:custGeom>
            <a:avLst/>
            <a:gdLst/>
            <a:ahLst/>
            <a:rect l="0" t="0" r="r" b="b"/>
            <a:pathLst>
              <a:path w="23637" h="954">
                <a:moveTo>
                  <a:pt x="70" y="176"/>
                </a:moveTo>
                <a:lnTo>
                  <a:pt x="70" y="318"/>
                </a:lnTo>
                <a:lnTo>
                  <a:pt x="105" y="424"/>
                </a:lnTo>
                <a:lnTo>
                  <a:pt x="105" y="530"/>
                </a:lnTo>
                <a:lnTo>
                  <a:pt x="141" y="636"/>
                </a:lnTo>
                <a:lnTo>
                  <a:pt x="141" y="742"/>
                </a:lnTo>
                <a:lnTo>
                  <a:pt x="246" y="742"/>
                </a:lnTo>
                <a:lnTo>
                  <a:pt x="352" y="671"/>
                </a:lnTo>
                <a:lnTo>
                  <a:pt x="423" y="565"/>
                </a:lnTo>
                <a:lnTo>
                  <a:pt x="529" y="530"/>
                </a:lnTo>
                <a:lnTo>
                  <a:pt x="635" y="494"/>
                </a:lnTo>
                <a:lnTo>
                  <a:pt x="740" y="530"/>
                </a:lnTo>
                <a:lnTo>
                  <a:pt x="811" y="636"/>
                </a:lnTo>
                <a:lnTo>
                  <a:pt x="917" y="671"/>
                </a:lnTo>
                <a:lnTo>
                  <a:pt x="1023" y="742"/>
                </a:lnTo>
                <a:lnTo>
                  <a:pt x="1128" y="742"/>
                </a:lnTo>
                <a:lnTo>
                  <a:pt x="1234" y="742"/>
                </a:lnTo>
                <a:lnTo>
                  <a:pt x="1270" y="636"/>
                </a:lnTo>
                <a:lnTo>
                  <a:pt x="1375" y="565"/>
                </a:lnTo>
                <a:lnTo>
                  <a:pt x="1481" y="530"/>
                </a:lnTo>
                <a:lnTo>
                  <a:pt x="1622" y="494"/>
                </a:lnTo>
                <a:lnTo>
                  <a:pt x="1728" y="565"/>
                </a:lnTo>
                <a:lnTo>
                  <a:pt x="1834" y="600"/>
                </a:lnTo>
                <a:lnTo>
                  <a:pt x="1940" y="600"/>
                </a:lnTo>
                <a:lnTo>
                  <a:pt x="2046" y="565"/>
                </a:lnTo>
                <a:lnTo>
                  <a:pt x="2151" y="565"/>
                </a:lnTo>
                <a:lnTo>
                  <a:pt x="2293" y="530"/>
                </a:lnTo>
                <a:lnTo>
                  <a:pt x="2469" y="494"/>
                </a:lnTo>
                <a:lnTo>
                  <a:pt x="2610" y="459"/>
                </a:lnTo>
                <a:lnTo>
                  <a:pt x="2751" y="459"/>
                </a:lnTo>
                <a:lnTo>
                  <a:pt x="2928" y="459"/>
                </a:lnTo>
                <a:lnTo>
                  <a:pt x="3033" y="424"/>
                </a:lnTo>
                <a:lnTo>
                  <a:pt x="3210" y="424"/>
                </a:lnTo>
                <a:lnTo>
                  <a:pt x="3351" y="424"/>
                </a:lnTo>
                <a:lnTo>
                  <a:pt x="3457" y="424"/>
                </a:lnTo>
                <a:lnTo>
                  <a:pt x="3598" y="424"/>
                </a:lnTo>
                <a:lnTo>
                  <a:pt x="3704" y="459"/>
                </a:lnTo>
                <a:lnTo>
                  <a:pt x="3810" y="459"/>
                </a:lnTo>
                <a:lnTo>
                  <a:pt x="3915" y="494"/>
                </a:lnTo>
                <a:lnTo>
                  <a:pt x="4021" y="494"/>
                </a:lnTo>
                <a:lnTo>
                  <a:pt x="4127" y="530"/>
                </a:lnTo>
                <a:lnTo>
                  <a:pt x="4233" y="530"/>
                </a:lnTo>
                <a:lnTo>
                  <a:pt x="4339" y="600"/>
                </a:lnTo>
                <a:lnTo>
                  <a:pt x="4480" y="636"/>
                </a:lnTo>
                <a:lnTo>
                  <a:pt x="4691" y="636"/>
                </a:lnTo>
                <a:lnTo>
                  <a:pt x="4797" y="636"/>
                </a:lnTo>
                <a:lnTo>
                  <a:pt x="4938" y="636"/>
                </a:lnTo>
                <a:lnTo>
                  <a:pt x="5080" y="636"/>
                </a:lnTo>
                <a:lnTo>
                  <a:pt x="5256" y="636"/>
                </a:lnTo>
                <a:lnTo>
                  <a:pt x="5397" y="636"/>
                </a:lnTo>
                <a:lnTo>
                  <a:pt x="5503" y="636"/>
                </a:lnTo>
                <a:lnTo>
                  <a:pt x="5644" y="636"/>
                </a:lnTo>
                <a:lnTo>
                  <a:pt x="5785" y="636"/>
                </a:lnTo>
                <a:lnTo>
                  <a:pt x="5891" y="636"/>
                </a:lnTo>
                <a:lnTo>
                  <a:pt x="6032" y="636"/>
                </a:lnTo>
                <a:lnTo>
                  <a:pt x="6138" y="636"/>
                </a:lnTo>
                <a:lnTo>
                  <a:pt x="6244" y="636"/>
                </a:lnTo>
                <a:lnTo>
                  <a:pt x="6385" y="636"/>
                </a:lnTo>
                <a:lnTo>
                  <a:pt x="6561" y="636"/>
                </a:lnTo>
                <a:lnTo>
                  <a:pt x="6667" y="636"/>
                </a:lnTo>
                <a:lnTo>
                  <a:pt x="6843" y="636"/>
                </a:lnTo>
                <a:lnTo>
                  <a:pt x="6949" y="636"/>
                </a:lnTo>
                <a:lnTo>
                  <a:pt x="7090" y="600"/>
                </a:lnTo>
                <a:lnTo>
                  <a:pt x="7196" y="600"/>
                </a:lnTo>
                <a:lnTo>
                  <a:pt x="7337" y="600"/>
                </a:lnTo>
                <a:lnTo>
                  <a:pt x="7478" y="565"/>
                </a:lnTo>
                <a:lnTo>
                  <a:pt x="7620" y="530"/>
                </a:lnTo>
                <a:lnTo>
                  <a:pt x="7725" y="530"/>
                </a:lnTo>
                <a:lnTo>
                  <a:pt x="7902" y="530"/>
                </a:lnTo>
                <a:lnTo>
                  <a:pt x="8008" y="530"/>
                </a:lnTo>
                <a:lnTo>
                  <a:pt x="8113" y="530"/>
                </a:lnTo>
                <a:lnTo>
                  <a:pt x="8255" y="494"/>
                </a:lnTo>
                <a:lnTo>
                  <a:pt x="8396" y="494"/>
                </a:lnTo>
                <a:lnTo>
                  <a:pt x="8572" y="494"/>
                </a:lnTo>
                <a:lnTo>
                  <a:pt x="8748" y="494"/>
                </a:lnTo>
                <a:lnTo>
                  <a:pt x="8925" y="494"/>
                </a:lnTo>
                <a:lnTo>
                  <a:pt x="9066" y="494"/>
                </a:lnTo>
                <a:lnTo>
                  <a:pt x="9172" y="494"/>
                </a:lnTo>
                <a:lnTo>
                  <a:pt x="9278" y="494"/>
                </a:lnTo>
                <a:lnTo>
                  <a:pt x="9383" y="494"/>
                </a:lnTo>
                <a:lnTo>
                  <a:pt x="9489" y="494"/>
                </a:lnTo>
                <a:lnTo>
                  <a:pt x="9701" y="494"/>
                </a:lnTo>
                <a:lnTo>
                  <a:pt x="9842" y="494"/>
                </a:lnTo>
                <a:lnTo>
                  <a:pt x="9983" y="530"/>
                </a:lnTo>
                <a:lnTo>
                  <a:pt x="10195" y="530"/>
                </a:lnTo>
                <a:lnTo>
                  <a:pt x="10689" y="530"/>
                </a:lnTo>
                <a:lnTo>
                  <a:pt x="11183" y="530"/>
                </a:lnTo>
                <a:lnTo>
                  <a:pt x="11676" y="530"/>
                </a:lnTo>
                <a:lnTo>
                  <a:pt x="12171" y="530"/>
                </a:lnTo>
                <a:lnTo>
                  <a:pt x="12383" y="530"/>
                </a:lnTo>
                <a:lnTo>
                  <a:pt x="12559" y="530"/>
                </a:lnTo>
                <a:lnTo>
                  <a:pt x="12701" y="530"/>
                </a:lnTo>
                <a:lnTo>
                  <a:pt x="12806" y="565"/>
                </a:lnTo>
                <a:lnTo>
                  <a:pt x="12912" y="600"/>
                </a:lnTo>
                <a:lnTo>
                  <a:pt x="13089" y="671"/>
                </a:lnTo>
                <a:lnTo>
                  <a:pt x="13230" y="706"/>
                </a:lnTo>
                <a:lnTo>
                  <a:pt x="13406" y="706"/>
                </a:lnTo>
                <a:lnTo>
                  <a:pt x="13582" y="706"/>
                </a:lnTo>
                <a:lnTo>
                  <a:pt x="13794" y="706"/>
                </a:lnTo>
                <a:lnTo>
                  <a:pt x="13935" y="706"/>
                </a:lnTo>
                <a:lnTo>
                  <a:pt x="14041" y="706"/>
                </a:lnTo>
                <a:lnTo>
                  <a:pt x="14182" y="706"/>
                </a:lnTo>
                <a:lnTo>
                  <a:pt x="14359" y="706"/>
                </a:lnTo>
                <a:lnTo>
                  <a:pt x="14500" y="706"/>
                </a:lnTo>
                <a:lnTo>
                  <a:pt x="14641" y="706"/>
                </a:lnTo>
                <a:lnTo>
                  <a:pt x="14747" y="706"/>
                </a:lnTo>
                <a:lnTo>
                  <a:pt x="14852" y="706"/>
                </a:lnTo>
                <a:lnTo>
                  <a:pt x="14994" y="778"/>
                </a:lnTo>
                <a:lnTo>
                  <a:pt x="15170" y="813"/>
                </a:lnTo>
                <a:lnTo>
                  <a:pt x="15346" y="883"/>
                </a:lnTo>
                <a:lnTo>
                  <a:pt x="15523" y="919"/>
                </a:lnTo>
                <a:lnTo>
                  <a:pt x="15629" y="954"/>
                </a:lnTo>
                <a:lnTo>
                  <a:pt x="15734" y="954"/>
                </a:lnTo>
                <a:lnTo>
                  <a:pt x="15840" y="954"/>
                </a:lnTo>
                <a:lnTo>
                  <a:pt x="15981" y="813"/>
                </a:lnTo>
                <a:lnTo>
                  <a:pt x="16122" y="742"/>
                </a:lnTo>
                <a:lnTo>
                  <a:pt x="16264" y="706"/>
                </a:lnTo>
                <a:lnTo>
                  <a:pt x="16369" y="671"/>
                </a:lnTo>
                <a:lnTo>
                  <a:pt x="16475" y="636"/>
                </a:lnTo>
                <a:lnTo>
                  <a:pt x="16581" y="600"/>
                </a:lnTo>
                <a:lnTo>
                  <a:pt x="16722" y="530"/>
                </a:lnTo>
                <a:lnTo>
                  <a:pt x="16828" y="530"/>
                </a:lnTo>
                <a:lnTo>
                  <a:pt x="16969" y="530"/>
                </a:lnTo>
                <a:lnTo>
                  <a:pt x="17075" y="565"/>
                </a:lnTo>
                <a:lnTo>
                  <a:pt x="17181" y="565"/>
                </a:lnTo>
                <a:lnTo>
                  <a:pt x="17287" y="600"/>
                </a:lnTo>
                <a:lnTo>
                  <a:pt x="17392" y="600"/>
                </a:lnTo>
                <a:lnTo>
                  <a:pt x="17534" y="636"/>
                </a:lnTo>
                <a:lnTo>
                  <a:pt x="17639" y="636"/>
                </a:lnTo>
                <a:lnTo>
                  <a:pt x="17745" y="636"/>
                </a:lnTo>
                <a:lnTo>
                  <a:pt x="17886" y="636"/>
                </a:lnTo>
                <a:lnTo>
                  <a:pt x="17992" y="636"/>
                </a:lnTo>
                <a:lnTo>
                  <a:pt x="18133" y="636"/>
                </a:lnTo>
                <a:lnTo>
                  <a:pt x="18239" y="636"/>
                </a:lnTo>
                <a:lnTo>
                  <a:pt x="18380" y="671"/>
                </a:lnTo>
                <a:lnTo>
                  <a:pt x="18486" y="671"/>
                </a:lnTo>
                <a:lnTo>
                  <a:pt x="18662" y="671"/>
                </a:lnTo>
                <a:lnTo>
                  <a:pt x="18804" y="706"/>
                </a:lnTo>
                <a:lnTo>
                  <a:pt x="18909" y="706"/>
                </a:lnTo>
                <a:lnTo>
                  <a:pt x="19086" y="706"/>
                </a:lnTo>
                <a:lnTo>
                  <a:pt x="19227" y="706"/>
                </a:lnTo>
                <a:lnTo>
                  <a:pt x="19403" y="706"/>
                </a:lnTo>
                <a:lnTo>
                  <a:pt x="19509" y="706"/>
                </a:lnTo>
                <a:lnTo>
                  <a:pt x="19615" y="706"/>
                </a:lnTo>
                <a:lnTo>
                  <a:pt x="19756" y="706"/>
                </a:lnTo>
                <a:lnTo>
                  <a:pt x="19897" y="706"/>
                </a:lnTo>
                <a:lnTo>
                  <a:pt x="20038" y="706"/>
                </a:lnTo>
                <a:lnTo>
                  <a:pt x="20144" y="706"/>
                </a:lnTo>
                <a:lnTo>
                  <a:pt x="20250" y="706"/>
                </a:lnTo>
                <a:lnTo>
                  <a:pt x="20391" y="742"/>
                </a:lnTo>
                <a:lnTo>
                  <a:pt x="20532" y="742"/>
                </a:lnTo>
                <a:lnTo>
                  <a:pt x="20709" y="778"/>
                </a:lnTo>
                <a:lnTo>
                  <a:pt x="20850" y="778"/>
                </a:lnTo>
                <a:lnTo>
                  <a:pt x="20991" y="778"/>
                </a:lnTo>
                <a:lnTo>
                  <a:pt x="21132" y="813"/>
                </a:lnTo>
                <a:lnTo>
                  <a:pt x="21273" y="813"/>
                </a:lnTo>
                <a:lnTo>
                  <a:pt x="21379" y="813"/>
                </a:lnTo>
                <a:lnTo>
                  <a:pt x="21520" y="848"/>
                </a:lnTo>
                <a:lnTo>
                  <a:pt x="21626" y="848"/>
                </a:lnTo>
                <a:lnTo>
                  <a:pt x="21802" y="883"/>
                </a:lnTo>
                <a:lnTo>
                  <a:pt x="21908" y="919"/>
                </a:lnTo>
                <a:lnTo>
                  <a:pt x="22014" y="919"/>
                </a:lnTo>
                <a:lnTo>
                  <a:pt x="22120" y="919"/>
                </a:lnTo>
                <a:lnTo>
                  <a:pt x="22226" y="919"/>
                </a:lnTo>
                <a:lnTo>
                  <a:pt x="22367" y="919"/>
                </a:lnTo>
                <a:lnTo>
                  <a:pt x="22508" y="919"/>
                </a:lnTo>
                <a:lnTo>
                  <a:pt x="22614" y="919"/>
                </a:lnTo>
                <a:lnTo>
                  <a:pt x="22719" y="919"/>
                </a:lnTo>
                <a:lnTo>
                  <a:pt x="22825" y="919"/>
                </a:lnTo>
                <a:lnTo>
                  <a:pt x="22931" y="919"/>
                </a:lnTo>
                <a:lnTo>
                  <a:pt x="23107" y="919"/>
                </a:lnTo>
                <a:lnTo>
                  <a:pt x="23213" y="919"/>
                </a:lnTo>
                <a:lnTo>
                  <a:pt x="23319" y="919"/>
                </a:lnTo>
                <a:lnTo>
                  <a:pt x="23425" y="919"/>
                </a:lnTo>
                <a:lnTo>
                  <a:pt x="23531" y="919"/>
                </a:lnTo>
                <a:lnTo>
                  <a:pt x="23637" y="919"/>
                </a:lnTo>
                <a:lnTo>
                  <a:pt x="23637" y="813"/>
                </a:lnTo>
                <a:lnTo>
                  <a:pt x="23637" y="671"/>
                </a:lnTo>
                <a:lnTo>
                  <a:pt x="23637" y="565"/>
                </a:lnTo>
                <a:lnTo>
                  <a:pt x="23637" y="459"/>
                </a:lnTo>
                <a:lnTo>
                  <a:pt x="23637" y="353"/>
                </a:lnTo>
                <a:lnTo>
                  <a:pt x="23637" y="247"/>
                </a:lnTo>
                <a:lnTo>
                  <a:pt x="23637" y="141"/>
                </a:lnTo>
                <a:lnTo>
                  <a:pt x="23637" y="35"/>
                </a:lnTo>
                <a:lnTo>
                  <a:pt x="0" y="35"/>
                </a:lnTo>
                <a:lnTo>
                  <a:pt x="0" y="0"/>
                </a:lnTo>
                <a:lnTo>
                  <a:pt x="70" y="176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77840" y="5486400"/>
            <a:ext cx="8547480" cy="520920"/>
          </a:xfrm>
          <a:custGeom>
            <a:avLst/>
            <a:gdLst/>
            <a:ahLst/>
            <a:rect l="0" t="0" r="r" b="b"/>
            <a:pathLst>
              <a:path w="23743" h="1447">
                <a:moveTo>
                  <a:pt x="0" y="847"/>
                </a:moveTo>
                <a:lnTo>
                  <a:pt x="141" y="812"/>
                </a:lnTo>
                <a:lnTo>
                  <a:pt x="211" y="705"/>
                </a:lnTo>
                <a:lnTo>
                  <a:pt x="317" y="670"/>
                </a:lnTo>
                <a:lnTo>
                  <a:pt x="423" y="599"/>
                </a:lnTo>
                <a:lnTo>
                  <a:pt x="529" y="599"/>
                </a:lnTo>
                <a:lnTo>
                  <a:pt x="634" y="599"/>
                </a:lnTo>
                <a:lnTo>
                  <a:pt x="740" y="564"/>
                </a:lnTo>
                <a:lnTo>
                  <a:pt x="846" y="564"/>
                </a:lnTo>
                <a:lnTo>
                  <a:pt x="952" y="564"/>
                </a:lnTo>
                <a:lnTo>
                  <a:pt x="1058" y="564"/>
                </a:lnTo>
                <a:lnTo>
                  <a:pt x="1164" y="599"/>
                </a:lnTo>
                <a:lnTo>
                  <a:pt x="1234" y="705"/>
                </a:lnTo>
                <a:lnTo>
                  <a:pt x="1340" y="812"/>
                </a:lnTo>
                <a:lnTo>
                  <a:pt x="1481" y="847"/>
                </a:lnTo>
                <a:lnTo>
                  <a:pt x="1587" y="882"/>
                </a:lnTo>
                <a:lnTo>
                  <a:pt x="1693" y="953"/>
                </a:lnTo>
                <a:lnTo>
                  <a:pt x="1799" y="953"/>
                </a:lnTo>
                <a:lnTo>
                  <a:pt x="1905" y="988"/>
                </a:lnTo>
                <a:lnTo>
                  <a:pt x="2010" y="988"/>
                </a:lnTo>
                <a:lnTo>
                  <a:pt x="2116" y="918"/>
                </a:lnTo>
                <a:lnTo>
                  <a:pt x="2257" y="812"/>
                </a:lnTo>
                <a:lnTo>
                  <a:pt x="2398" y="741"/>
                </a:lnTo>
                <a:lnTo>
                  <a:pt x="2540" y="705"/>
                </a:lnTo>
                <a:lnTo>
                  <a:pt x="2645" y="635"/>
                </a:lnTo>
                <a:lnTo>
                  <a:pt x="2786" y="564"/>
                </a:lnTo>
                <a:lnTo>
                  <a:pt x="2928" y="529"/>
                </a:lnTo>
                <a:lnTo>
                  <a:pt x="3033" y="493"/>
                </a:lnTo>
                <a:lnTo>
                  <a:pt x="3210" y="458"/>
                </a:lnTo>
                <a:lnTo>
                  <a:pt x="3316" y="458"/>
                </a:lnTo>
                <a:lnTo>
                  <a:pt x="3492" y="423"/>
                </a:lnTo>
                <a:lnTo>
                  <a:pt x="3598" y="388"/>
                </a:lnTo>
                <a:lnTo>
                  <a:pt x="3739" y="352"/>
                </a:lnTo>
                <a:lnTo>
                  <a:pt x="3880" y="352"/>
                </a:lnTo>
                <a:lnTo>
                  <a:pt x="3986" y="317"/>
                </a:lnTo>
                <a:lnTo>
                  <a:pt x="4162" y="317"/>
                </a:lnTo>
                <a:lnTo>
                  <a:pt x="4303" y="317"/>
                </a:lnTo>
                <a:lnTo>
                  <a:pt x="4409" y="282"/>
                </a:lnTo>
                <a:lnTo>
                  <a:pt x="4515" y="282"/>
                </a:lnTo>
                <a:lnTo>
                  <a:pt x="4621" y="282"/>
                </a:lnTo>
                <a:lnTo>
                  <a:pt x="4762" y="282"/>
                </a:lnTo>
                <a:lnTo>
                  <a:pt x="4868" y="282"/>
                </a:lnTo>
                <a:lnTo>
                  <a:pt x="4974" y="282"/>
                </a:lnTo>
                <a:lnTo>
                  <a:pt x="5080" y="317"/>
                </a:lnTo>
                <a:lnTo>
                  <a:pt x="5185" y="388"/>
                </a:lnTo>
                <a:lnTo>
                  <a:pt x="5291" y="458"/>
                </a:lnTo>
                <a:lnTo>
                  <a:pt x="5397" y="458"/>
                </a:lnTo>
                <a:lnTo>
                  <a:pt x="5503" y="493"/>
                </a:lnTo>
                <a:lnTo>
                  <a:pt x="5609" y="529"/>
                </a:lnTo>
                <a:lnTo>
                  <a:pt x="5715" y="564"/>
                </a:lnTo>
                <a:lnTo>
                  <a:pt x="5820" y="564"/>
                </a:lnTo>
                <a:lnTo>
                  <a:pt x="5926" y="564"/>
                </a:lnTo>
                <a:lnTo>
                  <a:pt x="6104" y="564"/>
                </a:lnTo>
                <a:lnTo>
                  <a:pt x="6280" y="529"/>
                </a:lnTo>
                <a:lnTo>
                  <a:pt x="6386" y="529"/>
                </a:lnTo>
                <a:lnTo>
                  <a:pt x="6492" y="493"/>
                </a:lnTo>
                <a:lnTo>
                  <a:pt x="6633" y="423"/>
                </a:lnTo>
                <a:lnTo>
                  <a:pt x="6809" y="352"/>
                </a:lnTo>
                <a:lnTo>
                  <a:pt x="6950" y="317"/>
                </a:lnTo>
                <a:lnTo>
                  <a:pt x="7127" y="246"/>
                </a:lnTo>
                <a:lnTo>
                  <a:pt x="7232" y="211"/>
                </a:lnTo>
                <a:lnTo>
                  <a:pt x="7232" y="317"/>
                </a:lnTo>
                <a:lnTo>
                  <a:pt x="7409" y="211"/>
                </a:lnTo>
                <a:lnTo>
                  <a:pt x="7515" y="141"/>
                </a:lnTo>
                <a:lnTo>
                  <a:pt x="7621" y="70"/>
                </a:lnTo>
                <a:lnTo>
                  <a:pt x="7726" y="0"/>
                </a:lnTo>
                <a:lnTo>
                  <a:pt x="7832" y="70"/>
                </a:lnTo>
                <a:lnTo>
                  <a:pt x="7938" y="176"/>
                </a:lnTo>
                <a:lnTo>
                  <a:pt x="8044" y="211"/>
                </a:lnTo>
                <a:lnTo>
                  <a:pt x="8150" y="282"/>
                </a:lnTo>
                <a:lnTo>
                  <a:pt x="8256" y="317"/>
                </a:lnTo>
                <a:lnTo>
                  <a:pt x="8361" y="388"/>
                </a:lnTo>
                <a:lnTo>
                  <a:pt x="8467" y="458"/>
                </a:lnTo>
                <a:lnTo>
                  <a:pt x="8573" y="493"/>
                </a:lnTo>
                <a:lnTo>
                  <a:pt x="8679" y="493"/>
                </a:lnTo>
                <a:lnTo>
                  <a:pt x="8820" y="493"/>
                </a:lnTo>
                <a:lnTo>
                  <a:pt x="8961" y="493"/>
                </a:lnTo>
                <a:lnTo>
                  <a:pt x="9067" y="493"/>
                </a:lnTo>
                <a:lnTo>
                  <a:pt x="9208" y="493"/>
                </a:lnTo>
                <a:lnTo>
                  <a:pt x="9349" y="352"/>
                </a:lnTo>
                <a:lnTo>
                  <a:pt x="9526" y="282"/>
                </a:lnTo>
                <a:lnTo>
                  <a:pt x="9737" y="211"/>
                </a:lnTo>
                <a:lnTo>
                  <a:pt x="9914" y="141"/>
                </a:lnTo>
                <a:lnTo>
                  <a:pt x="10125" y="70"/>
                </a:lnTo>
                <a:lnTo>
                  <a:pt x="10196" y="211"/>
                </a:lnTo>
                <a:lnTo>
                  <a:pt x="10196" y="317"/>
                </a:lnTo>
                <a:lnTo>
                  <a:pt x="10196" y="423"/>
                </a:lnTo>
                <a:lnTo>
                  <a:pt x="10302" y="352"/>
                </a:lnTo>
                <a:lnTo>
                  <a:pt x="10407" y="352"/>
                </a:lnTo>
                <a:lnTo>
                  <a:pt x="10513" y="352"/>
                </a:lnTo>
                <a:lnTo>
                  <a:pt x="10619" y="423"/>
                </a:lnTo>
                <a:lnTo>
                  <a:pt x="10760" y="423"/>
                </a:lnTo>
                <a:lnTo>
                  <a:pt x="10901" y="352"/>
                </a:lnTo>
                <a:lnTo>
                  <a:pt x="11007" y="317"/>
                </a:lnTo>
                <a:lnTo>
                  <a:pt x="11113" y="282"/>
                </a:lnTo>
                <a:lnTo>
                  <a:pt x="11219" y="282"/>
                </a:lnTo>
                <a:lnTo>
                  <a:pt x="11325" y="246"/>
                </a:lnTo>
                <a:lnTo>
                  <a:pt x="11466" y="211"/>
                </a:lnTo>
                <a:lnTo>
                  <a:pt x="11572" y="176"/>
                </a:lnTo>
                <a:lnTo>
                  <a:pt x="11677" y="176"/>
                </a:lnTo>
                <a:lnTo>
                  <a:pt x="11783" y="176"/>
                </a:lnTo>
                <a:lnTo>
                  <a:pt x="11960" y="141"/>
                </a:lnTo>
                <a:lnTo>
                  <a:pt x="12101" y="141"/>
                </a:lnTo>
                <a:lnTo>
                  <a:pt x="12277" y="141"/>
                </a:lnTo>
                <a:lnTo>
                  <a:pt x="12454" y="141"/>
                </a:lnTo>
                <a:lnTo>
                  <a:pt x="12559" y="176"/>
                </a:lnTo>
                <a:lnTo>
                  <a:pt x="12595" y="317"/>
                </a:lnTo>
                <a:lnTo>
                  <a:pt x="12665" y="423"/>
                </a:lnTo>
                <a:lnTo>
                  <a:pt x="12806" y="458"/>
                </a:lnTo>
                <a:lnTo>
                  <a:pt x="12947" y="423"/>
                </a:lnTo>
                <a:lnTo>
                  <a:pt x="13089" y="388"/>
                </a:lnTo>
                <a:lnTo>
                  <a:pt x="13194" y="388"/>
                </a:lnTo>
                <a:lnTo>
                  <a:pt x="13300" y="388"/>
                </a:lnTo>
                <a:lnTo>
                  <a:pt x="13477" y="352"/>
                </a:lnTo>
                <a:lnTo>
                  <a:pt x="13582" y="317"/>
                </a:lnTo>
                <a:lnTo>
                  <a:pt x="13688" y="317"/>
                </a:lnTo>
                <a:lnTo>
                  <a:pt x="13794" y="352"/>
                </a:lnTo>
                <a:lnTo>
                  <a:pt x="13935" y="352"/>
                </a:lnTo>
                <a:lnTo>
                  <a:pt x="14041" y="317"/>
                </a:lnTo>
                <a:lnTo>
                  <a:pt x="14147" y="282"/>
                </a:lnTo>
                <a:lnTo>
                  <a:pt x="14253" y="282"/>
                </a:lnTo>
                <a:lnTo>
                  <a:pt x="14359" y="282"/>
                </a:lnTo>
                <a:lnTo>
                  <a:pt x="14464" y="423"/>
                </a:lnTo>
                <a:lnTo>
                  <a:pt x="14570" y="458"/>
                </a:lnTo>
                <a:lnTo>
                  <a:pt x="14676" y="458"/>
                </a:lnTo>
                <a:lnTo>
                  <a:pt x="14782" y="458"/>
                </a:lnTo>
                <a:lnTo>
                  <a:pt x="14888" y="529"/>
                </a:lnTo>
                <a:lnTo>
                  <a:pt x="14994" y="529"/>
                </a:lnTo>
                <a:lnTo>
                  <a:pt x="15135" y="529"/>
                </a:lnTo>
                <a:lnTo>
                  <a:pt x="15170" y="635"/>
                </a:lnTo>
                <a:lnTo>
                  <a:pt x="15276" y="635"/>
                </a:lnTo>
                <a:lnTo>
                  <a:pt x="15452" y="635"/>
                </a:lnTo>
                <a:lnTo>
                  <a:pt x="15558" y="599"/>
                </a:lnTo>
                <a:lnTo>
                  <a:pt x="15664" y="599"/>
                </a:lnTo>
                <a:lnTo>
                  <a:pt x="15805" y="599"/>
                </a:lnTo>
                <a:lnTo>
                  <a:pt x="15911" y="564"/>
                </a:lnTo>
                <a:lnTo>
                  <a:pt x="16087" y="529"/>
                </a:lnTo>
                <a:lnTo>
                  <a:pt x="16193" y="529"/>
                </a:lnTo>
                <a:lnTo>
                  <a:pt x="16334" y="564"/>
                </a:lnTo>
                <a:lnTo>
                  <a:pt x="16475" y="564"/>
                </a:lnTo>
                <a:lnTo>
                  <a:pt x="16687" y="564"/>
                </a:lnTo>
                <a:lnTo>
                  <a:pt x="16828" y="564"/>
                </a:lnTo>
                <a:lnTo>
                  <a:pt x="16934" y="564"/>
                </a:lnTo>
                <a:lnTo>
                  <a:pt x="17040" y="564"/>
                </a:lnTo>
                <a:lnTo>
                  <a:pt x="17146" y="529"/>
                </a:lnTo>
                <a:lnTo>
                  <a:pt x="17287" y="529"/>
                </a:lnTo>
                <a:lnTo>
                  <a:pt x="17498" y="458"/>
                </a:lnTo>
                <a:lnTo>
                  <a:pt x="17710" y="423"/>
                </a:lnTo>
                <a:lnTo>
                  <a:pt x="17923" y="352"/>
                </a:lnTo>
                <a:lnTo>
                  <a:pt x="18134" y="282"/>
                </a:lnTo>
                <a:lnTo>
                  <a:pt x="18240" y="282"/>
                </a:lnTo>
                <a:lnTo>
                  <a:pt x="18346" y="423"/>
                </a:lnTo>
                <a:lnTo>
                  <a:pt x="18452" y="493"/>
                </a:lnTo>
                <a:lnTo>
                  <a:pt x="18593" y="423"/>
                </a:lnTo>
                <a:lnTo>
                  <a:pt x="18699" y="352"/>
                </a:lnTo>
                <a:lnTo>
                  <a:pt x="18840" y="282"/>
                </a:lnTo>
                <a:lnTo>
                  <a:pt x="18946" y="211"/>
                </a:lnTo>
                <a:lnTo>
                  <a:pt x="19052" y="176"/>
                </a:lnTo>
                <a:lnTo>
                  <a:pt x="19087" y="352"/>
                </a:lnTo>
                <a:lnTo>
                  <a:pt x="19228" y="423"/>
                </a:lnTo>
                <a:lnTo>
                  <a:pt x="19334" y="423"/>
                </a:lnTo>
                <a:lnTo>
                  <a:pt x="19440" y="388"/>
                </a:lnTo>
                <a:lnTo>
                  <a:pt x="19616" y="423"/>
                </a:lnTo>
                <a:lnTo>
                  <a:pt x="19792" y="423"/>
                </a:lnTo>
                <a:lnTo>
                  <a:pt x="19898" y="423"/>
                </a:lnTo>
                <a:lnTo>
                  <a:pt x="20004" y="423"/>
                </a:lnTo>
                <a:lnTo>
                  <a:pt x="20145" y="458"/>
                </a:lnTo>
                <a:lnTo>
                  <a:pt x="20322" y="493"/>
                </a:lnTo>
                <a:lnTo>
                  <a:pt x="20427" y="493"/>
                </a:lnTo>
                <a:lnTo>
                  <a:pt x="20533" y="529"/>
                </a:lnTo>
                <a:lnTo>
                  <a:pt x="20674" y="599"/>
                </a:lnTo>
                <a:lnTo>
                  <a:pt x="20780" y="599"/>
                </a:lnTo>
                <a:lnTo>
                  <a:pt x="20886" y="599"/>
                </a:lnTo>
                <a:lnTo>
                  <a:pt x="20992" y="599"/>
                </a:lnTo>
                <a:lnTo>
                  <a:pt x="21203" y="599"/>
                </a:lnTo>
                <a:lnTo>
                  <a:pt x="21309" y="599"/>
                </a:lnTo>
                <a:lnTo>
                  <a:pt x="21450" y="599"/>
                </a:lnTo>
                <a:lnTo>
                  <a:pt x="21592" y="635"/>
                </a:lnTo>
                <a:lnTo>
                  <a:pt x="21733" y="670"/>
                </a:lnTo>
                <a:lnTo>
                  <a:pt x="21874" y="670"/>
                </a:lnTo>
                <a:lnTo>
                  <a:pt x="21980" y="670"/>
                </a:lnTo>
                <a:lnTo>
                  <a:pt x="22121" y="670"/>
                </a:lnTo>
                <a:lnTo>
                  <a:pt x="22227" y="670"/>
                </a:lnTo>
                <a:lnTo>
                  <a:pt x="22473" y="670"/>
                </a:lnTo>
                <a:lnTo>
                  <a:pt x="22615" y="670"/>
                </a:lnTo>
                <a:lnTo>
                  <a:pt x="22720" y="705"/>
                </a:lnTo>
                <a:lnTo>
                  <a:pt x="22826" y="705"/>
                </a:lnTo>
                <a:lnTo>
                  <a:pt x="22932" y="705"/>
                </a:lnTo>
                <a:lnTo>
                  <a:pt x="23073" y="705"/>
                </a:lnTo>
                <a:lnTo>
                  <a:pt x="23214" y="705"/>
                </a:lnTo>
                <a:lnTo>
                  <a:pt x="23320" y="705"/>
                </a:lnTo>
                <a:lnTo>
                  <a:pt x="23426" y="705"/>
                </a:lnTo>
                <a:lnTo>
                  <a:pt x="23532" y="705"/>
                </a:lnTo>
                <a:lnTo>
                  <a:pt x="23638" y="741"/>
                </a:lnTo>
                <a:lnTo>
                  <a:pt x="23743" y="741"/>
                </a:lnTo>
                <a:lnTo>
                  <a:pt x="23708" y="1412"/>
                </a:lnTo>
                <a:lnTo>
                  <a:pt x="35" y="1447"/>
                </a:lnTo>
                <a:lnTo>
                  <a:pt x="0" y="847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2577960" y="196920"/>
            <a:ext cx="3670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Example 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455760" y="5335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" name=""/>
          <p:cNvGrpSpPr/>
          <p:nvPr/>
        </p:nvGrpSpPr>
        <p:grpSpPr>
          <a:xfrm>
            <a:off x="341280" y="977760"/>
            <a:ext cx="7736040" cy="833760"/>
            <a:chOff x="341280" y="977760"/>
            <a:chExt cx="7736040" cy="833760"/>
          </a:xfrm>
        </p:grpSpPr>
        <p:sp>
          <p:nvSpPr>
            <p:cNvPr id="145" name=""/>
            <p:cNvSpPr txBox="1"/>
            <p:nvPr/>
          </p:nvSpPr>
          <p:spPr>
            <a:xfrm>
              <a:off x="343080" y="1328760"/>
              <a:ext cx="7734240" cy="4827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02 CustKey          PIC X(3) VALUE "KEY".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"/>
            <p:cNvSpPr txBox="1"/>
            <p:nvPr/>
          </p:nvSpPr>
          <p:spPr>
            <a:xfrm>
              <a:off x="341280" y="977760"/>
              <a:ext cx="1714680" cy="3618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</a:pPr>
              <a:r>
                <a:rPr lang="en-US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Copyfile5.cbl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" name=""/>
          <p:cNvGrpSpPr/>
          <p:nvPr/>
        </p:nvGrpSpPr>
        <p:grpSpPr>
          <a:xfrm>
            <a:off x="76320" y="2349360"/>
            <a:ext cx="8877600" cy="2171880"/>
            <a:chOff x="76320" y="2349360"/>
            <a:chExt cx="8877600" cy="2171880"/>
          </a:xfrm>
        </p:grpSpPr>
        <p:sp>
          <p:nvSpPr>
            <p:cNvPr id="148" name=""/>
            <p:cNvSpPr/>
            <p:nvPr/>
          </p:nvSpPr>
          <p:spPr>
            <a:xfrm>
              <a:off x="428760" y="2463840"/>
              <a:ext cx="8388360" cy="2057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"/>
            <p:cNvSpPr txBox="1"/>
            <p:nvPr/>
          </p:nvSpPr>
          <p:spPr>
            <a:xfrm>
              <a:off x="114480" y="2413080"/>
              <a:ext cx="8661240" cy="15526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01 CopyData.                                 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COPY CopyFile5 REPLACING 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Courier New"/>
                  <a:ea typeface="Courier New"/>
                </a:rPr>
                <a:t>"CustKey"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BY </a:t>
              </a:r>
              <a:r>
                <a:rPr lang="en-US" sz="2400" b="1" u="none" strike="noStrike">
                  <a:solidFill>
                    <a:srgbClr val="FC0128"/>
                  </a:solidFill>
                  <a:effectLst/>
                  <a:uFillTx/>
                  <a:latin typeface="Courier New"/>
                  <a:ea typeface="Courier New"/>
                </a:rPr>
                <a:t>"Cust"</a:t>
              </a:r>
              <a:r>
                <a:rPr lang="en-US" sz="24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.</a:t>
              </a:r>
              <a:br>
                <a:rPr sz="2400"/>
              </a:b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76320" y="2349360"/>
              <a:ext cx="8877600" cy="457560"/>
            </a:xfrm>
            <a:custGeom>
              <a:avLst/>
              <a:gdLst/>
              <a:ahLst/>
              <a:rect l="0" t="0" r="r" b="b"/>
              <a:pathLst>
                <a:path w="24660" h="1271">
                  <a:moveTo>
                    <a:pt x="0" y="70"/>
                  </a:moveTo>
                  <a:lnTo>
                    <a:pt x="0" y="1271"/>
                  </a:lnTo>
                  <a:lnTo>
                    <a:pt x="789" y="635"/>
                  </a:lnTo>
                  <a:lnTo>
                    <a:pt x="1240" y="882"/>
                  </a:lnTo>
                  <a:lnTo>
                    <a:pt x="1353" y="777"/>
                  </a:lnTo>
                  <a:lnTo>
                    <a:pt x="1503" y="706"/>
                  </a:lnTo>
                  <a:lnTo>
                    <a:pt x="1653" y="635"/>
                  </a:lnTo>
                  <a:lnTo>
                    <a:pt x="1691" y="741"/>
                  </a:lnTo>
                  <a:lnTo>
                    <a:pt x="1691" y="847"/>
                  </a:lnTo>
                  <a:lnTo>
                    <a:pt x="1804" y="847"/>
                  </a:lnTo>
                  <a:lnTo>
                    <a:pt x="1917" y="882"/>
                  </a:lnTo>
                  <a:lnTo>
                    <a:pt x="2029" y="882"/>
                  </a:lnTo>
                  <a:lnTo>
                    <a:pt x="2142" y="812"/>
                  </a:lnTo>
                  <a:lnTo>
                    <a:pt x="2293" y="741"/>
                  </a:lnTo>
                  <a:lnTo>
                    <a:pt x="2405" y="635"/>
                  </a:lnTo>
                  <a:lnTo>
                    <a:pt x="2518" y="599"/>
                  </a:lnTo>
                  <a:lnTo>
                    <a:pt x="2631" y="529"/>
                  </a:lnTo>
                  <a:lnTo>
                    <a:pt x="2706" y="741"/>
                  </a:lnTo>
                  <a:lnTo>
                    <a:pt x="2856" y="847"/>
                  </a:lnTo>
                  <a:lnTo>
                    <a:pt x="2969" y="847"/>
                  </a:lnTo>
                  <a:lnTo>
                    <a:pt x="3082" y="777"/>
                  </a:lnTo>
                  <a:lnTo>
                    <a:pt x="3195" y="706"/>
                  </a:lnTo>
                  <a:lnTo>
                    <a:pt x="3307" y="599"/>
                  </a:lnTo>
                  <a:lnTo>
                    <a:pt x="3420" y="599"/>
                  </a:lnTo>
                  <a:lnTo>
                    <a:pt x="3571" y="599"/>
                  </a:lnTo>
                  <a:lnTo>
                    <a:pt x="3721" y="599"/>
                  </a:lnTo>
                  <a:lnTo>
                    <a:pt x="3834" y="529"/>
                  </a:lnTo>
                  <a:lnTo>
                    <a:pt x="3946" y="493"/>
                  </a:lnTo>
                  <a:lnTo>
                    <a:pt x="4097" y="423"/>
                  </a:lnTo>
                  <a:lnTo>
                    <a:pt x="4097" y="529"/>
                  </a:lnTo>
                  <a:lnTo>
                    <a:pt x="4134" y="635"/>
                  </a:lnTo>
                  <a:lnTo>
                    <a:pt x="4247" y="635"/>
                  </a:lnTo>
                  <a:lnTo>
                    <a:pt x="4360" y="635"/>
                  </a:lnTo>
                  <a:lnTo>
                    <a:pt x="4510" y="671"/>
                  </a:lnTo>
                  <a:lnTo>
                    <a:pt x="4661" y="741"/>
                  </a:lnTo>
                  <a:lnTo>
                    <a:pt x="4773" y="777"/>
                  </a:lnTo>
                  <a:lnTo>
                    <a:pt x="4924" y="812"/>
                  </a:lnTo>
                  <a:lnTo>
                    <a:pt x="5037" y="847"/>
                  </a:lnTo>
                  <a:lnTo>
                    <a:pt x="5149" y="847"/>
                  </a:lnTo>
                  <a:lnTo>
                    <a:pt x="5262" y="847"/>
                  </a:lnTo>
                  <a:lnTo>
                    <a:pt x="5375" y="882"/>
                  </a:lnTo>
                  <a:lnTo>
                    <a:pt x="5488" y="882"/>
                  </a:lnTo>
                  <a:lnTo>
                    <a:pt x="5600" y="882"/>
                  </a:lnTo>
                  <a:lnTo>
                    <a:pt x="5751" y="918"/>
                  </a:lnTo>
                  <a:lnTo>
                    <a:pt x="5901" y="918"/>
                  </a:lnTo>
                  <a:lnTo>
                    <a:pt x="6089" y="918"/>
                  </a:lnTo>
                  <a:lnTo>
                    <a:pt x="6239" y="918"/>
                  </a:lnTo>
                  <a:lnTo>
                    <a:pt x="6390" y="918"/>
                  </a:lnTo>
                  <a:lnTo>
                    <a:pt x="6503" y="918"/>
                  </a:lnTo>
                  <a:lnTo>
                    <a:pt x="6653" y="918"/>
                  </a:lnTo>
                  <a:lnTo>
                    <a:pt x="6766" y="882"/>
                  </a:lnTo>
                  <a:lnTo>
                    <a:pt x="6879" y="847"/>
                  </a:lnTo>
                  <a:lnTo>
                    <a:pt x="6991" y="847"/>
                  </a:lnTo>
                  <a:lnTo>
                    <a:pt x="7104" y="918"/>
                  </a:lnTo>
                  <a:lnTo>
                    <a:pt x="7217" y="988"/>
                  </a:lnTo>
                  <a:lnTo>
                    <a:pt x="7330" y="953"/>
                  </a:lnTo>
                  <a:lnTo>
                    <a:pt x="7442" y="918"/>
                  </a:lnTo>
                  <a:lnTo>
                    <a:pt x="7555" y="918"/>
                  </a:lnTo>
                  <a:lnTo>
                    <a:pt x="7668" y="988"/>
                  </a:lnTo>
                  <a:lnTo>
                    <a:pt x="7743" y="1094"/>
                  </a:lnTo>
                  <a:lnTo>
                    <a:pt x="7856" y="1129"/>
                  </a:lnTo>
                  <a:lnTo>
                    <a:pt x="8006" y="1094"/>
                  </a:lnTo>
                  <a:lnTo>
                    <a:pt x="8157" y="1059"/>
                  </a:lnTo>
                  <a:lnTo>
                    <a:pt x="8269" y="1024"/>
                  </a:lnTo>
                  <a:lnTo>
                    <a:pt x="8345" y="918"/>
                  </a:lnTo>
                  <a:lnTo>
                    <a:pt x="8382" y="812"/>
                  </a:lnTo>
                  <a:lnTo>
                    <a:pt x="8495" y="706"/>
                  </a:lnTo>
                  <a:lnTo>
                    <a:pt x="8720" y="706"/>
                  </a:lnTo>
                  <a:lnTo>
                    <a:pt x="8871" y="741"/>
                  </a:lnTo>
                  <a:lnTo>
                    <a:pt x="9059" y="812"/>
                  </a:lnTo>
                  <a:lnTo>
                    <a:pt x="9247" y="847"/>
                  </a:lnTo>
                  <a:lnTo>
                    <a:pt x="9359" y="882"/>
                  </a:lnTo>
                  <a:lnTo>
                    <a:pt x="9472" y="918"/>
                  </a:lnTo>
                  <a:lnTo>
                    <a:pt x="9585" y="953"/>
                  </a:lnTo>
                  <a:lnTo>
                    <a:pt x="9698" y="918"/>
                  </a:lnTo>
                  <a:lnTo>
                    <a:pt x="9848" y="847"/>
                  </a:lnTo>
                  <a:lnTo>
                    <a:pt x="10036" y="777"/>
                  </a:lnTo>
                  <a:lnTo>
                    <a:pt x="10186" y="777"/>
                  </a:lnTo>
                  <a:lnTo>
                    <a:pt x="10299" y="777"/>
                  </a:lnTo>
                  <a:lnTo>
                    <a:pt x="10412" y="706"/>
                  </a:lnTo>
                  <a:lnTo>
                    <a:pt x="10562" y="635"/>
                  </a:lnTo>
                  <a:lnTo>
                    <a:pt x="10750" y="635"/>
                  </a:lnTo>
                  <a:lnTo>
                    <a:pt x="10863" y="635"/>
                  </a:lnTo>
                  <a:lnTo>
                    <a:pt x="10976" y="635"/>
                  </a:lnTo>
                  <a:lnTo>
                    <a:pt x="11201" y="564"/>
                  </a:lnTo>
                  <a:lnTo>
                    <a:pt x="11352" y="529"/>
                  </a:lnTo>
                  <a:lnTo>
                    <a:pt x="11540" y="493"/>
                  </a:lnTo>
                  <a:lnTo>
                    <a:pt x="11690" y="423"/>
                  </a:lnTo>
                  <a:lnTo>
                    <a:pt x="11878" y="388"/>
                  </a:lnTo>
                  <a:lnTo>
                    <a:pt x="11991" y="352"/>
                  </a:lnTo>
                  <a:lnTo>
                    <a:pt x="12104" y="352"/>
                  </a:lnTo>
                  <a:lnTo>
                    <a:pt x="12216" y="458"/>
                  </a:lnTo>
                  <a:lnTo>
                    <a:pt x="12368" y="529"/>
                  </a:lnTo>
                  <a:lnTo>
                    <a:pt x="12518" y="599"/>
                  </a:lnTo>
                  <a:lnTo>
                    <a:pt x="12631" y="671"/>
                  </a:lnTo>
                  <a:lnTo>
                    <a:pt x="12744" y="671"/>
                  </a:lnTo>
                  <a:lnTo>
                    <a:pt x="12856" y="671"/>
                  </a:lnTo>
                  <a:lnTo>
                    <a:pt x="12969" y="635"/>
                  </a:lnTo>
                  <a:lnTo>
                    <a:pt x="13119" y="635"/>
                  </a:lnTo>
                  <a:lnTo>
                    <a:pt x="13232" y="599"/>
                  </a:lnTo>
                  <a:lnTo>
                    <a:pt x="13345" y="599"/>
                  </a:lnTo>
                  <a:lnTo>
                    <a:pt x="13458" y="599"/>
                  </a:lnTo>
                  <a:lnTo>
                    <a:pt x="13608" y="599"/>
                  </a:lnTo>
                  <a:lnTo>
                    <a:pt x="13721" y="599"/>
                  </a:lnTo>
                  <a:lnTo>
                    <a:pt x="13834" y="599"/>
                  </a:lnTo>
                  <a:lnTo>
                    <a:pt x="13946" y="599"/>
                  </a:lnTo>
                  <a:lnTo>
                    <a:pt x="14059" y="599"/>
                  </a:lnTo>
                  <a:lnTo>
                    <a:pt x="14210" y="599"/>
                  </a:lnTo>
                  <a:lnTo>
                    <a:pt x="14322" y="564"/>
                  </a:lnTo>
                  <a:lnTo>
                    <a:pt x="14473" y="529"/>
                  </a:lnTo>
                  <a:lnTo>
                    <a:pt x="14623" y="493"/>
                  </a:lnTo>
                  <a:lnTo>
                    <a:pt x="14773" y="493"/>
                  </a:lnTo>
                  <a:lnTo>
                    <a:pt x="14924" y="388"/>
                  </a:lnTo>
                  <a:lnTo>
                    <a:pt x="15074" y="317"/>
                  </a:lnTo>
                  <a:lnTo>
                    <a:pt x="15187" y="317"/>
                  </a:lnTo>
                  <a:lnTo>
                    <a:pt x="15337" y="388"/>
                  </a:lnTo>
                  <a:lnTo>
                    <a:pt x="15450" y="493"/>
                  </a:lnTo>
                  <a:lnTo>
                    <a:pt x="15563" y="529"/>
                  </a:lnTo>
                  <a:lnTo>
                    <a:pt x="15676" y="599"/>
                  </a:lnTo>
                  <a:lnTo>
                    <a:pt x="15788" y="671"/>
                  </a:lnTo>
                  <a:lnTo>
                    <a:pt x="15939" y="741"/>
                  </a:lnTo>
                  <a:lnTo>
                    <a:pt x="16052" y="741"/>
                  </a:lnTo>
                  <a:lnTo>
                    <a:pt x="16164" y="777"/>
                  </a:lnTo>
                  <a:lnTo>
                    <a:pt x="16277" y="812"/>
                  </a:lnTo>
                  <a:lnTo>
                    <a:pt x="16390" y="847"/>
                  </a:lnTo>
                  <a:lnTo>
                    <a:pt x="16503" y="882"/>
                  </a:lnTo>
                  <a:lnTo>
                    <a:pt x="16615" y="918"/>
                  </a:lnTo>
                  <a:lnTo>
                    <a:pt x="16728" y="918"/>
                  </a:lnTo>
                  <a:lnTo>
                    <a:pt x="16841" y="918"/>
                  </a:lnTo>
                  <a:lnTo>
                    <a:pt x="16954" y="918"/>
                  </a:lnTo>
                  <a:lnTo>
                    <a:pt x="17066" y="918"/>
                  </a:lnTo>
                  <a:lnTo>
                    <a:pt x="17179" y="918"/>
                  </a:lnTo>
                  <a:lnTo>
                    <a:pt x="17292" y="918"/>
                  </a:lnTo>
                  <a:lnTo>
                    <a:pt x="17442" y="918"/>
                  </a:lnTo>
                  <a:lnTo>
                    <a:pt x="17555" y="953"/>
                  </a:lnTo>
                  <a:lnTo>
                    <a:pt x="17668" y="953"/>
                  </a:lnTo>
                  <a:lnTo>
                    <a:pt x="17818" y="1024"/>
                  </a:lnTo>
                  <a:lnTo>
                    <a:pt x="17931" y="1059"/>
                  </a:lnTo>
                  <a:lnTo>
                    <a:pt x="18044" y="1094"/>
                  </a:lnTo>
                  <a:lnTo>
                    <a:pt x="18157" y="1165"/>
                  </a:lnTo>
                  <a:lnTo>
                    <a:pt x="18269" y="1165"/>
                  </a:lnTo>
                  <a:lnTo>
                    <a:pt x="18382" y="1165"/>
                  </a:lnTo>
                  <a:lnTo>
                    <a:pt x="18495" y="1129"/>
                  </a:lnTo>
                  <a:lnTo>
                    <a:pt x="18645" y="1059"/>
                  </a:lnTo>
                  <a:lnTo>
                    <a:pt x="18758" y="988"/>
                  </a:lnTo>
                  <a:lnTo>
                    <a:pt x="18871" y="988"/>
                  </a:lnTo>
                  <a:lnTo>
                    <a:pt x="19021" y="918"/>
                  </a:lnTo>
                  <a:lnTo>
                    <a:pt x="19134" y="882"/>
                  </a:lnTo>
                  <a:lnTo>
                    <a:pt x="19171" y="777"/>
                  </a:lnTo>
                  <a:lnTo>
                    <a:pt x="19209" y="671"/>
                  </a:lnTo>
                  <a:lnTo>
                    <a:pt x="19322" y="599"/>
                  </a:lnTo>
                  <a:lnTo>
                    <a:pt x="19435" y="599"/>
                  </a:lnTo>
                  <a:lnTo>
                    <a:pt x="19547" y="635"/>
                  </a:lnTo>
                  <a:lnTo>
                    <a:pt x="19660" y="671"/>
                  </a:lnTo>
                  <a:lnTo>
                    <a:pt x="19773" y="671"/>
                  </a:lnTo>
                  <a:lnTo>
                    <a:pt x="19886" y="706"/>
                  </a:lnTo>
                  <a:lnTo>
                    <a:pt x="19998" y="706"/>
                  </a:lnTo>
                  <a:lnTo>
                    <a:pt x="20149" y="706"/>
                  </a:lnTo>
                  <a:lnTo>
                    <a:pt x="20299" y="671"/>
                  </a:lnTo>
                  <a:lnTo>
                    <a:pt x="20450" y="635"/>
                  </a:lnTo>
                  <a:lnTo>
                    <a:pt x="20600" y="564"/>
                  </a:lnTo>
                  <a:lnTo>
                    <a:pt x="20750" y="529"/>
                  </a:lnTo>
                  <a:lnTo>
                    <a:pt x="20976" y="493"/>
                  </a:lnTo>
                  <a:lnTo>
                    <a:pt x="21089" y="493"/>
                  </a:lnTo>
                  <a:lnTo>
                    <a:pt x="21201" y="529"/>
                  </a:lnTo>
                  <a:lnTo>
                    <a:pt x="21314" y="599"/>
                  </a:lnTo>
                  <a:lnTo>
                    <a:pt x="21427" y="671"/>
                  </a:lnTo>
                  <a:lnTo>
                    <a:pt x="21577" y="706"/>
                  </a:lnTo>
                  <a:lnTo>
                    <a:pt x="21690" y="777"/>
                  </a:lnTo>
                  <a:lnTo>
                    <a:pt x="21840" y="812"/>
                  </a:lnTo>
                  <a:lnTo>
                    <a:pt x="21991" y="882"/>
                  </a:lnTo>
                  <a:lnTo>
                    <a:pt x="22141" y="882"/>
                  </a:lnTo>
                  <a:lnTo>
                    <a:pt x="22291" y="882"/>
                  </a:lnTo>
                  <a:lnTo>
                    <a:pt x="22404" y="918"/>
                  </a:lnTo>
                  <a:lnTo>
                    <a:pt x="22517" y="953"/>
                  </a:lnTo>
                  <a:lnTo>
                    <a:pt x="22705" y="953"/>
                  </a:lnTo>
                  <a:lnTo>
                    <a:pt x="22818" y="953"/>
                  </a:lnTo>
                  <a:lnTo>
                    <a:pt x="22931" y="988"/>
                  </a:lnTo>
                  <a:lnTo>
                    <a:pt x="23043" y="1024"/>
                  </a:lnTo>
                  <a:lnTo>
                    <a:pt x="23194" y="1094"/>
                  </a:lnTo>
                  <a:lnTo>
                    <a:pt x="23344" y="1129"/>
                  </a:lnTo>
                  <a:lnTo>
                    <a:pt x="23457" y="1165"/>
                  </a:lnTo>
                  <a:lnTo>
                    <a:pt x="23570" y="1165"/>
                  </a:lnTo>
                  <a:lnTo>
                    <a:pt x="23682" y="1165"/>
                  </a:lnTo>
                  <a:lnTo>
                    <a:pt x="23795" y="1165"/>
                  </a:lnTo>
                  <a:lnTo>
                    <a:pt x="23908" y="1165"/>
                  </a:lnTo>
                  <a:lnTo>
                    <a:pt x="24021" y="1165"/>
                  </a:lnTo>
                  <a:lnTo>
                    <a:pt x="24171" y="1165"/>
                  </a:lnTo>
                  <a:lnTo>
                    <a:pt x="24284" y="1165"/>
                  </a:lnTo>
                  <a:lnTo>
                    <a:pt x="24434" y="1165"/>
                  </a:lnTo>
                  <a:lnTo>
                    <a:pt x="24547" y="1200"/>
                  </a:lnTo>
                  <a:lnTo>
                    <a:pt x="24660" y="1235"/>
                  </a:lnTo>
                  <a:lnTo>
                    <a:pt x="24509" y="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76320" y="3720960"/>
              <a:ext cx="8823600" cy="330480"/>
            </a:xfrm>
            <a:custGeom>
              <a:avLst/>
              <a:gdLst/>
              <a:ahLst/>
              <a:rect l="0" t="0" r="r" b="b"/>
              <a:pathLst>
                <a:path w="24510" h="918">
                  <a:moveTo>
                    <a:pt x="0" y="317"/>
                  </a:moveTo>
                  <a:lnTo>
                    <a:pt x="0" y="918"/>
                  </a:lnTo>
                  <a:lnTo>
                    <a:pt x="24510" y="882"/>
                  </a:lnTo>
                  <a:lnTo>
                    <a:pt x="24397" y="458"/>
                  </a:lnTo>
                  <a:lnTo>
                    <a:pt x="24284" y="423"/>
                  </a:lnTo>
                  <a:lnTo>
                    <a:pt x="24171" y="388"/>
                  </a:lnTo>
                  <a:lnTo>
                    <a:pt x="24059" y="388"/>
                  </a:lnTo>
                  <a:lnTo>
                    <a:pt x="23946" y="282"/>
                  </a:lnTo>
                  <a:lnTo>
                    <a:pt x="23833" y="282"/>
                  </a:lnTo>
                  <a:lnTo>
                    <a:pt x="23720" y="317"/>
                  </a:lnTo>
                  <a:lnTo>
                    <a:pt x="23608" y="317"/>
                  </a:lnTo>
                  <a:lnTo>
                    <a:pt x="23457" y="352"/>
                  </a:lnTo>
                  <a:lnTo>
                    <a:pt x="23382" y="458"/>
                  </a:lnTo>
                  <a:lnTo>
                    <a:pt x="23269" y="388"/>
                  </a:lnTo>
                  <a:lnTo>
                    <a:pt x="23156" y="246"/>
                  </a:lnTo>
                  <a:lnTo>
                    <a:pt x="23044" y="176"/>
                  </a:lnTo>
                  <a:lnTo>
                    <a:pt x="22931" y="105"/>
                  </a:lnTo>
                  <a:lnTo>
                    <a:pt x="22818" y="70"/>
                  </a:lnTo>
                  <a:lnTo>
                    <a:pt x="22705" y="0"/>
                  </a:lnTo>
                  <a:lnTo>
                    <a:pt x="22593" y="0"/>
                  </a:lnTo>
                  <a:lnTo>
                    <a:pt x="22480" y="70"/>
                  </a:lnTo>
                  <a:lnTo>
                    <a:pt x="22480" y="176"/>
                  </a:lnTo>
                  <a:lnTo>
                    <a:pt x="22442" y="282"/>
                  </a:lnTo>
                  <a:lnTo>
                    <a:pt x="22329" y="352"/>
                  </a:lnTo>
                  <a:lnTo>
                    <a:pt x="22179" y="423"/>
                  </a:lnTo>
                  <a:lnTo>
                    <a:pt x="22066" y="458"/>
                  </a:lnTo>
                  <a:lnTo>
                    <a:pt x="21954" y="494"/>
                  </a:lnTo>
                  <a:lnTo>
                    <a:pt x="21841" y="494"/>
                  </a:lnTo>
                  <a:lnTo>
                    <a:pt x="21728" y="494"/>
                  </a:lnTo>
                  <a:lnTo>
                    <a:pt x="21540" y="494"/>
                  </a:lnTo>
                  <a:lnTo>
                    <a:pt x="21427" y="458"/>
                  </a:lnTo>
                  <a:lnTo>
                    <a:pt x="21277" y="458"/>
                  </a:lnTo>
                  <a:lnTo>
                    <a:pt x="21127" y="458"/>
                  </a:lnTo>
                  <a:lnTo>
                    <a:pt x="20976" y="458"/>
                  </a:lnTo>
                  <a:lnTo>
                    <a:pt x="20863" y="458"/>
                  </a:lnTo>
                  <a:lnTo>
                    <a:pt x="20713" y="423"/>
                  </a:lnTo>
                  <a:lnTo>
                    <a:pt x="20600" y="423"/>
                  </a:lnTo>
                  <a:lnTo>
                    <a:pt x="20412" y="423"/>
                  </a:lnTo>
                  <a:lnTo>
                    <a:pt x="20300" y="388"/>
                  </a:lnTo>
                  <a:lnTo>
                    <a:pt x="20187" y="317"/>
                  </a:lnTo>
                  <a:lnTo>
                    <a:pt x="20074" y="282"/>
                  </a:lnTo>
                  <a:lnTo>
                    <a:pt x="19961" y="246"/>
                  </a:lnTo>
                  <a:lnTo>
                    <a:pt x="19773" y="176"/>
                  </a:lnTo>
                  <a:lnTo>
                    <a:pt x="19661" y="176"/>
                  </a:lnTo>
                  <a:lnTo>
                    <a:pt x="19548" y="176"/>
                  </a:lnTo>
                  <a:lnTo>
                    <a:pt x="19435" y="246"/>
                  </a:lnTo>
                  <a:lnTo>
                    <a:pt x="19360" y="352"/>
                  </a:lnTo>
                  <a:lnTo>
                    <a:pt x="19247" y="352"/>
                  </a:lnTo>
                  <a:lnTo>
                    <a:pt x="19097" y="352"/>
                  </a:lnTo>
                  <a:lnTo>
                    <a:pt x="18984" y="388"/>
                  </a:lnTo>
                  <a:lnTo>
                    <a:pt x="18871" y="388"/>
                  </a:lnTo>
                  <a:lnTo>
                    <a:pt x="18721" y="388"/>
                  </a:lnTo>
                  <a:lnTo>
                    <a:pt x="18608" y="388"/>
                  </a:lnTo>
                  <a:lnTo>
                    <a:pt x="18495" y="388"/>
                  </a:lnTo>
                  <a:lnTo>
                    <a:pt x="18382" y="423"/>
                  </a:lnTo>
                  <a:lnTo>
                    <a:pt x="18270" y="423"/>
                  </a:lnTo>
                  <a:lnTo>
                    <a:pt x="18157" y="458"/>
                  </a:lnTo>
                  <a:lnTo>
                    <a:pt x="18044" y="458"/>
                  </a:lnTo>
                  <a:lnTo>
                    <a:pt x="17931" y="494"/>
                  </a:lnTo>
                  <a:lnTo>
                    <a:pt x="17819" y="494"/>
                  </a:lnTo>
                  <a:lnTo>
                    <a:pt x="17706" y="458"/>
                  </a:lnTo>
                  <a:lnTo>
                    <a:pt x="17593" y="458"/>
                  </a:lnTo>
                  <a:lnTo>
                    <a:pt x="17480" y="458"/>
                  </a:lnTo>
                  <a:lnTo>
                    <a:pt x="17330" y="458"/>
                  </a:lnTo>
                  <a:lnTo>
                    <a:pt x="17217" y="458"/>
                  </a:lnTo>
                  <a:lnTo>
                    <a:pt x="17104" y="458"/>
                  </a:lnTo>
                  <a:lnTo>
                    <a:pt x="16954" y="458"/>
                  </a:lnTo>
                  <a:lnTo>
                    <a:pt x="16804" y="458"/>
                  </a:lnTo>
                  <a:lnTo>
                    <a:pt x="16653" y="494"/>
                  </a:lnTo>
                  <a:lnTo>
                    <a:pt x="16540" y="494"/>
                  </a:lnTo>
                  <a:lnTo>
                    <a:pt x="16390" y="494"/>
                  </a:lnTo>
                  <a:lnTo>
                    <a:pt x="16277" y="494"/>
                  </a:lnTo>
                  <a:lnTo>
                    <a:pt x="16165" y="494"/>
                  </a:lnTo>
                  <a:lnTo>
                    <a:pt x="16052" y="494"/>
                  </a:lnTo>
                  <a:lnTo>
                    <a:pt x="15939" y="494"/>
                  </a:lnTo>
                  <a:lnTo>
                    <a:pt x="15826" y="494"/>
                  </a:lnTo>
                  <a:lnTo>
                    <a:pt x="15676" y="458"/>
                  </a:lnTo>
                  <a:lnTo>
                    <a:pt x="15526" y="458"/>
                  </a:lnTo>
                  <a:lnTo>
                    <a:pt x="15413" y="423"/>
                  </a:lnTo>
                  <a:lnTo>
                    <a:pt x="15300" y="423"/>
                  </a:lnTo>
                  <a:lnTo>
                    <a:pt x="15150" y="388"/>
                  </a:lnTo>
                  <a:lnTo>
                    <a:pt x="14962" y="388"/>
                  </a:lnTo>
                  <a:lnTo>
                    <a:pt x="14849" y="388"/>
                  </a:lnTo>
                  <a:lnTo>
                    <a:pt x="14736" y="388"/>
                  </a:lnTo>
                  <a:lnTo>
                    <a:pt x="14623" y="388"/>
                  </a:lnTo>
                  <a:lnTo>
                    <a:pt x="14435" y="388"/>
                  </a:lnTo>
                  <a:lnTo>
                    <a:pt x="14323" y="317"/>
                  </a:lnTo>
                  <a:lnTo>
                    <a:pt x="14210" y="282"/>
                  </a:lnTo>
                  <a:lnTo>
                    <a:pt x="14097" y="282"/>
                  </a:lnTo>
                  <a:lnTo>
                    <a:pt x="13909" y="282"/>
                  </a:lnTo>
                  <a:lnTo>
                    <a:pt x="13796" y="282"/>
                  </a:lnTo>
                  <a:lnTo>
                    <a:pt x="13646" y="282"/>
                  </a:lnTo>
                  <a:lnTo>
                    <a:pt x="13533" y="282"/>
                  </a:lnTo>
                  <a:lnTo>
                    <a:pt x="13420" y="282"/>
                  </a:lnTo>
                  <a:lnTo>
                    <a:pt x="13270" y="317"/>
                  </a:lnTo>
                  <a:lnTo>
                    <a:pt x="13120" y="352"/>
                  </a:lnTo>
                  <a:lnTo>
                    <a:pt x="12932" y="388"/>
                  </a:lnTo>
                  <a:lnTo>
                    <a:pt x="12819" y="388"/>
                  </a:lnTo>
                  <a:lnTo>
                    <a:pt x="12669" y="388"/>
                  </a:lnTo>
                  <a:lnTo>
                    <a:pt x="12518" y="423"/>
                  </a:lnTo>
                  <a:lnTo>
                    <a:pt x="12405" y="458"/>
                  </a:lnTo>
                  <a:lnTo>
                    <a:pt x="12179" y="494"/>
                  </a:lnTo>
                  <a:lnTo>
                    <a:pt x="12066" y="530"/>
                  </a:lnTo>
                  <a:lnTo>
                    <a:pt x="11916" y="530"/>
                  </a:lnTo>
                  <a:lnTo>
                    <a:pt x="11765" y="565"/>
                  </a:lnTo>
                  <a:lnTo>
                    <a:pt x="11577" y="600"/>
                  </a:lnTo>
                  <a:lnTo>
                    <a:pt x="11390" y="600"/>
                  </a:lnTo>
                  <a:lnTo>
                    <a:pt x="11239" y="600"/>
                  </a:lnTo>
                  <a:lnTo>
                    <a:pt x="11126" y="600"/>
                  </a:lnTo>
                  <a:lnTo>
                    <a:pt x="10976" y="600"/>
                  </a:lnTo>
                  <a:lnTo>
                    <a:pt x="10863" y="600"/>
                  </a:lnTo>
                  <a:lnTo>
                    <a:pt x="10750" y="600"/>
                  </a:lnTo>
                  <a:lnTo>
                    <a:pt x="10638" y="600"/>
                  </a:lnTo>
                  <a:lnTo>
                    <a:pt x="10487" y="565"/>
                  </a:lnTo>
                  <a:lnTo>
                    <a:pt x="10375" y="530"/>
                  </a:lnTo>
                  <a:lnTo>
                    <a:pt x="10262" y="530"/>
                  </a:lnTo>
                  <a:lnTo>
                    <a:pt x="10111" y="494"/>
                  </a:lnTo>
                  <a:lnTo>
                    <a:pt x="9999" y="458"/>
                  </a:lnTo>
                  <a:lnTo>
                    <a:pt x="9811" y="458"/>
                  </a:lnTo>
                  <a:lnTo>
                    <a:pt x="9698" y="423"/>
                  </a:lnTo>
                  <a:lnTo>
                    <a:pt x="9585" y="423"/>
                  </a:lnTo>
                  <a:lnTo>
                    <a:pt x="9472" y="388"/>
                  </a:lnTo>
                  <a:lnTo>
                    <a:pt x="9284" y="388"/>
                  </a:lnTo>
                  <a:lnTo>
                    <a:pt x="9096" y="388"/>
                  </a:lnTo>
                  <a:lnTo>
                    <a:pt x="8946" y="352"/>
                  </a:lnTo>
                  <a:lnTo>
                    <a:pt x="8796" y="352"/>
                  </a:lnTo>
                  <a:lnTo>
                    <a:pt x="8608" y="317"/>
                  </a:lnTo>
                  <a:lnTo>
                    <a:pt x="8495" y="317"/>
                  </a:lnTo>
                  <a:lnTo>
                    <a:pt x="8382" y="317"/>
                  </a:lnTo>
                  <a:lnTo>
                    <a:pt x="8269" y="317"/>
                  </a:lnTo>
                  <a:lnTo>
                    <a:pt x="8157" y="317"/>
                  </a:lnTo>
                  <a:lnTo>
                    <a:pt x="8044" y="317"/>
                  </a:lnTo>
                  <a:lnTo>
                    <a:pt x="7931" y="317"/>
                  </a:lnTo>
                  <a:lnTo>
                    <a:pt x="7818" y="352"/>
                  </a:lnTo>
                  <a:lnTo>
                    <a:pt x="7706" y="388"/>
                  </a:lnTo>
                  <a:lnTo>
                    <a:pt x="7555" y="458"/>
                  </a:lnTo>
                  <a:lnTo>
                    <a:pt x="7442" y="458"/>
                  </a:lnTo>
                  <a:lnTo>
                    <a:pt x="7330" y="494"/>
                  </a:lnTo>
                  <a:lnTo>
                    <a:pt x="7217" y="494"/>
                  </a:lnTo>
                  <a:lnTo>
                    <a:pt x="7104" y="494"/>
                  </a:lnTo>
                  <a:lnTo>
                    <a:pt x="6991" y="494"/>
                  </a:lnTo>
                  <a:lnTo>
                    <a:pt x="6841" y="494"/>
                  </a:lnTo>
                  <a:lnTo>
                    <a:pt x="6691" y="494"/>
                  </a:lnTo>
                  <a:lnTo>
                    <a:pt x="6578" y="458"/>
                  </a:lnTo>
                  <a:lnTo>
                    <a:pt x="6465" y="423"/>
                  </a:lnTo>
                  <a:lnTo>
                    <a:pt x="6277" y="388"/>
                  </a:lnTo>
                  <a:lnTo>
                    <a:pt x="6127" y="388"/>
                  </a:lnTo>
                  <a:lnTo>
                    <a:pt x="6014" y="352"/>
                  </a:lnTo>
                  <a:lnTo>
                    <a:pt x="5864" y="282"/>
                  </a:lnTo>
                  <a:lnTo>
                    <a:pt x="5751" y="246"/>
                  </a:lnTo>
                  <a:lnTo>
                    <a:pt x="5638" y="211"/>
                  </a:lnTo>
                  <a:lnTo>
                    <a:pt x="5525" y="176"/>
                  </a:lnTo>
                  <a:lnTo>
                    <a:pt x="5375" y="176"/>
                  </a:lnTo>
                  <a:lnTo>
                    <a:pt x="5262" y="176"/>
                  </a:lnTo>
                  <a:lnTo>
                    <a:pt x="5149" y="176"/>
                  </a:lnTo>
                  <a:lnTo>
                    <a:pt x="4999" y="176"/>
                  </a:lnTo>
                  <a:lnTo>
                    <a:pt x="4849" y="211"/>
                  </a:lnTo>
                  <a:lnTo>
                    <a:pt x="4736" y="246"/>
                  </a:lnTo>
                  <a:lnTo>
                    <a:pt x="4623" y="282"/>
                  </a:lnTo>
                  <a:lnTo>
                    <a:pt x="4473" y="317"/>
                  </a:lnTo>
                  <a:lnTo>
                    <a:pt x="4322" y="352"/>
                  </a:lnTo>
                  <a:lnTo>
                    <a:pt x="4134" y="388"/>
                  </a:lnTo>
                  <a:lnTo>
                    <a:pt x="4022" y="388"/>
                  </a:lnTo>
                  <a:lnTo>
                    <a:pt x="3909" y="388"/>
                  </a:lnTo>
                  <a:lnTo>
                    <a:pt x="3759" y="388"/>
                  </a:lnTo>
                  <a:lnTo>
                    <a:pt x="3608" y="388"/>
                  </a:lnTo>
                  <a:lnTo>
                    <a:pt x="3458" y="388"/>
                  </a:lnTo>
                  <a:lnTo>
                    <a:pt x="3307" y="388"/>
                  </a:lnTo>
                  <a:lnTo>
                    <a:pt x="3195" y="388"/>
                  </a:lnTo>
                  <a:lnTo>
                    <a:pt x="3082" y="388"/>
                  </a:lnTo>
                  <a:lnTo>
                    <a:pt x="2932" y="423"/>
                  </a:lnTo>
                  <a:lnTo>
                    <a:pt x="2744" y="458"/>
                  </a:lnTo>
                  <a:lnTo>
                    <a:pt x="2631" y="458"/>
                  </a:lnTo>
                  <a:lnTo>
                    <a:pt x="2518" y="494"/>
                  </a:lnTo>
                  <a:lnTo>
                    <a:pt x="2405" y="494"/>
                  </a:lnTo>
                  <a:lnTo>
                    <a:pt x="2255" y="494"/>
                  </a:lnTo>
                  <a:lnTo>
                    <a:pt x="2105" y="494"/>
                  </a:lnTo>
                  <a:lnTo>
                    <a:pt x="1992" y="494"/>
                  </a:lnTo>
                  <a:lnTo>
                    <a:pt x="1879" y="494"/>
                  </a:lnTo>
                  <a:lnTo>
                    <a:pt x="1729" y="494"/>
                  </a:lnTo>
                  <a:lnTo>
                    <a:pt x="1578" y="494"/>
                  </a:lnTo>
                  <a:lnTo>
                    <a:pt x="1466" y="494"/>
                  </a:lnTo>
                  <a:lnTo>
                    <a:pt x="1315" y="494"/>
                  </a:lnTo>
                  <a:lnTo>
                    <a:pt x="1202" y="494"/>
                  </a:lnTo>
                  <a:lnTo>
                    <a:pt x="1090" y="494"/>
                  </a:lnTo>
                  <a:lnTo>
                    <a:pt x="977" y="494"/>
                  </a:lnTo>
                  <a:lnTo>
                    <a:pt x="826" y="494"/>
                  </a:lnTo>
                  <a:lnTo>
                    <a:pt x="714" y="494"/>
                  </a:lnTo>
                  <a:lnTo>
                    <a:pt x="601" y="494"/>
                  </a:lnTo>
                  <a:lnTo>
                    <a:pt x="488" y="494"/>
                  </a:lnTo>
                  <a:lnTo>
                    <a:pt x="338" y="494"/>
                  </a:lnTo>
                  <a:lnTo>
                    <a:pt x="225" y="458"/>
                  </a:lnTo>
                  <a:lnTo>
                    <a:pt x="112" y="458"/>
                  </a:lnTo>
                  <a:lnTo>
                    <a:pt x="0" y="317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2" name=""/>
          <p:cNvSpPr txBox="1"/>
          <p:nvPr/>
        </p:nvSpPr>
        <p:spPr>
          <a:xfrm>
            <a:off x="279360" y="4292640"/>
            <a:ext cx="8140680" cy="2076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01 CopyData. 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02 CustKey       PIC X(3) VALUE "KEY".</a:t>
            </a:r>
            <a:br>
              <a:rPr sz="2400"/>
            </a:b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                 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No Replacement</a:t>
            </a:r>
            <a:br>
              <a:rPr sz="1800"/>
            </a:b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216000" y="4228920"/>
            <a:ext cx="8509320" cy="343440"/>
          </a:xfrm>
          <a:custGeom>
            <a:avLst/>
            <a:gdLst/>
            <a:ahLst/>
            <a:rect l="0" t="0" r="r" b="b"/>
            <a:pathLst>
              <a:path w="23637" h="954">
                <a:moveTo>
                  <a:pt x="70" y="176"/>
                </a:moveTo>
                <a:lnTo>
                  <a:pt x="70" y="318"/>
                </a:lnTo>
                <a:lnTo>
                  <a:pt x="105" y="424"/>
                </a:lnTo>
                <a:lnTo>
                  <a:pt x="105" y="530"/>
                </a:lnTo>
                <a:lnTo>
                  <a:pt x="141" y="636"/>
                </a:lnTo>
                <a:lnTo>
                  <a:pt x="141" y="742"/>
                </a:lnTo>
                <a:lnTo>
                  <a:pt x="246" y="742"/>
                </a:lnTo>
                <a:lnTo>
                  <a:pt x="352" y="671"/>
                </a:lnTo>
                <a:lnTo>
                  <a:pt x="423" y="565"/>
                </a:lnTo>
                <a:lnTo>
                  <a:pt x="529" y="530"/>
                </a:lnTo>
                <a:lnTo>
                  <a:pt x="635" y="494"/>
                </a:lnTo>
                <a:lnTo>
                  <a:pt x="740" y="530"/>
                </a:lnTo>
                <a:lnTo>
                  <a:pt x="811" y="636"/>
                </a:lnTo>
                <a:lnTo>
                  <a:pt x="917" y="671"/>
                </a:lnTo>
                <a:lnTo>
                  <a:pt x="1023" y="742"/>
                </a:lnTo>
                <a:lnTo>
                  <a:pt x="1128" y="742"/>
                </a:lnTo>
                <a:lnTo>
                  <a:pt x="1234" y="742"/>
                </a:lnTo>
                <a:lnTo>
                  <a:pt x="1270" y="636"/>
                </a:lnTo>
                <a:lnTo>
                  <a:pt x="1375" y="565"/>
                </a:lnTo>
                <a:lnTo>
                  <a:pt x="1481" y="530"/>
                </a:lnTo>
                <a:lnTo>
                  <a:pt x="1622" y="494"/>
                </a:lnTo>
                <a:lnTo>
                  <a:pt x="1728" y="565"/>
                </a:lnTo>
                <a:lnTo>
                  <a:pt x="1834" y="600"/>
                </a:lnTo>
                <a:lnTo>
                  <a:pt x="1940" y="600"/>
                </a:lnTo>
                <a:lnTo>
                  <a:pt x="2046" y="565"/>
                </a:lnTo>
                <a:lnTo>
                  <a:pt x="2151" y="565"/>
                </a:lnTo>
                <a:lnTo>
                  <a:pt x="2293" y="530"/>
                </a:lnTo>
                <a:lnTo>
                  <a:pt x="2469" y="494"/>
                </a:lnTo>
                <a:lnTo>
                  <a:pt x="2610" y="459"/>
                </a:lnTo>
                <a:lnTo>
                  <a:pt x="2751" y="459"/>
                </a:lnTo>
                <a:lnTo>
                  <a:pt x="2928" y="459"/>
                </a:lnTo>
                <a:lnTo>
                  <a:pt x="3033" y="424"/>
                </a:lnTo>
                <a:lnTo>
                  <a:pt x="3210" y="424"/>
                </a:lnTo>
                <a:lnTo>
                  <a:pt x="3351" y="424"/>
                </a:lnTo>
                <a:lnTo>
                  <a:pt x="3457" y="424"/>
                </a:lnTo>
                <a:lnTo>
                  <a:pt x="3598" y="424"/>
                </a:lnTo>
                <a:lnTo>
                  <a:pt x="3704" y="459"/>
                </a:lnTo>
                <a:lnTo>
                  <a:pt x="3810" y="459"/>
                </a:lnTo>
                <a:lnTo>
                  <a:pt x="3915" y="494"/>
                </a:lnTo>
                <a:lnTo>
                  <a:pt x="4021" y="494"/>
                </a:lnTo>
                <a:lnTo>
                  <a:pt x="4127" y="530"/>
                </a:lnTo>
                <a:lnTo>
                  <a:pt x="4233" y="530"/>
                </a:lnTo>
                <a:lnTo>
                  <a:pt x="4339" y="600"/>
                </a:lnTo>
                <a:lnTo>
                  <a:pt x="4480" y="636"/>
                </a:lnTo>
                <a:lnTo>
                  <a:pt x="4691" y="636"/>
                </a:lnTo>
                <a:lnTo>
                  <a:pt x="4797" y="636"/>
                </a:lnTo>
                <a:lnTo>
                  <a:pt x="4938" y="636"/>
                </a:lnTo>
                <a:lnTo>
                  <a:pt x="5080" y="636"/>
                </a:lnTo>
                <a:lnTo>
                  <a:pt x="5256" y="636"/>
                </a:lnTo>
                <a:lnTo>
                  <a:pt x="5397" y="636"/>
                </a:lnTo>
                <a:lnTo>
                  <a:pt x="5503" y="636"/>
                </a:lnTo>
                <a:lnTo>
                  <a:pt x="5644" y="636"/>
                </a:lnTo>
                <a:lnTo>
                  <a:pt x="5785" y="636"/>
                </a:lnTo>
                <a:lnTo>
                  <a:pt x="5891" y="636"/>
                </a:lnTo>
                <a:lnTo>
                  <a:pt x="6032" y="636"/>
                </a:lnTo>
                <a:lnTo>
                  <a:pt x="6138" y="636"/>
                </a:lnTo>
                <a:lnTo>
                  <a:pt x="6244" y="636"/>
                </a:lnTo>
                <a:lnTo>
                  <a:pt x="6385" y="636"/>
                </a:lnTo>
                <a:lnTo>
                  <a:pt x="6561" y="636"/>
                </a:lnTo>
                <a:lnTo>
                  <a:pt x="6667" y="636"/>
                </a:lnTo>
                <a:lnTo>
                  <a:pt x="6843" y="636"/>
                </a:lnTo>
                <a:lnTo>
                  <a:pt x="6949" y="636"/>
                </a:lnTo>
                <a:lnTo>
                  <a:pt x="7090" y="600"/>
                </a:lnTo>
                <a:lnTo>
                  <a:pt x="7196" y="600"/>
                </a:lnTo>
                <a:lnTo>
                  <a:pt x="7337" y="600"/>
                </a:lnTo>
                <a:lnTo>
                  <a:pt x="7478" y="565"/>
                </a:lnTo>
                <a:lnTo>
                  <a:pt x="7620" y="530"/>
                </a:lnTo>
                <a:lnTo>
                  <a:pt x="7725" y="530"/>
                </a:lnTo>
                <a:lnTo>
                  <a:pt x="7902" y="530"/>
                </a:lnTo>
                <a:lnTo>
                  <a:pt x="8008" y="530"/>
                </a:lnTo>
                <a:lnTo>
                  <a:pt x="8113" y="530"/>
                </a:lnTo>
                <a:lnTo>
                  <a:pt x="8255" y="494"/>
                </a:lnTo>
                <a:lnTo>
                  <a:pt x="8396" y="494"/>
                </a:lnTo>
                <a:lnTo>
                  <a:pt x="8572" y="494"/>
                </a:lnTo>
                <a:lnTo>
                  <a:pt x="8748" y="494"/>
                </a:lnTo>
                <a:lnTo>
                  <a:pt x="8925" y="494"/>
                </a:lnTo>
                <a:lnTo>
                  <a:pt x="9066" y="494"/>
                </a:lnTo>
                <a:lnTo>
                  <a:pt x="9172" y="494"/>
                </a:lnTo>
                <a:lnTo>
                  <a:pt x="9278" y="494"/>
                </a:lnTo>
                <a:lnTo>
                  <a:pt x="9383" y="494"/>
                </a:lnTo>
                <a:lnTo>
                  <a:pt x="9489" y="494"/>
                </a:lnTo>
                <a:lnTo>
                  <a:pt x="9701" y="494"/>
                </a:lnTo>
                <a:lnTo>
                  <a:pt x="9842" y="494"/>
                </a:lnTo>
                <a:lnTo>
                  <a:pt x="9983" y="530"/>
                </a:lnTo>
                <a:lnTo>
                  <a:pt x="10195" y="530"/>
                </a:lnTo>
                <a:lnTo>
                  <a:pt x="10689" y="530"/>
                </a:lnTo>
                <a:lnTo>
                  <a:pt x="11183" y="530"/>
                </a:lnTo>
                <a:lnTo>
                  <a:pt x="11676" y="530"/>
                </a:lnTo>
                <a:lnTo>
                  <a:pt x="12171" y="530"/>
                </a:lnTo>
                <a:lnTo>
                  <a:pt x="12383" y="530"/>
                </a:lnTo>
                <a:lnTo>
                  <a:pt x="12559" y="530"/>
                </a:lnTo>
                <a:lnTo>
                  <a:pt x="12701" y="530"/>
                </a:lnTo>
                <a:lnTo>
                  <a:pt x="12806" y="565"/>
                </a:lnTo>
                <a:lnTo>
                  <a:pt x="12912" y="600"/>
                </a:lnTo>
                <a:lnTo>
                  <a:pt x="13089" y="671"/>
                </a:lnTo>
                <a:lnTo>
                  <a:pt x="13230" y="706"/>
                </a:lnTo>
                <a:lnTo>
                  <a:pt x="13406" y="706"/>
                </a:lnTo>
                <a:lnTo>
                  <a:pt x="13582" y="706"/>
                </a:lnTo>
                <a:lnTo>
                  <a:pt x="13794" y="706"/>
                </a:lnTo>
                <a:lnTo>
                  <a:pt x="13935" y="706"/>
                </a:lnTo>
                <a:lnTo>
                  <a:pt x="14041" y="706"/>
                </a:lnTo>
                <a:lnTo>
                  <a:pt x="14182" y="706"/>
                </a:lnTo>
                <a:lnTo>
                  <a:pt x="14359" y="706"/>
                </a:lnTo>
                <a:lnTo>
                  <a:pt x="14500" y="706"/>
                </a:lnTo>
                <a:lnTo>
                  <a:pt x="14641" y="706"/>
                </a:lnTo>
                <a:lnTo>
                  <a:pt x="14747" y="706"/>
                </a:lnTo>
                <a:lnTo>
                  <a:pt x="14852" y="706"/>
                </a:lnTo>
                <a:lnTo>
                  <a:pt x="14994" y="778"/>
                </a:lnTo>
                <a:lnTo>
                  <a:pt x="15170" y="813"/>
                </a:lnTo>
                <a:lnTo>
                  <a:pt x="15346" y="883"/>
                </a:lnTo>
                <a:lnTo>
                  <a:pt x="15523" y="919"/>
                </a:lnTo>
                <a:lnTo>
                  <a:pt x="15629" y="954"/>
                </a:lnTo>
                <a:lnTo>
                  <a:pt x="15734" y="954"/>
                </a:lnTo>
                <a:lnTo>
                  <a:pt x="15840" y="954"/>
                </a:lnTo>
                <a:lnTo>
                  <a:pt x="15981" y="813"/>
                </a:lnTo>
                <a:lnTo>
                  <a:pt x="16122" y="742"/>
                </a:lnTo>
                <a:lnTo>
                  <a:pt x="16264" y="706"/>
                </a:lnTo>
                <a:lnTo>
                  <a:pt x="16369" y="671"/>
                </a:lnTo>
                <a:lnTo>
                  <a:pt x="16475" y="636"/>
                </a:lnTo>
                <a:lnTo>
                  <a:pt x="16581" y="600"/>
                </a:lnTo>
                <a:lnTo>
                  <a:pt x="16722" y="530"/>
                </a:lnTo>
                <a:lnTo>
                  <a:pt x="16828" y="530"/>
                </a:lnTo>
                <a:lnTo>
                  <a:pt x="16969" y="530"/>
                </a:lnTo>
                <a:lnTo>
                  <a:pt x="17075" y="565"/>
                </a:lnTo>
                <a:lnTo>
                  <a:pt x="17181" y="565"/>
                </a:lnTo>
                <a:lnTo>
                  <a:pt x="17287" y="600"/>
                </a:lnTo>
                <a:lnTo>
                  <a:pt x="17392" y="600"/>
                </a:lnTo>
                <a:lnTo>
                  <a:pt x="17534" y="636"/>
                </a:lnTo>
                <a:lnTo>
                  <a:pt x="17639" y="636"/>
                </a:lnTo>
                <a:lnTo>
                  <a:pt x="17745" y="636"/>
                </a:lnTo>
                <a:lnTo>
                  <a:pt x="17886" y="636"/>
                </a:lnTo>
                <a:lnTo>
                  <a:pt x="17992" y="636"/>
                </a:lnTo>
                <a:lnTo>
                  <a:pt x="18133" y="636"/>
                </a:lnTo>
                <a:lnTo>
                  <a:pt x="18239" y="636"/>
                </a:lnTo>
                <a:lnTo>
                  <a:pt x="18380" y="671"/>
                </a:lnTo>
                <a:lnTo>
                  <a:pt x="18486" y="671"/>
                </a:lnTo>
                <a:lnTo>
                  <a:pt x="18662" y="671"/>
                </a:lnTo>
                <a:lnTo>
                  <a:pt x="18804" y="706"/>
                </a:lnTo>
                <a:lnTo>
                  <a:pt x="18909" y="706"/>
                </a:lnTo>
                <a:lnTo>
                  <a:pt x="19086" y="706"/>
                </a:lnTo>
                <a:lnTo>
                  <a:pt x="19227" y="706"/>
                </a:lnTo>
                <a:lnTo>
                  <a:pt x="19403" y="706"/>
                </a:lnTo>
                <a:lnTo>
                  <a:pt x="19509" y="706"/>
                </a:lnTo>
                <a:lnTo>
                  <a:pt x="19615" y="706"/>
                </a:lnTo>
                <a:lnTo>
                  <a:pt x="19756" y="706"/>
                </a:lnTo>
                <a:lnTo>
                  <a:pt x="19897" y="706"/>
                </a:lnTo>
                <a:lnTo>
                  <a:pt x="20038" y="706"/>
                </a:lnTo>
                <a:lnTo>
                  <a:pt x="20144" y="706"/>
                </a:lnTo>
                <a:lnTo>
                  <a:pt x="20250" y="706"/>
                </a:lnTo>
                <a:lnTo>
                  <a:pt x="20391" y="742"/>
                </a:lnTo>
                <a:lnTo>
                  <a:pt x="20532" y="742"/>
                </a:lnTo>
                <a:lnTo>
                  <a:pt x="20709" y="778"/>
                </a:lnTo>
                <a:lnTo>
                  <a:pt x="20850" y="778"/>
                </a:lnTo>
                <a:lnTo>
                  <a:pt x="20991" y="778"/>
                </a:lnTo>
                <a:lnTo>
                  <a:pt x="21132" y="813"/>
                </a:lnTo>
                <a:lnTo>
                  <a:pt x="21273" y="813"/>
                </a:lnTo>
                <a:lnTo>
                  <a:pt x="21379" y="813"/>
                </a:lnTo>
                <a:lnTo>
                  <a:pt x="21520" y="848"/>
                </a:lnTo>
                <a:lnTo>
                  <a:pt x="21626" y="848"/>
                </a:lnTo>
                <a:lnTo>
                  <a:pt x="21802" y="883"/>
                </a:lnTo>
                <a:lnTo>
                  <a:pt x="21908" y="919"/>
                </a:lnTo>
                <a:lnTo>
                  <a:pt x="22014" y="919"/>
                </a:lnTo>
                <a:lnTo>
                  <a:pt x="22120" y="919"/>
                </a:lnTo>
                <a:lnTo>
                  <a:pt x="22226" y="919"/>
                </a:lnTo>
                <a:lnTo>
                  <a:pt x="22367" y="919"/>
                </a:lnTo>
                <a:lnTo>
                  <a:pt x="22508" y="919"/>
                </a:lnTo>
                <a:lnTo>
                  <a:pt x="22614" y="919"/>
                </a:lnTo>
                <a:lnTo>
                  <a:pt x="22719" y="919"/>
                </a:lnTo>
                <a:lnTo>
                  <a:pt x="22825" y="919"/>
                </a:lnTo>
                <a:lnTo>
                  <a:pt x="22931" y="919"/>
                </a:lnTo>
                <a:lnTo>
                  <a:pt x="23107" y="919"/>
                </a:lnTo>
                <a:lnTo>
                  <a:pt x="23213" y="919"/>
                </a:lnTo>
                <a:lnTo>
                  <a:pt x="23319" y="919"/>
                </a:lnTo>
                <a:lnTo>
                  <a:pt x="23425" y="919"/>
                </a:lnTo>
                <a:lnTo>
                  <a:pt x="23531" y="919"/>
                </a:lnTo>
                <a:lnTo>
                  <a:pt x="23637" y="919"/>
                </a:lnTo>
                <a:lnTo>
                  <a:pt x="23637" y="813"/>
                </a:lnTo>
                <a:lnTo>
                  <a:pt x="23637" y="671"/>
                </a:lnTo>
                <a:lnTo>
                  <a:pt x="23637" y="565"/>
                </a:lnTo>
                <a:lnTo>
                  <a:pt x="23637" y="459"/>
                </a:lnTo>
                <a:lnTo>
                  <a:pt x="23637" y="353"/>
                </a:lnTo>
                <a:lnTo>
                  <a:pt x="23637" y="247"/>
                </a:lnTo>
                <a:lnTo>
                  <a:pt x="23637" y="141"/>
                </a:lnTo>
                <a:lnTo>
                  <a:pt x="23637" y="35"/>
                </a:lnTo>
                <a:lnTo>
                  <a:pt x="0" y="35"/>
                </a:lnTo>
                <a:lnTo>
                  <a:pt x="0" y="0"/>
                </a:lnTo>
                <a:lnTo>
                  <a:pt x="70" y="176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241200" y="5753160"/>
            <a:ext cx="8242560" cy="520920"/>
          </a:xfrm>
          <a:custGeom>
            <a:avLst/>
            <a:gdLst/>
            <a:ahLst/>
            <a:rect l="0" t="0" r="r" b="b"/>
            <a:pathLst>
              <a:path w="22896" h="1447">
                <a:moveTo>
                  <a:pt x="0" y="847"/>
                </a:moveTo>
                <a:lnTo>
                  <a:pt x="136" y="812"/>
                </a:lnTo>
                <a:lnTo>
                  <a:pt x="204" y="705"/>
                </a:lnTo>
                <a:lnTo>
                  <a:pt x="306" y="670"/>
                </a:lnTo>
                <a:lnTo>
                  <a:pt x="408" y="599"/>
                </a:lnTo>
                <a:lnTo>
                  <a:pt x="510" y="599"/>
                </a:lnTo>
                <a:lnTo>
                  <a:pt x="612" y="599"/>
                </a:lnTo>
                <a:lnTo>
                  <a:pt x="714" y="564"/>
                </a:lnTo>
                <a:lnTo>
                  <a:pt x="816" y="564"/>
                </a:lnTo>
                <a:lnTo>
                  <a:pt x="918" y="564"/>
                </a:lnTo>
                <a:lnTo>
                  <a:pt x="1020" y="564"/>
                </a:lnTo>
                <a:lnTo>
                  <a:pt x="1122" y="599"/>
                </a:lnTo>
                <a:lnTo>
                  <a:pt x="1190" y="705"/>
                </a:lnTo>
                <a:lnTo>
                  <a:pt x="1292" y="812"/>
                </a:lnTo>
                <a:lnTo>
                  <a:pt x="1428" y="847"/>
                </a:lnTo>
                <a:lnTo>
                  <a:pt x="1530" y="882"/>
                </a:lnTo>
                <a:lnTo>
                  <a:pt x="1632" y="953"/>
                </a:lnTo>
                <a:lnTo>
                  <a:pt x="1735" y="953"/>
                </a:lnTo>
                <a:lnTo>
                  <a:pt x="1837" y="988"/>
                </a:lnTo>
                <a:lnTo>
                  <a:pt x="1939" y="988"/>
                </a:lnTo>
                <a:lnTo>
                  <a:pt x="2041" y="918"/>
                </a:lnTo>
                <a:lnTo>
                  <a:pt x="2177" y="812"/>
                </a:lnTo>
                <a:lnTo>
                  <a:pt x="2313" y="741"/>
                </a:lnTo>
                <a:lnTo>
                  <a:pt x="2449" y="705"/>
                </a:lnTo>
                <a:lnTo>
                  <a:pt x="2551" y="635"/>
                </a:lnTo>
                <a:lnTo>
                  <a:pt x="2687" y="564"/>
                </a:lnTo>
                <a:lnTo>
                  <a:pt x="2823" y="529"/>
                </a:lnTo>
                <a:lnTo>
                  <a:pt x="2925" y="493"/>
                </a:lnTo>
                <a:lnTo>
                  <a:pt x="3095" y="458"/>
                </a:lnTo>
                <a:lnTo>
                  <a:pt x="3197" y="458"/>
                </a:lnTo>
                <a:lnTo>
                  <a:pt x="3367" y="423"/>
                </a:lnTo>
                <a:lnTo>
                  <a:pt x="3470" y="388"/>
                </a:lnTo>
                <a:lnTo>
                  <a:pt x="3606" y="352"/>
                </a:lnTo>
                <a:lnTo>
                  <a:pt x="3742" y="352"/>
                </a:lnTo>
                <a:lnTo>
                  <a:pt x="3844" y="317"/>
                </a:lnTo>
                <a:lnTo>
                  <a:pt x="4014" y="317"/>
                </a:lnTo>
                <a:lnTo>
                  <a:pt x="4150" y="317"/>
                </a:lnTo>
                <a:lnTo>
                  <a:pt x="4252" y="282"/>
                </a:lnTo>
                <a:lnTo>
                  <a:pt x="4354" y="282"/>
                </a:lnTo>
                <a:lnTo>
                  <a:pt x="4456" y="282"/>
                </a:lnTo>
                <a:lnTo>
                  <a:pt x="4592" y="282"/>
                </a:lnTo>
                <a:lnTo>
                  <a:pt x="4694" y="282"/>
                </a:lnTo>
                <a:lnTo>
                  <a:pt x="4796" y="282"/>
                </a:lnTo>
                <a:lnTo>
                  <a:pt x="4898" y="317"/>
                </a:lnTo>
                <a:lnTo>
                  <a:pt x="5000" y="388"/>
                </a:lnTo>
                <a:lnTo>
                  <a:pt x="5102" y="458"/>
                </a:lnTo>
                <a:lnTo>
                  <a:pt x="5205" y="458"/>
                </a:lnTo>
                <a:lnTo>
                  <a:pt x="5307" y="493"/>
                </a:lnTo>
                <a:lnTo>
                  <a:pt x="5409" y="529"/>
                </a:lnTo>
                <a:lnTo>
                  <a:pt x="5511" y="564"/>
                </a:lnTo>
                <a:lnTo>
                  <a:pt x="5613" y="564"/>
                </a:lnTo>
                <a:lnTo>
                  <a:pt x="5715" y="564"/>
                </a:lnTo>
                <a:lnTo>
                  <a:pt x="5885" y="564"/>
                </a:lnTo>
                <a:lnTo>
                  <a:pt x="6055" y="529"/>
                </a:lnTo>
                <a:lnTo>
                  <a:pt x="6157" y="529"/>
                </a:lnTo>
                <a:lnTo>
                  <a:pt x="6259" y="493"/>
                </a:lnTo>
                <a:lnTo>
                  <a:pt x="6395" y="423"/>
                </a:lnTo>
                <a:lnTo>
                  <a:pt x="6565" y="352"/>
                </a:lnTo>
                <a:lnTo>
                  <a:pt x="6701" y="317"/>
                </a:lnTo>
                <a:lnTo>
                  <a:pt x="6871" y="246"/>
                </a:lnTo>
                <a:lnTo>
                  <a:pt x="6974" y="211"/>
                </a:lnTo>
                <a:lnTo>
                  <a:pt x="6974" y="317"/>
                </a:lnTo>
                <a:lnTo>
                  <a:pt x="7144" y="211"/>
                </a:lnTo>
                <a:lnTo>
                  <a:pt x="7246" y="141"/>
                </a:lnTo>
                <a:lnTo>
                  <a:pt x="7348" y="70"/>
                </a:lnTo>
                <a:lnTo>
                  <a:pt x="7450" y="0"/>
                </a:lnTo>
                <a:lnTo>
                  <a:pt x="7552" y="70"/>
                </a:lnTo>
                <a:lnTo>
                  <a:pt x="7654" y="176"/>
                </a:lnTo>
                <a:lnTo>
                  <a:pt x="7756" y="211"/>
                </a:lnTo>
                <a:lnTo>
                  <a:pt x="7858" y="282"/>
                </a:lnTo>
                <a:lnTo>
                  <a:pt x="7960" y="317"/>
                </a:lnTo>
                <a:lnTo>
                  <a:pt x="8062" y="388"/>
                </a:lnTo>
                <a:lnTo>
                  <a:pt x="8164" y="458"/>
                </a:lnTo>
                <a:lnTo>
                  <a:pt x="8266" y="493"/>
                </a:lnTo>
                <a:lnTo>
                  <a:pt x="8368" y="493"/>
                </a:lnTo>
                <a:lnTo>
                  <a:pt x="8504" y="493"/>
                </a:lnTo>
                <a:lnTo>
                  <a:pt x="8641" y="493"/>
                </a:lnTo>
                <a:lnTo>
                  <a:pt x="8743" y="493"/>
                </a:lnTo>
                <a:lnTo>
                  <a:pt x="8879" y="493"/>
                </a:lnTo>
                <a:lnTo>
                  <a:pt x="9015" y="352"/>
                </a:lnTo>
                <a:lnTo>
                  <a:pt x="9185" y="282"/>
                </a:lnTo>
                <a:lnTo>
                  <a:pt x="9389" y="211"/>
                </a:lnTo>
                <a:lnTo>
                  <a:pt x="9559" y="141"/>
                </a:lnTo>
                <a:lnTo>
                  <a:pt x="9763" y="70"/>
                </a:lnTo>
                <a:lnTo>
                  <a:pt x="9831" y="211"/>
                </a:lnTo>
                <a:lnTo>
                  <a:pt x="9831" y="317"/>
                </a:lnTo>
                <a:lnTo>
                  <a:pt x="9831" y="423"/>
                </a:lnTo>
                <a:lnTo>
                  <a:pt x="9933" y="352"/>
                </a:lnTo>
                <a:lnTo>
                  <a:pt x="10035" y="352"/>
                </a:lnTo>
                <a:lnTo>
                  <a:pt x="10137" y="352"/>
                </a:lnTo>
                <a:lnTo>
                  <a:pt x="10239" y="423"/>
                </a:lnTo>
                <a:lnTo>
                  <a:pt x="10376" y="423"/>
                </a:lnTo>
                <a:lnTo>
                  <a:pt x="10512" y="352"/>
                </a:lnTo>
                <a:lnTo>
                  <a:pt x="10614" y="317"/>
                </a:lnTo>
                <a:lnTo>
                  <a:pt x="10716" y="282"/>
                </a:lnTo>
                <a:lnTo>
                  <a:pt x="10818" y="282"/>
                </a:lnTo>
                <a:lnTo>
                  <a:pt x="10920" y="246"/>
                </a:lnTo>
                <a:lnTo>
                  <a:pt x="11056" y="211"/>
                </a:lnTo>
                <a:lnTo>
                  <a:pt x="11158" y="176"/>
                </a:lnTo>
                <a:lnTo>
                  <a:pt x="11260" y="176"/>
                </a:lnTo>
                <a:lnTo>
                  <a:pt x="11362" y="176"/>
                </a:lnTo>
                <a:lnTo>
                  <a:pt x="11533" y="141"/>
                </a:lnTo>
                <a:lnTo>
                  <a:pt x="11669" y="141"/>
                </a:lnTo>
                <a:lnTo>
                  <a:pt x="11839" y="141"/>
                </a:lnTo>
                <a:lnTo>
                  <a:pt x="12009" y="141"/>
                </a:lnTo>
                <a:lnTo>
                  <a:pt x="12112" y="176"/>
                </a:lnTo>
                <a:lnTo>
                  <a:pt x="12146" y="317"/>
                </a:lnTo>
                <a:lnTo>
                  <a:pt x="12214" y="423"/>
                </a:lnTo>
                <a:lnTo>
                  <a:pt x="12350" y="458"/>
                </a:lnTo>
                <a:lnTo>
                  <a:pt x="12486" y="423"/>
                </a:lnTo>
                <a:lnTo>
                  <a:pt x="12622" y="388"/>
                </a:lnTo>
                <a:lnTo>
                  <a:pt x="12724" y="388"/>
                </a:lnTo>
                <a:lnTo>
                  <a:pt x="12826" y="388"/>
                </a:lnTo>
                <a:lnTo>
                  <a:pt x="12996" y="352"/>
                </a:lnTo>
                <a:lnTo>
                  <a:pt x="13098" y="317"/>
                </a:lnTo>
                <a:lnTo>
                  <a:pt x="13200" y="317"/>
                </a:lnTo>
                <a:lnTo>
                  <a:pt x="13302" y="352"/>
                </a:lnTo>
                <a:lnTo>
                  <a:pt x="13438" y="352"/>
                </a:lnTo>
                <a:lnTo>
                  <a:pt x="13540" y="317"/>
                </a:lnTo>
                <a:lnTo>
                  <a:pt x="13642" y="282"/>
                </a:lnTo>
                <a:lnTo>
                  <a:pt x="13744" y="282"/>
                </a:lnTo>
                <a:lnTo>
                  <a:pt x="13847" y="282"/>
                </a:lnTo>
                <a:lnTo>
                  <a:pt x="13949" y="423"/>
                </a:lnTo>
                <a:lnTo>
                  <a:pt x="14051" y="458"/>
                </a:lnTo>
                <a:lnTo>
                  <a:pt x="14153" y="458"/>
                </a:lnTo>
                <a:lnTo>
                  <a:pt x="14255" y="458"/>
                </a:lnTo>
                <a:lnTo>
                  <a:pt x="14357" y="529"/>
                </a:lnTo>
                <a:lnTo>
                  <a:pt x="14459" y="529"/>
                </a:lnTo>
                <a:lnTo>
                  <a:pt x="14595" y="529"/>
                </a:lnTo>
                <a:lnTo>
                  <a:pt x="14629" y="635"/>
                </a:lnTo>
                <a:lnTo>
                  <a:pt x="14731" y="635"/>
                </a:lnTo>
                <a:lnTo>
                  <a:pt x="14901" y="635"/>
                </a:lnTo>
                <a:lnTo>
                  <a:pt x="15003" y="599"/>
                </a:lnTo>
                <a:lnTo>
                  <a:pt x="15105" y="599"/>
                </a:lnTo>
                <a:lnTo>
                  <a:pt x="15241" y="599"/>
                </a:lnTo>
                <a:lnTo>
                  <a:pt x="15343" y="564"/>
                </a:lnTo>
                <a:lnTo>
                  <a:pt x="15513" y="529"/>
                </a:lnTo>
                <a:lnTo>
                  <a:pt x="15616" y="529"/>
                </a:lnTo>
                <a:lnTo>
                  <a:pt x="15752" y="564"/>
                </a:lnTo>
                <a:lnTo>
                  <a:pt x="15888" y="564"/>
                </a:lnTo>
                <a:lnTo>
                  <a:pt x="16092" y="564"/>
                </a:lnTo>
                <a:lnTo>
                  <a:pt x="16228" y="564"/>
                </a:lnTo>
                <a:lnTo>
                  <a:pt x="16330" y="564"/>
                </a:lnTo>
                <a:lnTo>
                  <a:pt x="16432" y="564"/>
                </a:lnTo>
                <a:lnTo>
                  <a:pt x="16534" y="529"/>
                </a:lnTo>
                <a:lnTo>
                  <a:pt x="16670" y="529"/>
                </a:lnTo>
                <a:lnTo>
                  <a:pt x="16874" y="458"/>
                </a:lnTo>
                <a:lnTo>
                  <a:pt x="17078" y="423"/>
                </a:lnTo>
                <a:lnTo>
                  <a:pt x="17283" y="352"/>
                </a:lnTo>
                <a:lnTo>
                  <a:pt x="17487" y="282"/>
                </a:lnTo>
                <a:lnTo>
                  <a:pt x="17589" y="282"/>
                </a:lnTo>
                <a:lnTo>
                  <a:pt x="17691" y="423"/>
                </a:lnTo>
                <a:lnTo>
                  <a:pt x="17793" y="493"/>
                </a:lnTo>
                <a:lnTo>
                  <a:pt x="17929" y="423"/>
                </a:lnTo>
                <a:lnTo>
                  <a:pt x="18031" y="352"/>
                </a:lnTo>
                <a:lnTo>
                  <a:pt x="18167" y="282"/>
                </a:lnTo>
                <a:lnTo>
                  <a:pt x="18269" y="211"/>
                </a:lnTo>
                <a:lnTo>
                  <a:pt x="18371" y="176"/>
                </a:lnTo>
                <a:lnTo>
                  <a:pt x="18405" y="352"/>
                </a:lnTo>
                <a:lnTo>
                  <a:pt x="18541" y="423"/>
                </a:lnTo>
                <a:lnTo>
                  <a:pt x="18643" y="423"/>
                </a:lnTo>
                <a:lnTo>
                  <a:pt x="18745" y="388"/>
                </a:lnTo>
                <a:lnTo>
                  <a:pt x="18915" y="423"/>
                </a:lnTo>
                <a:lnTo>
                  <a:pt x="19086" y="423"/>
                </a:lnTo>
                <a:lnTo>
                  <a:pt x="19188" y="423"/>
                </a:lnTo>
                <a:lnTo>
                  <a:pt x="19290" y="423"/>
                </a:lnTo>
                <a:lnTo>
                  <a:pt x="19426" y="458"/>
                </a:lnTo>
                <a:lnTo>
                  <a:pt x="19596" y="493"/>
                </a:lnTo>
                <a:lnTo>
                  <a:pt x="19698" y="493"/>
                </a:lnTo>
                <a:lnTo>
                  <a:pt x="19800" y="529"/>
                </a:lnTo>
                <a:lnTo>
                  <a:pt x="19936" y="599"/>
                </a:lnTo>
                <a:lnTo>
                  <a:pt x="20038" y="599"/>
                </a:lnTo>
                <a:lnTo>
                  <a:pt x="20140" y="599"/>
                </a:lnTo>
                <a:lnTo>
                  <a:pt x="20242" y="599"/>
                </a:lnTo>
                <a:lnTo>
                  <a:pt x="20446" y="599"/>
                </a:lnTo>
                <a:lnTo>
                  <a:pt x="20548" y="599"/>
                </a:lnTo>
                <a:lnTo>
                  <a:pt x="20684" y="599"/>
                </a:lnTo>
                <a:lnTo>
                  <a:pt x="20821" y="635"/>
                </a:lnTo>
                <a:lnTo>
                  <a:pt x="20957" y="670"/>
                </a:lnTo>
                <a:lnTo>
                  <a:pt x="21093" y="670"/>
                </a:lnTo>
                <a:lnTo>
                  <a:pt x="21195" y="670"/>
                </a:lnTo>
                <a:lnTo>
                  <a:pt x="21331" y="670"/>
                </a:lnTo>
                <a:lnTo>
                  <a:pt x="21433" y="670"/>
                </a:lnTo>
                <a:lnTo>
                  <a:pt x="21671" y="670"/>
                </a:lnTo>
                <a:lnTo>
                  <a:pt x="21807" y="670"/>
                </a:lnTo>
                <a:lnTo>
                  <a:pt x="21909" y="705"/>
                </a:lnTo>
                <a:lnTo>
                  <a:pt x="22011" y="705"/>
                </a:lnTo>
                <a:lnTo>
                  <a:pt x="22113" y="705"/>
                </a:lnTo>
                <a:lnTo>
                  <a:pt x="22249" y="705"/>
                </a:lnTo>
                <a:lnTo>
                  <a:pt x="22385" y="705"/>
                </a:lnTo>
                <a:lnTo>
                  <a:pt x="22488" y="705"/>
                </a:lnTo>
                <a:lnTo>
                  <a:pt x="22590" y="705"/>
                </a:lnTo>
                <a:lnTo>
                  <a:pt x="22692" y="705"/>
                </a:lnTo>
                <a:lnTo>
                  <a:pt x="22794" y="741"/>
                </a:lnTo>
                <a:lnTo>
                  <a:pt x="22896" y="741"/>
                </a:lnTo>
                <a:lnTo>
                  <a:pt x="22862" y="1412"/>
                </a:lnTo>
                <a:lnTo>
                  <a:pt x="34" y="1447"/>
                </a:lnTo>
                <a:lnTo>
                  <a:pt x="0" y="847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2577960" y="196920"/>
            <a:ext cx="3670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Example 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455760" y="5335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9" name=""/>
          <p:cNvGrpSpPr/>
          <p:nvPr/>
        </p:nvGrpSpPr>
        <p:grpSpPr>
          <a:xfrm>
            <a:off x="341280" y="977760"/>
            <a:ext cx="7736040" cy="833760"/>
            <a:chOff x="341280" y="977760"/>
            <a:chExt cx="7736040" cy="833760"/>
          </a:xfrm>
        </p:grpSpPr>
        <p:sp>
          <p:nvSpPr>
            <p:cNvPr id="160" name=""/>
            <p:cNvSpPr txBox="1"/>
            <p:nvPr/>
          </p:nvSpPr>
          <p:spPr>
            <a:xfrm>
              <a:off x="343080" y="1328760"/>
              <a:ext cx="7734240" cy="4827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02 CustKey          PIC X(3) VALUE "KEY".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"/>
            <p:cNvSpPr txBox="1"/>
            <p:nvPr/>
          </p:nvSpPr>
          <p:spPr>
            <a:xfrm>
              <a:off x="341280" y="977760"/>
              <a:ext cx="1714680" cy="3618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</a:pPr>
              <a:r>
                <a:rPr lang="en-US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Copyfile5.cbl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" name=""/>
          <p:cNvSpPr/>
          <p:nvPr/>
        </p:nvSpPr>
        <p:spPr>
          <a:xfrm>
            <a:off x="571680" y="2463840"/>
            <a:ext cx="7873920" cy="205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279360" y="2413080"/>
            <a:ext cx="8128080" cy="1917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CopyData.                            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 CopyFile5 REPLACING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"KEY"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BY ==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"ABC".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 02 CustNum              PIC 9(8)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==. 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241200" y="2349360"/>
            <a:ext cx="8331480" cy="457560"/>
          </a:xfrm>
          <a:custGeom>
            <a:avLst/>
            <a:gdLst/>
            <a:ahLst/>
            <a:rect l="0" t="0" r="r" b="b"/>
            <a:pathLst>
              <a:path w="23143" h="1271">
                <a:moveTo>
                  <a:pt x="0" y="70"/>
                </a:moveTo>
                <a:lnTo>
                  <a:pt x="0" y="1271"/>
                </a:lnTo>
                <a:lnTo>
                  <a:pt x="740" y="635"/>
                </a:lnTo>
                <a:lnTo>
                  <a:pt x="1164" y="882"/>
                </a:lnTo>
                <a:lnTo>
                  <a:pt x="1269" y="777"/>
                </a:lnTo>
                <a:lnTo>
                  <a:pt x="1411" y="706"/>
                </a:lnTo>
                <a:lnTo>
                  <a:pt x="1552" y="635"/>
                </a:lnTo>
                <a:lnTo>
                  <a:pt x="1587" y="741"/>
                </a:lnTo>
                <a:lnTo>
                  <a:pt x="1587" y="847"/>
                </a:lnTo>
                <a:lnTo>
                  <a:pt x="1693" y="847"/>
                </a:lnTo>
                <a:lnTo>
                  <a:pt x="1799" y="882"/>
                </a:lnTo>
                <a:lnTo>
                  <a:pt x="1905" y="882"/>
                </a:lnTo>
                <a:lnTo>
                  <a:pt x="2010" y="812"/>
                </a:lnTo>
                <a:lnTo>
                  <a:pt x="2151" y="741"/>
                </a:lnTo>
                <a:lnTo>
                  <a:pt x="2257" y="635"/>
                </a:lnTo>
                <a:lnTo>
                  <a:pt x="2363" y="599"/>
                </a:lnTo>
                <a:lnTo>
                  <a:pt x="2469" y="529"/>
                </a:lnTo>
                <a:lnTo>
                  <a:pt x="2540" y="741"/>
                </a:lnTo>
                <a:lnTo>
                  <a:pt x="2681" y="847"/>
                </a:lnTo>
                <a:lnTo>
                  <a:pt x="2786" y="847"/>
                </a:lnTo>
                <a:lnTo>
                  <a:pt x="2892" y="777"/>
                </a:lnTo>
                <a:lnTo>
                  <a:pt x="2998" y="706"/>
                </a:lnTo>
                <a:lnTo>
                  <a:pt x="3104" y="599"/>
                </a:lnTo>
                <a:lnTo>
                  <a:pt x="3210" y="599"/>
                </a:lnTo>
                <a:lnTo>
                  <a:pt x="3351" y="599"/>
                </a:lnTo>
                <a:lnTo>
                  <a:pt x="3492" y="599"/>
                </a:lnTo>
                <a:lnTo>
                  <a:pt x="3598" y="529"/>
                </a:lnTo>
                <a:lnTo>
                  <a:pt x="3704" y="493"/>
                </a:lnTo>
                <a:lnTo>
                  <a:pt x="3845" y="423"/>
                </a:lnTo>
                <a:lnTo>
                  <a:pt x="3845" y="529"/>
                </a:lnTo>
                <a:lnTo>
                  <a:pt x="3880" y="635"/>
                </a:lnTo>
                <a:lnTo>
                  <a:pt x="3986" y="635"/>
                </a:lnTo>
                <a:lnTo>
                  <a:pt x="4092" y="635"/>
                </a:lnTo>
                <a:lnTo>
                  <a:pt x="4233" y="671"/>
                </a:lnTo>
                <a:lnTo>
                  <a:pt x="4374" y="741"/>
                </a:lnTo>
                <a:lnTo>
                  <a:pt x="4480" y="777"/>
                </a:lnTo>
                <a:lnTo>
                  <a:pt x="4621" y="812"/>
                </a:lnTo>
                <a:lnTo>
                  <a:pt x="4727" y="847"/>
                </a:lnTo>
                <a:lnTo>
                  <a:pt x="4833" y="847"/>
                </a:lnTo>
                <a:lnTo>
                  <a:pt x="4938" y="847"/>
                </a:lnTo>
                <a:lnTo>
                  <a:pt x="5044" y="882"/>
                </a:lnTo>
                <a:lnTo>
                  <a:pt x="5150" y="882"/>
                </a:lnTo>
                <a:lnTo>
                  <a:pt x="5256" y="882"/>
                </a:lnTo>
                <a:lnTo>
                  <a:pt x="5397" y="918"/>
                </a:lnTo>
                <a:lnTo>
                  <a:pt x="5538" y="918"/>
                </a:lnTo>
                <a:lnTo>
                  <a:pt x="5715" y="918"/>
                </a:lnTo>
                <a:lnTo>
                  <a:pt x="5856" y="918"/>
                </a:lnTo>
                <a:lnTo>
                  <a:pt x="5997" y="918"/>
                </a:lnTo>
                <a:lnTo>
                  <a:pt x="6103" y="918"/>
                </a:lnTo>
                <a:lnTo>
                  <a:pt x="6244" y="918"/>
                </a:lnTo>
                <a:lnTo>
                  <a:pt x="6350" y="882"/>
                </a:lnTo>
                <a:lnTo>
                  <a:pt x="6455" y="847"/>
                </a:lnTo>
                <a:lnTo>
                  <a:pt x="6561" y="847"/>
                </a:lnTo>
                <a:lnTo>
                  <a:pt x="6667" y="918"/>
                </a:lnTo>
                <a:lnTo>
                  <a:pt x="6773" y="988"/>
                </a:lnTo>
                <a:lnTo>
                  <a:pt x="6879" y="953"/>
                </a:lnTo>
                <a:lnTo>
                  <a:pt x="6985" y="918"/>
                </a:lnTo>
                <a:lnTo>
                  <a:pt x="7090" y="918"/>
                </a:lnTo>
                <a:lnTo>
                  <a:pt x="7196" y="988"/>
                </a:lnTo>
                <a:lnTo>
                  <a:pt x="7267" y="1094"/>
                </a:lnTo>
                <a:lnTo>
                  <a:pt x="7373" y="1129"/>
                </a:lnTo>
                <a:lnTo>
                  <a:pt x="7514" y="1094"/>
                </a:lnTo>
                <a:lnTo>
                  <a:pt x="7655" y="1059"/>
                </a:lnTo>
                <a:lnTo>
                  <a:pt x="7761" y="1024"/>
                </a:lnTo>
                <a:lnTo>
                  <a:pt x="7831" y="918"/>
                </a:lnTo>
                <a:lnTo>
                  <a:pt x="7866" y="812"/>
                </a:lnTo>
                <a:lnTo>
                  <a:pt x="7972" y="706"/>
                </a:lnTo>
                <a:lnTo>
                  <a:pt x="8184" y="706"/>
                </a:lnTo>
                <a:lnTo>
                  <a:pt x="8325" y="741"/>
                </a:lnTo>
                <a:lnTo>
                  <a:pt x="8501" y="812"/>
                </a:lnTo>
                <a:lnTo>
                  <a:pt x="8678" y="847"/>
                </a:lnTo>
                <a:lnTo>
                  <a:pt x="8784" y="882"/>
                </a:lnTo>
                <a:lnTo>
                  <a:pt x="8890" y="918"/>
                </a:lnTo>
                <a:lnTo>
                  <a:pt x="8995" y="953"/>
                </a:lnTo>
                <a:lnTo>
                  <a:pt x="9101" y="918"/>
                </a:lnTo>
                <a:lnTo>
                  <a:pt x="9242" y="847"/>
                </a:lnTo>
                <a:lnTo>
                  <a:pt x="9419" y="777"/>
                </a:lnTo>
                <a:lnTo>
                  <a:pt x="9560" y="777"/>
                </a:lnTo>
                <a:lnTo>
                  <a:pt x="9666" y="777"/>
                </a:lnTo>
                <a:lnTo>
                  <a:pt x="9771" y="706"/>
                </a:lnTo>
                <a:lnTo>
                  <a:pt x="9913" y="635"/>
                </a:lnTo>
                <a:lnTo>
                  <a:pt x="10089" y="635"/>
                </a:lnTo>
                <a:lnTo>
                  <a:pt x="10195" y="635"/>
                </a:lnTo>
                <a:lnTo>
                  <a:pt x="10301" y="635"/>
                </a:lnTo>
                <a:lnTo>
                  <a:pt x="10512" y="564"/>
                </a:lnTo>
                <a:lnTo>
                  <a:pt x="10653" y="529"/>
                </a:lnTo>
                <a:lnTo>
                  <a:pt x="10830" y="493"/>
                </a:lnTo>
                <a:lnTo>
                  <a:pt x="10971" y="423"/>
                </a:lnTo>
                <a:lnTo>
                  <a:pt x="11147" y="388"/>
                </a:lnTo>
                <a:lnTo>
                  <a:pt x="11253" y="352"/>
                </a:lnTo>
                <a:lnTo>
                  <a:pt x="11359" y="352"/>
                </a:lnTo>
                <a:lnTo>
                  <a:pt x="11465" y="458"/>
                </a:lnTo>
                <a:lnTo>
                  <a:pt x="11607" y="529"/>
                </a:lnTo>
                <a:lnTo>
                  <a:pt x="11748" y="599"/>
                </a:lnTo>
                <a:lnTo>
                  <a:pt x="11854" y="671"/>
                </a:lnTo>
                <a:lnTo>
                  <a:pt x="11960" y="671"/>
                </a:lnTo>
                <a:lnTo>
                  <a:pt x="12066" y="671"/>
                </a:lnTo>
                <a:lnTo>
                  <a:pt x="12171" y="635"/>
                </a:lnTo>
                <a:lnTo>
                  <a:pt x="12312" y="635"/>
                </a:lnTo>
                <a:lnTo>
                  <a:pt x="12418" y="599"/>
                </a:lnTo>
                <a:lnTo>
                  <a:pt x="12524" y="599"/>
                </a:lnTo>
                <a:lnTo>
                  <a:pt x="12630" y="599"/>
                </a:lnTo>
                <a:lnTo>
                  <a:pt x="12771" y="599"/>
                </a:lnTo>
                <a:lnTo>
                  <a:pt x="12877" y="599"/>
                </a:lnTo>
                <a:lnTo>
                  <a:pt x="12983" y="599"/>
                </a:lnTo>
                <a:lnTo>
                  <a:pt x="13089" y="599"/>
                </a:lnTo>
                <a:lnTo>
                  <a:pt x="13194" y="599"/>
                </a:lnTo>
                <a:lnTo>
                  <a:pt x="13336" y="599"/>
                </a:lnTo>
                <a:lnTo>
                  <a:pt x="13441" y="564"/>
                </a:lnTo>
                <a:lnTo>
                  <a:pt x="13582" y="529"/>
                </a:lnTo>
                <a:lnTo>
                  <a:pt x="13724" y="493"/>
                </a:lnTo>
                <a:lnTo>
                  <a:pt x="13865" y="493"/>
                </a:lnTo>
                <a:lnTo>
                  <a:pt x="14006" y="388"/>
                </a:lnTo>
                <a:lnTo>
                  <a:pt x="14147" y="317"/>
                </a:lnTo>
                <a:lnTo>
                  <a:pt x="14253" y="317"/>
                </a:lnTo>
                <a:lnTo>
                  <a:pt x="14394" y="388"/>
                </a:lnTo>
                <a:lnTo>
                  <a:pt x="14500" y="493"/>
                </a:lnTo>
                <a:lnTo>
                  <a:pt x="14606" y="529"/>
                </a:lnTo>
                <a:lnTo>
                  <a:pt x="14711" y="599"/>
                </a:lnTo>
                <a:lnTo>
                  <a:pt x="14817" y="671"/>
                </a:lnTo>
                <a:lnTo>
                  <a:pt x="14958" y="741"/>
                </a:lnTo>
                <a:lnTo>
                  <a:pt x="15064" y="741"/>
                </a:lnTo>
                <a:lnTo>
                  <a:pt x="15170" y="777"/>
                </a:lnTo>
                <a:lnTo>
                  <a:pt x="15276" y="812"/>
                </a:lnTo>
                <a:lnTo>
                  <a:pt x="15382" y="847"/>
                </a:lnTo>
                <a:lnTo>
                  <a:pt x="15487" y="882"/>
                </a:lnTo>
                <a:lnTo>
                  <a:pt x="15593" y="918"/>
                </a:lnTo>
                <a:lnTo>
                  <a:pt x="15699" y="918"/>
                </a:lnTo>
                <a:lnTo>
                  <a:pt x="15805" y="918"/>
                </a:lnTo>
                <a:lnTo>
                  <a:pt x="15911" y="918"/>
                </a:lnTo>
                <a:lnTo>
                  <a:pt x="16017" y="918"/>
                </a:lnTo>
                <a:lnTo>
                  <a:pt x="16122" y="918"/>
                </a:lnTo>
                <a:lnTo>
                  <a:pt x="16228" y="918"/>
                </a:lnTo>
                <a:lnTo>
                  <a:pt x="16369" y="918"/>
                </a:lnTo>
                <a:lnTo>
                  <a:pt x="16475" y="953"/>
                </a:lnTo>
                <a:lnTo>
                  <a:pt x="16581" y="953"/>
                </a:lnTo>
                <a:lnTo>
                  <a:pt x="16722" y="1024"/>
                </a:lnTo>
                <a:lnTo>
                  <a:pt x="16828" y="1059"/>
                </a:lnTo>
                <a:lnTo>
                  <a:pt x="16934" y="1094"/>
                </a:lnTo>
                <a:lnTo>
                  <a:pt x="17040" y="1165"/>
                </a:lnTo>
                <a:lnTo>
                  <a:pt x="17146" y="1165"/>
                </a:lnTo>
                <a:lnTo>
                  <a:pt x="17251" y="1165"/>
                </a:lnTo>
                <a:lnTo>
                  <a:pt x="17357" y="1129"/>
                </a:lnTo>
                <a:lnTo>
                  <a:pt x="17498" y="1059"/>
                </a:lnTo>
                <a:lnTo>
                  <a:pt x="17604" y="988"/>
                </a:lnTo>
                <a:lnTo>
                  <a:pt x="17710" y="988"/>
                </a:lnTo>
                <a:lnTo>
                  <a:pt x="17851" y="918"/>
                </a:lnTo>
                <a:lnTo>
                  <a:pt x="17957" y="882"/>
                </a:lnTo>
                <a:lnTo>
                  <a:pt x="17992" y="777"/>
                </a:lnTo>
                <a:lnTo>
                  <a:pt x="18027" y="671"/>
                </a:lnTo>
                <a:lnTo>
                  <a:pt x="18133" y="599"/>
                </a:lnTo>
                <a:lnTo>
                  <a:pt x="18239" y="599"/>
                </a:lnTo>
                <a:lnTo>
                  <a:pt x="18345" y="635"/>
                </a:lnTo>
                <a:lnTo>
                  <a:pt x="18451" y="671"/>
                </a:lnTo>
                <a:lnTo>
                  <a:pt x="18557" y="671"/>
                </a:lnTo>
                <a:lnTo>
                  <a:pt x="18662" y="706"/>
                </a:lnTo>
                <a:lnTo>
                  <a:pt x="18768" y="706"/>
                </a:lnTo>
                <a:lnTo>
                  <a:pt x="18909" y="706"/>
                </a:lnTo>
                <a:lnTo>
                  <a:pt x="19051" y="671"/>
                </a:lnTo>
                <a:lnTo>
                  <a:pt x="19192" y="635"/>
                </a:lnTo>
                <a:lnTo>
                  <a:pt x="19333" y="564"/>
                </a:lnTo>
                <a:lnTo>
                  <a:pt x="19474" y="529"/>
                </a:lnTo>
                <a:lnTo>
                  <a:pt x="19686" y="493"/>
                </a:lnTo>
                <a:lnTo>
                  <a:pt x="19791" y="493"/>
                </a:lnTo>
                <a:lnTo>
                  <a:pt x="19897" y="529"/>
                </a:lnTo>
                <a:lnTo>
                  <a:pt x="20003" y="599"/>
                </a:lnTo>
                <a:lnTo>
                  <a:pt x="20109" y="671"/>
                </a:lnTo>
                <a:lnTo>
                  <a:pt x="20250" y="706"/>
                </a:lnTo>
                <a:lnTo>
                  <a:pt x="20356" y="777"/>
                </a:lnTo>
                <a:lnTo>
                  <a:pt x="20497" y="812"/>
                </a:lnTo>
                <a:lnTo>
                  <a:pt x="20638" y="882"/>
                </a:lnTo>
                <a:lnTo>
                  <a:pt x="20779" y="882"/>
                </a:lnTo>
                <a:lnTo>
                  <a:pt x="20920" y="882"/>
                </a:lnTo>
                <a:lnTo>
                  <a:pt x="21026" y="918"/>
                </a:lnTo>
                <a:lnTo>
                  <a:pt x="21132" y="953"/>
                </a:lnTo>
                <a:lnTo>
                  <a:pt x="21308" y="953"/>
                </a:lnTo>
                <a:lnTo>
                  <a:pt x="21414" y="953"/>
                </a:lnTo>
                <a:lnTo>
                  <a:pt x="21520" y="988"/>
                </a:lnTo>
                <a:lnTo>
                  <a:pt x="21626" y="1024"/>
                </a:lnTo>
                <a:lnTo>
                  <a:pt x="21767" y="1094"/>
                </a:lnTo>
                <a:lnTo>
                  <a:pt x="21908" y="1129"/>
                </a:lnTo>
                <a:lnTo>
                  <a:pt x="22014" y="1165"/>
                </a:lnTo>
                <a:lnTo>
                  <a:pt x="22120" y="1165"/>
                </a:lnTo>
                <a:lnTo>
                  <a:pt x="22226" y="1165"/>
                </a:lnTo>
                <a:lnTo>
                  <a:pt x="22331" y="1165"/>
                </a:lnTo>
                <a:lnTo>
                  <a:pt x="22437" y="1165"/>
                </a:lnTo>
                <a:lnTo>
                  <a:pt x="22543" y="1165"/>
                </a:lnTo>
                <a:lnTo>
                  <a:pt x="22684" y="1165"/>
                </a:lnTo>
                <a:lnTo>
                  <a:pt x="22790" y="1165"/>
                </a:lnTo>
                <a:lnTo>
                  <a:pt x="22931" y="1165"/>
                </a:lnTo>
                <a:lnTo>
                  <a:pt x="23037" y="1200"/>
                </a:lnTo>
                <a:lnTo>
                  <a:pt x="23143" y="1235"/>
                </a:lnTo>
                <a:lnTo>
                  <a:pt x="23002" y="0"/>
                </a:lnTo>
                <a:lnTo>
                  <a:pt x="0" y="7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228600" y="4051440"/>
            <a:ext cx="8280720" cy="330480"/>
          </a:xfrm>
          <a:custGeom>
            <a:avLst/>
            <a:gdLst/>
            <a:ahLst/>
            <a:rect l="0" t="0" r="r" b="b"/>
            <a:pathLst>
              <a:path w="23002" h="918">
                <a:moveTo>
                  <a:pt x="0" y="317"/>
                </a:moveTo>
                <a:lnTo>
                  <a:pt x="0" y="918"/>
                </a:lnTo>
                <a:lnTo>
                  <a:pt x="23002" y="882"/>
                </a:lnTo>
                <a:lnTo>
                  <a:pt x="22896" y="458"/>
                </a:lnTo>
                <a:lnTo>
                  <a:pt x="22790" y="423"/>
                </a:lnTo>
                <a:lnTo>
                  <a:pt x="22684" y="388"/>
                </a:lnTo>
                <a:lnTo>
                  <a:pt x="22578" y="388"/>
                </a:lnTo>
                <a:lnTo>
                  <a:pt x="22472" y="282"/>
                </a:lnTo>
                <a:lnTo>
                  <a:pt x="22367" y="282"/>
                </a:lnTo>
                <a:lnTo>
                  <a:pt x="22261" y="317"/>
                </a:lnTo>
                <a:lnTo>
                  <a:pt x="22155" y="317"/>
                </a:lnTo>
                <a:lnTo>
                  <a:pt x="22014" y="352"/>
                </a:lnTo>
                <a:lnTo>
                  <a:pt x="21943" y="458"/>
                </a:lnTo>
                <a:lnTo>
                  <a:pt x="21837" y="388"/>
                </a:lnTo>
                <a:lnTo>
                  <a:pt x="21732" y="246"/>
                </a:lnTo>
                <a:lnTo>
                  <a:pt x="21626" y="176"/>
                </a:lnTo>
                <a:lnTo>
                  <a:pt x="21520" y="105"/>
                </a:lnTo>
                <a:lnTo>
                  <a:pt x="21414" y="70"/>
                </a:lnTo>
                <a:lnTo>
                  <a:pt x="21308" y="0"/>
                </a:lnTo>
                <a:lnTo>
                  <a:pt x="21202" y="0"/>
                </a:lnTo>
                <a:lnTo>
                  <a:pt x="21097" y="70"/>
                </a:lnTo>
                <a:lnTo>
                  <a:pt x="21097" y="176"/>
                </a:lnTo>
                <a:lnTo>
                  <a:pt x="21061" y="282"/>
                </a:lnTo>
                <a:lnTo>
                  <a:pt x="20956" y="352"/>
                </a:lnTo>
                <a:lnTo>
                  <a:pt x="20814" y="423"/>
                </a:lnTo>
                <a:lnTo>
                  <a:pt x="20709" y="458"/>
                </a:lnTo>
                <a:lnTo>
                  <a:pt x="20603" y="494"/>
                </a:lnTo>
                <a:lnTo>
                  <a:pt x="20497" y="494"/>
                </a:lnTo>
                <a:lnTo>
                  <a:pt x="20391" y="494"/>
                </a:lnTo>
                <a:lnTo>
                  <a:pt x="20215" y="494"/>
                </a:lnTo>
                <a:lnTo>
                  <a:pt x="20109" y="458"/>
                </a:lnTo>
                <a:lnTo>
                  <a:pt x="19968" y="458"/>
                </a:lnTo>
                <a:lnTo>
                  <a:pt x="19827" y="458"/>
                </a:lnTo>
                <a:lnTo>
                  <a:pt x="19686" y="458"/>
                </a:lnTo>
                <a:lnTo>
                  <a:pt x="19580" y="458"/>
                </a:lnTo>
                <a:lnTo>
                  <a:pt x="19439" y="423"/>
                </a:lnTo>
                <a:lnTo>
                  <a:pt x="19333" y="423"/>
                </a:lnTo>
                <a:lnTo>
                  <a:pt x="19156" y="423"/>
                </a:lnTo>
                <a:lnTo>
                  <a:pt x="19051" y="388"/>
                </a:lnTo>
                <a:lnTo>
                  <a:pt x="18945" y="317"/>
                </a:lnTo>
                <a:lnTo>
                  <a:pt x="18839" y="282"/>
                </a:lnTo>
                <a:lnTo>
                  <a:pt x="18733" y="246"/>
                </a:lnTo>
                <a:lnTo>
                  <a:pt x="18557" y="176"/>
                </a:lnTo>
                <a:lnTo>
                  <a:pt x="18451" y="176"/>
                </a:lnTo>
                <a:lnTo>
                  <a:pt x="18345" y="176"/>
                </a:lnTo>
                <a:lnTo>
                  <a:pt x="18239" y="246"/>
                </a:lnTo>
                <a:lnTo>
                  <a:pt x="18169" y="352"/>
                </a:lnTo>
                <a:lnTo>
                  <a:pt x="18063" y="352"/>
                </a:lnTo>
                <a:lnTo>
                  <a:pt x="17922" y="352"/>
                </a:lnTo>
                <a:lnTo>
                  <a:pt x="17816" y="388"/>
                </a:lnTo>
                <a:lnTo>
                  <a:pt x="17710" y="388"/>
                </a:lnTo>
                <a:lnTo>
                  <a:pt x="17569" y="388"/>
                </a:lnTo>
                <a:lnTo>
                  <a:pt x="17463" y="388"/>
                </a:lnTo>
                <a:lnTo>
                  <a:pt x="17357" y="388"/>
                </a:lnTo>
                <a:lnTo>
                  <a:pt x="17251" y="423"/>
                </a:lnTo>
                <a:lnTo>
                  <a:pt x="17146" y="423"/>
                </a:lnTo>
                <a:lnTo>
                  <a:pt x="17040" y="458"/>
                </a:lnTo>
                <a:lnTo>
                  <a:pt x="16934" y="458"/>
                </a:lnTo>
                <a:lnTo>
                  <a:pt x="16828" y="494"/>
                </a:lnTo>
                <a:lnTo>
                  <a:pt x="16722" y="494"/>
                </a:lnTo>
                <a:lnTo>
                  <a:pt x="16616" y="458"/>
                </a:lnTo>
                <a:lnTo>
                  <a:pt x="16511" y="458"/>
                </a:lnTo>
                <a:lnTo>
                  <a:pt x="16405" y="458"/>
                </a:lnTo>
                <a:lnTo>
                  <a:pt x="16264" y="458"/>
                </a:lnTo>
                <a:lnTo>
                  <a:pt x="16158" y="458"/>
                </a:lnTo>
                <a:lnTo>
                  <a:pt x="16052" y="458"/>
                </a:lnTo>
                <a:lnTo>
                  <a:pt x="15911" y="458"/>
                </a:lnTo>
                <a:lnTo>
                  <a:pt x="15770" y="458"/>
                </a:lnTo>
                <a:lnTo>
                  <a:pt x="15629" y="494"/>
                </a:lnTo>
                <a:lnTo>
                  <a:pt x="15523" y="494"/>
                </a:lnTo>
                <a:lnTo>
                  <a:pt x="15382" y="494"/>
                </a:lnTo>
                <a:lnTo>
                  <a:pt x="15276" y="494"/>
                </a:lnTo>
                <a:lnTo>
                  <a:pt x="15170" y="494"/>
                </a:lnTo>
                <a:lnTo>
                  <a:pt x="15064" y="494"/>
                </a:lnTo>
                <a:lnTo>
                  <a:pt x="14958" y="494"/>
                </a:lnTo>
                <a:lnTo>
                  <a:pt x="14852" y="494"/>
                </a:lnTo>
                <a:lnTo>
                  <a:pt x="14711" y="458"/>
                </a:lnTo>
                <a:lnTo>
                  <a:pt x="14570" y="458"/>
                </a:lnTo>
                <a:lnTo>
                  <a:pt x="14464" y="423"/>
                </a:lnTo>
                <a:lnTo>
                  <a:pt x="14359" y="423"/>
                </a:lnTo>
                <a:lnTo>
                  <a:pt x="14217" y="388"/>
                </a:lnTo>
                <a:lnTo>
                  <a:pt x="14041" y="388"/>
                </a:lnTo>
                <a:lnTo>
                  <a:pt x="13935" y="388"/>
                </a:lnTo>
                <a:lnTo>
                  <a:pt x="13829" y="388"/>
                </a:lnTo>
                <a:lnTo>
                  <a:pt x="13724" y="388"/>
                </a:lnTo>
                <a:lnTo>
                  <a:pt x="13547" y="388"/>
                </a:lnTo>
                <a:lnTo>
                  <a:pt x="13441" y="317"/>
                </a:lnTo>
                <a:lnTo>
                  <a:pt x="13336" y="282"/>
                </a:lnTo>
                <a:lnTo>
                  <a:pt x="13230" y="282"/>
                </a:lnTo>
                <a:lnTo>
                  <a:pt x="13053" y="282"/>
                </a:lnTo>
                <a:lnTo>
                  <a:pt x="12947" y="282"/>
                </a:lnTo>
                <a:lnTo>
                  <a:pt x="12806" y="282"/>
                </a:lnTo>
                <a:lnTo>
                  <a:pt x="12701" y="282"/>
                </a:lnTo>
                <a:lnTo>
                  <a:pt x="12595" y="282"/>
                </a:lnTo>
                <a:lnTo>
                  <a:pt x="12454" y="317"/>
                </a:lnTo>
                <a:lnTo>
                  <a:pt x="12312" y="352"/>
                </a:lnTo>
                <a:lnTo>
                  <a:pt x="12136" y="388"/>
                </a:lnTo>
                <a:lnTo>
                  <a:pt x="12030" y="388"/>
                </a:lnTo>
                <a:lnTo>
                  <a:pt x="11889" y="388"/>
                </a:lnTo>
                <a:lnTo>
                  <a:pt x="11748" y="423"/>
                </a:lnTo>
                <a:lnTo>
                  <a:pt x="11642" y="458"/>
                </a:lnTo>
                <a:lnTo>
                  <a:pt x="11430" y="494"/>
                </a:lnTo>
                <a:lnTo>
                  <a:pt x="11324" y="530"/>
                </a:lnTo>
                <a:lnTo>
                  <a:pt x="11183" y="530"/>
                </a:lnTo>
                <a:lnTo>
                  <a:pt x="11041" y="565"/>
                </a:lnTo>
                <a:lnTo>
                  <a:pt x="10865" y="600"/>
                </a:lnTo>
                <a:lnTo>
                  <a:pt x="10689" y="600"/>
                </a:lnTo>
                <a:lnTo>
                  <a:pt x="10548" y="600"/>
                </a:lnTo>
                <a:lnTo>
                  <a:pt x="10442" y="600"/>
                </a:lnTo>
                <a:lnTo>
                  <a:pt x="10301" y="600"/>
                </a:lnTo>
                <a:lnTo>
                  <a:pt x="10195" y="600"/>
                </a:lnTo>
                <a:lnTo>
                  <a:pt x="10089" y="600"/>
                </a:lnTo>
                <a:lnTo>
                  <a:pt x="9983" y="600"/>
                </a:lnTo>
                <a:lnTo>
                  <a:pt x="9842" y="565"/>
                </a:lnTo>
                <a:lnTo>
                  <a:pt x="9736" y="530"/>
                </a:lnTo>
                <a:lnTo>
                  <a:pt x="9630" y="530"/>
                </a:lnTo>
                <a:lnTo>
                  <a:pt x="9489" y="494"/>
                </a:lnTo>
                <a:lnTo>
                  <a:pt x="9383" y="458"/>
                </a:lnTo>
                <a:lnTo>
                  <a:pt x="9207" y="458"/>
                </a:lnTo>
                <a:lnTo>
                  <a:pt x="9101" y="423"/>
                </a:lnTo>
                <a:lnTo>
                  <a:pt x="8995" y="423"/>
                </a:lnTo>
                <a:lnTo>
                  <a:pt x="8890" y="388"/>
                </a:lnTo>
                <a:lnTo>
                  <a:pt x="8713" y="388"/>
                </a:lnTo>
                <a:lnTo>
                  <a:pt x="8537" y="388"/>
                </a:lnTo>
                <a:lnTo>
                  <a:pt x="8396" y="352"/>
                </a:lnTo>
                <a:lnTo>
                  <a:pt x="8255" y="352"/>
                </a:lnTo>
                <a:lnTo>
                  <a:pt x="8078" y="317"/>
                </a:lnTo>
                <a:lnTo>
                  <a:pt x="7972" y="317"/>
                </a:lnTo>
                <a:lnTo>
                  <a:pt x="7866" y="317"/>
                </a:lnTo>
                <a:lnTo>
                  <a:pt x="7761" y="317"/>
                </a:lnTo>
                <a:lnTo>
                  <a:pt x="7655" y="317"/>
                </a:lnTo>
                <a:lnTo>
                  <a:pt x="7549" y="317"/>
                </a:lnTo>
                <a:lnTo>
                  <a:pt x="7443" y="317"/>
                </a:lnTo>
                <a:lnTo>
                  <a:pt x="7337" y="352"/>
                </a:lnTo>
                <a:lnTo>
                  <a:pt x="7231" y="388"/>
                </a:lnTo>
                <a:lnTo>
                  <a:pt x="7090" y="458"/>
                </a:lnTo>
                <a:lnTo>
                  <a:pt x="6985" y="458"/>
                </a:lnTo>
                <a:lnTo>
                  <a:pt x="6879" y="494"/>
                </a:lnTo>
                <a:lnTo>
                  <a:pt x="6773" y="494"/>
                </a:lnTo>
                <a:lnTo>
                  <a:pt x="6667" y="494"/>
                </a:lnTo>
                <a:lnTo>
                  <a:pt x="6561" y="494"/>
                </a:lnTo>
                <a:lnTo>
                  <a:pt x="6420" y="494"/>
                </a:lnTo>
                <a:lnTo>
                  <a:pt x="6279" y="494"/>
                </a:lnTo>
                <a:lnTo>
                  <a:pt x="6173" y="458"/>
                </a:lnTo>
                <a:lnTo>
                  <a:pt x="6067" y="423"/>
                </a:lnTo>
                <a:lnTo>
                  <a:pt x="5891" y="388"/>
                </a:lnTo>
                <a:lnTo>
                  <a:pt x="5750" y="388"/>
                </a:lnTo>
                <a:lnTo>
                  <a:pt x="5644" y="352"/>
                </a:lnTo>
                <a:lnTo>
                  <a:pt x="5503" y="282"/>
                </a:lnTo>
                <a:lnTo>
                  <a:pt x="5397" y="246"/>
                </a:lnTo>
                <a:lnTo>
                  <a:pt x="5291" y="211"/>
                </a:lnTo>
                <a:lnTo>
                  <a:pt x="5185" y="176"/>
                </a:lnTo>
                <a:lnTo>
                  <a:pt x="5044" y="176"/>
                </a:lnTo>
                <a:lnTo>
                  <a:pt x="4938" y="176"/>
                </a:lnTo>
                <a:lnTo>
                  <a:pt x="4833" y="176"/>
                </a:lnTo>
                <a:lnTo>
                  <a:pt x="4691" y="176"/>
                </a:lnTo>
                <a:lnTo>
                  <a:pt x="4550" y="211"/>
                </a:lnTo>
                <a:lnTo>
                  <a:pt x="4445" y="246"/>
                </a:lnTo>
                <a:lnTo>
                  <a:pt x="4339" y="282"/>
                </a:lnTo>
                <a:lnTo>
                  <a:pt x="4198" y="317"/>
                </a:lnTo>
                <a:lnTo>
                  <a:pt x="4056" y="352"/>
                </a:lnTo>
                <a:lnTo>
                  <a:pt x="3880" y="388"/>
                </a:lnTo>
                <a:lnTo>
                  <a:pt x="3774" y="388"/>
                </a:lnTo>
                <a:lnTo>
                  <a:pt x="3668" y="388"/>
                </a:lnTo>
                <a:lnTo>
                  <a:pt x="3527" y="388"/>
                </a:lnTo>
                <a:lnTo>
                  <a:pt x="3386" y="388"/>
                </a:lnTo>
                <a:lnTo>
                  <a:pt x="3245" y="388"/>
                </a:lnTo>
                <a:lnTo>
                  <a:pt x="3104" y="388"/>
                </a:lnTo>
                <a:lnTo>
                  <a:pt x="2998" y="388"/>
                </a:lnTo>
                <a:lnTo>
                  <a:pt x="2892" y="388"/>
                </a:lnTo>
                <a:lnTo>
                  <a:pt x="2751" y="423"/>
                </a:lnTo>
                <a:lnTo>
                  <a:pt x="2575" y="458"/>
                </a:lnTo>
                <a:lnTo>
                  <a:pt x="2469" y="458"/>
                </a:lnTo>
                <a:lnTo>
                  <a:pt x="2363" y="494"/>
                </a:lnTo>
                <a:lnTo>
                  <a:pt x="2257" y="494"/>
                </a:lnTo>
                <a:lnTo>
                  <a:pt x="2116" y="494"/>
                </a:lnTo>
                <a:lnTo>
                  <a:pt x="1975" y="494"/>
                </a:lnTo>
                <a:lnTo>
                  <a:pt x="1869" y="494"/>
                </a:lnTo>
                <a:lnTo>
                  <a:pt x="1763" y="494"/>
                </a:lnTo>
                <a:lnTo>
                  <a:pt x="1622" y="494"/>
                </a:lnTo>
                <a:lnTo>
                  <a:pt x="1481" y="494"/>
                </a:lnTo>
                <a:lnTo>
                  <a:pt x="1375" y="494"/>
                </a:lnTo>
                <a:lnTo>
                  <a:pt x="1234" y="494"/>
                </a:lnTo>
                <a:lnTo>
                  <a:pt x="1128" y="494"/>
                </a:lnTo>
                <a:lnTo>
                  <a:pt x="1023" y="494"/>
                </a:lnTo>
                <a:lnTo>
                  <a:pt x="917" y="494"/>
                </a:lnTo>
                <a:lnTo>
                  <a:pt x="776" y="494"/>
                </a:lnTo>
                <a:lnTo>
                  <a:pt x="670" y="494"/>
                </a:lnTo>
                <a:lnTo>
                  <a:pt x="564" y="494"/>
                </a:lnTo>
                <a:lnTo>
                  <a:pt x="458" y="494"/>
                </a:lnTo>
                <a:lnTo>
                  <a:pt x="317" y="494"/>
                </a:lnTo>
                <a:lnTo>
                  <a:pt x="211" y="458"/>
                </a:lnTo>
                <a:lnTo>
                  <a:pt x="105" y="458"/>
                </a:lnTo>
                <a:lnTo>
                  <a:pt x="0" y="317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41200" y="4572000"/>
            <a:ext cx="8140680" cy="1730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CopyData.</a:t>
            </a:r>
            <a:br>
              <a:rPr sz="1800"/>
            </a:b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  02 CustKey         PIC X(3) VALUE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"ABC".</a:t>
            </a:r>
            <a:br>
              <a:rPr sz="2400"/>
            </a:b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   02 CustNum         PIC 9(8)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190440" y="4394160"/>
            <a:ext cx="8293320" cy="343440"/>
          </a:xfrm>
          <a:custGeom>
            <a:avLst/>
            <a:gdLst/>
            <a:ahLst/>
            <a:rect l="0" t="0" r="r" b="b"/>
            <a:pathLst>
              <a:path w="23037" h="954">
                <a:moveTo>
                  <a:pt x="68" y="176"/>
                </a:moveTo>
                <a:lnTo>
                  <a:pt x="68" y="318"/>
                </a:lnTo>
                <a:lnTo>
                  <a:pt x="103" y="424"/>
                </a:lnTo>
                <a:lnTo>
                  <a:pt x="103" y="530"/>
                </a:lnTo>
                <a:lnTo>
                  <a:pt x="137" y="636"/>
                </a:lnTo>
                <a:lnTo>
                  <a:pt x="137" y="742"/>
                </a:lnTo>
                <a:lnTo>
                  <a:pt x="240" y="742"/>
                </a:lnTo>
                <a:lnTo>
                  <a:pt x="343" y="671"/>
                </a:lnTo>
                <a:lnTo>
                  <a:pt x="412" y="565"/>
                </a:lnTo>
                <a:lnTo>
                  <a:pt x="515" y="530"/>
                </a:lnTo>
                <a:lnTo>
                  <a:pt x="618" y="494"/>
                </a:lnTo>
                <a:lnTo>
                  <a:pt x="722" y="530"/>
                </a:lnTo>
                <a:lnTo>
                  <a:pt x="790" y="636"/>
                </a:lnTo>
                <a:lnTo>
                  <a:pt x="893" y="671"/>
                </a:lnTo>
                <a:lnTo>
                  <a:pt x="997" y="742"/>
                </a:lnTo>
                <a:lnTo>
                  <a:pt x="1100" y="742"/>
                </a:lnTo>
                <a:lnTo>
                  <a:pt x="1203" y="742"/>
                </a:lnTo>
                <a:lnTo>
                  <a:pt x="1237" y="636"/>
                </a:lnTo>
                <a:lnTo>
                  <a:pt x="1340" y="565"/>
                </a:lnTo>
                <a:lnTo>
                  <a:pt x="1444" y="530"/>
                </a:lnTo>
                <a:lnTo>
                  <a:pt x="1581" y="494"/>
                </a:lnTo>
                <a:lnTo>
                  <a:pt x="1684" y="565"/>
                </a:lnTo>
                <a:lnTo>
                  <a:pt x="1787" y="600"/>
                </a:lnTo>
                <a:lnTo>
                  <a:pt x="1891" y="600"/>
                </a:lnTo>
                <a:lnTo>
                  <a:pt x="1994" y="565"/>
                </a:lnTo>
                <a:lnTo>
                  <a:pt x="2097" y="565"/>
                </a:lnTo>
                <a:lnTo>
                  <a:pt x="2234" y="530"/>
                </a:lnTo>
                <a:lnTo>
                  <a:pt x="2406" y="494"/>
                </a:lnTo>
                <a:lnTo>
                  <a:pt x="2544" y="459"/>
                </a:lnTo>
                <a:lnTo>
                  <a:pt x="2681" y="459"/>
                </a:lnTo>
                <a:lnTo>
                  <a:pt x="2853" y="459"/>
                </a:lnTo>
                <a:lnTo>
                  <a:pt x="2956" y="424"/>
                </a:lnTo>
                <a:lnTo>
                  <a:pt x="3128" y="424"/>
                </a:lnTo>
                <a:lnTo>
                  <a:pt x="3266" y="424"/>
                </a:lnTo>
                <a:lnTo>
                  <a:pt x="3369" y="424"/>
                </a:lnTo>
                <a:lnTo>
                  <a:pt x="3507" y="424"/>
                </a:lnTo>
                <a:lnTo>
                  <a:pt x="3610" y="459"/>
                </a:lnTo>
                <a:lnTo>
                  <a:pt x="3713" y="459"/>
                </a:lnTo>
                <a:lnTo>
                  <a:pt x="3816" y="494"/>
                </a:lnTo>
                <a:lnTo>
                  <a:pt x="3919" y="494"/>
                </a:lnTo>
                <a:lnTo>
                  <a:pt x="4022" y="530"/>
                </a:lnTo>
                <a:lnTo>
                  <a:pt x="4125" y="530"/>
                </a:lnTo>
                <a:lnTo>
                  <a:pt x="4229" y="600"/>
                </a:lnTo>
                <a:lnTo>
                  <a:pt x="4366" y="636"/>
                </a:lnTo>
                <a:lnTo>
                  <a:pt x="4572" y="636"/>
                </a:lnTo>
                <a:lnTo>
                  <a:pt x="4676" y="636"/>
                </a:lnTo>
                <a:lnTo>
                  <a:pt x="4813" y="636"/>
                </a:lnTo>
                <a:lnTo>
                  <a:pt x="4951" y="636"/>
                </a:lnTo>
                <a:lnTo>
                  <a:pt x="5123" y="636"/>
                </a:lnTo>
                <a:lnTo>
                  <a:pt x="5260" y="636"/>
                </a:lnTo>
                <a:lnTo>
                  <a:pt x="5363" y="636"/>
                </a:lnTo>
                <a:lnTo>
                  <a:pt x="5501" y="636"/>
                </a:lnTo>
                <a:lnTo>
                  <a:pt x="5638" y="636"/>
                </a:lnTo>
                <a:lnTo>
                  <a:pt x="5741" y="636"/>
                </a:lnTo>
                <a:lnTo>
                  <a:pt x="5879" y="636"/>
                </a:lnTo>
                <a:lnTo>
                  <a:pt x="5982" y="636"/>
                </a:lnTo>
                <a:lnTo>
                  <a:pt x="6085" y="636"/>
                </a:lnTo>
                <a:lnTo>
                  <a:pt x="6223" y="636"/>
                </a:lnTo>
                <a:lnTo>
                  <a:pt x="6395" y="636"/>
                </a:lnTo>
                <a:lnTo>
                  <a:pt x="6498" y="636"/>
                </a:lnTo>
                <a:lnTo>
                  <a:pt x="6670" y="636"/>
                </a:lnTo>
                <a:lnTo>
                  <a:pt x="6773" y="636"/>
                </a:lnTo>
                <a:lnTo>
                  <a:pt x="6910" y="600"/>
                </a:lnTo>
                <a:lnTo>
                  <a:pt x="7014" y="600"/>
                </a:lnTo>
                <a:lnTo>
                  <a:pt x="7151" y="600"/>
                </a:lnTo>
                <a:lnTo>
                  <a:pt x="7289" y="565"/>
                </a:lnTo>
                <a:lnTo>
                  <a:pt x="7426" y="530"/>
                </a:lnTo>
                <a:lnTo>
                  <a:pt x="7529" y="530"/>
                </a:lnTo>
                <a:lnTo>
                  <a:pt x="7701" y="530"/>
                </a:lnTo>
                <a:lnTo>
                  <a:pt x="7804" y="530"/>
                </a:lnTo>
                <a:lnTo>
                  <a:pt x="7908" y="530"/>
                </a:lnTo>
                <a:lnTo>
                  <a:pt x="8045" y="494"/>
                </a:lnTo>
                <a:lnTo>
                  <a:pt x="8183" y="494"/>
                </a:lnTo>
                <a:lnTo>
                  <a:pt x="8354" y="494"/>
                </a:lnTo>
                <a:lnTo>
                  <a:pt x="8526" y="494"/>
                </a:lnTo>
                <a:lnTo>
                  <a:pt x="8698" y="494"/>
                </a:lnTo>
                <a:lnTo>
                  <a:pt x="8836" y="494"/>
                </a:lnTo>
                <a:lnTo>
                  <a:pt x="8939" y="494"/>
                </a:lnTo>
                <a:lnTo>
                  <a:pt x="9042" y="494"/>
                </a:lnTo>
                <a:lnTo>
                  <a:pt x="9145" y="494"/>
                </a:lnTo>
                <a:lnTo>
                  <a:pt x="9248" y="494"/>
                </a:lnTo>
                <a:lnTo>
                  <a:pt x="9455" y="494"/>
                </a:lnTo>
                <a:lnTo>
                  <a:pt x="9592" y="494"/>
                </a:lnTo>
                <a:lnTo>
                  <a:pt x="9730" y="530"/>
                </a:lnTo>
                <a:lnTo>
                  <a:pt x="9936" y="530"/>
                </a:lnTo>
                <a:lnTo>
                  <a:pt x="10417" y="530"/>
                </a:lnTo>
                <a:lnTo>
                  <a:pt x="10899" y="530"/>
                </a:lnTo>
                <a:lnTo>
                  <a:pt x="11380" y="530"/>
                </a:lnTo>
                <a:lnTo>
                  <a:pt x="11863" y="530"/>
                </a:lnTo>
                <a:lnTo>
                  <a:pt x="12069" y="530"/>
                </a:lnTo>
                <a:lnTo>
                  <a:pt x="12241" y="530"/>
                </a:lnTo>
                <a:lnTo>
                  <a:pt x="12378" y="530"/>
                </a:lnTo>
                <a:lnTo>
                  <a:pt x="12481" y="565"/>
                </a:lnTo>
                <a:lnTo>
                  <a:pt x="12585" y="600"/>
                </a:lnTo>
                <a:lnTo>
                  <a:pt x="12756" y="671"/>
                </a:lnTo>
                <a:lnTo>
                  <a:pt x="12894" y="706"/>
                </a:lnTo>
                <a:lnTo>
                  <a:pt x="13066" y="706"/>
                </a:lnTo>
                <a:lnTo>
                  <a:pt x="13238" y="706"/>
                </a:lnTo>
                <a:lnTo>
                  <a:pt x="13444" y="706"/>
                </a:lnTo>
                <a:lnTo>
                  <a:pt x="13582" y="706"/>
                </a:lnTo>
                <a:lnTo>
                  <a:pt x="13685" y="706"/>
                </a:lnTo>
                <a:lnTo>
                  <a:pt x="13822" y="706"/>
                </a:lnTo>
                <a:lnTo>
                  <a:pt x="13994" y="706"/>
                </a:lnTo>
                <a:lnTo>
                  <a:pt x="14132" y="706"/>
                </a:lnTo>
                <a:lnTo>
                  <a:pt x="14269" y="706"/>
                </a:lnTo>
                <a:lnTo>
                  <a:pt x="14372" y="706"/>
                </a:lnTo>
                <a:lnTo>
                  <a:pt x="14476" y="706"/>
                </a:lnTo>
                <a:lnTo>
                  <a:pt x="14613" y="778"/>
                </a:lnTo>
                <a:lnTo>
                  <a:pt x="14785" y="813"/>
                </a:lnTo>
                <a:lnTo>
                  <a:pt x="14957" y="883"/>
                </a:lnTo>
                <a:lnTo>
                  <a:pt x="15129" y="919"/>
                </a:lnTo>
                <a:lnTo>
                  <a:pt x="15232" y="954"/>
                </a:lnTo>
                <a:lnTo>
                  <a:pt x="15335" y="954"/>
                </a:lnTo>
                <a:lnTo>
                  <a:pt x="15438" y="954"/>
                </a:lnTo>
                <a:lnTo>
                  <a:pt x="15576" y="813"/>
                </a:lnTo>
                <a:lnTo>
                  <a:pt x="15713" y="742"/>
                </a:lnTo>
                <a:lnTo>
                  <a:pt x="15851" y="706"/>
                </a:lnTo>
                <a:lnTo>
                  <a:pt x="15954" y="671"/>
                </a:lnTo>
                <a:lnTo>
                  <a:pt x="16057" y="636"/>
                </a:lnTo>
                <a:lnTo>
                  <a:pt x="16160" y="600"/>
                </a:lnTo>
                <a:lnTo>
                  <a:pt x="16298" y="530"/>
                </a:lnTo>
                <a:lnTo>
                  <a:pt x="16401" y="530"/>
                </a:lnTo>
                <a:lnTo>
                  <a:pt x="16539" y="530"/>
                </a:lnTo>
                <a:lnTo>
                  <a:pt x="16642" y="565"/>
                </a:lnTo>
                <a:lnTo>
                  <a:pt x="16745" y="565"/>
                </a:lnTo>
                <a:lnTo>
                  <a:pt x="16848" y="600"/>
                </a:lnTo>
                <a:lnTo>
                  <a:pt x="16951" y="600"/>
                </a:lnTo>
                <a:lnTo>
                  <a:pt x="17089" y="636"/>
                </a:lnTo>
                <a:lnTo>
                  <a:pt x="17192" y="636"/>
                </a:lnTo>
                <a:lnTo>
                  <a:pt x="17295" y="636"/>
                </a:lnTo>
                <a:lnTo>
                  <a:pt x="17433" y="636"/>
                </a:lnTo>
                <a:lnTo>
                  <a:pt x="17536" y="636"/>
                </a:lnTo>
                <a:lnTo>
                  <a:pt x="17673" y="636"/>
                </a:lnTo>
                <a:lnTo>
                  <a:pt x="17776" y="636"/>
                </a:lnTo>
                <a:lnTo>
                  <a:pt x="17914" y="671"/>
                </a:lnTo>
                <a:lnTo>
                  <a:pt x="18017" y="671"/>
                </a:lnTo>
                <a:lnTo>
                  <a:pt x="18189" y="671"/>
                </a:lnTo>
                <a:lnTo>
                  <a:pt x="18326" y="706"/>
                </a:lnTo>
                <a:lnTo>
                  <a:pt x="18430" y="706"/>
                </a:lnTo>
                <a:lnTo>
                  <a:pt x="18602" y="706"/>
                </a:lnTo>
                <a:lnTo>
                  <a:pt x="18739" y="706"/>
                </a:lnTo>
                <a:lnTo>
                  <a:pt x="18911" y="706"/>
                </a:lnTo>
                <a:lnTo>
                  <a:pt x="19014" y="706"/>
                </a:lnTo>
                <a:lnTo>
                  <a:pt x="19117" y="706"/>
                </a:lnTo>
                <a:lnTo>
                  <a:pt x="19255" y="706"/>
                </a:lnTo>
                <a:lnTo>
                  <a:pt x="19392" y="706"/>
                </a:lnTo>
                <a:lnTo>
                  <a:pt x="19530" y="706"/>
                </a:lnTo>
                <a:lnTo>
                  <a:pt x="19633" y="706"/>
                </a:lnTo>
                <a:lnTo>
                  <a:pt x="19736" y="706"/>
                </a:lnTo>
                <a:lnTo>
                  <a:pt x="19874" y="742"/>
                </a:lnTo>
                <a:lnTo>
                  <a:pt x="20011" y="742"/>
                </a:lnTo>
                <a:lnTo>
                  <a:pt x="20183" y="778"/>
                </a:lnTo>
                <a:lnTo>
                  <a:pt x="20321" y="778"/>
                </a:lnTo>
                <a:lnTo>
                  <a:pt x="20458" y="778"/>
                </a:lnTo>
                <a:lnTo>
                  <a:pt x="20596" y="813"/>
                </a:lnTo>
                <a:lnTo>
                  <a:pt x="20733" y="813"/>
                </a:lnTo>
                <a:lnTo>
                  <a:pt x="20836" y="813"/>
                </a:lnTo>
                <a:lnTo>
                  <a:pt x="20974" y="848"/>
                </a:lnTo>
                <a:lnTo>
                  <a:pt x="21077" y="848"/>
                </a:lnTo>
                <a:lnTo>
                  <a:pt x="21249" y="883"/>
                </a:lnTo>
                <a:lnTo>
                  <a:pt x="21352" y="919"/>
                </a:lnTo>
                <a:lnTo>
                  <a:pt x="21455" y="919"/>
                </a:lnTo>
                <a:lnTo>
                  <a:pt x="21558" y="919"/>
                </a:lnTo>
                <a:lnTo>
                  <a:pt x="21662" y="919"/>
                </a:lnTo>
                <a:lnTo>
                  <a:pt x="21799" y="919"/>
                </a:lnTo>
                <a:lnTo>
                  <a:pt x="21937" y="919"/>
                </a:lnTo>
                <a:lnTo>
                  <a:pt x="22040" y="919"/>
                </a:lnTo>
                <a:lnTo>
                  <a:pt x="22143" y="919"/>
                </a:lnTo>
                <a:lnTo>
                  <a:pt x="22246" y="919"/>
                </a:lnTo>
                <a:lnTo>
                  <a:pt x="22349" y="919"/>
                </a:lnTo>
                <a:lnTo>
                  <a:pt x="22521" y="919"/>
                </a:lnTo>
                <a:lnTo>
                  <a:pt x="22624" y="919"/>
                </a:lnTo>
                <a:lnTo>
                  <a:pt x="22727" y="919"/>
                </a:lnTo>
                <a:lnTo>
                  <a:pt x="22831" y="919"/>
                </a:lnTo>
                <a:lnTo>
                  <a:pt x="22934" y="919"/>
                </a:lnTo>
                <a:lnTo>
                  <a:pt x="23037" y="919"/>
                </a:lnTo>
                <a:lnTo>
                  <a:pt x="23037" y="813"/>
                </a:lnTo>
                <a:lnTo>
                  <a:pt x="23037" y="671"/>
                </a:lnTo>
                <a:lnTo>
                  <a:pt x="23037" y="565"/>
                </a:lnTo>
                <a:lnTo>
                  <a:pt x="23037" y="459"/>
                </a:lnTo>
                <a:lnTo>
                  <a:pt x="23037" y="353"/>
                </a:lnTo>
                <a:lnTo>
                  <a:pt x="23037" y="247"/>
                </a:lnTo>
                <a:lnTo>
                  <a:pt x="23037" y="141"/>
                </a:lnTo>
                <a:lnTo>
                  <a:pt x="23037" y="35"/>
                </a:lnTo>
                <a:lnTo>
                  <a:pt x="0" y="35"/>
                </a:lnTo>
                <a:lnTo>
                  <a:pt x="0" y="0"/>
                </a:lnTo>
                <a:lnTo>
                  <a:pt x="68" y="176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165240" y="5791320"/>
            <a:ext cx="8547480" cy="520920"/>
          </a:xfrm>
          <a:custGeom>
            <a:avLst/>
            <a:gdLst/>
            <a:ahLst/>
            <a:rect l="0" t="0" r="r" b="b"/>
            <a:pathLst>
              <a:path w="23743" h="1447">
                <a:moveTo>
                  <a:pt x="0" y="847"/>
                </a:moveTo>
                <a:lnTo>
                  <a:pt x="141" y="812"/>
                </a:lnTo>
                <a:lnTo>
                  <a:pt x="211" y="705"/>
                </a:lnTo>
                <a:lnTo>
                  <a:pt x="317" y="670"/>
                </a:lnTo>
                <a:lnTo>
                  <a:pt x="423" y="599"/>
                </a:lnTo>
                <a:lnTo>
                  <a:pt x="529" y="599"/>
                </a:lnTo>
                <a:lnTo>
                  <a:pt x="635" y="599"/>
                </a:lnTo>
                <a:lnTo>
                  <a:pt x="740" y="564"/>
                </a:lnTo>
                <a:lnTo>
                  <a:pt x="846" y="564"/>
                </a:lnTo>
                <a:lnTo>
                  <a:pt x="952" y="564"/>
                </a:lnTo>
                <a:lnTo>
                  <a:pt x="1058" y="564"/>
                </a:lnTo>
                <a:lnTo>
                  <a:pt x="1164" y="599"/>
                </a:lnTo>
                <a:lnTo>
                  <a:pt x="1234" y="705"/>
                </a:lnTo>
                <a:lnTo>
                  <a:pt x="1340" y="812"/>
                </a:lnTo>
                <a:lnTo>
                  <a:pt x="1481" y="847"/>
                </a:lnTo>
                <a:lnTo>
                  <a:pt x="1587" y="882"/>
                </a:lnTo>
                <a:lnTo>
                  <a:pt x="1693" y="953"/>
                </a:lnTo>
                <a:lnTo>
                  <a:pt x="1799" y="953"/>
                </a:lnTo>
                <a:lnTo>
                  <a:pt x="1905" y="988"/>
                </a:lnTo>
                <a:lnTo>
                  <a:pt x="2010" y="988"/>
                </a:lnTo>
                <a:lnTo>
                  <a:pt x="2116" y="918"/>
                </a:lnTo>
                <a:lnTo>
                  <a:pt x="2257" y="812"/>
                </a:lnTo>
                <a:lnTo>
                  <a:pt x="2398" y="741"/>
                </a:lnTo>
                <a:lnTo>
                  <a:pt x="2540" y="705"/>
                </a:lnTo>
                <a:lnTo>
                  <a:pt x="2645" y="635"/>
                </a:lnTo>
                <a:lnTo>
                  <a:pt x="2786" y="564"/>
                </a:lnTo>
                <a:lnTo>
                  <a:pt x="2928" y="529"/>
                </a:lnTo>
                <a:lnTo>
                  <a:pt x="3033" y="493"/>
                </a:lnTo>
                <a:lnTo>
                  <a:pt x="3210" y="458"/>
                </a:lnTo>
                <a:lnTo>
                  <a:pt x="3316" y="458"/>
                </a:lnTo>
                <a:lnTo>
                  <a:pt x="3492" y="423"/>
                </a:lnTo>
                <a:lnTo>
                  <a:pt x="3598" y="388"/>
                </a:lnTo>
                <a:lnTo>
                  <a:pt x="3739" y="352"/>
                </a:lnTo>
                <a:lnTo>
                  <a:pt x="3880" y="352"/>
                </a:lnTo>
                <a:lnTo>
                  <a:pt x="3986" y="317"/>
                </a:lnTo>
                <a:lnTo>
                  <a:pt x="4162" y="317"/>
                </a:lnTo>
                <a:lnTo>
                  <a:pt x="4303" y="317"/>
                </a:lnTo>
                <a:lnTo>
                  <a:pt x="4409" y="282"/>
                </a:lnTo>
                <a:lnTo>
                  <a:pt x="4515" y="282"/>
                </a:lnTo>
                <a:lnTo>
                  <a:pt x="4621" y="282"/>
                </a:lnTo>
                <a:lnTo>
                  <a:pt x="4762" y="282"/>
                </a:lnTo>
                <a:lnTo>
                  <a:pt x="4868" y="282"/>
                </a:lnTo>
                <a:lnTo>
                  <a:pt x="4974" y="282"/>
                </a:lnTo>
                <a:lnTo>
                  <a:pt x="5079" y="317"/>
                </a:lnTo>
                <a:lnTo>
                  <a:pt x="5185" y="388"/>
                </a:lnTo>
                <a:lnTo>
                  <a:pt x="5291" y="458"/>
                </a:lnTo>
                <a:lnTo>
                  <a:pt x="5397" y="458"/>
                </a:lnTo>
                <a:lnTo>
                  <a:pt x="5503" y="493"/>
                </a:lnTo>
                <a:lnTo>
                  <a:pt x="5609" y="529"/>
                </a:lnTo>
                <a:lnTo>
                  <a:pt x="5715" y="564"/>
                </a:lnTo>
                <a:lnTo>
                  <a:pt x="5820" y="564"/>
                </a:lnTo>
                <a:lnTo>
                  <a:pt x="5926" y="564"/>
                </a:lnTo>
                <a:lnTo>
                  <a:pt x="6104" y="564"/>
                </a:lnTo>
                <a:lnTo>
                  <a:pt x="6280" y="529"/>
                </a:lnTo>
                <a:lnTo>
                  <a:pt x="6386" y="529"/>
                </a:lnTo>
                <a:lnTo>
                  <a:pt x="6492" y="493"/>
                </a:lnTo>
                <a:lnTo>
                  <a:pt x="6633" y="423"/>
                </a:lnTo>
                <a:lnTo>
                  <a:pt x="6809" y="352"/>
                </a:lnTo>
                <a:lnTo>
                  <a:pt x="6950" y="317"/>
                </a:lnTo>
                <a:lnTo>
                  <a:pt x="7127" y="246"/>
                </a:lnTo>
                <a:lnTo>
                  <a:pt x="7232" y="211"/>
                </a:lnTo>
                <a:lnTo>
                  <a:pt x="7232" y="317"/>
                </a:lnTo>
                <a:lnTo>
                  <a:pt x="7409" y="211"/>
                </a:lnTo>
                <a:lnTo>
                  <a:pt x="7515" y="141"/>
                </a:lnTo>
                <a:lnTo>
                  <a:pt x="7621" y="70"/>
                </a:lnTo>
                <a:lnTo>
                  <a:pt x="7726" y="0"/>
                </a:lnTo>
                <a:lnTo>
                  <a:pt x="7832" y="70"/>
                </a:lnTo>
                <a:lnTo>
                  <a:pt x="7938" y="176"/>
                </a:lnTo>
                <a:lnTo>
                  <a:pt x="8044" y="211"/>
                </a:lnTo>
                <a:lnTo>
                  <a:pt x="8150" y="282"/>
                </a:lnTo>
                <a:lnTo>
                  <a:pt x="8256" y="317"/>
                </a:lnTo>
                <a:lnTo>
                  <a:pt x="8361" y="388"/>
                </a:lnTo>
                <a:lnTo>
                  <a:pt x="8467" y="458"/>
                </a:lnTo>
                <a:lnTo>
                  <a:pt x="8573" y="493"/>
                </a:lnTo>
                <a:lnTo>
                  <a:pt x="8679" y="493"/>
                </a:lnTo>
                <a:lnTo>
                  <a:pt x="8820" y="493"/>
                </a:lnTo>
                <a:lnTo>
                  <a:pt x="8961" y="493"/>
                </a:lnTo>
                <a:lnTo>
                  <a:pt x="9067" y="493"/>
                </a:lnTo>
                <a:lnTo>
                  <a:pt x="9208" y="493"/>
                </a:lnTo>
                <a:lnTo>
                  <a:pt x="9349" y="352"/>
                </a:lnTo>
                <a:lnTo>
                  <a:pt x="9526" y="282"/>
                </a:lnTo>
                <a:lnTo>
                  <a:pt x="9737" y="211"/>
                </a:lnTo>
                <a:lnTo>
                  <a:pt x="9914" y="141"/>
                </a:lnTo>
                <a:lnTo>
                  <a:pt x="10125" y="70"/>
                </a:lnTo>
                <a:lnTo>
                  <a:pt x="10196" y="211"/>
                </a:lnTo>
                <a:lnTo>
                  <a:pt x="10196" y="317"/>
                </a:lnTo>
                <a:lnTo>
                  <a:pt x="10196" y="423"/>
                </a:lnTo>
                <a:lnTo>
                  <a:pt x="10302" y="352"/>
                </a:lnTo>
                <a:lnTo>
                  <a:pt x="10407" y="352"/>
                </a:lnTo>
                <a:lnTo>
                  <a:pt x="10513" y="352"/>
                </a:lnTo>
                <a:lnTo>
                  <a:pt x="10619" y="423"/>
                </a:lnTo>
                <a:lnTo>
                  <a:pt x="10760" y="423"/>
                </a:lnTo>
                <a:lnTo>
                  <a:pt x="10901" y="352"/>
                </a:lnTo>
                <a:lnTo>
                  <a:pt x="11007" y="317"/>
                </a:lnTo>
                <a:lnTo>
                  <a:pt x="11113" y="282"/>
                </a:lnTo>
                <a:lnTo>
                  <a:pt x="11219" y="282"/>
                </a:lnTo>
                <a:lnTo>
                  <a:pt x="11325" y="246"/>
                </a:lnTo>
                <a:lnTo>
                  <a:pt x="11466" y="211"/>
                </a:lnTo>
                <a:lnTo>
                  <a:pt x="11572" y="176"/>
                </a:lnTo>
                <a:lnTo>
                  <a:pt x="11677" y="176"/>
                </a:lnTo>
                <a:lnTo>
                  <a:pt x="11783" y="176"/>
                </a:lnTo>
                <a:lnTo>
                  <a:pt x="11960" y="141"/>
                </a:lnTo>
                <a:lnTo>
                  <a:pt x="12101" y="141"/>
                </a:lnTo>
                <a:lnTo>
                  <a:pt x="12277" y="141"/>
                </a:lnTo>
                <a:lnTo>
                  <a:pt x="12454" y="141"/>
                </a:lnTo>
                <a:lnTo>
                  <a:pt x="12559" y="176"/>
                </a:lnTo>
                <a:lnTo>
                  <a:pt x="12595" y="317"/>
                </a:lnTo>
                <a:lnTo>
                  <a:pt x="12665" y="423"/>
                </a:lnTo>
                <a:lnTo>
                  <a:pt x="12806" y="458"/>
                </a:lnTo>
                <a:lnTo>
                  <a:pt x="12947" y="423"/>
                </a:lnTo>
                <a:lnTo>
                  <a:pt x="13089" y="388"/>
                </a:lnTo>
                <a:lnTo>
                  <a:pt x="13194" y="388"/>
                </a:lnTo>
                <a:lnTo>
                  <a:pt x="13300" y="388"/>
                </a:lnTo>
                <a:lnTo>
                  <a:pt x="13477" y="352"/>
                </a:lnTo>
                <a:lnTo>
                  <a:pt x="13582" y="317"/>
                </a:lnTo>
                <a:lnTo>
                  <a:pt x="13688" y="317"/>
                </a:lnTo>
                <a:lnTo>
                  <a:pt x="13794" y="352"/>
                </a:lnTo>
                <a:lnTo>
                  <a:pt x="13935" y="352"/>
                </a:lnTo>
                <a:lnTo>
                  <a:pt x="14041" y="317"/>
                </a:lnTo>
                <a:lnTo>
                  <a:pt x="14147" y="282"/>
                </a:lnTo>
                <a:lnTo>
                  <a:pt x="14253" y="282"/>
                </a:lnTo>
                <a:lnTo>
                  <a:pt x="14359" y="282"/>
                </a:lnTo>
                <a:lnTo>
                  <a:pt x="14464" y="423"/>
                </a:lnTo>
                <a:lnTo>
                  <a:pt x="14570" y="458"/>
                </a:lnTo>
                <a:lnTo>
                  <a:pt x="14676" y="458"/>
                </a:lnTo>
                <a:lnTo>
                  <a:pt x="14782" y="458"/>
                </a:lnTo>
                <a:lnTo>
                  <a:pt x="14888" y="529"/>
                </a:lnTo>
                <a:lnTo>
                  <a:pt x="14994" y="529"/>
                </a:lnTo>
                <a:lnTo>
                  <a:pt x="15135" y="529"/>
                </a:lnTo>
                <a:lnTo>
                  <a:pt x="15170" y="635"/>
                </a:lnTo>
                <a:lnTo>
                  <a:pt x="15276" y="635"/>
                </a:lnTo>
                <a:lnTo>
                  <a:pt x="15452" y="635"/>
                </a:lnTo>
                <a:lnTo>
                  <a:pt x="15558" y="599"/>
                </a:lnTo>
                <a:lnTo>
                  <a:pt x="15664" y="599"/>
                </a:lnTo>
                <a:lnTo>
                  <a:pt x="15805" y="599"/>
                </a:lnTo>
                <a:lnTo>
                  <a:pt x="15911" y="564"/>
                </a:lnTo>
                <a:lnTo>
                  <a:pt x="16087" y="529"/>
                </a:lnTo>
                <a:lnTo>
                  <a:pt x="16193" y="529"/>
                </a:lnTo>
                <a:lnTo>
                  <a:pt x="16334" y="564"/>
                </a:lnTo>
                <a:lnTo>
                  <a:pt x="16475" y="564"/>
                </a:lnTo>
                <a:lnTo>
                  <a:pt x="16687" y="564"/>
                </a:lnTo>
                <a:lnTo>
                  <a:pt x="16828" y="564"/>
                </a:lnTo>
                <a:lnTo>
                  <a:pt x="16934" y="564"/>
                </a:lnTo>
                <a:lnTo>
                  <a:pt x="17040" y="564"/>
                </a:lnTo>
                <a:lnTo>
                  <a:pt x="17146" y="529"/>
                </a:lnTo>
                <a:lnTo>
                  <a:pt x="17287" y="529"/>
                </a:lnTo>
                <a:lnTo>
                  <a:pt x="17498" y="458"/>
                </a:lnTo>
                <a:lnTo>
                  <a:pt x="17710" y="423"/>
                </a:lnTo>
                <a:lnTo>
                  <a:pt x="17923" y="352"/>
                </a:lnTo>
                <a:lnTo>
                  <a:pt x="18134" y="282"/>
                </a:lnTo>
                <a:lnTo>
                  <a:pt x="18240" y="282"/>
                </a:lnTo>
                <a:lnTo>
                  <a:pt x="18346" y="423"/>
                </a:lnTo>
                <a:lnTo>
                  <a:pt x="18452" y="493"/>
                </a:lnTo>
                <a:lnTo>
                  <a:pt x="18593" y="423"/>
                </a:lnTo>
                <a:lnTo>
                  <a:pt x="18699" y="352"/>
                </a:lnTo>
                <a:lnTo>
                  <a:pt x="18840" y="282"/>
                </a:lnTo>
                <a:lnTo>
                  <a:pt x="18946" y="211"/>
                </a:lnTo>
                <a:lnTo>
                  <a:pt x="19052" y="176"/>
                </a:lnTo>
                <a:lnTo>
                  <a:pt x="19087" y="352"/>
                </a:lnTo>
                <a:lnTo>
                  <a:pt x="19228" y="423"/>
                </a:lnTo>
                <a:lnTo>
                  <a:pt x="19334" y="423"/>
                </a:lnTo>
                <a:lnTo>
                  <a:pt x="19440" y="388"/>
                </a:lnTo>
                <a:lnTo>
                  <a:pt x="19616" y="423"/>
                </a:lnTo>
                <a:lnTo>
                  <a:pt x="19792" y="423"/>
                </a:lnTo>
                <a:lnTo>
                  <a:pt x="19898" y="423"/>
                </a:lnTo>
                <a:lnTo>
                  <a:pt x="20004" y="423"/>
                </a:lnTo>
                <a:lnTo>
                  <a:pt x="20145" y="458"/>
                </a:lnTo>
                <a:lnTo>
                  <a:pt x="20322" y="493"/>
                </a:lnTo>
                <a:lnTo>
                  <a:pt x="20427" y="493"/>
                </a:lnTo>
                <a:lnTo>
                  <a:pt x="20533" y="529"/>
                </a:lnTo>
                <a:lnTo>
                  <a:pt x="20674" y="599"/>
                </a:lnTo>
                <a:lnTo>
                  <a:pt x="20780" y="599"/>
                </a:lnTo>
                <a:lnTo>
                  <a:pt x="20886" y="599"/>
                </a:lnTo>
                <a:lnTo>
                  <a:pt x="20992" y="599"/>
                </a:lnTo>
                <a:lnTo>
                  <a:pt x="21203" y="599"/>
                </a:lnTo>
                <a:lnTo>
                  <a:pt x="21309" y="599"/>
                </a:lnTo>
                <a:lnTo>
                  <a:pt x="21450" y="599"/>
                </a:lnTo>
                <a:lnTo>
                  <a:pt x="21592" y="635"/>
                </a:lnTo>
                <a:lnTo>
                  <a:pt x="21733" y="670"/>
                </a:lnTo>
                <a:lnTo>
                  <a:pt x="21874" y="670"/>
                </a:lnTo>
                <a:lnTo>
                  <a:pt x="21980" y="670"/>
                </a:lnTo>
                <a:lnTo>
                  <a:pt x="22121" y="670"/>
                </a:lnTo>
                <a:lnTo>
                  <a:pt x="22227" y="670"/>
                </a:lnTo>
                <a:lnTo>
                  <a:pt x="22473" y="670"/>
                </a:lnTo>
                <a:lnTo>
                  <a:pt x="22615" y="670"/>
                </a:lnTo>
                <a:lnTo>
                  <a:pt x="22720" y="705"/>
                </a:lnTo>
                <a:lnTo>
                  <a:pt x="22826" y="705"/>
                </a:lnTo>
                <a:lnTo>
                  <a:pt x="22932" y="705"/>
                </a:lnTo>
                <a:lnTo>
                  <a:pt x="23073" y="705"/>
                </a:lnTo>
                <a:lnTo>
                  <a:pt x="23214" y="705"/>
                </a:lnTo>
                <a:lnTo>
                  <a:pt x="23320" y="705"/>
                </a:lnTo>
                <a:lnTo>
                  <a:pt x="23426" y="705"/>
                </a:lnTo>
                <a:lnTo>
                  <a:pt x="23532" y="705"/>
                </a:lnTo>
                <a:lnTo>
                  <a:pt x="23638" y="741"/>
                </a:lnTo>
                <a:lnTo>
                  <a:pt x="23743" y="741"/>
                </a:lnTo>
                <a:lnTo>
                  <a:pt x="23708" y="1412"/>
                </a:lnTo>
                <a:lnTo>
                  <a:pt x="35" y="1447"/>
                </a:lnTo>
                <a:lnTo>
                  <a:pt x="0" y="847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7721640" y="1511280"/>
            <a:ext cx="241200" cy="266760"/>
          </a:xfrm>
          <a:prstGeom prst="ellipse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070680" y="1778040"/>
            <a:ext cx="1778400" cy="3835800"/>
          </a:xfrm>
          <a:custGeom>
            <a:avLst/>
            <a:gdLst/>
            <a:ahLst/>
            <a:rect l="0" t="0" r="r" b="b"/>
            <a:pathLst>
              <a:path fill="none" w="4940" h="10655">
                <a:moveTo>
                  <a:pt x="0" y="10655"/>
                </a:moveTo>
                <a:lnTo>
                  <a:pt x="0" y="10655"/>
                </a:lnTo>
                <a:cubicBezTo>
                  <a:pt x="867" y="10655"/>
                  <a:pt x="1719" y="10163"/>
                  <a:pt x="2470" y="9228"/>
                </a:cubicBezTo>
                <a:cubicBezTo>
                  <a:pt x="3221" y="8292"/>
                  <a:pt x="3845" y="6947"/>
                  <a:pt x="4278" y="5327"/>
                </a:cubicBezTo>
                <a:cubicBezTo>
                  <a:pt x="4712" y="3708"/>
                  <a:pt x="4940" y="1870"/>
                  <a:pt x="4940" y="0"/>
                </a:cubicBezTo>
              </a:path>
            </a:pathLst>
          </a:custGeom>
          <a:ln w="12600">
            <a:solidFill>
              <a:srgbClr val="FC0128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5778360" y="5473800"/>
            <a:ext cx="241200" cy="266760"/>
          </a:xfrm>
          <a:prstGeom prst="ellipse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 txBox="1"/>
          <p:nvPr/>
        </p:nvSpPr>
        <p:spPr>
          <a:xfrm>
            <a:off x="2577960" y="196920"/>
            <a:ext cx="3670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Example 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455760" y="5335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4" name=""/>
          <p:cNvGrpSpPr/>
          <p:nvPr/>
        </p:nvGrpSpPr>
        <p:grpSpPr>
          <a:xfrm>
            <a:off x="328680" y="647640"/>
            <a:ext cx="7735680" cy="833760"/>
            <a:chOff x="328680" y="647640"/>
            <a:chExt cx="7735680" cy="833760"/>
          </a:xfrm>
        </p:grpSpPr>
        <p:sp>
          <p:nvSpPr>
            <p:cNvPr id="175" name=""/>
            <p:cNvSpPr txBox="1"/>
            <p:nvPr/>
          </p:nvSpPr>
          <p:spPr>
            <a:xfrm>
              <a:off x="330120" y="998640"/>
              <a:ext cx="7734240" cy="4827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02 CustKey          PIC X(3) VALUE "KEY".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"/>
            <p:cNvSpPr txBox="1"/>
            <p:nvPr/>
          </p:nvSpPr>
          <p:spPr>
            <a:xfrm>
              <a:off x="328680" y="647640"/>
              <a:ext cx="1714680" cy="3618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</a:pPr>
              <a:r>
                <a:rPr lang="en-US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Copyfile5.cbl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"/>
          <p:cNvSpPr/>
          <p:nvPr/>
        </p:nvSpPr>
        <p:spPr>
          <a:xfrm>
            <a:off x="571680" y="2463840"/>
            <a:ext cx="7873920" cy="205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03040" y="1754280"/>
            <a:ext cx="8153280" cy="2783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401"/>
              </a:spcBef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br>
              <a:rPr sz="1200"/>
            </a:br>
            <a:br>
              <a:rPr sz="18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the ( is a textword replaced by @</a:t>
            </a:r>
            <a:br>
              <a:rPr sz="18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COPY copyfile5 REPLACING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BY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@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40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the 3 between ( and ) is a textword replaced by the textword "three"</a:t>
            </a:r>
            <a:br>
              <a:rPr sz="18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COPY copyfile5 REPLACING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BY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three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40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the ) is a textword replaced by &amp;</a:t>
            </a:r>
            <a:br>
              <a:rPr sz="18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COPY copyfile5 REPLACING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BY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&amp;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.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177840" y="1587600"/>
            <a:ext cx="8839440" cy="457560"/>
          </a:xfrm>
          <a:custGeom>
            <a:avLst/>
            <a:gdLst/>
            <a:ahLst/>
            <a:rect l="0" t="0" r="r" b="b"/>
            <a:pathLst>
              <a:path w="24554" h="1271">
                <a:moveTo>
                  <a:pt x="0" y="70"/>
                </a:moveTo>
                <a:lnTo>
                  <a:pt x="0" y="1271"/>
                </a:lnTo>
                <a:lnTo>
                  <a:pt x="786" y="635"/>
                </a:lnTo>
                <a:lnTo>
                  <a:pt x="1235" y="882"/>
                </a:lnTo>
                <a:lnTo>
                  <a:pt x="1347" y="777"/>
                </a:lnTo>
                <a:lnTo>
                  <a:pt x="1497" y="706"/>
                </a:lnTo>
                <a:lnTo>
                  <a:pt x="1646" y="635"/>
                </a:lnTo>
                <a:lnTo>
                  <a:pt x="1684" y="741"/>
                </a:lnTo>
                <a:lnTo>
                  <a:pt x="1684" y="847"/>
                </a:lnTo>
                <a:lnTo>
                  <a:pt x="1796" y="847"/>
                </a:lnTo>
                <a:lnTo>
                  <a:pt x="1908" y="882"/>
                </a:lnTo>
                <a:lnTo>
                  <a:pt x="2021" y="882"/>
                </a:lnTo>
                <a:lnTo>
                  <a:pt x="2133" y="812"/>
                </a:lnTo>
                <a:lnTo>
                  <a:pt x="2283" y="741"/>
                </a:lnTo>
                <a:lnTo>
                  <a:pt x="2395" y="635"/>
                </a:lnTo>
                <a:lnTo>
                  <a:pt x="2507" y="599"/>
                </a:lnTo>
                <a:lnTo>
                  <a:pt x="2620" y="529"/>
                </a:lnTo>
                <a:lnTo>
                  <a:pt x="2694" y="741"/>
                </a:lnTo>
                <a:lnTo>
                  <a:pt x="2844" y="847"/>
                </a:lnTo>
                <a:lnTo>
                  <a:pt x="2956" y="847"/>
                </a:lnTo>
                <a:lnTo>
                  <a:pt x="3069" y="777"/>
                </a:lnTo>
                <a:lnTo>
                  <a:pt x="3181" y="706"/>
                </a:lnTo>
                <a:lnTo>
                  <a:pt x="3293" y="599"/>
                </a:lnTo>
                <a:lnTo>
                  <a:pt x="3406" y="599"/>
                </a:lnTo>
                <a:lnTo>
                  <a:pt x="3555" y="599"/>
                </a:lnTo>
                <a:lnTo>
                  <a:pt x="3705" y="599"/>
                </a:lnTo>
                <a:lnTo>
                  <a:pt x="3817" y="529"/>
                </a:lnTo>
                <a:lnTo>
                  <a:pt x="3930" y="493"/>
                </a:lnTo>
                <a:lnTo>
                  <a:pt x="4079" y="423"/>
                </a:lnTo>
                <a:lnTo>
                  <a:pt x="4079" y="529"/>
                </a:lnTo>
                <a:lnTo>
                  <a:pt x="4117" y="635"/>
                </a:lnTo>
                <a:lnTo>
                  <a:pt x="4229" y="635"/>
                </a:lnTo>
                <a:lnTo>
                  <a:pt x="4341" y="635"/>
                </a:lnTo>
                <a:lnTo>
                  <a:pt x="4491" y="671"/>
                </a:lnTo>
                <a:lnTo>
                  <a:pt x="4641" y="741"/>
                </a:lnTo>
                <a:lnTo>
                  <a:pt x="4753" y="777"/>
                </a:lnTo>
                <a:lnTo>
                  <a:pt x="4903" y="812"/>
                </a:lnTo>
                <a:lnTo>
                  <a:pt x="5015" y="847"/>
                </a:lnTo>
                <a:lnTo>
                  <a:pt x="5127" y="847"/>
                </a:lnTo>
                <a:lnTo>
                  <a:pt x="5240" y="847"/>
                </a:lnTo>
                <a:lnTo>
                  <a:pt x="5352" y="882"/>
                </a:lnTo>
                <a:lnTo>
                  <a:pt x="5464" y="882"/>
                </a:lnTo>
                <a:lnTo>
                  <a:pt x="5576" y="882"/>
                </a:lnTo>
                <a:lnTo>
                  <a:pt x="5726" y="918"/>
                </a:lnTo>
                <a:lnTo>
                  <a:pt x="5876" y="918"/>
                </a:lnTo>
                <a:lnTo>
                  <a:pt x="6063" y="918"/>
                </a:lnTo>
                <a:lnTo>
                  <a:pt x="6213" y="918"/>
                </a:lnTo>
                <a:lnTo>
                  <a:pt x="6362" y="918"/>
                </a:lnTo>
                <a:lnTo>
                  <a:pt x="6475" y="918"/>
                </a:lnTo>
                <a:lnTo>
                  <a:pt x="6624" y="918"/>
                </a:lnTo>
                <a:lnTo>
                  <a:pt x="6737" y="882"/>
                </a:lnTo>
                <a:lnTo>
                  <a:pt x="6849" y="847"/>
                </a:lnTo>
                <a:lnTo>
                  <a:pt x="6961" y="847"/>
                </a:lnTo>
                <a:lnTo>
                  <a:pt x="7074" y="918"/>
                </a:lnTo>
                <a:lnTo>
                  <a:pt x="7186" y="988"/>
                </a:lnTo>
                <a:lnTo>
                  <a:pt x="7298" y="953"/>
                </a:lnTo>
                <a:lnTo>
                  <a:pt x="7410" y="918"/>
                </a:lnTo>
                <a:lnTo>
                  <a:pt x="7523" y="918"/>
                </a:lnTo>
                <a:lnTo>
                  <a:pt x="7635" y="988"/>
                </a:lnTo>
                <a:lnTo>
                  <a:pt x="7710" y="1094"/>
                </a:lnTo>
                <a:lnTo>
                  <a:pt x="7822" y="1129"/>
                </a:lnTo>
                <a:lnTo>
                  <a:pt x="7972" y="1094"/>
                </a:lnTo>
                <a:lnTo>
                  <a:pt x="8122" y="1059"/>
                </a:lnTo>
                <a:lnTo>
                  <a:pt x="8234" y="1024"/>
                </a:lnTo>
                <a:lnTo>
                  <a:pt x="8309" y="918"/>
                </a:lnTo>
                <a:lnTo>
                  <a:pt x="8346" y="812"/>
                </a:lnTo>
                <a:lnTo>
                  <a:pt x="8458" y="706"/>
                </a:lnTo>
                <a:lnTo>
                  <a:pt x="8683" y="706"/>
                </a:lnTo>
                <a:lnTo>
                  <a:pt x="8833" y="741"/>
                </a:lnTo>
                <a:lnTo>
                  <a:pt x="9020" y="812"/>
                </a:lnTo>
                <a:lnTo>
                  <a:pt x="9207" y="847"/>
                </a:lnTo>
                <a:lnTo>
                  <a:pt x="9319" y="882"/>
                </a:lnTo>
                <a:lnTo>
                  <a:pt x="9432" y="918"/>
                </a:lnTo>
                <a:lnTo>
                  <a:pt x="9544" y="953"/>
                </a:lnTo>
                <a:lnTo>
                  <a:pt x="9656" y="918"/>
                </a:lnTo>
                <a:lnTo>
                  <a:pt x="9806" y="847"/>
                </a:lnTo>
                <a:lnTo>
                  <a:pt x="9993" y="777"/>
                </a:lnTo>
                <a:lnTo>
                  <a:pt x="10143" y="777"/>
                </a:lnTo>
                <a:lnTo>
                  <a:pt x="10255" y="777"/>
                </a:lnTo>
                <a:lnTo>
                  <a:pt x="10367" y="706"/>
                </a:lnTo>
                <a:lnTo>
                  <a:pt x="10517" y="635"/>
                </a:lnTo>
                <a:lnTo>
                  <a:pt x="10704" y="635"/>
                </a:lnTo>
                <a:lnTo>
                  <a:pt x="10816" y="635"/>
                </a:lnTo>
                <a:lnTo>
                  <a:pt x="10929" y="635"/>
                </a:lnTo>
                <a:lnTo>
                  <a:pt x="11153" y="564"/>
                </a:lnTo>
                <a:lnTo>
                  <a:pt x="11303" y="529"/>
                </a:lnTo>
                <a:lnTo>
                  <a:pt x="11490" y="493"/>
                </a:lnTo>
                <a:lnTo>
                  <a:pt x="11640" y="423"/>
                </a:lnTo>
                <a:lnTo>
                  <a:pt x="11827" y="388"/>
                </a:lnTo>
                <a:lnTo>
                  <a:pt x="11939" y="352"/>
                </a:lnTo>
                <a:lnTo>
                  <a:pt x="12052" y="352"/>
                </a:lnTo>
                <a:lnTo>
                  <a:pt x="12164" y="458"/>
                </a:lnTo>
                <a:lnTo>
                  <a:pt x="12315" y="529"/>
                </a:lnTo>
                <a:lnTo>
                  <a:pt x="12464" y="599"/>
                </a:lnTo>
                <a:lnTo>
                  <a:pt x="12577" y="671"/>
                </a:lnTo>
                <a:lnTo>
                  <a:pt x="12689" y="671"/>
                </a:lnTo>
                <a:lnTo>
                  <a:pt x="12801" y="671"/>
                </a:lnTo>
                <a:lnTo>
                  <a:pt x="12913" y="635"/>
                </a:lnTo>
                <a:lnTo>
                  <a:pt x="13063" y="635"/>
                </a:lnTo>
                <a:lnTo>
                  <a:pt x="13175" y="599"/>
                </a:lnTo>
                <a:lnTo>
                  <a:pt x="13288" y="599"/>
                </a:lnTo>
                <a:lnTo>
                  <a:pt x="13400" y="599"/>
                </a:lnTo>
                <a:lnTo>
                  <a:pt x="13550" y="599"/>
                </a:lnTo>
                <a:lnTo>
                  <a:pt x="13662" y="599"/>
                </a:lnTo>
                <a:lnTo>
                  <a:pt x="13774" y="599"/>
                </a:lnTo>
                <a:lnTo>
                  <a:pt x="13887" y="599"/>
                </a:lnTo>
                <a:lnTo>
                  <a:pt x="13999" y="599"/>
                </a:lnTo>
                <a:lnTo>
                  <a:pt x="14149" y="599"/>
                </a:lnTo>
                <a:lnTo>
                  <a:pt x="14261" y="564"/>
                </a:lnTo>
                <a:lnTo>
                  <a:pt x="14411" y="529"/>
                </a:lnTo>
                <a:lnTo>
                  <a:pt x="14560" y="493"/>
                </a:lnTo>
                <a:lnTo>
                  <a:pt x="14710" y="493"/>
                </a:lnTo>
                <a:lnTo>
                  <a:pt x="14860" y="388"/>
                </a:lnTo>
                <a:lnTo>
                  <a:pt x="15009" y="317"/>
                </a:lnTo>
                <a:lnTo>
                  <a:pt x="15122" y="317"/>
                </a:lnTo>
                <a:lnTo>
                  <a:pt x="15271" y="388"/>
                </a:lnTo>
                <a:lnTo>
                  <a:pt x="15384" y="493"/>
                </a:lnTo>
                <a:lnTo>
                  <a:pt x="15496" y="529"/>
                </a:lnTo>
                <a:lnTo>
                  <a:pt x="15608" y="599"/>
                </a:lnTo>
                <a:lnTo>
                  <a:pt x="15721" y="671"/>
                </a:lnTo>
                <a:lnTo>
                  <a:pt x="15870" y="741"/>
                </a:lnTo>
                <a:lnTo>
                  <a:pt x="15983" y="741"/>
                </a:lnTo>
                <a:lnTo>
                  <a:pt x="16095" y="777"/>
                </a:lnTo>
                <a:lnTo>
                  <a:pt x="16207" y="812"/>
                </a:lnTo>
                <a:lnTo>
                  <a:pt x="16319" y="847"/>
                </a:lnTo>
                <a:lnTo>
                  <a:pt x="16432" y="882"/>
                </a:lnTo>
                <a:lnTo>
                  <a:pt x="16544" y="918"/>
                </a:lnTo>
                <a:lnTo>
                  <a:pt x="16656" y="918"/>
                </a:lnTo>
                <a:lnTo>
                  <a:pt x="16769" y="918"/>
                </a:lnTo>
                <a:lnTo>
                  <a:pt x="16881" y="918"/>
                </a:lnTo>
                <a:lnTo>
                  <a:pt x="16993" y="918"/>
                </a:lnTo>
                <a:lnTo>
                  <a:pt x="17105" y="918"/>
                </a:lnTo>
                <a:lnTo>
                  <a:pt x="17218" y="918"/>
                </a:lnTo>
                <a:lnTo>
                  <a:pt x="17367" y="918"/>
                </a:lnTo>
                <a:lnTo>
                  <a:pt x="17480" y="953"/>
                </a:lnTo>
                <a:lnTo>
                  <a:pt x="17592" y="953"/>
                </a:lnTo>
                <a:lnTo>
                  <a:pt x="17742" y="1024"/>
                </a:lnTo>
                <a:lnTo>
                  <a:pt x="17854" y="1059"/>
                </a:lnTo>
                <a:lnTo>
                  <a:pt x="17966" y="1094"/>
                </a:lnTo>
                <a:lnTo>
                  <a:pt x="18079" y="1165"/>
                </a:lnTo>
                <a:lnTo>
                  <a:pt x="18191" y="1165"/>
                </a:lnTo>
                <a:lnTo>
                  <a:pt x="18303" y="1165"/>
                </a:lnTo>
                <a:lnTo>
                  <a:pt x="18416" y="1129"/>
                </a:lnTo>
                <a:lnTo>
                  <a:pt x="18565" y="1059"/>
                </a:lnTo>
                <a:lnTo>
                  <a:pt x="18678" y="988"/>
                </a:lnTo>
                <a:lnTo>
                  <a:pt x="18790" y="988"/>
                </a:lnTo>
                <a:lnTo>
                  <a:pt x="18940" y="918"/>
                </a:lnTo>
                <a:lnTo>
                  <a:pt x="19052" y="882"/>
                </a:lnTo>
                <a:lnTo>
                  <a:pt x="19089" y="777"/>
                </a:lnTo>
                <a:lnTo>
                  <a:pt x="19127" y="671"/>
                </a:lnTo>
                <a:lnTo>
                  <a:pt x="19239" y="599"/>
                </a:lnTo>
                <a:lnTo>
                  <a:pt x="19351" y="599"/>
                </a:lnTo>
                <a:lnTo>
                  <a:pt x="19464" y="635"/>
                </a:lnTo>
                <a:lnTo>
                  <a:pt x="19576" y="671"/>
                </a:lnTo>
                <a:lnTo>
                  <a:pt x="19688" y="671"/>
                </a:lnTo>
                <a:lnTo>
                  <a:pt x="19800" y="706"/>
                </a:lnTo>
                <a:lnTo>
                  <a:pt x="19913" y="706"/>
                </a:lnTo>
                <a:lnTo>
                  <a:pt x="20062" y="706"/>
                </a:lnTo>
                <a:lnTo>
                  <a:pt x="20212" y="671"/>
                </a:lnTo>
                <a:lnTo>
                  <a:pt x="20362" y="635"/>
                </a:lnTo>
                <a:lnTo>
                  <a:pt x="20512" y="564"/>
                </a:lnTo>
                <a:lnTo>
                  <a:pt x="20661" y="529"/>
                </a:lnTo>
                <a:lnTo>
                  <a:pt x="20886" y="493"/>
                </a:lnTo>
                <a:lnTo>
                  <a:pt x="20998" y="493"/>
                </a:lnTo>
                <a:lnTo>
                  <a:pt x="21110" y="529"/>
                </a:lnTo>
                <a:lnTo>
                  <a:pt x="21223" y="599"/>
                </a:lnTo>
                <a:lnTo>
                  <a:pt x="21335" y="671"/>
                </a:lnTo>
                <a:lnTo>
                  <a:pt x="21485" y="706"/>
                </a:lnTo>
                <a:lnTo>
                  <a:pt x="21597" y="777"/>
                </a:lnTo>
                <a:lnTo>
                  <a:pt x="21747" y="812"/>
                </a:lnTo>
                <a:lnTo>
                  <a:pt x="21896" y="882"/>
                </a:lnTo>
                <a:lnTo>
                  <a:pt x="22046" y="882"/>
                </a:lnTo>
                <a:lnTo>
                  <a:pt x="22196" y="882"/>
                </a:lnTo>
                <a:lnTo>
                  <a:pt x="22308" y="918"/>
                </a:lnTo>
                <a:lnTo>
                  <a:pt x="22420" y="953"/>
                </a:lnTo>
                <a:lnTo>
                  <a:pt x="22608" y="953"/>
                </a:lnTo>
                <a:lnTo>
                  <a:pt x="22720" y="953"/>
                </a:lnTo>
                <a:lnTo>
                  <a:pt x="22832" y="988"/>
                </a:lnTo>
                <a:lnTo>
                  <a:pt x="22944" y="1024"/>
                </a:lnTo>
                <a:lnTo>
                  <a:pt x="23094" y="1094"/>
                </a:lnTo>
                <a:lnTo>
                  <a:pt x="23244" y="1129"/>
                </a:lnTo>
                <a:lnTo>
                  <a:pt x="23356" y="1165"/>
                </a:lnTo>
                <a:lnTo>
                  <a:pt x="23468" y="1165"/>
                </a:lnTo>
                <a:lnTo>
                  <a:pt x="23581" y="1165"/>
                </a:lnTo>
                <a:lnTo>
                  <a:pt x="23693" y="1165"/>
                </a:lnTo>
                <a:lnTo>
                  <a:pt x="23805" y="1165"/>
                </a:lnTo>
                <a:lnTo>
                  <a:pt x="23918" y="1165"/>
                </a:lnTo>
                <a:lnTo>
                  <a:pt x="24067" y="1165"/>
                </a:lnTo>
                <a:lnTo>
                  <a:pt x="24180" y="1165"/>
                </a:lnTo>
                <a:lnTo>
                  <a:pt x="24329" y="1165"/>
                </a:lnTo>
                <a:lnTo>
                  <a:pt x="24442" y="1200"/>
                </a:lnTo>
                <a:lnTo>
                  <a:pt x="24554" y="1235"/>
                </a:lnTo>
                <a:lnTo>
                  <a:pt x="24404" y="0"/>
                </a:lnTo>
                <a:lnTo>
                  <a:pt x="0" y="7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139680" y="4203720"/>
            <a:ext cx="8331480" cy="356040"/>
          </a:xfrm>
          <a:custGeom>
            <a:avLst/>
            <a:gdLst/>
            <a:ahLst/>
            <a:rect l="0" t="0" r="r" b="b"/>
            <a:pathLst>
              <a:path w="23143" h="989">
                <a:moveTo>
                  <a:pt x="0" y="342"/>
                </a:moveTo>
                <a:lnTo>
                  <a:pt x="0" y="989"/>
                </a:lnTo>
                <a:lnTo>
                  <a:pt x="23143" y="951"/>
                </a:lnTo>
                <a:lnTo>
                  <a:pt x="23036" y="494"/>
                </a:lnTo>
                <a:lnTo>
                  <a:pt x="22930" y="456"/>
                </a:lnTo>
                <a:lnTo>
                  <a:pt x="22823" y="418"/>
                </a:lnTo>
                <a:lnTo>
                  <a:pt x="22717" y="418"/>
                </a:lnTo>
                <a:lnTo>
                  <a:pt x="22610" y="304"/>
                </a:lnTo>
                <a:lnTo>
                  <a:pt x="22504" y="304"/>
                </a:lnTo>
                <a:lnTo>
                  <a:pt x="22397" y="342"/>
                </a:lnTo>
                <a:lnTo>
                  <a:pt x="22291" y="342"/>
                </a:lnTo>
                <a:lnTo>
                  <a:pt x="22149" y="380"/>
                </a:lnTo>
                <a:lnTo>
                  <a:pt x="22078" y="494"/>
                </a:lnTo>
                <a:lnTo>
                  <a:pt x="21971" y="418"/>
                </a:lnTo>
                <a:lnTo>
                  <a:pt x="21865" y="266"/>
                </a:lnTo>
                <a:lnTo>
                  <a:pt x="21758" y="189"/>
                </a:lnTo>
                <a:lnTo>
                  <a:pt x="21652" y="113"/>
                </a:lnTo>
                <a:lnTo>
                  <a:pt x="21545" y="75"/>
                </a:lnTo>
                <a:lnTo>
                  <a:pt x="21439" y="0"/>
                </a:lnTo>
                <a:lnTo>
                  <a:pt x="21333" y="0"/>
                </a:lnTo>
                <a:lnTo>
                  <a:pt x="21226" y="75"/>
                </a:lnTo>
                <a:lnTo>
                  <a:pt x="21226" y="189"/>
                </a:lnTo>
                <a:lnTo>
                  <a:pt x="21191" y="304"/>
                </a:lnTo>
                <a:lnTo>
                  <a:pt x="21084" y="380"/>
                </a:lnTo>
                <a:lnTo>
                  <a:pt x="20942" y="456"/>
                </a:lnTo>
                <a:lnTo>
                  <a:pt x="20836" y="494"/>
                </a:lnTo>
                <a:lnTo>
                  <a:pt x="20729" y="532"/>
                </a:lnTo>
                <a:lnTo>
                  <a:pt x="20623" y="532"/>
                </a:lnTo>
                <a:lnTo>
                  <a:pt x="20516" y="532"/>
                </a:lnTo>
                <a:lnTo>
                  <a:pt x="20339" y="532"/>
                </a:lnTo>
                <a:lnTo>
                  <a:pt x="20232" y="494"/>
                </a:lnTo>
                <a:lnTo>
                  <a:pt x="20090" y="494"/>
                </a:lnTo>
                <a:lnTo>
                  <a:pt x="19948" y="494"/>
                </a:lnTo>
                <a:lnTo>
                  <a:pt x="19806" y="494"/>
                </a:lnTo>
                <a:lnTo>
                  <a:pt x="19700" y="494"/>
                </a:lnTo>
                <a:lnTo>
                  <a:pt x="19558" y="456"/>
                </a:lnTo>
                <a:lnTo>
                  <a:pt x="19451" y="456"/>
                </a:lnTo>
                <a:lnTo>
                  <a:pt x="19274" y="456"/>
                </a:lnTo>
                <a:lnTo>
                  <a:pt x="19167" y="418"/>
                </a:lnTo>
                <a:lnTo>
                  <a:pt x="19061" y="342"/>
                </a:lnTo>
                <a:lnTo>
                  <a:pt x="18954" y="304"/>
                </a:lnTo>
                <a:lnTo>
                  <a:pt x="18848" y="266"/>
                </a:lnTo>
                <a:lnTo>
                  <a:pt x="18670" y="189"/>
                </a:lnTo>
                <a:lnTo>
                  <a:pt x="18564" y="189"/>
                </a:lnTo>
                <a:lnTo>
                  <a:pt x="18457" y="189"/>
                </a:lnTo>
                <a:lnTo>
                  <a:pt x="18351" y="266"/>
                </a:lnTo>
                <a:lnTo>
                  <a:pt x="18280" y="380"/>
                </a:lnTo>
                <a:lnTo>
                  <a:pt x="18174" y="380"/>
                </a:lnTo>
                <a:lnTo>
                  <a:pt x="18032" y="380"/>
                </a:lnTo>
                <a:lnTo>
                  <a:pt x="17925" y="418"/>
                </a:lnTo>
                <a:lnTo>
                  <a:pt x="17819" y="418"/>
                </a:lnTo>
                <a:lnTo>
                  <a:pt x="17677" y="418"/>
                </a:lnTo>
                <a:lnTo>
                  <a:pt x="17570" y="418"/>
                </a:lnTo>
                <a:lnTo>
                  <a:pt x="17464" y="418"/>
                </a:lnTo>
                <a:lnTo>
                  <a:pt x="17357" y="456"/>
                </a:lnTo>
                <a:lnTo>
                  <a:pt x="17251" y="456"/>
                </a:lnTo>
                <a:lnTo>
                  <a:pt x="17144" y="494"/>
                </a:lnTo>
                <a:lnTo>
                  <a:pt x="17038" y="494"/>
                </a:lnTo>
                <a:lnTo>
                  <a:pt x="16931" y="532"/>
                </a:lnTo>
                <a:lnTo>
                  <a:pt x="16825" y="532"/>
                </a:lnTo>
                <a:lnTo>
                  <a:pt x="16718" y="494"/>
                </a:lnTo>
                <a:lnTo>
                  <a:pt x="16612" y="494"/>
                </a:lnTo>
                <a:lnTo>
                  <a:pt x="16505" y="494"/>
                </a:lnTo>
                <a:lnTo>
                  <a:pt x="16363" y="494"/>
                </a:lnTo>
                <a:lnTo>
                  <a:pt x="16257" y="494"/>
                </a:lnTo>
                <a:lnTo>
                  <a:pt x="16150" y="494"/>
                </a:lnTo>
                <a:lnTo>
                  <a:pt x="16008" y="494"/>
                </a:lnTo>
                <a:lnTo>
                  <a:pt x="15866" y="494"/>
                </a:lnTo>
                <a:lnTo>
                  <a:pt x="15724" y="532"/>
                </a:lnTo>
                <a:lnTo>
                  <a:pt x="15618" y="532"/>
                </a:lnTo>
                <a:lnTo>
                  <a:pt x="15476" y="532"/>
                </a:lnTo>
                <a:lnTo>
                  <a:pt x="15369" y="532"/>
                </a:lnTo>
                <a:lnTo>
                  <a:pt x="15263" y="532"/>
                </a:lnTo>
                <a:lnTo>
                  <a:pt x="15157" y="532"/>
                </a:lnTo>
                <a:lnTo>
                  <a:pt x="15050" y="532"/>
                </a:lnTo>
                <a:lnTo>
                  <a:pt x="14944" y="532"/>
                </a:lnTo>
                <a:lnTo>
                  <a:pt x="14802" y="494"/>
                </a:lnTo>
                <a:lnTo>
                  <a:pt x="14660" y="494"/>
                </a:lnTo>
                <a:lnTo>
                  <a:pt x="14553" y="456"/>
                </a:lnTo>
                <a:lnTo>
                  <a:pt x="14447" y="456"/>
                </a:lnTo>
                <a:lnTo>
                  <a:pt x="14305" y="418"/>
                </a:lnTo>
                <a:lnTo>
                  <a:pt x="14127" y="418"/>
                </a:lnTo>
                <a:lnTo>
                  <a:pt x="14021" y="418"/>
                </a:lnTo>
                <a:lnTo>
                  <a:pt x="13914" y="418"/>
                </a:lnTo>
                <a:lnTo>
                  <a:pt x="13808" y="418"/>
                </a:lnTo>
                <a:lnTo>
                  <a:pt x="13630" y="418"/>
                </a:lnTo>
                <a:lnTo>
                  <a:pt x="13524" y="342"/>
                </a:lnTo>
                <a:lnTo>
                  <a:pt x="13417" y="304"/>
                </a:lnTo>
                <a:lnTo>
                  <a:pt x="13311" y="304"/>
                </a:lnTo>
                <a:lnTo>
                  <a:pt x="13133" y="304"/>
                </a:lnTo>
                <a:lnTo>
                  <a:pt x="13027" y="304"/>
                </a:lnTo>
                <a:lnTo>
                  <a:pt x="12885" y="304"/>
                </a:lnTo>
                <a:lnTo>
                  <a:pt x="12778" y="304"/>
                </a:lnTo>
                <a:lnTo>
                  <a:pt x="12672" y="304"/>
                </a:lnTo>
                <a:lnTo>
                  <a:pt x="12530" y="342"/>
                </a:lnTo>
                <a:lnTo>
                  <a:pt x="12388" y="380"/>
                </a:lnTo>
                <a:lnTo>
                  <a:pt x="12211" y="418"/>
                </a:lnTo>
                <a:lnTo>
                  <a:pt x="12104" y="418"/>
                </a:lnTo>
                <a:lnTo>
                  <a:pt x="11962" y="418"/>
                </a:lnTo>
                <a:lnTo>
                  <a:pt x="11820" y="456"/>
                </a:lnTo>
                <a:lnTo>
                  <a:pt x="11714" y="494"/>
                </a:lnTo>
                <a:lnTo>
                  <a:pt x="11500" y="532"/>
                </a:lnTo>
                <a:lnTo>
                  <a:pt x="11393" y="570"/>
                </a:lnTo>
                <a:lnTo>
                  <a:pt x="11251" y="570"/>
                </a:lnTo>
                <a:lnTo>
                  <a:pt x="11109" y="608"/>
                </a:lnTo>
                <a:lnTo>
                  <a:pt x="10932" y="646"/>
                </a:lnTo>
                <a:lnTo>
                  <a:pt x="10754" y="646"/>
                </a:lnTo>
                <a:lnTo>
                  <a:pt x="10612" y="646"/>
                </a:lnTo>
                <a:lnTo>
                  <a:pt x="10506" y="646"/>
                </a:lnTo>
                <a:lnTo>
                  <a:pt x="10364" y="646"/>
                </a:lnTo>
                <a:lnTo>
                  <a:pt x="10257" y="646"/>
                </a:lnTo>
                <a:lnTo>
                  <a:pt x="10151" y="646"/>
                </a:lnTo>
                <a:lnTo>
                  <a:pt x="10044" y="646"/>
                </a:lnTo>
                <a:lnTo>
                  <a:pt x="9902" y="608"/>
                </a:lnTo>
                <a:lnTo>
                  <a:pt x="9796" y="570"/>
                </a:lnTo>
                <a:lnTo>
                  <a:pt x="9689" y="570"/>
                </a:lnTo>
                <a:lnTo>
                  <a:pt x="9547" y="532"/>
                </a:lnTo>
                <a:lnTo>
                  <a:pt x="9441" y="494"/>
                </a:lnTo>
                <a:lnTo>
                  <a:pt x="9263" y="494"/>
                </a:lnTo>
                <a:lnTo>
                  <a:pt x="9157" y="456"/>
                </a:lnTo>
                <a:lnTo>
                  <a:pt x="9051" y="456"/>
                </a:lnTo>
                <a:lnTo>
                  <a:pt x="8944" y="418"/>
                </a:lnTo>
                <a:lnTo>
                  <a:pt x="8767" y="418"/>
                </a:lnTo>
                <a:lnTo>
                  <a:pt x="8589" y="418"/>
                </a:lnTo>
                <a:lnTo>
                  <a:pt x="8447" y="380"/>
                </a:lnTo>
                <a:lnTo>
                  <a:pt x="8305" y="380"/>
                </a:lnTo>
                <a:lnTo>
                  <a:pt x="8128" y="342"/>
                </a:lnTo>
                <a:lnTo>
                  <a:pt x="8021" y="342"/>
                </a:lnTo>
                <a:lnTo>
                  <a:pt x="7915" y="342"/>
                </a:lnTo>
                <a:lnTo>
                  <a:pt x="7808" y="342"/>
                </a:lnTo>
                <a:lnTo>
                  <a:pt x="7702" y="342"/>
                </a:lnTo>
                <a:lnTo>
                  <a:pt x="7595" y="342"/>
                </a:lnTo>
                <a:lnTo>
                  <a:pt x="7489" y="342"/>
                </a:lnTo>
                <a:lnTo>
                  <a:pt x="7382" y="380"/>
                </a:lnTo>
                <a:lnTo>
                  <a:pt x="7276" y="418"/>
                </a:lnTo>
                <a:lnTo>
                  <a:pt x="7134" y="494"/>
                </a:lnTo>
                <a:lnTo>
                  <a:pt x="7027" y="494"/>
                </a:lnTo>
                <a:lnTo>
                  <a:pt x="6921" y="532"/>
                </a:lnTo>
                <a:lnTo>
                  <a:pt x="6814" y="532"/>
                </a:lnTo>
                <a:lnTo>
                  <a:pt x="6708" y="532"/>
                </a:lnTo>
                <a:lnTo>
                  <a:pt x="6601" y="532"/>
                </a:lnTo>
                <a:lnTo>
                  <a:pt x="6459" y="532"/>
                </a:lnTo>
                <a:lnTo>
                  <a:pt x="6317" y="532"/>
                </a:lnTo>
                <a:lnTo>
                  <a:pt x="6211" y="494"/>
                </a:lnTo>
                <a:lnTo>
                  <a:pt x="6105" y="456"/>
                </a:lnTo>
                <a:lnTo>
                  <a:pt x="5927" y="418"/>
                </a:lnTo>
                <a:lnTo>
                  <a:pt x="5785" y="418"/>
                </a:lnTo>
                <a:lnTo>
                  <a:pt x="5679" y="380"/>
                </a:lnTo>
                <a:lnTo>
                  <a:pt x="5537" y="304"/>
                </a:lnTo>
                <a:lnTo>
                  <a:pt x="5430" y="266"/>
                </a:lnTo>
                <a:lnTo>
                  <a:pt x="5324" y="227"/>
                </a:lnTo>
                <a:lnTo>
                  <a:pt x="5217" y="189"/>
                </a:lnTo>
                <a:lnTo>
                  <a:pt x="5075" y="189"/>
                </a:lnTo>
                <a:lnTo>
                  <a:pt x="4969" y="189"/>
                </a:lnTo>
                <a:lnTo>
                  <a:pt x="4862" y="189"/>
                </a:lnTo>
                <a:lnTo>
                  <a:pt x="4720" y="189"/>
                </a:lnTo>
                <a:lnTo>
                  <a:pt x="4578" y="227"/>
                </a:lnTo>
                <a:lnTo>
                  <a:pt x="4472" y="266"/>
                </a:lnTo>
                <a:lnTo>
                  <a:pt x="4365" y="304"/>
                </a:lnTo>
                <a:lnTo>
                  <a:pt x="4223" y="342"/>
                </a:lnTo>
                <a:lnTo>
                  <a:pt x="4081" y="380"/>
                </a:lnTo>
                <a:lnTo>
                  <a:pt x="3904" y="418"/>
                </a:lnTo>
                <a:lnTo>
                  <a:pt x="3797" y="418"/>
                </a:lnTo>
                <a:lnTo>
                  <a:pt x="3691" y="418"/>
                </a:lnTo>
                <a:lnTo>
                  <a:pt x="3549" y="418"/>
                </a:lnTo>
                <a:lnTo>
                  <a:pt x="3407" y="418"/>
                </a:lnTo>
                <a:lnTo>
                  <a:pt x="3265" y="418"/>
                </a:lnTo>
                <a:lnTo>
                  <a:pt x="3123" y="418"/>
                </a:lnTo>
                <a:lnTo>
                  <a:pt x="3017" y="418"/>
                </a:lnTo>
                <a:lnTo>
                  <a:pt x="2910" y="418"/>
                </a:lnTo>
                <a:lnTo>
                  <a:pt x="2768" y="456"/>
                </a:lnTo>
                <a:lnTo>
                  <a:pt x="2591" y="494"/>
                </a:lnTo>
                <a:lnTo>
                  <a:pt x="2484" y="494"/>
                </a:lnTo>
                <a:lnTo>
                  <a:pt x="2378" y="532"/>
                </a:lnTo>
                <a:lnTo>
                  <a:pt x="2271" y="532"/>
                </a:lnTo>
                <a:lnTo>
                  <a:pt x="2129" y="532"/>
                </a:lnTo>
                <a:lnTo>
                  <a:pt x="1987" y="532"/>
                </a:lnTo>
                <a:lnTo>
                  <a:pt x="1881" y="532"/>
                </a:lnTo>
                <a:lnTo>
                  <a:pt x="1774" y="532"/>
                </a:lnTo>
                <a:lnTo>
                  <a:pt x="1632" y="532"/>
                </a:lnTo>
                <a:lnTo>
                  <a:pt x="1490" y="532"/>
                </a:lnTo>
                <a:lnTo>
                  <a:pt x="1384" y="532"/>
                </a:lnTo>
                <a:lnTo>
                  <a:pt x="1242" y="532"/>
                </a:lnTo>
                <a:lnTo>
                  <a:pt x="1135" y="532"/>
                </a:lnTo>
                <a:lnTo>
                  <a:pt x="1029" y="532"/>
                </a:lnTo>
                <a:lnTo>
                  <a:pt x="922" y="532"/>
                </a:lnTo>
                <a:lnTo>
                  <a:pt x="780" y="532"/>
                </a:lnTo>
                <a:lnTo>
                  <a:pt x="674" y="532"/>
                </a:lnTo>
                <a:lnTo>
                  <a:pt x="567" y="532"/>
                </a:lnTo>
                <a:lnTo>
                  <a:pt x="461" y="532"/>
                </a:lnTo>
                <a:lnTo>
                  <a:pt x="319" y="532"/>
                </a:lnTo>
                <a:lnTo>
                  <a:pt x="212" y="494"/>
                </a:lnTo>
                <a:lnTo>
                  <a:pt x="106" y="494"/>
                </a:lnTo>
                <a:lnTo>
                  <a:pt x="0" y="342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90440" y="4610160"/>
            <a:ext cx="8344080" cy="1803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br>
              <a:rPr sz="1000"/>
            </a:b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02 CustKey         PIC X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@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3) VALUE "KEY".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02 CustKey         PIC X(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three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) VALUE "KEY".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02 CustKey         PIC X(3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&amp;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VALUE "KEY". 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01520" y="4521240"/>
            <a:ext cx="8471160" cy="343440"/>
          </a:xfrm>
          <a:custGeom>
            <a:avLst/>
            <a:gdLst/>
            <a:ahLst/>
            <a:rect l="0" t="0" r="r" b="b"/>
            <a:pathLst>
              <a:path w="23531" h="954">
                <a:moveTo>
                  <a:pt x="70" y="176"/>
                </a:moveTo>
                <a:lnTo>
                  <a:pt x="70" y="318"/>
                </a:lnTo>
                <a:lnTo>
                  <a:pt x="105" y="424"/>
                </a:lnTo>
                <a:lnTo>
                  <a:pt x="105" y="530"/>
                </a:lnTo>
                <a:lnTo>
                  <a:pt x="140" y="636"/>
                </a:lnTo>
                <a:lnTo>
                  <a:pt x="140" y="742"/>
                </a:lnTo>
                <a:lnTo>
                  <a:pt x="245" y="742"/>
                </a:lnTo>
                <a:lnTo>
                  <a:pt x="351" y="671"/>
                </a:lnTo>
                <a:lnTo>
                  <a:pt x="421" y="565"/>
                </a:lnTo>
                <a:lnTo>
                  <a:pt x="526" y="530"/>
                </a:lnTo>
                <a:lnTo>
                  <a:pt x="632" y="494"/>
                </a:lnTo>
                <a:lnTo>
                  <a:pt x="737" y="530"/>
                </a:lnTo>
                <a:lnTo>
                  <a:pt x="807" y="636"/>
                </a:lnTo>
                <a:lnTo>
                  <a:pt x="913" y="671"/>
                </a:lnTo>
                <a:lnTo>
                  <a:pt x="1018" y="742"/>
                </a:lnTo>
                <a:lnTo>
                  <a:pt x="1123" y="742"/>
                </a:lnTo>
                <a:lnTo>
                  <a:pt x="1229" y="742"/>
                </a:lnTo>
                <a:lnTo>
                  <a:pt x="1264" y="636"/>
                </a:lnTo>
                <a:lnTo>
                  <a:pt x="1369" y="565"/>
                </a:lnTo>
                <a:lnTo>
                  <a:pt x="1475" y="530"/>
                </a:lnTo>
                <a:lnTo>
                  <a:pt x="1615" y="494"/>
                </a:lnTo>
                <a:lnTo>
                  <a:pt x="1720" y="565"/>
                </a:lnTo>
                <a:lnTo>
                  <a:pt x="1826" y="600"/>
                </a:lnTo>
                <a:lnTo>
                  <a:pt x="1931" y="600"/>
                </a:lnTo>
                <a:lnTo>
                  <a:pt x="2036" y="565"/>
                </a:lnTo>
                <a:lnTo>
                  <a:pt x="2142" y="565"/>
                </a:lnTo>
                <a:lnTo>
                  <a:pt x="2282" y="530"/>
                </a:lnTo>
                <a:lnTo>
                  <a:pt x="2458" y="494"/>
                </a:lnTo>
                <a:lnTo>
                  <a:pt x="2598" y="459"/>
                </a:lnTo>
                <a:lnTo>
                  <a:pt x="2739" y="459"/>
                </a:lnTo>
                <a:lnTo>
                  <a:pt x="2914" y="459"/>
                </a:lnTo>
                <a:lnTo>
                  <a:pt x="3020" y="424"/>
                </a:lnTo>
                <a:lnTo>
                  <a:pt x="3195" y="424"/>
                </a:lnTo>
                <a:lnTo>
                  <a:pt x="3336" y="424"/>
                </a:lnTo>
                <a:lnTo>
                  <a:pt x="3441" y="424"/>
                </a:lnTo>
                <a:lnTo>
                  <a:pt x="3582" y="424"/>
                </a:lnTo>
                <a:lnTo>
                  <a:pt x="3687" y="459"/>
                </a:lnTo>
                <a:lnTo>
                  <a:pt x="3792" y="459"/>
                </a:lnTo>
                <a:lnTo>
                  <a:pt x="3898" y="494"/>
                </a:lnTo>
                <a:lnTo>
                  <a:pt x="4003" y="494"/>
                </a:lnTo>
                <a:lnTo>
                  <a:pt x="4109" y="530"/>
                </a:lnTo>
                <a:lnTo>
                  <a:pt x="4214" y="530"/>
                </a:lnTo>
                <a:lnTo>
                  <a:pt x="4319" y="600"/>
                </a:lnTo>
                <a:lnTo>
                  <a:pt x="4460" y="636"/>
                </a:lnTo>
                <a:lnTo>
                  <a:pt x="4670" y="636"/>
                </a:lnTo>
                <a:lnTo>
                  <a:pt x="4776" y="636"/>
                </a:lnTo>
                <a:lnTo>
                  <a:pt x="4916" y="636"/>
                </a:lnTo>
                <a:lnTo>
                  <a:pt x="5057" y="636"/>
                </a:lnTo>
                <a:lnTo>
                  <a:pt x="5232" y="636"/>
                </a:lnTo>
                <a:lnTo>
                  <a:pt x="5373" y="636"/>
                </a:lnTo>
                <a:lnTo>
                  <a:pt x="5478" y="636"/>
                </a:lnTo>
                <a:lnTo>
                  <a:pt x="5619" y="636"/>
                </a:lnTo>
                <a:lnTo>
                  <a:pt x="5759" y="636"/>
                </a:lnTo>
                <a:lnTo>
                  <a:pt x="5865" y="636"/>
                </a:lnTo>
                <a:lnTo>
                  <a:pt x="6005" y="636"/>
                </a:lnTo>
                <a:lnTo>
                  <a:pt x="6110" y="636"/>
                </a:lnTo>
                <a:lnTo>
                  <a:pt x="6216" y="636"/>
                </a:lnTo>
                <a:lnTo>
                  <a:pt x="6356" y="636"/>
                </a:lnTo>
                <a:lnTo>
                  <a:pt x="6532" y="636"/>
                </a:lnTo>
                <a:lnTo>
                  <a:pt x="6637" y="636"/>
                </a:lnTo>
                <a:lnTo>
                  <a:pt x="6813" y="636"/>
                </a:lnTo>
                <a:lnTo>
                  <a:pt x="6918" y="636"/>
                </a:lnTo>
                <a:lnTo>
                  <a:pt x="7059" y="600"/>
                </a:lnTo>
                <a:lnTo>
                  <a:pt x="7164" y="600"/>
                </a:lnTo>
                <a:lnTo>
                  <a:pt x="7304" y="600"/>
                </a:lnTo>
                <a:lnTo>
                  <a:pt x="7445" y="565"/>
                </a:lnTo>
                <a:lnTo>
                  <a:pt x="7585" y="530"/>
                </a:lnTo>
                <a:lnTo>
                  <a:pt x="7691" y="530"/>
                </a:lnTo>
                <a:lnTo>
                  <a:pt x="7866" y="530"/>
                </a:lnTo>
                <a:lnTo>
                  <a:pt x="7972" y="530"/>
                </a:lnTo>
                <a:lnTo>
                  <a:pt x="8077" y="530"/>
                </a:lnTo>
                <a:lnTo>
                  <a:pt x="8218" y="494"/>
                </a:lnTo>
                <a:lnTo>
                  <a:pt x="8358" y="494"/>
                </a:lnTo>
                <a:lnTo>
                  <a:pt x="8534" y="494"/>
                </a:lnTo>
                <a:lnTo>
                  <a:pt x="8709" y="494"/>
                </a:lnTo>
                <a:lnTo>
                  <a:pt x="8885" y="494"/>
                </a:lnTo>
                <a:lnTo>
                  <a:pt x="9025" y="494"/>
                </a:lnTo>
                <a:lnTo>
                  <a:pt x="9131" y="494"/>
                </a:lnTo>
                <a:lnTo>
                  <a:pt x="9236" y="494"/>
                </a:lnTo>
                <a:lnTo>
                  <a:pt x="9341" y="494"/>
                </a:lnTo>
                <a:lnTo>
                  <a:pt x="9447" y="494"/>
                </a:lnTo>
                <a:lnTo>
                  <a:pt x="9657" y="494"/>
                </a:lnTo>
                <a:lnTo>
                  <a:pt x="9798" y="494"/>
                </a:lnTo>
                <a:lnTo>
                  <a:pt x="9938" y="530"/>
                </a:lnTo>
                <a:lnTo>
                  <a:pt x="10149" y="530"/>
                </a:lnTo>
                <a:lnTo>
                  <a:pt x="10641" y="530"/>
                </a:lnTo>
                <a:lnTo>
                  <a:pt x="11132" y="530"/>
                </a:lnTo>
                <a:lnTo>
                  <a:pt x="11624" y="530"/>
                </a:lnTo>
                <a:lnTo>
                  <a:pt x="12117" y="530"/>
                </a:lnTo>
                <a:lnTo>
                  <a:pt x="12328" y="530"/>
                </a:lnTo>
                <a:lnTo>
                  <a:pt x="12503" y="530"/>
                </a:lnTo>
                <a:lnTo>
                  <a:pt x="12644" y="530"/>
                </a:lnTo>
                <a:lnTo>
                  <a:pt x="12749" y="565"/>
                </a:lnTo>
                <a:lnTo>
                  <a:pt x="12854" y="600"/>
                </a:lnTo>
                <a:lnTo>
                  <a:pt x="13030" y="671"/>
                </a:lnTo>
                <a:lnTo>
                  <a:pt x="13170" y="706"/>
                </a:lnTo>
                <a:lnTo>
                  <a:pt x="13346" y="706"/>
                </a:lnTo>
                <a:lnTo>
                  <a:pt x="13522" y="706"/>
                </a:lnTo>
                <a:lnTo>
                  <a:pt x="13732" y="706"/>
                </a:lnTo>
                <a:lnTo>
                  <a:pt x="13873" y="706"/>
                </a:lnTo>
                <a:lnTo>
                  <a:pt x="13978" y="706"/>
                </a:lnTo>
                <a:lnTo>
                  <a:pt x="14119" y="706"/>
                </a:lnTo>
                <a:lnTo>
                  <a:pt x="14294" y="706"/>
                </a:lnTo>
                <a:lnTo>
                  <a:pt x="14435" y="706"/>
                </a:lnTo>
                <a:lnTo>
                  <a:pt x="14575" y="706"/>
                </a:lnTo>
                <a:lnTo>
                  <a:pt x="14681" y="706"/>
                </a:lnTo>
                <a:lnTo>
                  <a:pt x="14786" y="706"/>
                </a:lnTo>
                <a:lnTo>
                  <a:pt x="14926" y="778"/>
                </a:lnTo>
                <a:lnTo>
                  <a:pt x="15102" y="813"/>
                </a:lnTo>
                <a:lnTo>
                  <a:pt x="15278" y="883"/>
                </a:lnTo>
                <a:lnTo>
                  <a:pt x="15453" y="919"/>
                </a:lnTo>
                <a:lnTo>
                  <a:pt x="15559" y="954"/>
                </a:lnTo>
                <a:lnTo>
                  <a:pt x="15664" y="954"/>
                </a:lnTo>
                <a:lnTo>
                  <a:pt x="15769" y="954"/>
                </a:lnTo>
                <a:lnTo>
                  <a:pt x="15910" y="813"/>
                </a:lnTo>
                <a:lnTo>
                  <a:pt x="16050" y="742"/>
                </a:lnTo>
                <a:lnTo>
                  <a:pt x="16191" y="706"/>
                </a:lnTo>
                <a:lnTo>
                  <a:pt x="16296" y="671"/>
                </a:lnTo>
                <a:lnTo>
                  <a:pt x="16401" y="636"/>
                </a:lnTo>
                <a:lnTo>
                  <a:pt x="16507" y="600"/>
                </a:lnTo>
                <a:lnTo>
                  <a:pt x="16647" y="530"/>
                </a:lnTo>
                <a:lnTo>
                  <a:pt x="16753" y="530"/>
                </a:lnTo>
                <a:lnTo>
                  <a:pt x="16893" y="530"/>
                </a:lnTo>
                <a:lnTo>
                  <a:pt x="16998" y="565"/>
                </a:lnTo>
                <a:lnTo>
                  <a:pt x="17104" y="565"/>
                </a:lnTo>
                <a:lnTo>
                  <a:pt x="17209" y="600"/>
                </a:lnTo>
                <a:lnTo>
                  <a:pt x="17315" y="600"/>
                </a:lnTo>
                <a:lnTo>
                  <a:pt x="17455" y="636"/>
                </a:lnTo>
                <a:lnTo>
                  <a:pt x="17560" y="636"/>
                </a:lnTo>
                <a:lnTo>
                  <a:pt x="17666" y="636"/>
                </a:lnTo>
                <a:lnTo>
                  <a:pt x="17806" y="636"/>
                </a:lnTo>
                <a:lnTo>
                  <a:pt x="17912" y="636"/>
                </a:lnTo>
                <a:lnTo>
                  <a:pt x="18052" y="636"/>
                </a:lnTo>
                <a:lnTo>
                  <a:pt x="18157" y="636"/>
                </a:lnTo>
                <a:lnTo>
                  <a:pt x="18298" y="671"/>
                </a:lnTo>
                <a:lnTo>
                  <a:pt x="18403" y="671"/>
                </a:lnTo>
                <a:lnTo>
                  <a:pt x="18579" y="671"/>
                </a:lnTo>
                <a:lnTo>
                  <a:pt x="18719" y="706"/>
                </a:lnTo>
                <a:lnTo>
                  <a:pt x="18825" y="706"/>
                </a:lnTo>
                <a:lnTo>
                  <a:pt x="19000" y="706"/>
                </a:lnTo>
                <a:lnTo>
                  <a:pt x="19141" y="706"/>
                </a:lnTo>
                <a:lnTo>
                  <a:pt x="19316" y="706"/>
                </a:lnTo>
                <a:lnTo>
                  <a:pt x="19422" y="706"/>
                </a:lnTo>
                <a:lnTo>
                  <a:pt x="19527" y="706"/>
                </a:lnTo>
                <a:lnTo>
                  <a:pt x="19668" y="706"/>
                </a:lnTo>
                <a:lnTo>
                  <a:pt x="19808" y="706"/>
                </a:lnTo>
                <a:lnTo>
                  <a:pt x="19949" y="706"/>
                </a:lnTo>
                <a:lnTo>
                  <a:pt x="20054" y="706"/>
                </a:lnTo>
                <a:lnTo>
                  <a:pt x="20159" y="706"/>
                </a:lnTo>
                <a:lnTo>
                  <a:pt x="20300" y="742"/>
                </a:lnTo>
                <a:lnTo>
                  <a:pt x="20440" y="742"/>
                </a:lnTo>
                <a:lnTo>
                  <a:pt x="20616" y="778"/>
                </a:lnTo>
                <a:lnTo>
                  <a:pt x="20756" y="778"/>
                </a:lnTo>
                <a:lnTo>
                  <a:pt x="20897" y="778"/>
                </a:lnTo>
                <a:lnTo>
                  <a:pt x="21037" y="813"/>
                </a:lnTo>
                <a:lnTo>
                  <a:pt x="21178" y="813"/>
                </a:lnTo>
                <a:lnTo>
                  <a:pt x="21283" y="813"/>
                </a:lnTo>
                <a:lnTo>
                  <a:pt x="21424" y="848"/>
                </a:lnTo>
                <a:lnTo>
                  <a:pt x="21529" y="848"/>
                </a:lnTo>
                <a:lnTo>
                  <a:pt x="21705" y="883"/>
                </a:lnTo>
                <a:lnTo>
                  <a:pt x="21810" y="919"/>
                </a:lnTo>
                <a:lnTo>
                  <a:pt x="21915" y="919"/>
                </a:lnTo>
                <a:lnTo>
                  <a:pt x="22021" y="919"/>
                </a:lnTo>
                <a:lnTo>
                  <a:pt x="22126" y="919"/>
                </a:lnTo>
                <a:lnTo>
                  <a:pt x="22266" y="919"/>
                </a:lnTo>
                <a:lnTo>
                  <a:pt x="22407" y="919"/>
                </a:lnTo>
                <a:lnTo>
                  <a:pt x="22512" y="919"/>
                </a:lnTo>
                <a:lnTo>
                  <a:pt x="22618" y="919"/>
                </a:lnTo>
                <a:lnTo>
                  <a:pt x="22723" y="919"/>
                </a:lnTo>
                <a:lnTo>
                  <a:pt x="22828" y="919"/>
                </a:lnTo>
                <a:lnTo>
                  <a:pt x="23004" y="919"/>
                </a:lnTo>
                <a:lnTo>
                  <a:pt x="23109" y="919"/>
                </a:lnTo>
                <a:lnTo>
                  <a:pt x="23215" y="919"/>
                </a:lnTo>
                <a:lnTo>
                  <a:pt x="23320" y="919"/>
                </a:lnTo>
                <a:lnTo>
                  <a:pt x="23425" y="919"/>
                </a:lnTo>
                <a:lnTo>
                  <a:pt x="23531" y="919"/>
                </a:lnTo>
                <a:lnTo>
                  <a:pt x="23531" y="813"/>
                </a:lnTo>
                <a:lnTo>
                  <a:pt x="23531" y="671"/>
                </a:lnTo>
                <a:lnTo>
                  <a:pt x="23531" y="565"/>
                </a:lnTo>
                <a:lnTo>
                  <a:pt x="23531" y="459"/>
                </a:lnTo>
                <a:lnTo>
                  <a:pt x="23531" y="353"/>
                </a:lnTo>
                <a:lnTo>
                  <a:pt x="23531" y="247"/>
                </a:lnTo>
                <a:lnTo>
                  <a:pt x="23531" y="141"/>
                </a:lnTo>
                <a:lnTo>
                  <a:pt x="23531" y="35"/>
                </a:lnTo>
                <a:lnTo>
                  <a:pt x="0" y="35"/>
                </a:lnTo>
                <a:lnTo>
                  <a:pt x="0" y="0"/>
                </a:lnTo>
                <a:lnTo>
                  <a:pt x="70" y="176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127080" y="6043680"/>
            <a:ext cx="8573040" cy="383040"/>
          </a:xfrm>
          <a:custGeom>
            <a:avLst/>
            <a:gdLst/>
            <a:ahLst/>
            <a:rect l="0" t="0" r="r" b="b"/>
            <a:pathLst>
              <a:path w="23814" h="1064">
                <a:moveTo>
                  <a:pt x="0" y="623"/>
                </a:moveTo>
                <a:lnTo>
                  <a:pt x="141" y="597"/>
                </a:lnTo>
                <a:lnTo>
                  <a:pt x="212" y="519"/>
                </a:lnTo>
                <a:lnTo>
                  <a:pt x="318" y="493"/>
                </a:lnTo>
                <a:lnTo>
                  <a:pt x="424" y="441"/>
                </a:lnTo>
                <a:lnTo>
                  <a:pt x="530" y="441"/>
                </a:lnTo>
                <a:lnTo>
                  <a:pt x="636" y="441"/>
                </a:lnTo>
                <a:lnTo>
                  <a:pt x="743" y="415"/>
                </a:lnTo>
                <a:lnTo>
                  <a:pt x="849" y="415"/>
                </a:lnTo>
                <a:lnTo>
                  <a:pt x="955" y="415"/>
                </a:lnTo>
                <a:lnTo>
                  <a:pt x="1061" y="415"/>
                </a:lnTo>
                <a:lnTo>
                  <a:pt x="1167" y="441"/>
                </a:lnTo>
                <a:lnTo>
                  <a:pt x="1238" y="519"/>
                </a:lnTo>
                <a:lnTo>
                  <a:pt x="1344" y="597"/>
                </a:lnTo>
                <a:lnTo>
                  <a:pt x="1486" y="623"/>
                </a:lnTo>
                <a:lnTo>
                  <a:pt x="1592" y="649"/>
                </a:lnTo>
                <a:lnTo>
                  <a:pt x="1698" y="700"/>
                </a:lnTo>
                <a:lnTo>
                  <a:pt x="1804" y="700"/>
                </a:lnTo>
                <a:lnTo>
                  <a:pt x="1910" y="726"/>
                </a:lnTo>
                <a:lnTo>
                  <a:pt x="2016" y="726"/>
                </a:lnTo>
                <a:lnTo>
                  <a:pt x="2122" y="674"/>
                </a:lnTo>
                <a:lnTo>
                  <a:pt x="2264" y="597"/>
                </a:lnTo>
                <a:lnTo>
                  <a:pt x="2406" y="545"/>
                </a:lnTo>
                <a:lnTo>
                  <a:pt x="2547" y="519"/>
                </a:lnTo>
                <a:lnTo>
                  <a:pt x="2653" y="467"/>
                </a:lnTo>
                <a:lnTo>
                  <a:pt x="2795" y="415"/>
                </a:lnTo>
                <a:lnTo>
                  <a:pt x="2936" y="389"/>
                </a:lnTo>
                <a:lnTo>
                  <a:pt x="3042" y="363"/>
                </a:lnTo>
                <a:lnTo>
                  <a:pt x="3219" y="337"/>
                </a:lnTo>
                <a:lnTo>
                  <a:pt x="3325" y="337"/>
                </a:lnTo>
                <a:lnTo>
                  <a:pt x="3502" y="312"/>
                </a:lnTo>
                <a:lnTo>
                  <a:pt x="3609" y="286"/>
                </a:lnTo>
                <a:lnTo>
                  <a:pt x="3750" y="259"/>
                </a:lnTo>
                <a:lnTo>
                  <a:pt x="3892" y="259"/>
                </a:lnTo>
                <a:lnTo>
                  <a:pt x="3998" y="233"/>
                </a:lnTo>
                <a:lnTo>
                  <a:pt x="4175" y="233"/>
                </a:lnTo>
                <a:lnTo>
                  <a:pt x="4316" y="233"/>
                </a:lnTo>
                <a:lnTo>
                  <a:pt x="4422" y="207"/>
                </a:lnTo>
                <a:lnTo>
                  <a:pt x="4528" y="207"/>
                </a:lnTo>
                <a:lnTo>
                  <a:pt x="4635" y="207"/>
                </a:lnTo>
                <a:lnTo>
                  <a:pt x="4776" y="207"/>
                </a:lnTo>
                <a:lnTo>
                  <a:pt x="4882" y="207"/>
                </a:lnTo>
                <a:lnTo>
                  <a:pt x="4988" y="207"/>
                </a:lnTo>
                <a:lnTo>
                  <a:pt x="5095" y="233"/>
                </a:lnTo>
                <a:lnTo>
                  <a:pt x="5201" y="286"/>
                </a:lnTo>
                <a:lnTo>
                  <a:pt x="5307" y="337"/>
                </a:lnTo>
                <a:lnTo>
                  <a:pt x="5413" y="337"/>
                </a:lnTo>
                <a:lnTo>
                  <a:pt x="5519" y="363"/>
                </a:lnTo>
                <a:lnTo>
                  <a:pt x="5625" y="389"/>
                </a:lnTo>
                <a:lnTo>
                  <a:pt x="5731" y="415"/>
                </a:lnTo>
                <a:lnTo>
                  <a:pt x="5838" y="415"/>
                </a:lnTo>
                <a:lnTo>
                  <a:pt x="5944" y="415"/>
                </a:lnTo>
                <a:lnTo>
                  <a:pt x="6122" y="415"/>
                </a:lnTo>
                <a:lnTo>
                  <a:pt x="6299" y="389"/>
                </a:lnTo>
                <a:lnTo>
                  <a:pt x="6405" y="389"/>
                </a:lnTo>
                <a:lnTo>
                  <a:pt x="6511" y="363"/>
                </a:lnTo>
                <a:lnTo>
                  <a:pt x="6652" y="312"/>
                </a:lnTo>
                <a:lnTo>
                  <a:pt x="6829" y="259"/>
                </a:lnTo>
                <a:lnTo>
                  <a:pt x="6971" y="233"/>
                </a:lnTo>
                <a:lnTo>
                  <a:pt x="7148" y="181"/>
                </a:lnTo>
                <a:lnTo>
                  <a:pt x="7254" y="155"/>
                </a:lnTo>
                <a:lnTo>
                  <a:pt x="7254" y="233"/>
                </a:lnTo>
                <a:lnTo>
                  <a:pt x="7431" y="155"/>
                </a:lnTo>
                <a:lnTo>
                  <a:pt x="7537" y="103"/>
                </a:lnTo>
                <a:lnTo>
                  <a:pt x="7643" y="51"/>
                </a:lnTo>
                <a:lnTo>
                  <a:pt x="7749" y="0"/>
                </a:lnTo>
                <a:lnTo>
                  <a:pt x="7855" y="51"/>
                </a:lnTo>
                <a:lnTo>
                  <a:pt x="7962" y="129"/>
                </a:lnTo>
                <a:lnTo>
                  <a:pt x="8068" y="155"/>
                </a:lnTo>
                <a:lnTo>
                  <a:pt x="8174" y="207"/>
                </a:lnTo>
                <a:lnTo>
                  <a:pt x="8280" y="233"/>
                </a:lnTo>
                <a:lnTo>
                  <a:pt x="8386" y="286"/>
                </a:lnTo>
                <a:lnTo>
                  <a:pt x="8492" y="337"/>
                </a:lnTo>
                <a:lnTo>
                  <a:pt x="8598" y="363"/>
                </a:lnTo>
                <a:lnTo>
                  <a:pt x="8705" y="363"/>
                </a:lnTo>
                <a:lnTo>
                  <a:pt x="8846" y="363"/>
                </a:lnTo>
                <a:lnTo>
                  <a:pt x="8988" y="363"/>
                </a:lnTo>
                <a:lnTo>
                  <a:pt x="9094" y="363"/>
                </a:lnTo>
                <a:lnTo>
                  <a:pt x="9235" y="363"/>
                </a:lnTo>
                <a:lnTo>
                  <a:pt x="9377" y="259"/>
                </a:lnTo>
                <a:lnTo>
                  <a:pt x="9554" y="207"/>
                </a:lnTo>
                <a:lnTo>
                  <a:pt x="9766" y="155"/>
                </a:lnTo>
                <a:lnTo>
                  <a:pt x="9943" y="103"/>
                </a:lnTo>
                <a:lnTo>
                  <a:pt x="10155" y="51"/>
                </a:lnTo>
                <a:lnTo>
                  <a:pt x="10226" y="155"/>
                </a:lnTo>
                <a:lnTo>
                  <a:pt x="10226" y="233"/>
                </a:lnTo>
                <a:lnTo>
                  <a:pt x="10226" y="312"/>
                </a:lnTo>
                <a:lnTo>
                  <a:pt x="10332" y="259"/>
                </a:lnTo>
                <a:lnTo>
                  <a:pt x="10438" y="259"/>
                </a:lnTo>
                <a:lnTo>
                  <a:pt x="10545" y="259"/>
                </a:lnTo>
                <a:lnTo>
                  <a:pt x="10651" y="312"/>
                </a:lnTo>
                <a:lnTo>
                  <a:pt x="10792" y="312"/>
                </a:lnTo>
                <a:lnTo>
                  <a:pt x="10934" y="259"/>
                </a:lnTo>
                <a:lnTo>
                  <a:pt x="11040" y="233"/>
                </a:lnTo>
                <a:lnTo>
                  <a:pt x="11146" y="207"/>
                </a:lnTo>
                <a:lnTo>
                  <a:pt x="11252" y="207"/>
                </a:lnTo>
                <a:lnTo>
                  <a:pt x="11358" y="181"/>
                </a:lnTo>
                <a:lnTo>
                  <a:pt x="11500" y="155"/>
                </a:lnTo>
                <a:lnTo>
                  <a:pt x="11606" y="129"/>
                </a:lnTo>
                <a:lnTo>
                  <a:pt x="11712" y="129"/>
                </a:lnTo>
                <a:lnTo>
                  <a:pt x="11818" y="129"/>
                </a:lnTo>
                <a:lnTo>
                  <a:pt x="11995" y="103"/>
                </a:lnTo>
                <a:lnTo>
                  <a:pt x="12137" y="103"/>
                </a:lnTo>
                <a:lnTo>
                  <a:pt x="12314" y="103"/>
                </a:lnTo>
                <a:lnTo>
                  <a:pt x="12491" y="103"/>
                </a:lnTo>
                <a:lnTo>
                  <a:pt x="12597" y="129"/>
                </a:lnTo>
                <a:lnTo>
                  <a:pt x="12632" y="233"/>
                </a:lnTo>
                <a:lnTo>
                  <a:pt x="12703" y="312"/>
                </a:lnTo>
                <a:lnTo>
                  <a:pt x="12844" y="337"/>
                </a:lnTo>
                <a:lnTo>
                  <a:pt x="12986" y="312"/>
                </a:lnTo>
                <a:lnTo>
                  <a:pt x="13127" y="286"/>
                </a:lnTo>
                <a:lnTo>
                  <a:pt x="13234" y="286"/>
                </a:lnTo>
                <a:lnTo>
                  <a:pt x="13340" y="286"/>
                </a:lnTo>
                <a:lnTo>
                  <a:pt x="13517" y="259"/>
                </a:lnTo>
                <a:lnTo>
                  <a:pt x="13623" y="233"/>
                </a:lnTo>
                <a:lnTo>
                  <a:pt x="13729" y="233"/>
                </a:lnTo>
                <a:lnTo>
                  <a:pt x="13835" y="259"/>
                </a:lnTo>
                <a:lnTo>
                  <a:pt x="13977" y="259"/>
                </a:lnTo>
                <a:lnTo>
                  <a:pt x="14083" y="233"/>
                </a:lnTo>
                <a:lnTo>
                  <a:pt x="14189" y="207"/>
                </a:lnTo>
                <a:lnTo>
                  <a:pt x="14295" y="207"/>
                </a:lnTo>
                <a:lnTo>
                  <a:pt x="14401" y="207"/>
                </a:lnTo>
                <a:lnTo>
                  <a:pt x="14507" y="312"/>
                </a:lnTo>
                <a:lnTo>
                  <a:pt x="14614" y="337"/>
                </a:lnTo>
                <a:lnTo>
                  <a:pt x="14720" y="337"/>
                </a:lnTo>
                <a:lnTo>
                  <a:pt x="14826" y="337"/>
                </a:lnTo>
                <a:lnTo>
                  <a:pt x="14932" y="389"/>
                </a:lnTo>
                <a:lnTo>
                  <a:pt x="15038" y="389"/>
                </a:lnTo>
                <a:lnTo>
                  <a:pt x="15180" y="389"/>
                </a:lnTo>
                <a:lnTo>
                  <a:pt x="15215" y="467"/>
                </a:lnTo>
                <a:lnTo>
                  <a:pt x="15321" y="467"/>
                </a:lnTo>
                <a:lnTo>
                  <a:pt x="15498" y="467"/>
                </a:lnTo>
                <a:lnTo>
                  <a:pt x="15604" y="441"/>
                </a:lnTo>
                <a:lnTo>
                  <a:pt x="15710" y="441"/>
                </a:lnTo>
                <a:lnTo>
                  <a:pt x="15852" y="441"/>
                </a:lnTo>
                <a:lnTo>
                  <a:pt x="15958" y="415"/>
                </a:lnTo>
                <a:lnTo>
                  <a:pt x="16135" y="389"/>
                </a:lnTo>
                <a:lnTo>
                  <a:pt x="16241" y="389"/>
                </a:lnTo>
                <a:lnTo>
                  <a:pt x="16383" y="415"/>
                </a:lnTo>
                <a:lnTo>
                  <a:pt x="16524" y="415"/>
                </a:lnTo>
                <a:lnTo>
                  <a:pt x="16736" y="415"/>
                </a:lnTo>
                <a:lnTo>
                  <a:pt x="16878" y="415"/>
                </a:lnTo>
                <a:lnTo>
                  <a:pt x="16984" y="415"/>
                </a:lnTo>
                <a:lnTo>
                  <a:pt x="17090" y="415"/>
                </a:lnTo>
                <a:lnTo>
                  <a:pt x="17196" y="389"/>
                </a:lnTo>
                <a:lnTo>
                  <a:pt x="17338" y="389"/>
                </a:lnTo>
                <a:lnTo>
                  <a:pt x="17550" y="337"/>
                </a:lnTo>
                <a:lnTo>
                  <a:pt x="17763" y="312"/>
                </a:lnTo>
                <a:lnTo>
                  <a:pt x="17976" y="259"/>
                </a:lnTo>
                <a:lnTo>
                  <a:pt x="18188" y="207"/>
                </a:lnTo>
                <a:lnTo>
                  <a:pt x="18294" y="207"/>
                </a:lnTo>
                <a:lnTo>
                  <a:pt x="18400" y="312"/>
                </a:lnTo>
                <a:lnTo>
                  <a:pt x="18507" y="363"/>
                </a:lnTo>
                <a:lnTo>
                  <a:pt x="18648" y="312"/>
                </a:lnTo>
                <a:lnTo>
                  <a:pt x="18754" y="259"/>
                </a:lnTo>
                <a:lnTo>
                  <a:pt x="18896" y="207"/>
                </a:lnTo>
                <a:lnTo>
                  <a:pt x="19002" y="155"/>
                </a:lnTo>
                <a:lnTo>
                  <a:pt x="19108" y="129"/>
                </a:lnTo>
                <a:lnTo>
                  <a:pt x="19143" y="259"/>
                </a:lnTo>
                <a:lnTo>
                  <a:pt x="19285" y="312"/>
                </a:lnTo>
                <a:lnTo>
                  <a:pt x="19391" y="312"/>
                </a:lnTo>
                <a:lnTo>
                  <a:pt x="19497" y="286"/>
                </a:lnTo>
                <a:lnTo>
                  <a:pt x="19674" y="312"/>
                </a:lnTo>
                <a:lnTo>
                  <a:pt x="19851" y="312"/>
                </a:lnTo>
                <a:lnTo>
                  <a:pt x="19957" y="312"/>
                </a:lnTo>
                <a:lnTo>
                  <a:pt x="20063" y="312"/>
                </a:lnTo>
                <a:lnTo>
                  <a:pt x="20205" y="337"/>
                </a:lnTo>
                <a:lnTo>
                  <a:pt x="20382" y="363"/>
                </a:lnTo>
                <a:lnTo>
                  <a:pt x="20488" y="363"/>
                </a:lnTo>
                <a:lnTo>
                  <a:pt x="20594" y="389"/>
                </a:lnTo>
                <a:lnTo>
                  <a:pt x="20736" y="441"/>
                </a:lnTo>
                <a:lnTo>
                  <a:pt x="20842" y="441"/>
                </a:lnTo>
                <a:lnTo>
                  <a:pt x="20948" y="441"/>
                </a:lnTo>
                <a:lnTo>
                  <a:pt x="21054" y="441"/>
                </a:lnTo>
                <a:lnTo>
                  <a:pt x="21266" y="441"/>
                </a:lnTo>
                <a:lnTo>
                  <a:pt x="21373" y="441"/>
                </a:lnTo>
                <a:lnTo>
                  <a:pt x="21514" y="441"/>
                </a:lnTo>
                <a:lnTo>
                  <a:pt x="21656" y="467"/>
                </a:lnTo>
                <a:lnTo>
                  <a:pt x="21797" y="493"/>
                </a:lnTo>
                <a:lnTo>
                  <a:pt x="21939" y="493"/>
                </a:lnTo>
                <a:lnTo>
                  <a:pt x="22045" y="493"/>
                </a:lnTo>
                <a:lnTo>
                  <a:pt x="22186" y="493"/>
                </a:lnTo>
                <a:lnTo>
                  <a:pt x="22293" y="493"/>
                </a:lnTo>
                <a:lnTo>
                  <a:pt x="22540" y="493"/>
                </a:lnTo>
                <a:lnTo>
                  <a:pt x="22682" y="493"/>
                </a:lnTo>
                <a:lnTo>
                  <a:pt x="22788" y="519"/>
                </a:lnTo>
                <a:lnTo>
                  <a:pt x="22894" y="519"/>
                </a:lnTo>
                <a:lnTo>
                  <a:pt x="23000" y="519"/>
                </a:lnTo>
                <a:lnTo>
                  <a:pt x="23142" y="519"/>
                </a:lnTo>
                <a:lnTo>
                  <a:pt x="23283" y="519"/>
                </a:lnTo>
                <a:lnTo>
                  <a:pt x="23389" y="519"/>
                </a:lnTo>
                <a:lnTo>
                  <a:pt x="23496" y="519"/>
                </a:lnTo>
                <a:lnTo>
                  <a:pt x="23602" y="519"/>
                </a:lnTo>
                <a:lnTo>
                  <a:pt x="23708" y="545"/>
                </a:lnTo>
                <a:lnTo>
                  <a:pt x="23814" y="545"/>
                </a:lnTo>
                <a:lnTo>
                  <a:pt x="23779" y="1038"/>
                </a:lnTo>
                <a:lnTo>
                  <a:pt x="35" y="1064"/>
                </a:lnTo>
                <a:lnTo>
                  <a:pt x="0" y="623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 txBox="1"/>
          <p:nvPr/>
        </p:nvSpPr>
        <p:spPr>
          <a:xfrm>
            <a:off x="2577960" y="196920"/>
            <a:ext cx="3670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Example 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455760" y="5335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6" name=""/>
          <p:cNvGrpSpPr/>
          <p:nvPr/>
        </p:nvGrpSpPr>
        <p:grpSpPr>
          <a:xfrm>
            <a:off x="316080" y="469800"/>
            <a:ext cx="7735680" cy="833760"/>
            <a:chOff x="316080" y="469800"/>
            <a:chExt cx="7735680" cy="833760"/>
          </a:xfrm>
        </p:grpSpPr>
        <p:sp>
          <p:nvSpPr>
            <p:cNvPr id="187" name=""/>
            <p:cNvSpPr txBox="1"/>
            <p:nvPr/>
          </p:nvSpPr>
          <p:spPr>
            <a:xfrm>
              <a:off x="317520" y="820800"/>
              <a:ext cx="7734240" cy="4827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02 CustKey  PIC X(3) VALUE "KEY".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"/>
            <p:cNvSpPr txBox="1"/>
            <p:nvPr/>
          </p:nvSpPr>
          <p:spPr>
            <a:xfrm>
              <a:off x="316080" y="469800"/>
              <a:ext cx="1714680" cy="3618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</a:pPr>
              <a:r>
                <a:rPr lang="en-US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Copyfile5.cbl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9" name=""/>
          <p:cNvSpPr/>
          <p:nvPr/>
        </p:nvSpPr>
        <p:spPr>
          <a:xfrm>
            <a:off x="571680" y="2463840"/>
            <a:ext cx="8483760" cy="205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14480" y="1614600"/>
            <a:ext cx="8521560" cy="3230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401"/>
              </a:spcBef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br>
              <a:rPr sz="12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the X before (3) is a textword replaced by pseudotext "Replace the X"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 copyfile5 REPLACING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X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BY     ==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Replace the X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==.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40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the pseudotext X(3) is replaced by X(19)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 copyfile5 REPLACING ==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X(3)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== 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BY     ==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X(19)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==.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40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the series of textwords X ( 3 ) is replaced by the series X ( 19 ) </a:t>
            </a:r>
            <a:br>
              <a:rPr sz="1400"/>
            </a:b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 copyfile5 REPLACING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X(3)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BY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X(19)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.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14480" y="1397160"/>
            <a:ext cx="8839440" cy="457560"/>
          </a:xfrm>
          <a:custGeom>
            <a:avLst/>
            <a:gdLst/>
            <a:ahLst/>
            <a:rect l="0" t="0" r="r" b="b"/>
            <a:pathLst>
              <a:path w="24554" h="1271">
                <a:moveTo>
                  <a:pt x="0" y="70"/>
                </a:moveTo>
                <a:lnTo>
                  <a:pt x="0" y="1271"/>
                </a:lnTo>
                <a:lnTo>
                  <a:pt x="786" y="635"/>
                </a:lnTo>
                <a:lnTo>
                  <a:pt x="1235" y="882"/>
                </a:lnTo>
                <a:lnTo>
                  <a:pt x="1347" y="777"/>
                </a:lnTo>
                <a:lnTo>
                  <a:pt x="1497" y="706"/>
                </a:lnTo>
                <a:lnTo>
                  <a:pt x="1646" y="635"/>
                </a:lnTo>
                <a:lnTo>
                  <a:pt x="1684" y="741"/>
                </a:lnTo>
                <a:lnTo>
                  <a:pt x="1684" y="847"/>
                </a:lnTo>
                <a:lnTo>
                  <a:pt x="1796" y="847"/>
                </a:lnTo>
                <a:lnTo>
                  <a:pt x="1908" y="882"/>
                </a:lnTo>
                <a:lnTo>
                  <a:pt x="2021" y="882"/>
                </a:lnTo>
                <a:lnTo>
                  <a:pt x="2133" y="812"/>
                </a:lnTo>
                <a:lnTo>
                  <a:pt x="2283" y="741"/>
                </a:lnTo>
                <a:lnTo>
                  <a:pt x="2395" y="635"/>
                </a:lnTo>
                <a:lnTo>
                  <a:pt x="2507" y="599"/>
                </a:lnTo>
                <a:lnTo>
                  <a:pt x="2620" y="529"/>
                </a:lnTo>
                <a:lnTo>
                  <a:pt x="2694" y="741"/>
                </a:lnTo>
                <a:lnTo>
                  <a:pt x="2844" y="847"/>
                </a:lnTo>
                <a:lnTo>
                  <a:pt x="2956" y="847"/>
                </a:lnTo>
                <a:lnTo>
                  <a:pt x="3069" y="777"/>
                </a:lnTo>
                <a:lnTo>
                  <a:pt x="3181" y="706"/>
                </a:lnTo>
                <a:lnTo>
                  <a:pt x="3293" y="599"/>
                </a:lnTo>
                <a:lnTo>
                  <a:pt x="3406" y="599"/>
                </a:lnTo>
                <a:lnTo>
                  <a:pt x="3555" y="599"/>
                </a:lnTo>
                <a:lnTo>
                  <a:pt x="3705" y="599"/>
                </a:lnTo>
                <a:lnTo>
                  <a:pt x="3817" y="529"/>
                </a:lnTo>
                <a:lnTo>
                  <a:pt x="3930" y="493"/>
                </a:lnTo>
                <a:lnTo>
                  <a:pt x="4079" y="423"/>
                </a:lnTo>
                <a:lnTo>
                  <a:pt x="4079" y="529"/>
                </a:lnTo>
                <a:lnTo>
                  <a:pt x="4117" y="635"/>
                </a:lnTo>
                <a:lnTo>
                  <a:pt x="4229" y="635"/>
                </a:lnTo>
                <a:lnTo>
                  <a:pt x="4341" y="635"/>
                </a:lnTo>
                <a:lnTo>
                  <a:pt x="4491" y="671"/>
                </a:lnTo>
                <a:lnTo>
                  <a:pt x="4641" y="741"/>
                </a:lnTo>
                <a:lnTo>
                  <a:pt x="4753" y="777"/>
                </a:lnTo>
                <a:lnTo>
                  <a:pt x="4903" y="812"/>
                </a:lnTo>
                <a:lnTo>
                  <a:pt x="5015" y="847"/>
                </a:lnTo>
                <a:lnTo>
                  <a:pt x="5127" y="847"/>
                </a:lnTo>
                <a:lnTo>
                  <a:pt x="5240" y="847"/>
                </a:lnTo>
                <a:lnTo>
                  <a:pt x="5352" y="882"/>
                </a:lnTo>
                <a:lnTo>
                  <a:pt x="5464" y="882"/>
                </a:lnTo>
                <a:lnTo>
                  <a:pt x="5576" y="882"/>
                </a:lnTo>
                <a:lnTo>
                  <a:pt x="5726" y="918"/>
                </a:lnTo>
                <a:lnTo>
                  <a:pt x="5876" y="918"/>
                </a:lnTo>
                <a:lnTo>
                  <a:pt x="6063" y="918"/>
                </a:lnTo>
                <a:lnTo>
                  <a:pt x="6213" y="918"/>
                </a:lnTo>
                <a:lnTo>
                  <a:pt x="6362" y="918"/>
                </a:lnTo>
                <a:lnTo>
                  <a:pt x="6475" y="918"/>
                </a:lnTo>
                <a:lnTo>
                  <a:pt x="6624" y="918"/>
                </a:lnTo>
                <a:lnTo>
                  <a:pt x="6737" y="882"/>
                </a:lnTo>
                <a:lnTo>
                  <a:pt x="6849" y="847"/>
                </a:lnTo>
                <a:lnTo>
                  <a:pt x="6961" y="847"/>
                </a:lnTo>
                <a:lnTo>
                  <a:pt x="7074" y="918"/>
                </a:lnTo>
                <a:lnTo>
                  <a:pt x="7186" y="988"/>
                </a:lnTo>
                <a:lnTo>
                  <a:pt x="7298" y="953"/>
                </a:lnTo>
                <a:lnTo>
                  <a:pt x="7410" y="918"/>
                </a:lnTo>
                <a:lnTo>
                  <a:pt x="7523" y="918"/>
                </a:lnTo>
                <a:lnTo>
                  <a:pt x="7635" y="988"/>
                </a:lnTo>
                <a:lnTo>
                  <a:pt x="7710" y="1094"/>
                </a:lnTo>
                <a:lnTo>
                  <a:pt x="7822" y="1129"/>
                </a:lnTo>
                <a:lnTo>
                  <a:pt x="7972" y="1094"/>
                </a:lnTo>
                <a:lnTo>
                  <a:pt x="8122" y="1059"/>
                </a:lnTo>
                <a:lnTo>
                  <a:pt x="8234" y="1024"/>
                </a:lnTo>
                <a:lnTo>
                  <a:pt x="8309" y="918"/>
                </a:lnTo>
                <a:lnTo>
                  <a:pt x="8346" y="812"/>
                </a:lnTo>
                <a:lnTo>
                  <a:pt x="8458" y="706"/>
                </a:lnTo>
                <a:lnTo>
                  <a:pt x="8683" y="706"/>
                </a:lnTo>
                <a:lnTo>
                  <a:pt x="8833" y="741"/>
                </a:lnTo>
                <a:lnTo>
                  <a:pt x="9020" y="812"/>
                </a:lnTo>
                <a:lnTo>
                  <a:pt x="9207" y="847"/>
                </a:lnTo>
                <a:lnTo>
                  <a:pt x="9319" y="882"/>
                </a:lnTo>
                <a:lnTo>
                  <a:pt x="9432" y="918"/>
                </a:lnTo>
                <a:lnTo>
                  <a:pt x="9544" y="953"/>
                </a:lnTo>
                <a:lnTo>
                  <a:pt x="9656" y="918"/>
                </a:lnTo>
                <a:lnTo>
                  <a:pt x="9806" y="847"/>
                </a:lnTo>
                <a:lnTo>
                  <a:pt x="9993" y="777"/>
                </a:lnTo>
                <a:lnTo>
                  <a:pt x="10143" y="777"/>
                </a:lnTo>
                <a:lnTo>
                  <a:pt x="10255" y="777"/>
                </a:lnTo>
                <a:lnTo>
                  <a:pt x="10367" y="706"/>
                </a:lnTo>
                <a:lnTo>
                  <a:pt x="10517" y="635"/>
                </a:lnTo>
                <a:lnTo>
                  <a:pt x="10704" y="635"/>
                </a:lnTo>
                <a:lnTo>
                  <a:pt x="10816" y="635"/>
                </a:lnTo>
                <a:lnTo>
                  <a:pt x="10929" y="635"/>
                </a:lnTo>
                <a:lnTo>
                  <a:pt x="11153" y="564"/>
                </a:lnTo>
                <a:lnTo>
                  <a:pt x="11303" y="529"/>
                </a:lnTo>
                <a:lnTo>
                  <a:pt x="11490" y="493"/>
                </a:lnTo>
                <a:lnTo>
                  <a:pt x="11640" y="423"/>
                </a:lnTo>
                <a:lnTo>
                  <a:pt x="11827" y="388"/>
                </a:lnTo>
                <a:lnTo>
                  <a:pt x="11939" y="352"/>
                </a:lnTo>
                <a:lnTo>
                  <a:pt x="12052" y="352"/>
                </a:lnTo>
                <a:lnTo>
                  <a:pt x="12164" y="458"/>
                </a:lnTo>
                <a:lnTo>
                  <a:pt x="12315" y="529"/>
                </a:lnTo>
                <a:lnTo>
                  <a:pt x="12464" y="599"/>
                </a:lnTo>
                <a:lnTo>
                  <a:pt x="12577" y="671"/>
                </a:lnTo>
                <a:lnTo>
                  <a:pt x="12689" y="671"/>
                </a:lnTo>
                <a:lnTo>
                  <a:pt x="12801" y="671"/>
                </a:lnTo>
                <a:lnTo>
                  <a:pt x="12913" y="635"/>
                </a:lnTo>
                <a:lnTo>
                  <a:pt x="13063" y="635"/>
                </a:lnTo>
                <a:lnTo>
                  <a:pt x="13175" y="599"/>
                </a:lnTo>
                <a:lnTo>
                  <a:pt x="13288" y="599"/>
                </a:lnTo>
                <a:lnTo>
                  <a:pt x="13400" y="599"/>
                </a:lnTo>
                <a:lnTo>
                  <a:pt x="13550" y="599"/>
                </a:lnTo>
                <a:lnTo>
                  <a:pt x="13662" y="599"/>
                </a:lnTo>
                <a:lnTo>
                  <a:pt x="13774" y="599"/>
                </a:lnTo>
                <a:lnTo>
                  <a:pt x="13887" y="599"/>
                </a:lnTo>
                <a:lnTo>
                  <a:pt x="13999" y="599"/>
                </a:lnTo>
                <a:lnTo>
                  <a:pt x="14149" y="599"/>
                </a:lnTo>
                <a:lnTo>
                  <a:pt x="14261" y="564"/>
                </a:lnTo>
                <a:lnTo>
                  <a:pt x="14411" y="529"/>
                </a:lnTo>
                <a:lnTo>
                  <a:pt x="14560" y="493"/>
                </a:lnTo>
                <a:lnTo>
                  <a:pt x="14710" y="493"/>
                </a:lnTo>
                <a:lnTo>
                  <a:pt x="14860" y="388"/>
                </a:lnTo>
                <a:lnTo>
                  <a:pt x="15009" y="317"/>
                </a:lnTo>
                <a:lnTo>
                  <a:pt x="15122" y="317"/>
                </a:lnTo>
                <a:lnTo>
                  <a:pt x="15271" y="388"/>
                </a:lnTo>
                <a:lnTo>
                  <a:pt x="15384" y="493"/>
                </a:lnTo>
                <a:lnTo>
                  <a:pt x="15496" y="529"/>
                </a:lnTo>
                <a:lnTo>
                  <a:pt x="15608" y="599"/>
                </a:lnTo>
                <a:lnTo>
                  <a:pt x="15721" y="671"/>
                </a:lnTo>
                <a:lnTo>
                  <a:pt x="15870" y="741"/>
                </a:lnTo>
                <a:lnTo>
                  <a:pt x="15983" y="741"/>
                </a:lnTo>
                <a:lnTo>
                  <a:pt x="16095" y="777"/>
                </a:lnTo>
                <a:lnTo>
                  <a:pt x="16207" y="812"/>
                </a:lnTo>
                <a:lnTo>
                  <a:pt x="16319" y="847"/>
                </a:lnTo>
                <a:lnTo>
                  <a:pt x="16432" y="882"/>
                </a:lnTo>
                <a:lnTo>
                  <a:pt x="16544" y="918"/>
                </a:lnTo>
                <a:lnTo>
                  <a:pt x="16656" y="918"/>
                </a:lnTo>
                <a:lnTo>
                  <a:pt x="16769" y="918"/>
                </a:lnTo>
                <a:lnTo>
                  <a:pt x="16881" y="918"/>
                </a:lnTo>
                <a:lnTo>
                  <a:pt x="16993" y="918"/>
                </a:lnTo>
                <a:lnTo>
                  <a:pt x="17105" y="918"/>
                </a:lnTo>
                <a:lnTo>
                  <a:pt x="17218" y="918"/>
                </a:lnTo>
                <a:lnTo>
                  <a:pt x="17367" y="918"/>
                </a:lnTo>
                <a:lnTo>
                  <a:pt x="17480" y="953"/>
                </a:lnTo>
                <a:lnTo>
                  <a:pt x="17592" y="953"/>
                </a:lnTo>
                <a:lnTo>
                  <a:pt x="17742" y="1024"/>
                </a:lnTo>
                <a:lnTo>
                  <a:pt x="17854" y="1059"/>
                </a:lnTo>
                <a:lnTo>
                  <a:pt x="17966" y="1094"/>
                </a:lnTo>
                <a:lnTo>
                  <a:pt x="18079" y="1165"/>
                </a:lnTo>
                <a:lnTo>
                  <a:pt x="18191" y="1165"/>
                </a:lnTo>
                <a:lnTo>
                  <a:pt x="18303" y="1165"/>
                </a:lnTo>
                <a:lnTo>
                  <a:pt x="18416" y="1129"/>
                </a:lnTo>
                <a:lnTo>
                  <a:pt x="18565" y="1059"/>
                </a:lnTo>
                <a:lnTo>
                  <a:pt x="18678" y="988"/>
                </a:lnTo>
                <a:lnTo>
                  <a:pt x="18790" y="988"/>
                </a:lnTo>
                <a:lnTo>
                  <a:pt x="18940" y="918"/>
                </a:lnTo>
                <a:lnTo>
                  <a:pt x="19052" y="882"/>
                </a:lnTo>
                <a:lnTo>
                  <a:pt x="19089" y="777"/>
                </a:lnTo>
                <a:lnTo>
                  <a:pt x="19127" y="671"/>
                </a:lnTo>
                <a:lnTo>
                  <a:pt x="19239" y="599"/>
                </a:lnTo>
                <a:lnTo>
                  <a:pt x="19351" y="599"/>
                </a:lnTo>
                <a:lnTo>
                  <a:pt x="19464" y="635"/>
                </a:lnTo>
                <a:lnTo>
                  <a:pt x="19576" y="671"/>
                </a:lnTo>
                <a:lnTo>
                  <a:pt x="19688" y="671"/>
                </a:lnTo>
                <a:lnTo>
                  <a:pt x="19800" y="706"/>
                </a:lnTo>
                <a:lnTo>
                  <a:pt x="19913" y="706"/>
                </a:lnTo>
                <a:lnTo>
                  <a:pt x="20062" y="706"/>
                </a:lnTo>
                <a:lnTo>
                  <a:pt x="20212" y="671"/>
                </a:lnTo>
                <a:lnTo>
                  <a:pt x="20362" y="635"/>
                </a:lnTo>
                <a:lnTo>
                  <a:pt x="20512" y="564"/>
                </a:lnTo>
                <a:lnTo>
                  <a:pt x="20661" y="529"/>
                </a:lnTo>
                <a:lnTo>
                  <a:pt x="20886" y="493"/>
                </a:lnTo>
                <a:lnTo>
                  <a:pt x="20998" y="493"/>
                </a:lnTo>
                <a:lnTo>
                  <a:pt x="21110" y="529"/>
                </a:lnTo>
                <a:lnTo>
                  <a:pt x="21223" y="599"/>
                </a:lnTo>
                <a:lnTo>
                  <a:pt x="21335" y="671"/>
                </a:lnTo>
                <a:lnTo>
                  <a:pt x="21485" y="706"/>
                </a:lnTo>
                <a:lnTo>
                  <a:pt x="21597" y="777"/>
                </a:lnTo>
                <a:lnTo>
                  <a:pt x="21747" y="812"/>
                </a:lnTo>
                <a:lnTo>
                  <a:pt x="21896" y="882"/>
                </a:lnTo>
                <a:lnTo>
                  <a:pt x="22046" y="882"/>
                </a:lnTo>
                <a:lnTo>
                  <a:pt x="22196" y="882"/>
                </a:lnTo>
                <a:lnTo>
                  <a:pt x="22308" y="918"/>
                </a:lnTo>
                <a:lnTo>
                  <a:pt x="22420" y="953"/>
                </a:lnTo>
                <a:lnTo>
                  <a:pt x="22608" y="953"/>
                </a:lnTo>
                <a:lnTo>
                  <a:pt x="22720" y="953"/>
                </a:lnTo>
                <a:lnTo>
                  <a:pt x="22832" y="988"/>
                </a:lnTo>
                <a:lnTo>
                  <a:pt x="22944" y="1024"/>
                </a:lnTo>
                <a:lnTo>
                  <a:pt x="23094" y="1094"/>
                </a:lnTo>
                <a:lnTo>
                  <a:pt x="23244" y="1129"/>
                </a:lnTo>
                <a:lnTo>
                  <a:pt x="23356" y="1165"/>
                </a:lnTo>
                <a:lnTo>
                  <a:pt x="23468" y="1165"/>
                </a:lnTo>
                <a:lnTo>
                  <a:pt x="23581" y="1165"/>
                </a:lnTo>
                <a:lnTo>
                  <a:pt x="23693" y="1165"/>
                </a:lnTo>
                <a:lnTo>
                  <a:pt x="23805" y="1165"/>
                </a:lnTo>
                <a:lnTo>
                  <a:pt x="23918" y="1165"/>
                </a:lnTo>
                <a:lnTo>
                  <a:pt x="24067" y="1165"/>
                </a:lnTo>
                <a:lnTo>
                  <a:pt x="24180" y="1165"/>
                </a:lnTo>
                <a:lnTo>
                  <a:pt x="24329" y="1165"/>
                </a:lnTo>
                <a:lnTo>
                  <a:pt x="24442" y="1200"/>
                </a:lnTo>
                <a:lnTo>
                  <a:pt x="24554" y="1235"/>
                </a:lnTo>
                <a:lnTo>
                  <a:pt x="24404" y="0"/>
                </a:lnTo>
                <a:lnTo>
                  <a:pt x="0" y="7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101520" y="4521240"/>
            <a:ext cx="8585640" cy="356040"/>
          </a:xfrm>
          <a:custGeom>
            <a:avLst/>
            <a:gdLst/>
            <a:ahLst/>
            <a:rect l="0" t="0" r="r" b="b"/>
            <a:pathLst>
              <a:path w="23849" h="989">
                <a:moveTo>
                  <a:pt x="0" y="342"/>
                </a:moveTo>
                <a:lnTo>
                  <a:pt x="0" y="989"/>
                </a:lnTo>
                <a:lnTo>
                  <a:pt x="23849" y="951"/>
                </a:lnTo>
                <a:lnTo>
                  <a:pt x="23740" y="494"/>
                </a:lnTo>
                <a:lnTo>
                  <a:pt x="23630" y="456"/>
                </a:lnTo>
                <a:lnTo>
                  <a:pt x="23520" y="418"/>
                </a:lnTo>
                <a:lnTo>
                  <a:pt x="23410" y="418"/>
                </a:lnTo>
                <a:lnTo>
                  <a:pt x="23301" y="304"/>
                </a:lnTo>
                <a:lnTo>
                  <a:pt x="23191" y="304"/>
                </a:lnTo>
                <a:lnTo>
                  <a:pt x="23081" y="342"/>
                </a:lnTo>
                <a:lnTo>
                  <a:pt x="22971" y="342"/>
                </a:lnTo>
                <a:lnTo>
                  <a:pt x="22825" y="380"/>
                </a:lnTo>
                <a:lnTo>
                  <a:pt x="22752" y="494"/>
                </a:lnTo>
                <a:lnTo>
                  <a:pt x="22642" y="418"/>
                </a:lnTo>
                <a:lnTo>
                  <a:pt x="22533" y="266"/>
                </a:lnTo>
                <a:lnTo>
                  <a:pt x="22423" y="189"/>
                </a:lnTo>
                <a:lnTo>
                  <a:pt x="22313" y="113"/>
                </a:lnTo>
                <a:lnTo>
                  <a:pt x="22203" y="75"/>
                </a:lnTo>
                <a:lnTo>
                  <a:pt x="22094" y="0"/>
                </a:lnTo>
                <a:lnTo>
                  <a:pt x="21984" y="0"/>
                </a:lnTo>
                <a:lnTo>
                  <a:pt x="21874" y="75"/>
                </a:lnTo>
                <a:lnTo>
                  <a:pt x="21874" y="189"/>
                </a:lnTo>
                <a:lnTo>
                  <a:pt x="21838" y="304"/>
                </a:lnTo>
                <a:lnTo>
                  <a:pt x="21728" y="380"/>
                </a:lnTo>
                <a:lnTo>
                  <a:pt x="21582" y="456"/>
                </a:lnTo>
                <a:lnTo>
                  <a:pt x="21472" y="494"/>
                </a:lnTo>
                <a:lnTo>
                  <a:pt x="21362" y="532"/>
                </a:lnTo>
                <a:lnTo>
                  <a:pt x="21252" y="532"/>
                </a:lnTo>
                <a:lnTo>
                  <a:pt x="21143" y="532"/>
                </a:lnTo>
                <a:lnTo>
                  <a:pt x="20960" y="532"/>
                </a:lnTo>
                <a:lnTo>
                  <a:pt x="20850" y="494"/>
                </a:lnTo>
                <a:lnTo>
                  <a:pt x="20704" y="494"/>
                </a:lnTo>
                <a:lnTo>
                  <a:pt x="20557" y="494"/>
                </a:lnTo>
                <a:lnTo>
                  <a:pt x="20411" y="494"/>
                </a:lnTo>
                <a:lnTo>
                  <a:pt x="20301" y="494"/>
                </a:lnTo>
                <a:lnTo>
                  <a:pt x="20155" y="456"/>
                </a:lnTo>
                <a:lnTo>
                  <a:pt x="20045" y="456"/>
                </a:lnTo>
                <a:lnTo>
                  <a:pt x="19862" y="456"/>
                </a:lnTo>
                <a:lnTo>
                  <a:pt x="19753" y="418"/>
                </a:lnTo>
                <a:lnTo>
                  <a:pt x="19643" y="342"/>
                </a:lnTo>
                <a:lnTo>
                  <a:pt x="19533" y="304"/>
                </a:lnTo>
                <a:lnTo>
                  <a:pt x="19424" y="266"/>
                </a:lnTo>
                <a:lnTo>
                  <a:pt x="19241" y="189"/>
                </a:lnTo>
                <a:lnTo>
                  <a:pt x="19131" y="189"/>
                </a:lnTo>
                <a:lnTo>
                  <a:pt x="19021" y="189"/>
                </a:lnTo>
                <a:lnTo>
                  <a:pt x="18911" y="266"/>
                </a:lnTo>
                <a:lnTo>
                  <a:pt x="18838" y="380"/>
                </a:lnTo>
                <a:lnTo>
                  <a:pt x="18729" y="380"/>
                </a:lnTo>
                <a:lnTo>
                  <a:pt x="18582" y="380"/>
                </a:lnTo>
                <a:lnTo>
                  <a:pt x="18473" y="418"/>
                </a:lnTo>
                <a:lnTo>
                  <a:pt x="18363" y="418"/>
                </a:lnTo>
                <a:lnTo>
                  <a:pt x="18217" y="418"/>
                </a:lnTo>
                <a:lnTo>
                  <a:pt x="18107" y="418"/>
                </a:lnTo>
                <a:lnTo>
                  <a:pt x="17997" y="418"/>
                </a:lnTo>
                <a:lnTo>
                  <a:pt x="17886" y="456"/>
                </a:lnTo>
                <a:lnTo>
                  <a:pt x="17777" y="456"/>
                </a:lnTo>
                <a:lnTo>
                  <a:pt x="17667" y="494"/>
                </a:lnTo>
                <a:lnTo>
                  <a:pt x="17557" y="494"/>
                </a:lnTo>
                <a:lnTo>
                  <a:pt x="17447" y="532"/>
                </a:lnTo>
                <a:lnTo>
                  <a:pt x="17338" y="532"/>
                </a:lnTo>
                <a:lnTo>
                  <a:pt x="17228" y="494"/>
                </a:lnTo>
                <a:lnTo>
                  <a:pt x="17118" y="494"/>
                </a:lnTo>
                <a:lnTo>
                  <a:pt x="17009" y="494"/>
                </a:lnTo>
                <a:lnTo>
                  <a:pt x="16862" y="494"/>
                </a:lnTo>
                <a:lnTo>
                  <a:pt x="16752" y="494"/>
                </a:lnTo>
                <a:lnTo>
                  <a:pt x="16643" y="494"/>
                </a:lnTo>
                <a:lnTo>
                  <a:pt x="16496" y="494"/>
                </a:lnTo>
                <a:lnTo>
                  <a:pt x="16350" y="494"/>
                </a:lnTo>
                <a:lnTo>
                  <a:pt x="16204" y="532"/>
                </a:lnTo>
                <a:lnTo>
                  <a:pt x="16094" y="532"/>
                </a:lnTo>
                <a:lnTo>
                  <a:pt x="15948" y="532"/>
                </a:lnTo>
                <a:lnTo>
                  <a:pt x="15838" y="532"/>
                </a:lnTo>
                <a:lnTo>
                  <a:pt x="15728" y="532"/>
                </a:lnTo>
                <a:lnTo>
                  <a:pt x="15619" y="532"/>
                </a:lnTo>
                <a:lnTo>
                  <a:pt x="15509" y="532"/>
                </a:lnTo>
                <a:lnTo>
                  <a:pt x="15399" y="532"/>
                </a:lnTo>
                <a:lnTo>
                  <a:pt x="15253" y="494"/>
                </a:lnTo>
                <a:lnTo>
                  <a:pt x="15107" y="494"/>
                </a:lnTo>
                <a:lnTo>
                  <a:pt x="14997" y="456"/>
                </a:lnTo>
                <a:lnTo>
                  <a:pt x="14887" y="456"/>
                </a:lnTo>
                <a:lnTo>
                  <a:pt x="14741" y="418"/>
                </a:lnTo>
                <a:lnTo>
                  <a:pt x="14558" y="418"/>
                </a:lnTo>
                <a:lnTo>
                  <a:pt x="14448" y="418"/>
                </a:lnTo>
                <a:lnTo>
                  <a:pt x="14338" y="418"/>
                </a:lnTo>
                <a:lnTo>
                  <a:pt x="14229" y="418"/>
                </a:lnTo>
                <a:lnTo>
                  <a:pt x="14046" y="418"/>
                </a:lnTo>
                <a:lnTo>
                  <a:pt x="13936" y="342"/>
                </a:lnTo>
                <a:lnTo>
                  <a:pt x="13826" y="304"/>
                </a:lnTo>
                <a:lnTo>
                  <a:pt x="13717" y="304"/>
                </a:lnTo>
                <a:lnTo>
                  <a:pt x="13534" y="304"/>
                </a:lnTo>
                <a:lnTo>
                  <a:pt x="13424" y="304"/>
                </a:lnTo>
                <a:lnTo>
                  <a:pt x="13278" y="304"/>
                </a:lnTo>
                <a:lnTo>
                  <a:pt x="13168" y="304"/>
                </a:lnTo>
                <a:lnTo>
                  <a:pt x="13058" y="304"/>
                </a:lnTo>
                <a:lnTo>
                  <a:pt x="12912" y="342"/>
                </a:lnTo>
                <a:lnTo>
                  <a:pt x="12766" y="380"/>
                </a:lnTo>
                <a:lnTo>
                  <a:pt x="12583" y="418"/>
                </a:lnTo>
                <a:lnTo>
                  <a:pt x="12473" y="418"/>
                </a:lnTo>
                <a:lnTo>
                  <a:pt x="12327" y="418"/>
                </a:lnTo>
                <a:lnTo>
                  <a:pt x="12180" y="456"/>
                </a:lnTo>
                <a:lnTo>
                  <a:pt x="12071" y="494"/>
                </a:lnTo>
                <a:lnTo>
                  <a:pt x="11851" y="532"/>
                </a:lnTo>
                <a:lnTo>
                  <a:pt x="11742" y="570"/>
                </a:lnTo>
                <a:lnTo>
                  <a:pt x="11595" y="570"/>
                </a:lnTo>
                <a:lnTo>
                  <a:pt x="11449" y="608"/>
                </a:lnTo>
                <a:lnTo>
                  <a:pt x="11266" y="646"/>
                </a:lnTo>
                <a:lnTo>
                  <a:pt x="11083" y="646"/>
                </a:lnTo>
                <a:lnTo>
                  <a:pt x="10937" y="646"/>
                </a:lnTo>
                <a:lnTo>
                  <a:pt x="10827" y="646"/>
                </a:lnTo>
                <a:lnTo>
                  <a:pt x="10681" y="646"/>
                </a:lnTo>
                <a:lnTo>
                  <a:pt x="10571" y="646"/>
                </a:lnTo>
                <a:lnTo>
                  <a:pt x="10461" y="646"/>
                </a:lnTo>
                <a:lnTo>
                  <a:pt x="10352" y="646"/>
                </a:lnTo>
                <a:lnTo>
                  <a:pt x="10205" y="608"/>
                </a:lnTo>
                <a:lnTo>
                  <a:pt x="10096" y="570"/>
                </a:lnTo>
                <a:lnTo>
                  <a:pt x="9986" y="570"/>
                </a:lnTo>
                <a:lnTo>
                  <a:pt x="9840" y="532"/>
                </a:lnTo>
                <a:lnTo>
                  <a:pt x="9730" y="494"/>
                </a:lnTo>
                <a:lnTo>
                  <a:pt x="9547" y="494"/>
                </a:lnTo>
                <a:lnTo>
                  <a:pt x="9437" y="456"/>
                </a:lnTo>
                <a:lnTo>
                  <a:pt x="9327" y="456"/>
                </a:lnTo>
                <a:lnTo>
                  <a:pt x="9218" y="418"/>
                </a:lnTo>
                <a:lnTo>
                  <a:pt x="9035" y="418"/>
                </a:lnTo>
                <a:lnTo>
                  <a:pt x="8852" y="418"/>
                </a:lnTo>
                <a:lnTo>
                  <a:pt x="8706" y="380"/>
                </a:lnTo>
                <a:lnTo>
                  <a:pt x="8559" y="380"/>
                </a:lnTo>
                <a:lnTo>
                  <a:pt x="8376" y="342"/>
                </a:lnTo>
                <a:lnTo>
                  <a:pt x="8267" y="342"/>
                </a:lnTo>
                <a:lnTo>
                  <a:pt x="8157" y="342"/>
                </a:lnTo>
                <a:lnTo>
                  <a:pt x="8047" y="342"/>
                </a:lnTo>
                <a:lnTo>
                  <a:pt x="7938" y="342"/>
                </a:lnTo>
                <a:lnTo>
                  <a:pt x="7828" y="342"/>
                </a:lnTo>
                <a:lnTo>
                  <a:pt x="7718" y="342"/>
                </a:lnTo>
                <a:lnTo>
                  <a:pt x="7608" y="380"/>
                </a:lnTo>
                <a:lnTo>
                  <a:pt x="7499" y="418"/>
                </a:lnTo>
                <a:lnTo>
                  <a:pt x="7352" y="494"/>
                </a:lnTo>
                <a:lnTo>
                  <a:pt x="7243" y="494"/>
                </a:lnTo>
                <a:lnTo>
                  <a:pt x="7133" y="532"/>
                </a:lnTo>
                <a:lnTo>
                  <a:pt x="7023" y="532"/>
                </a:lnTo>
                <a:lnTo>
                  <a:pt x="6913" y="532"/>
                </a:lnTo>
                <a:lnTo>
                  <a:pt x="6804" y="532"/>
                </a:lnTo>
                <a:lnTo>
                  <a:pt x="6657" y="532"/>
                </a:lnTo>
                <a:lnTo>
                  <a:pt x="6511" y="532"/>
                </a:lnTo>
                <a:lnTo>
                  <a:pt x="6401" y="494"/>
                </a:lnTo>
                <a:lnTo>
                  <a:pt x="6292" y="456"/>
                </a:lnTo>
                <a:lnTo>
                  <a:pt x="6109" y="418"/>
                </a:lnTo>
                <a:lnTo>
                  <a:pt x="5961" y="418"/>
                </a:lnTo>
                <a:lnTo>
                  <a:pt x="5852" y="380"/>
                </a:lnTo>
                <a:lnTo>
                  <a:pt x="5705" y="304"/>
                </a:lnTo>
                <a:lnTo>
                  <a:pt x="5596" y="266"/>
                </a:lnTo>
                <a:lnTo>
                  <a:pt x="5486" y="227"/>
                </a:lnTo>
                <a:lnTo>
                  <a:pt x="5376" y="189"/>
                </a:lnTo>
                <a:lnTo>
                  <a:pt x="5230" y="189"/>
                </a:lnTo>
                <a:lnTo>
                  <a:pt x="5120" y="189"/>
                </a:lnTo>
                <a:lnTo>
                  <a:pt x="5010" y="189"/>
                </a:lnTo>
                <a:lnTo>
                  <a:pt x="4864" y="189"/>
                </a:lnTo>
                <a:lnTo>
                  <a:pt x="4718" y="227"/>
                </a:lnTo>
                <a:lnTo>
                  <a:pt x="4608" y="266"/>
                </a:lnTo>
                <a:lnTo>
                  <a:pt x="4498" y="304"/>
                </a:lnTo>
                <a:lnTo>
                  <a:pt x="4352" y="342"/>
                </a:lnTo>
                <a:lnTo>
                  <a:pt x="4206" y="380"/>
                </a:lnTo>
                <a:lnTo>
                  <a:pt x="4023" y="418"/>
                </a:lnTo>
                <a:lnTo>
                  <a:pt x="3913" y="418"/>
                </a:lnTo>
                <a:lnTo>
                  <a:pt x="3803" y="418"/>
                </a:lnTo>
                <a:lnTo>
                  <a:pt x="3657" y="418"/>
                </a:lnTo>
                <a:lnTo>
                  <a:pt x="3511" y="418"/>
                </a:lnTo>
                <a:lnTo>
                  <a:pt x="3365" y="418"/>
                </a:lnTo>
                <a:lnTo>
                  <a:pt x="3218" y="418"/>
                </a:lnTo>
                <a:lnTo>
                  <a:pt x="3108" y="418"/>
                </a:lnTo>
                <a:lnTo>
                  <a:pt x="2999" y="418"/>
                </a:lnTo>
                <a:lnTo>
                  <a:pt x="2852" y="456"/>
                </a:lnTo>
                <a:lnTo>
                  <a:pt x="2670" y="494"/>
                </a:lnTo>
                <a:lnTo>
                  <a:pt x="2560" y="494"/>
                </a:lnTo>
                <a:lnTo>
                  <a:pt x="2450" y="532"/>
                </a:lnTo>
                <a:lnTo>
                  <a:pt x="2340" y="532"/>
                </a:lnTo>
                <a:lnTo>
                  <a:pt x="2194" y="532"/>
                </a:lnTo>
                <a:lnTo>
                  <a:pt x="2048" y="532"/>
                </a:lnTo>
                <a:lnTo>
                  <a:pt x="1938" y="532"/>
                </a:lnTo>
                <a:lnTo>
                  <a:pt x="1828" y="532"/>
                </a:lnTo>
                <a:lnTo>
                  <a:pt x="1682" y="532"/>
                </a:lnTo>
                <a:lnTo>
                  <a:pt x="1536" y="532"/>
                </a:lnTo>
                <a:lnTo>
                  <a:pt x="1426" y="532"/>
                </a:lnTo>
                <a:lnTo>
                  <a:pt x="1280" y="532"/>
                </a:lnTo>
                <a:lnTo>
                  <a:pt x="1170" y="532"/>
                </a:lnTo>
                <a:lnTo>
                  <a:pt x="1060" y="532"/>
                </a:lnTo>
                <a:lnTo>
                  <a:pt x="950" y="532"/>
                </a:lnTo>
                <a:lnTo>
                  <a:pt x="804" y="532"/>
                </a:lnTo>
                <a:lnTo>
                  <a:pt x="694" y="532"/>
                </a:lnTo>
                <a:lnTo>
                  <a:pt x="585" y="532"/>
                </a:lnTo>
                <a:lnTo>
                  <a:pt x="475" y="532"/>
                </a:lnTo>
                <a:lnTo>
                  <a:pt x="329" y="532"/>
                </a:lnTo>
                <a:lnTo>
                  <a:pt x="219" y="494"/>
                </a:lnTo>
                <a:lnTo>
                  <a:pt x="109" y="494"/>
                </a:lnTo>
                <a:lnTo>
                  <a:pt x="0" y="342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27080" y="4965840"/>
            <a:ext cx="8585280" cy="1803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br>
              <a:rPr sz="1000"/>
            </a:b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02 CustKey  PIC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Replace the X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(3) VALUE KEY".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02 CustKey  PIC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X(19)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VALUE "KEY".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02 CustKey  PIC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X(19)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VALUE "KEY".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50760" y="4851360"/>
            <a:ext cx="8699760" cy="343440"/>
          </a:xfrm>
          <a:custGeom>
            <a:avLst/>
            <a:gdLst/>
            <a:ahLst/>
            <a:rect l="0" t="0" r="r" b="b"/>
            <a:pathLst>
              <a:path w="24166" h="954">
                <a:moveTo>
                  <a:pt x="72" y="176"/>
                </a:moveTo>
                <a:lnTo>
                  <a:pt x="72" y="318"/>
                </a:lnTo>
                <a:lnTo>
                  <a:pt x="108" y="424"/>
                </a:lnTo>
                <a:lnTo>
                  <a:pt x="108" y="530"/>
                </a:lnTo>
                <a:lnTo>
                  <a:pt x="144" y="636"/>
                </a:lnTo>
                <a:lnTo>
                  <a:pt x="144" y="742"/>
                </a:lnTo>
                <a:lnTo>
                  <a:pt x="252" y="742"/>
                </a:lnTo>
                <a:lnTo>
                  <a:pt x="360" y="671"/>
                </a:lnTo>
                <a:lnTo>
                  <a:pt x="432" y="565"/>
                </a:lnTo>
                <a:lnTo>
                  <a:pt x="541" y="530"/>
                </a:lnTo>
                <a:lnTo>
                  <a:pt x="649" y="494"/>
                </a:lnTo>
                <a:lnTo>
                  <a:pt x="757" y="530"/>
                </a:lnTo>
                <a:lnTo>
                  <a:pt x="829" y="636"/>
                </a:lnTo>
                <a:lnTo>
                  <a:pt x="937" y="671"/>
                </a:lnTo>
                <a:lnTo>
                  <a:pt x="1045" y="742"/>
                </a:lnTo>
                <a:lnTo>
                  <a:pt x="1154" y="742"/>
                </a:lnTo>
                <a:lnTo>
                  <a:pt x="1262" y="742"/>
                </a:lnTo>
                <a:lnTo>
                  <a:pt x="1298" y="636"/>
                </a:lnTo>
                <a:lnTo>
                  <a:pt x="1406" y="565"/>
                </a:lnTo>
                <a:lnTo>
                  <a:pt x="1514" y="530"/>
                </a:lnTo>
                <a:lnTo>
                  <a:pt x="1659" y="494"/>
                </a:lnTo>
                <a:lnTo>
                  <a:pt x="1767" y="565"/>
                </a:lnTo>
                <a:lnTo>
                  <a:pt x="1875" y="600"/>
                </a:lnTo>
                <a:lnTo>
                  <a:pt x="1983" y="600"/>
                </a:lnTo>
                <a:lnTo>
                  <a:pt x="2091" y="565"/>
                </a:lnTo>
                <a:lnTo>
                  <a:pt x="2200" y="565"/>
                </a:lnTo>
                <a:lnTo>
                  <a:pt x="2344" y="530"/>
                </a:lnTo>
                <a:lnTo>
                  <a:pt x="2524" y="494"/>
                </a:lnTo>
                <a:lnTo>
                  <a:pt x="2669" y="459"/>
                </a:lnTo>
                <a:lnTo>
                  <a:pt x="2813" y="459"/>
                </a:lnTo>
                <a:lnTo>
                  <a:pt x="2993" y="459"/>
                </a:lnTo>
                <a:lnTo>
                  <a:pt x="3101" y="424"/>
                </a:lnTo>
                <a:lnTo>
                  <a:pt x="3282" y="424"/>
                </a:lnTo>
                <a:lnTo>
                  <a:pt x="3426" y="424"/>
                </a:lnTo>
                <a:lnTo>
                  <a:pt x="3534" y="424"/>
                </a:lnTo>
                <a:lnTo>
                  <a:pt x="3678" y="424"/>
                </a:lnTo>
                <a:lnTo>
                  <a:pt x="3787" y="459"/>
                </a:lnTo>
                <a:lnTo>
                  <a:pt x="3895" y="459"/>
                </a:lnTo>
                <a:lnTo>
                  <a:pt x="4003" y="494"/>
                </a:lnTo>
                <a:lnTo>
                  <a:pt x="4111" y="494"/>
                </a:lnTo>
                <a:lnTo>
                  <a:pt x="4219" y="530"/>
                </a:lnTo>
                <a:lnTo>
                  <a:pt x="4328" y="530"/>
                </a:lnTo>
                <a:lnTo>
                  <a:pt x="4436" y="600"/>
                </a:lnTo>
                <a:lnTo>
                  <a:pt x="4580" y="636"/>
                </a:lnTo>
                <a:lnTo>
                  <a:pt x="4796" y="636"/>
                </a:lnTo>
                <a:lnTo>
                  <a:pt x="4905" y="636"/>
                </a:lnTo>
                <a:lnTo>
                  <a:pt x="5049" y="636"/>
                </a:lnTo>
                <a:lnTo>
                  <a:pt x="5193" y="636"/>
                </a:lnTo>
                <a:lnTo>
                  <a:pt x="5374" y="636"/>
                </a:lnTo>
                <a:lnTo>
                  <a:pt x="5518" y="636"/>
                </a:lnTo>
                <a:lnTo>
                  <a:pt x="5626" y="636"/>
                </a:lnTo>
                <a:lnTo>
                  <a:pt x="5770" y="636"/>
                </a:lnTo>
                <a:lnTo>
                  <a:pt x="5915" y="636"/>
                </a:lnTo>
                <a:lnTo>
                  <a:pt x="6023" y="636"/>
                </a:lnTo>
                <a:lnTo>
                  <a:pt x="6167" y="636"/>
                </a:lnTo>
                <a:lnTo>
                  <a:pt x="6275" y="636"/>
                </a:lnTo>
                <a:lnTo>
                  <a:pt x="6383" y="636"/>
                </a:lnTo>
                <a:lnTo>
                  <a:pt x="6528" y="636"/>
                </a:lnTo>
                <a:lnTo>
                  <a:pt x="6708" y="636"/>
                </a:lnTo>
                <a:lnTo>
                  <a:pt x="6816" y="636"/>
                </a:lnTo>
                <a:lnTo>
                  <a:pt x="6997" y="636"/>
                </a:lnTo>
                <a:lnTo>
                  <a:pt x="7105" y="636"/>
                </a:lnTo>
                <a:lnTo>
                  <a:pt x="7249" y="600"/>
                </a:lnTo>
                <a:lnTo>
                  <a:pt x="7357" y="600"/>
                </a:lnTo>
                <a:lnTo>
                  <a:pt x="7502" y="600"/>
                </a:lnTo>
                <a:lnTo>
                  <a:pt x="7646" y="565"/>
                </a:lnTo>
                <a:lnTo>
                  <a:pt x="7790" y="530"/>
                </a:lnTo>
                <a:lnTo>
                  <a:pt x="7898" y="530"/>
                </a:lnTo>
                <a:lnTo>
                  <a:pt x="8079" y="530"/>
                </a:lnTo>
                <a:lnTo>
                  <a:pt x="8187" y="530"/>
                </a:lnTo>
                <a:lnTo>
                  <a:pt x="8295" y="530"/>
                </a:lnTo>
                <a:lnTo>
                  <a:pt x="8439" y="494"/>
                </a:lnTo>
                <a:lnTo>
                  <a:pt x="8584" y="494"/>
                </a:lnTo>
                <a:lnTo>
                  <a:pt x="8764" y="494"/>
                </a:lnTo>
                <a:lnTo>
                  <a:pt x="8944" y="494"/>
                </a:lnTo>
                <a:lnTo>
                  <a:pt x="9125" y="494"/>
                </a:lnTo>
                <a:lnTo>
                  <a:pt x="9269" y="494"/>
                </a:lnTo>
                <a:lnTo>
                  <a:pt x="9377" y="494"/>
                </a:lnTo>
                <a:lnTo>
                  <a:pt x="9485" y="494"/>
                </a:lnTo>
                <a:lnTo>
                  <a:pt x="9593" y="494"/>
                </a:lnTo>
                <a:lnTo>
                  <a:pt x="9702" y="494"/>
                </a:lnTo>
                <a:lnTo>
                  <a:pt x="9918" y="494"/>
                </a:lnTo>
                <a:lnTo>
                  <a:pt x="10062" y="494"/>
                </a:lnTo>
                <a:lnTo>
                  <a:pt x="10207" y="530"/>
                </a:lnTo>
                <a:lnTo>
                  <a:pt x="10423" y="530"/>
                </a:lnTo>
                <a:lnTo>
                  <a:pt x="10928" y="530"/>
                </a:lnTo>
                <a:lnTo>
                  <a:pt x="11433" y="530"/>
                </a:lnTo>
                <a:lnTo>
                  <a:pt x="11938" y="530"/>
                </a:lnTo>
                <a:lnTo>
                  <a:pt x="12444" y="530"/>
                </a:lnTo>
                <a:lnTo>
                  <a:pt x="12660" y="530"/>
                </a:lnTo>
                <a:lnTo>
                  <a:pt x="12841" y="530"/>
                </a:lnTo>
                <a:lnTo>
                  <a:pt x="12985" y="530"/>
                </a:lnTo>
                <a:lnTo>
                  <a:pt x="13093" y="565"/>
                </a:lnTo>
                <a:lnTo>
                  <a:pt x="13201" y="600"/>
                </a:lnTo>
                <a:lnTo>
                  <a:pt x="13382" y="671"/>
                </a:lnTo>
                <a:lnTo>
                  <a:pt x="13526" y="706"/>
                </a:lnTo>
                <a:lnTo>
                  <a:pt x="13706" y="706"/>
                </a:lnTo>
                <a:lnTo>
                  <a:pt x="13887" y="706"/>
                </a:lnTo>
                <a:lnTo>
                  <a:pt x="14103" y="706"/>
                </a:lnTo>
                <a:lnTo>
                  <a:pt x="14247" y="706"/>
                </a:lnTo>
                <a:lnTo>
                  <a:pt x="14355" y="706"/>
                </a:lnTo>
                <a:lnTo>
                  <a:pt x="14500" y="706"/>
                </a:lnTo>
                <a:lnTo>
                  <a:pt x="14680" y="706"/>
                </a:lnTo>
                <a:lnTo>
                  <a:pt x="14824" y="706"/>
                </a:lnTo>
                <a:lnTo>
                  <a:pt x="14969" y="706"/>
                </a:lnTo>
                <a:lnTo>
                  <a:pt x="15077" y="706"/>
                </a:lnTo>
                <a:lnTo>
                  <a:pt x="15185" y="706"/>
                </a:lnTo>
                <a:lnTo>
                  <a:pt x="15329" y="778"/>
                </a:lnTo>
                <a:lnTo>
                  <a:pt x="15510" y="813"/>
                </a:lnTo>
                <a:lnTo>
                  <a:pt x="15690" y="883"/>
                </a:lnTo>
                <a:lnTo>
                  <a:pt x="15870" y="919"/>
                </a:lnTo>
                <a:lnTo>
                  <a:pt x="15978" y="954"/>
                </a:lnTo>
                <a:lnTo>
                  <a:pt x="16087" y="954"/>
                </a:lnTo>
                <a:lnTo>
                  <a:pt x="16195" y="954"/>
                </a:lnTo>
                <a:lnTo>
                  <a:pt x="16339" y="813"/>
                </a:lnTo>
                <a:lnTo>
                  <a:pt x="16483" y="742"/>
                </a:lnTo>
                <a:lnTo>
                  <a:pt x="16628" y="706"/>
                </a:lnTo>
                <a:lnTo>
                  <a:pt x="16736" y="671"/>
                </a:lnTo>
                <a:lnTo>
                  <a:pt x="16844" y="636"/>
                </a:lnTo>
                <a:lnTo>
                  <a:pt x="16952" y="600"/>
                </a:lnTo>
                <a:lnTo>
                  <a:pt x="17097" y="530"/>
                </a:lnTo>
                <a:lnTo>
                  <a:pt x="17205" y="530"/>
                </a:lnTo>
                <a:lnTo>
                  <a:pt x="17349" y="530"/>
                </a:lnTo>
                <a:lnTo>
                  <a:pt x="17457" y="565"/>
                </a:lnTo>
                <a:lnTo>
                  <a:pt x="17565" y="565"/>
                </a:lnTo>
                <a:lnTo>
                  <a:pt x="17674" y="600"/>
                </a:lnTo>
                <a:lnTo>
                  <a:pt x="17782" y="600"/>
                </a:lnTo>
                <a:lnTo>
                  <a:pt x="17926" y="636"/>
                </a:lnTo>
                <a:lnTo>
                  <a:pt x="18034" y="636"/>
                </a:lnTo>
                <a:lnTo>
                  <a:pt x="18142" y="636"/>
                </a:lnTo>
                <a:lnTo>
                  <a:pt x="18287" y="636"/>
                </a:lnTo>
                <a:lnTo>
                  <a:pt x="18395" y="636"/>
                </a:lnTo>
                <a:lnTo>
                  <a:pt x="18539" y="636"/>
                </a:lnTo>
                <a:lnTo>
                  <a:pt x="18647" y="636"/>
                </a:lnTo>
                <a:lnTo>
                  <a:pt x="18792" y="671"/>
                </a:lnTo>
                <a:lnTo>
                  <a:pt x="18900" y="671"/>
                </a:lnTo>
                <a:lnTo>
                  <a:pt x="19080" y="671"/>
                </a:lnTo>
                <a:lnTo>
                  <a:pt x="19225" y="706"/>
                </a:lnTo>
                <a:lnTo>
                  <a:pt x="19333" y="706"/>
                </a:lnTo>
                <a:lnTo>
                  <a:pt x="19513" y="706"/>
                </a:lnTo>
                <a:lnTo>
                  <a:pt x="19657" y="706"/>
                </a:lnTo>
                <a:lnTo>
                  <a:pt x="19838" y="706"/>
                </a:lnTo>
                <a:lnTo>
                  <a:pt x="19946" y="706"/>
                </a:lnTo>
                <a:lnTo>
                  <a:pt x="20054" y="706"/>
                </a:lnTo>
                <a:lnTo>
                  <a:pt x="20198" y="706"/>
                </a:lnTo>
                <a:lnTo>
                  <a:pt x="20343" y="706"/>
                </a:lnTo>
                <a:lnTo>
                  <a:pt x="20487" y="706"/>
                </a:lnTo>
                <a:lnTo>
                  <a:pt x="20595" y="706"/>
                </a:lnTo>
                <a:lnTo>
                  <a:pt x="20703" y="706"/>
                </a:lnTo>
                <a:lnTo>
                  <a:pt x="20848" y="742"/>
                </a:lnTo>
                <a:lnTo>
                  <a:pt x="20992" y="742"/>
                </a:lnTo>
                <a:lnTo>
                  <a:pt x="21172" y="778"/>
                </a:lnTo>
                <a:lnTo>
                  <a:pt x="21316" y="778"/>
                </a:lnTo>
                <a:lnTo>
                  <a:pt x="21461" y="778"/>
                </a:lnTo>
                <a:lnTo>
                  <a:pt x="21605" y="813"/>
                </a:lnTo>
                <a:lnTo>
                  <a:pt x="21749" y="813"/>
                </a:lnTo>
                <a:lnTo>
                  <a:pt x="21857" y="813"/>
                </a:lnTo>
                <a:lnTo>
                  <a:pt x="22002" y="848"/>
                </a:lnTo>
                <a:lnTo>
                  <a:pt x="22110" y="848"/>
                </a:lnTo>
                <a:lnTo>
                  <a:pt x="22290" y="883"/>
                </a:lnTo>
                <a:lnTo>
                  <a:pt x="22398" y="919"/>
                </a:lnTo>
                <a:lnTo>
                  <a:pt x="22507" y="919"/>
                </a:lnTo>
                <a:lnTo>
                  <a:pt x="22615" y="919"/>
                </a:lnTo>
                <a:lnTo>
                  <a:pt x="22723" y="919"/>
                </a:lnTo>
                <a:lnTo>
                  <a:pt x="22867" y="919"/>
                </a:lnTo>
                <a:lnTo>
                  <a:pt x="23012" y="919"/>
                </a:lnTo>
                <a:lnTo>
                  <a:pt x="23120" y="919"/>
                </a:lnTo>
                <a:lnTo>
                  <a:pt x="23228" y="919"/>
                </a:lnTo>
                <a:lnTo>
                  <a:pt x="23336" y="919"/>
                </a:lnTo>
                <a:lnTo>
                  <a:pt x="23444" y="919"/>
                </a:lnTo>
                <a:lnTo>
                  <a:pt x="23625" y="919"/>
                </a:lnTo>
                <a:lnTo>
                  <a:pt x="23733" y="919"/>
                </a:lnTo>
                <a:lnTo>
                  <a:pt x="23841" y="919"/>
                </a:lnTo>
                <a:lnTo>
                  <a:pt x="23949" y="919"/>
                </a:lnTo>
                <a:lnTo>
                  <a:pt x="24058" y="919"/>
                </a:lnTo>
                <a:lnTo>
                  <a:pt x="24166" y="919"/>
                </a:lnTo>
                <a:lnTo>
                  <a:pt x="24166" y="813"/>
                </a:lnTo>
                <a:lnTo>
                  <a:pt x="24166" y="671"/>
                </a:lnTo>
                <a:lnTo>
                  <a:pt x="24166" y="565"/>
                </a:lnTo>
                <a:lnTo>
                  <a:pt x="24166" y="459"/>
                </a:lnTo>
                <a:lnTo>
                  <a:pt x="24166" y="353"/>
                </a:lnTo>
                <a:lnTo>
                  <a:pt x="24166" y="247"/>
                </a:lnTo>
                <a:lnTo>
                  <a:pt x="24166" y="141"/>
                </a:lnTo>
                <a:lnTo>
                  <a:pt x="24166" y="35"/>
                </a:lnTo>
                <a:lnTo>
                  <a:pt x="0" y="35"/>
                </a:lnTo>
                <a:lnTo>
                  <a:pt x="0" y="0"/>
                </a:lnTo>
                <a:lnTo>
                  <a:pt x="72" y="176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114480" y="6386400"/>
            <a:ext cx="8585640" cy="433800"/>
          </a:xfrm>
          <a:custGeom>
            <a:avLst/>
            <a:gdLst/>
            <a:ahLst/>
            <a:rect l="0" t="0" r="r" b="b"/>
            <a:pathLst>
              <a:path w="23849" h="1205">
                <a:moveTo>
                  <a:pt x="0" y="705"/>
                </a:moveTo>
                <a:lnTo>
                  <a:pt x="141" y="676"/>
                </a:lnTo>
                <a:lnTo>
                  <a:pt x="212" y="588"/>
                </a:lnTo>
                <a:lnTo>
                  <a:pt x="318" y="558"/>
                </a:lnTo>
                <a:lnTo>
                  <a:pt x="425" y="500"/>
                </a:lnTo>
                <a:lnTo>
                  <a:pt x="531" y="500"/>
                </a:lnTo>
                <a:lnTo>
                  <a:pt x="637" y="500"/>
                </a:lnTo>
                <a:lnTo>
                  <a:pt x="744" y="470"/>
                </a:lnTo>
                <a:lnTo>
                  <a:pt x="850" y="470"/>
                </a:lnTo>
                <a:lnTo>
                  <a:pt x="956" y="470"/>
                </a:lnTo>
                <a:lnTo>
                  <a:pt x="1063" y="470"/>
                </a:lnTo>
                <a:lnTo>
                  <a:pt x="1169" y="500"/>
                </a:lnTo>
                <a:lnTo>
                  <a:pt x="1240" y="588"/>
                </a:lnTo>
                <a:lnTo>
                  <a:pt x="1346" y="676"/>
                </a:lnTo>
                <a:lnTo>
                  <a:pt x="1488" y="705"/>
                </a:lnTo>
                <a:lnTo>
                  <a:pt x="1594" y="735"/>
                </a:lnTo>
                <a:lnTo>
                  <a:pt x="1700" y="793"/>
                </a:lnTo>
                <a:lnTo>
                  <a:pt x="1807" y="793"/>
                </a:lnTo>
                <a:lnTo>
                  <a:pt x="1913" y="823"/>
                </a:lnTo>
                <a:lnTo>
                  <a:pt x="2019" y="823"/>
                </a:lnTo>
                <a:lnTo>
                  <a:pt x="2126" y="764"/>
                </a:lnTo>
                <a:lnTo>
                  <a:pt x="2267" y="676"/>
                </a:lnTo>
                <a:lnTo>
                  <a:pt x="2409" y="617"/>
                </a:lnTo>
                <a:lnTo>
                  <a:pt x="2551" y="588"/>
                </a:lnTo>
                <a:lnTo>
                  <a:pt x="2657" y="529"/>
                </a:lnTo>
                <a:lnTo>
                  <a:pt x="2799" y="470"/>
                </a:lnTo>
                <a:lnTo>
                  <a:pt x="2941" y="441"/>
                </a:lnTo>
                <a:lnTo>
                  <a:pt x="3047" y="412"/>
                </a:lnTo>
                <a:lnTo>
                  <a:pt x="3224" y="382"/>
                </a:lnTo>
                <a:lnTo>
                  <a:pt x="3330" y="382"/>
                </a:lnTo>
                <a:lnTo>
                  <a:pt x="3508" y="353"/>
                </a:lnTo>
                <a:lnTo>
                  <a:pt x="3614" y="323"/>
                </a:lnTo>
                <a:lnTo>
                  <a:pt x="3756" y="293"/>
                </a:lnTo>
                <a:lnTo>
                  <a:pt x="3897" y="293"/>
                </a:lnTo>
                <a:lnTo>
                  <a:pt x="4004" y="264"/>
                </a:lnTo>
                <a:lnTo>
                  <a:pt x="4181" y="264"/>
                </a:lnTo>
                <a:lnTo>
                  <a:pt x="4323" y="264"/>
                </a:lnTo>
                <a:lnTo>
                  <a:pt x="4429" y="234"/>
                </a:lnTo>
                <a:lnTo>
                  <a:pt x="4535" y="234"/>
                </a:lnTo>
                <a:lnTo>
                  <a:pt x="4641" y="234"/>
                </a:lnTo>
                <a:lnTo>
                  <a:pt x="4783" y="234"/>
                </a:lnTo>
                <a:lnTo>
                  <a:pt x="4890" y="234"/>
                </a:lnTo>
                <a:lnTo>
                  <a:pt x="4996" y="234"/>
                </a:lnTo>
                <a:lnTo>
                  <a:pt x="5102" y="264"/>
                </a:lnTo>
                <a:lnTo>
                  <a:pt x="5208" y="323"/>
                </a:lnTo>
                <a:lnTo>
                  <a:pt x="5315" y="382"/>
                </a:lnTo>
                <a:lnTo>
                  <a:pt x="5421" y="382"/>
                </a:lnTo>
                <a:lnTo>
                  <a:pt x="5527" y="412"/>
                </a:lnTo>
                <a:lnTo>
                  <a:pt x="5634" y="441"/>
                </a:lnTo>
                <a:lnTo>
                  <a:pt x="5740" y="470"/>
                </a:lnTo>
                <a:lnTo>
                  <a:pt x="5846" y="470"/>
                </a:lnTo>
                <a:lnTo>
                  <a:pt x="5953" y="470"/>
                </a:lnTo>
                <a:lnTo>
                  <a:pt x="6131" y="470"/>
                </a:lnTo>
                <a:lnTo>
                  <a:pt x="6308" y="441"/>
                </a:lnTo>
                <a:lnTo>
                  <a:pt x="6414" y="441"/>
                </a:lnTo>
                <a:lnTo>
                  <a:pt x="6521" y="412"/>
                </a:lnTo>
                <a:lnTo>
                  <a:pt x="6662" y="353"/>
                </a:lnTo>
                <a:lnTo>
                  <a:pt x="6839" y="293"/>
                </a:lnTo>
                <a:lnTo>
                  <a:pt x="6981" y="264"/>
                </a:lnTo>
                <a:lnTo>
                  <a:pt x="7158" y="205"/>
                </a:lnTo>
                <a:lnTo>
                  <a:pt x="7265" y="176"/>
                </a:lnTo>
                <a:lnTo>
                  <a:pt x="7265" y="264"/>
                </a:lnTo>
                <a:lnTo>
                  <a:pt x="7442" y="176"/>
                </a:lnTo>
                <a:lnTo>
                  <a:pt x="7548" y="117"/>
                </a:lnTo>
                <a:lnTo>
                  <a:pt x="7654" y="58"/>
                </a:lnTo>
                <a:lnTo>
                  <a:pt x="7761" y="0"/>
                </a:lnTo>
                <a:lnTo>
                  <a:pt x="7867" y="58"/>
                </a:lnTo>
                <a:lnTo>
                  <a:pt x="7973" y="146"/>
                </a:lnTo>
                <a:lnTo>
                  <a:pt x="8080" y="176"/>
                </a:lnTo>
                <a:lnTo>
                  <a:pt x="8186" y="234"/>
                </a:lnTo>
                <a:lnTo>
                  <a:pt x="8292" y="264"/>
                </a:lnTo>
                <a:lnTo>
                  <a:pt x="8399" y="323"/>
                </a:lnTo>
                <a:lnTo>
                  <a:pt x="8505" y="382"/>
                </a:lnTo>
                <a:lnTo>
                  <a:pt x="8611" y="412"/>
                </a:lnTo>
                <a:lnTo>
                  <a:pt x="8718" y="412"/>
                </a:lnTo>
                <a:lnTo>
                  <a:pt x="8859" y="412"/>
                </a:lnTo>
                <a:lnTo>
                  <a:pt x="9001" y="412"/>
                </a:lnTo>
                <a:lnTo>
                  <a:pt x="9107" y="412"/>
                </a:lnTo>
                <a:lnTo>
                  <a:pt x="9249" y="412"/>
                </a:lnTo>
                <a:lnTo>
                  <a:pt x="9391" y="293"/>
                </a:lnTo>
                <a:lnTo>
                  <a:pt x="9568" y="234"/>
                </a:lnTo>
                <a:lnTo>
                  <a:pt x="9781" y="176"/>
                </a:lnTo>
                <a:lnTo>
                  <a:pt x="9958" y="117"/>
                </a:lnTo>
                <a:lnTo>
                  <a:pt x="10170" y="58"/>
                </a:lnTo>
                <a:lnTo>
                  <a:pt x="10241" y="176"/>
                </a:lnTo>
                <a:lnTo>
                  <a:pt x="10241" y="264"/>
                </a:lnTo>
                <a:lnTo>
                  <a:pt x="10241" y="353"/>
                </a:lnTo>
                <a:lnTo>
                  <a:pt x="10348" y="293"/>
                </a:lnTo>
                <a:lnTo>
                  <a:pt x="10454" y="293"/>
                </a:lnTo>
                <a:lnTo>
                  <a:pt x="10560" y="293"/>
                </a:lnTo>
                <a:lnTo>
                  <a:pt x="10666" y="353"/>
                </a:lnTo>
                <a:lnTo>
                  <a:pt x="10808" y="353"/>
                </a:lnTo>
                <a:lnTo>
                  <a:pt x="10950" y="293"/>
                </a:lnTo>
                <a:lnTo>
                  <a:pt x="11056" y="264"/>
                </a:lnTo>
                <a:lnTo>
                  <a:pt x="11163" y="234"/>
                </a:lnTo>
                <a:lnTo>
                  <a:pt x="11269" y="234"/>
                </a:lnTo>
                <a:lnTo>
                  <a:pt x="11375" y="205"/>
                </a:lnTo>
                <a:lnTo>
                  <a:pt x="11517" y="176"/>
                </a:lnTo>
                <a:lnTo>
                  <a:pt x="11623" y="146"/>
                </a:lnTo>
                <a:lnTo>
                  <a:pt x="11729" y="146"/>
                </a:lnTo>
                <a:lnTo>
                  <a:pt x="11836" y="146"/>
                </a:lnTo>
                <a:lnTo>
                  <a:pt x="12013" y="117"/>
                </a:lnTo>
                <a:lnTo>
                  <a:pt x="12155" y="117"/>
                </a:lnTo>
                <a:lnTo>
                  <a:pt x="12332" y="117"/>
                </a:lnTo>
                <a:lnTo>
                  <a:pt x="12509" y="117"/>
                </a:lnTo>
                <a:lnTo>
                  <a:pt x="12615" y="146"/>
                </a:lnTo>
                <a:lnTo>
                  <a:pt x="12651" y="264"/>
                </a:lnTo>
                <a:lnTo>
                  <a:pt x="12722" y="353"/>
                </a:lnTo>
                <a:lnTo>
                  <a:pt x="12863" y="382"/>
                </a:lnTo>
                <a:lnTo>
                  <a:pt x="13005" y="353"/>
                </a:lnTo>
                <a:lnTo>
                  <a:pt x="13147" y="323"/>
                </a:lnTo>
                <a:lnTo>
                  <a:pt x="13253" y="323"/>
                </a:lnTo>
                <a:lnTo>
                  <a:pt x="13360" y="323"/>
                </a:lnTo>
                <a:lnTo>
                  <a:pt x="13537" y="293"/>
                </a:lnTo>
                <a:lnTo>
                  <a:pt x="13643" y="264"/>
                </a:lnTo>
                <a:lnTo>
                  <a:pt x="13749" y="264"/>
                </a:lnTo>
                <a:lnTo>
                  <a:pt x="13856" y="293"/>
                </a:lnTo>
                <a:lnTo>
                  <a:pt x="13997" y="293"/>
                </a:lnTo>
                <a:lnTo>
                  <a:pt x="14104" y="264"/>
                </a:lnTo>
                <a:lnTo>
                  <a:pt x="14210" y="234"/>
                </a:lnTo>
                <a:lnTo>
                  <a:pt x="14316" y="234"/>
                </a:lnTo>
                <a:lnTo>
                  <a:pt x="14423" y="234"/>
                </a:lnTo>
                <a:lnTo>
                  <a:pt x="14529" y="353"/>
                </a:lnTo>
                <a:lnTo>
                  <a:pt x="14635" y="382"/>
                </a:lnTo>
                <a:lnTo>
                  <a:pt x="14741" y="382"/>
                </a:lnTo>
                <a:lnTo>
                  <a:pt x="14848" y="382"/>
                </a:lnTo>
                <a:lnTo>
                  <a:pt x="14954" y="441"/>
                </a:lnTo>
                <a:lnTo>
                  <a:pt x="15060" y="441"/>
                </a:lnTo>
                <a:lnTo>
                  <a:pt x="15202" y="441"/>
                </a:lnTo>
                <a:lnTo>
                  <a:pt x="15238" y="529"/>
                </a:lnTo>
                <a:lnTo>
                  <a:pt x="15344" y="529"/>
                </a:lnTo>
                <a:lnTo>
                  <a:pt x="15521" y="529"/>
                </a:lnTo>
                <a:lnTo>
                  <a:pt x="15627" y="500"/>
                </a:lnTo>
                <a:lnTo>
                  <a:pt x="15734" y="500"/>
                </a:lnTo>
                <a:lnTo>
                  <a:pt x="15875" y="500"/>
                </a:lnTo>
                <a:lnTo>
                  <a:pt x="15982" y="470"/>
                </a:lnTo>
                <a:lnTo>
                  <a:pt x="16159" y="441"/>
                </a:lnTo>
                <a:lnTo>
                  <a:pt x="16265" y="441"/>
                </a:lnTo>
                <a:lnTo>
                  <a:pt x="16407" y="470"/>
                </a:lnTo>
                <a:lnTo>
                  <a:pt x="16549" y="470"/>
                </a:lnTo>
                <a:lnTo>
                  <a:pt x="16761" y="470"/>
                </a:lnTo>
                <a:lnTo>
                  <a:pt x="16903" y="470"/>
                </a:lnTo>
                <a:lnTo>
                  <a:pt x="17009" y="470"/>
                </a:lnTo>
                <a:lnTo>
                  <a:pt x="17116" y="470"/>
                </a:lnTo>
                <a:lnTo>
                  <a:pt x="17222" y="441"/>
                </a:lnTo>
                <a:lnTo>
                  <a:pt x="17364" y="441"/>
                </a:lnTo>
                <a:lnTo>
                  <a:pt x="17576" y="382"/>
                </a:lnTo>
                <a:lnTo>
                  <a:pt x="17789" y="353"/>
                </a:lnTo>
                <a:lnTo>
                  <a:pt x="18002" y="293"/>
                </a:lnTo>
                <a:lnTo>
                  <a:pt x="18215" y="234"/>
                </a:lnTo>
                <a:lnTo>
                  <a:pt x="18321" y="234"/>
                </a:lnTo>
                <a:lnTo>
                  <a:pt x="18428" y="353"/>
                </a:lnTo>
                <a:lnTo>
                  <a:pt x="18534" y="412"/>
                </a:lnTo>
                <a:lnTo>
                  <a:pt x="18676" y="353"/>
                </a:lnTo>
                <a:lnTo>
                  <a:pt x="18782" y="293"/>
                </a:lnTo>
                <a:lnTo>
                  <a:pt x="18924" y="234"/>
                </a:lnTo>
                <a:lnTo>
                  <a:pt x="19030" y="176"/>
                </a:lnTo>
                <a:lnTo>
                  <a:pt x="19136" y="146"/>
                </a:lnTo>
                <a:lnTo>
                  <a:pt x="19172" y="293"/>
                </a:lnTo>
                <a:lnTo>
                  <a:pt x="19314" y="353"/>
                </a:lnTo>
                <a:lnTo>
                  <a:pt x="19420" y="353"/>
                </a:lnTo>
                <a:lnTo>
                  <a:pt x="19526" y="323"/>
                </a:lnTo>
                <a:lnTo>
                  <a:pt x="19703" y="353"/>
                </a:lnTo>
                <a:lnTo>
                  <a:pt x="19881" y="353"/>
                </a:lnTo>
                <a:lnTo>
                  <a:pt x="19987" y="353"/>
                </a:lnTo>
                <a:lnTo>
                  <a:pt x="20093" y="353"/>
                </a:lnTo>
                <a:lnTo>
                  <a:pt x="20235" y="382"/>
                </a:lnTo>
                <a:lnTo>
                  <a:pt x="20412" y="412"/>
                </a:lnTo>
                <a:lnTo>
                  <a:pt x="20518" y="412"/>
                </a:lnTo>
                <a:lnTo>
                  <a:pt x="20625" y="441"/>
                </a:lnTo>
                <a:lnTo>
                  <a:pt x="20766" y="500"/>
                </a:lnTo>
                <a:lnTo>
                  <a:pt x="20873" y="500"/>
                </a:lnTo>
                <a:lnTo>
                  <a:pt x="20979" y="500"/>
                </a:lnTo>
                <a:lnTo>
                  <a:pt x="21085" y="500"/>
                </a:lnTo>
                <a:lnTo>
                  <a:pt x="21298" y="500"/>
                </a:lnTo>
                <a:lnTo>
                  <a:pt x="21404" y="500"/>
                </a:lnTo>
                <a:lnTo>
                  <a:pt x="21546" y="500"/>
                </a:lnTo>
                <a:lnTo>
                  <a:pt x="21688" y="529"/>
                </a:lnTo>
                <a:lnTo>
                  <a:pt x="21829" y="558"/>
                </a:lnTo>
                <a:lnTo>
                  <a:pt x="21971" y="558"/>
                </a:lnTo>
                <a:lnTo>
                  <a:pt x="22078" y="558"/>
                </a:lnTo>
                <a:lnTo>
                  <a:pt x="22219" y="558"/>
                </a:lnTo>
                <a:lnTo>
                  <a:pt x="22326" y="558"/>
                </a:lnTo>
                <a:lnTo>
                  <a:pt x="22574" y="558"/>
                </a:lnTo>
                <a:lnTo>
                  <a:pt x="22715" y="558"/>
                </a:lnTo>
                <a:lnTo>
                  <a:pt x="22822" y="588"/>
                </a:lnTo>
                <a:lnTo>
                  <a:pt x="22928" y="588"/>
                </a:lnTo>
                <a:lnTo>
                  <a:pt x="23034" y="588"/>
                </a:lnTo>
                <a:lnTo>
                  <a:pt x="23176" y="588"/>
                </a:lnTo>
                <a:lnTo>
                  <a:pt x="23318" y="588"/>
                </a:lnTo>
                <a:lnTo>
                  <a:pt x="23424" y="588"/>
                </a:lnTo>
                <a:lnTo>
                  <a:pt x="23530" y="588"/>
                </a:lnTo>
                <a:lnTo>
                  <a:pt x="23637" y="588"/>
                </a:lnTo>
                <a:lnTo>
                  <a:pt x="23743" y="617"/>
                </a:lnTo>
                <a:lnTo>
                  <a:pt x="23849" y="617"/>
                </a:lnTo>
                <a:lnTo>
                  <a:pt x="23814" y="1176"/>
                </a:lnTo>
                <a:lnTo>
                  <a:pt x="35" y="1205"/>
                </a:lnTo>
                <a:lnTo>
                  <a:pt x="0" y="70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 txBox="1"/>
          <p:nvPr/>
        </p:nvSpPr>
        <p:spPr>
          <a:xfrm>
            <a:off x="2577960" y="196920"/>
            <a:ext cx="3670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COPY Example 10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455760" y="53352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8" name=""/>
          <p:cNvGrpSpPr/>
          <p:nvPr/>
        </p:nvGrpSpPr>
        <p:grpSpPr>
          <a:xfrm>
            <a:off x="316080" y="469800"/>
            <a:ext cx="7735680" cy="833760"/>
            <a:chOff x="316080" y="469800"/>
            <a:chExt cx="7735680" cy="833760"/>
          </a:xfrm>
        </p:grpSpPr>
        <p:sp>
          <p:nvSpPr>
            <p:cNvPr id="199" name=""/>
            <p:cNvSpPr txBox="1"/>
            <p:nvPr/>
          </p:nvSpPr>
          <p:spPr>
            <a:xfrm>
              <a:off x="317520" y="820800"/>
              <a:ext cx="7734240" cy="4827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037C03"/>
                  </a:solidFill>
                  <a:effectLst/>
                  <a:uFillTx/>
                  <a:latin typeface="Courier New"/>
                  <a:ea typeface="Courier New"/>
                </a:rPr>
                <a:t>02 CustKey  PIC X(3) VALUE "KEY".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"/>
            <p:cNvSpPr txBox="1"/>
            <p:nvPr/>
          </p:nvSpPr>
          <p:spPr>
            <a:xfrm>
              <a:off x="316080" y="469800"/>
              <a:ext cx="1714680" cy="3618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1199"/>
                </a:spcBef>
              </a:pPr>
              <a:r>
                <a:rPr lang="en-US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Copyfile5.cbl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"/>
          <p:cNvSpPr/>
          <p:nvPr/>
        </p:nvSpPr>
        <p:spPr>
          <a:xfrm>
            <a:off x="571680" y="2463840"/>
            <a:ext cx="8483760" cy="205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14480" y="1614600"/>
            <a:ext cx="8521560" cy="2709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2401"/>
              </a:spcBef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40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the textword PIC is replaced by the pseudotext Pic is Replaced</a:t>
            </a:r>
            <a:br>
              <a:rPr sz="18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 copyfile5 REPLACING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PIC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BY     ==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Pic is Replaced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==.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401"/>
              </a:spcBef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The P in PIC is not a textword by itself and so is not replaced</a:t>
            </a:r>
            <a:br>
              <a:rPr sz="18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 copyfile5 REPLACING 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P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BY </a:t>
            </a:r>
            <a:br>
              <a:rPr sz="2400"/>
            </a:b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==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But P in PIC not replaced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==.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14480" y="1397160"/>
            <a:ext cx="8839440" cy="457560"/>
          </a:xfrm>
          <a:custGeom>
            <a:avLst/>
            <a:gdLst/>
            <a:ahLst/>
            <a:rect l="0" t="0" r="r" b="b"/>
            <a:pathLst>
              <a:path w="24554" h="1271">
                <a:moveTo>
                  <a:pt x="0" y="70"/>
                </a:moveTo>
                <a:lnTo>
                  <a:pt x="0" y="1271"/>
                </a:lnTo>
                <a:lnTo>
                  <a:pt x="786" y="635"/>
                </a:lnTo>
                <a:lnTo>
                  <a:pt x="1235" y="882"/>
                </a:lnTo>
                <a:lnTo>
                  <a:pt x="1347" y="777"/>
                </a:lnTo>
                <a:lnTo>
                  <a:pt x="1497" y="706"/>
                </a:lnTo>
                <a:lnTo>
                  <a:pt x="1646" y="635"/>
                </a:lnTo>
                <a:lnTo>
                  <a:pt x="1684" y="741"/>
                </a:lnTo>
                <a:lnTo>
                  <a:pt x="1684" y="847"/>
                </a:lnTo>
                <a:lnTo>
                  <a:pt x="1796" y="847"/>
                </a:lnTo>
                <a:lnTo>
                  <a:pt x="1908" y="882"/>
                </a:lnTo>
                <a:lnTo>
                  <a:pt x="2021" y="882"/>
                </a:lnTo>
                <a:lnTo>
                  <a:pt x="2133" y="812"/>
                </a:lnTo>
                <a:lnTo>
                  <a:pt x="2283" y="741"/>
                </a:lnTo>
                <a:lnTo>
                  <a:pt x="2395" y="635"/>
                </a:lnTo>
                <a:lnTo>
                  <a:pt x="2507" y="599"/>
                </a:lnTo>
                <a:lnTo>
                  <a:pt x="2620" y="529"/>
                </a:lnTo>
                <a:lnTo>
                  <a:pt x="2694" y="741"/>
                </a:lnTo>
                <a:lnTo>
                  <a:pt x="2844" y="847"/>
                </a:lnTo>
                <a:lnTo>
                  <a:pt x="2956" y="847"/>
                </a:lnTo>
                <a:lnTo>
                  <a:pt x="3069" y="777"/>
                </a:lnTo>
                <a:lnTo>
                  <a:pt x="3181" y="706"/>
                </a:lnTo>
                <a:lnTo>
                  <a:pt x="3293" y="599"/>
                </a:lnTo>
                <a:lnTo>
                  <a:pt x="3406" y="599"/>
                </a:lnTo>
                <a:lnTo>
                  <a:pt x="3555" y="599"/>
                </a:lnTo>
                <a:lnTo>
                  <a:pt x="3705" y="599"/>
                </a:lnTo>
                <a:lnTo>
                  <a:pt x="3817" y="529"/>
                </a:lnTo>
                <a:lnTo>
                  <a:pt x="3930" y="493"/>
                </a:lnTo>
                <a:lnTo>
                  <a:pt x="4079" y="423"/>
                </a:lnTo>
                <a:lnTo>
                  <a:pt x="4079" y="529"/>
                </a:lnTo>
                <a:lnTo>
                  <a:pt x="4117" y="635"/>
                </a:lnTo>
                <a:lnTo>
                  <a:pt x="4229" y="635"/>
                </a:lnTo>
                <a:lnTo>
                  <a:pt x="4341" y="635"/>
                </a:lnTo>
                <a:lnTo>
                  <a:pt x="4491" y="671"/>
                </a:lnTo>
                <a:lnTo>
                  <a:pt x="4641" y="741"/>
                </a:lnTo>
                <a:lnTo>
                  <a:pt x="4753" y="777"/>
                </a:lnTo>
                <a:lnTo>
                  <a:pt x="4903" y="812"/>
                </a:lnTo>
                <a:lnTo>
                  <a:pt x="5015" y="847"/>
                </a:lnTo>
                <a:lnTo>
                  <a:pt x="5127" y="847"/>
                </a:lnTo>
                <a:lnTo>
                  <a:pt x="5240" y="847"/>
                </a:lnTo>
                <a:lnTo>
                  <a:pt x="5352" y="882"/>
                </a:lnTo>
                <a:lnTo>
                  <a:pt x="5464" y="882"/>
                </a:lnTo>
                <a:lnTo>
                  <a:pt x="5576" y="882"/>
                </a:lnTo>
                <a:lnTo>
                  <a:pt x="5726" y="918"/>
                </a:lnTo>
                <a:lnTo>
                  <a:pt x="5876" y="918"/>
                </a:lnTo>
                <a:lnTo>
                  <a:pt x="6063" y="918"/>
                </a:lnTo>
                <a:lnTo>
                  <a:pt x="6213" y="918"/>
                </a:lnTo>
                <a:lnTo>
                  <a:pt x="6362" y="918"/>
                </a:lnTo>
                <a:lnTo>
                  <a:pt x="6475" y="918"/>
                </a:lnTo>
                <a:lnTo>
                  <a:pt x="6624" y="918"/>
                </a:lnTo>
                <a:lnTo>
                  <a:pt x="6737" y="882"/>
                </a:lnTo>
                <a:lnTo>
                  <a:pt x="6849" y="847"/>
                </a:lnTo>
                <a:lnTo>
                  <a:pt x="6961" y="847"/>
                </a:lnTo>
                <a:lnTo>
                  <a:pt x="7074" y="918"/>
                </a:lnTo>
                <a:lnTo>
                  <a:pt x="7186" y="988"/>
                </a:lnTo>
                <a:lnTo>
                  <a:pt x="7298" y="953"/>
                </a:lnTo>
                <a:lnTo>
                  <a:pt x="7410" y="918"/>
                </a:lnTo>
                <a:lnTo>
                  <a:pt x="7523" y="918"/>
                </a:lnTo>
                <a:lnTo>
                  <a:pt x="7635" y="988"/>
                </a:lnTo>
                <a:lnTo>
                  <a:pt x="7710" y="1094"/>
                </a:lnTo>
                <a:lnTo>
                  <a:pt x="7822" y="1129"/>
                </a:lnTo>
                <a:lnTo>
                  <a:pt x="7972" y="1094"/>
                </a:lnTo>
                <a:lnTo>
                  <a:pt x="8122" y="1059"/>
                </a:lnTo>
                <a:lnTo>
                  <a:pt x="8234" y="1024"/>
                </a:lnTo>
                <a:lnTo>
                  <a:pt x="8309" y="918"/>
                </a:lnTo>
                <a:lnTo>
                  <a:pt x="8346" y="812"/>
                </a:lnTo>
                <a:lnTo>
                  <a:pt x="8458" y="706"/>
                </a:lnTo>
                <a:lnTo>
                  <a:pt x="8683" y="706"/>
                </a:lnTo>
                <a:lnTo>
                  <a:pt x="8833" y="741"/>
                </a:lnTo>
                <a:lnTo>
                  <a:pt x="9020" y="812"/>
                </a:lnTo>
                <a:lnTo>
                  <a:pt x="9207" y="847"/>
                </a:lnTo>
                <a:lnTo>
                  <a:pt x="9319" y="882"/>
                </a:lnTo>
                <a:lnTo>
                  <a:pt x="9432" y="918"/>
                </a:lnTo>
                <a:lnTo>
                  <a:pt x="9544" y="953"/>
                </a:lnTo>
                <a:lnTo>
                  <a:pt x="9656" y="918"/>
                </a:lnTo>
                <a:lnTo>
                  <a:pt x="9806" y="847"/>
                </a:lnTo>
                <a:lnTo>
                  <a:pt x="9993" y="777"/>
                </a:lnTo>
                <a:lnTo>
                  <a:pt x="10143" y="777"/>
                </a:lnTo>
                <a:lnTo>
                  <a:pt x="10255" y="777"/>
                </a:lnTo>
                <a:lnTo>
                  <a:pt x="10367" y="706"/>
                </a:lnTo>
                <a:lnTo>
                  <a:pt x="10517" y="635"/>
                </a:lnTo>
                <a:lnTo>
                  <a:pt x="10704" y="635"/>
                </a:lnTo>
                <a:lnTo>
                  <a:pt x="10816" y="635"/>
                </a:lnTo>
                <a:lnTo>
                  <a:pt x="10929" y="635"/>
                </a:lnTo>
                <a:lnTo>
                  <a:pt x="11153" y="564"/>
                </a:lnTo>
                <a:lnTo>
                  <a:pt x="11303" y="529"/>
                </a:lnTo>
                <a:lnTo>
                  <a:pt x="11490" y="493"/>
                </a:lnTo>
                <a:lnTo>
                  <a:pt x="11640" y="423"/>
                </a:lnTo>
                <a:lnTo>
                  <a:pt x="11827" y="388"/>
                </a:lnTo>
                <a:lnTo>
                  <a:pt x="11939" y="352"/>
                </a:lnTo>
                <a:lnTo>
                  <a:pt x="12052" y="352"/>
                </a:lnTo>
                <a:lnTo>
                  <a:pt x="12164" y="458"/>
                </a:lnTo>
                <a:lnTo>
                  <a:pt x="12315" y="529"/>
                </a:lnTo>
                <a:lnTo>
                  <a:pt x="12464" y="599"/>
                </a:lnTo>
                <a:lnTo>
                  <a:pt x="12577" y="671"/>
                </a:lnTo>
                <a:lnTo>
                  <a:pt x="12689" y="671"/>
                </a:lnTo>
                <a:lnTo>
                  <a:pt x="12801" y="671"/>
                </a:lnTo>
                <a:lnTo>
                  <a:pt x="12913" y="635"/>
                </a:lnTo>
                <a:lnTo>
                  <a:pt x="13063" y="635"/>
                </a:lnTo>
                <a:lnTo>
                  <a:pt x="13175" y="599"/>
                </a:lnTo>
                <a:lnTo>
                  <a:pt x="13288" y="599"/>
                </a:lnTo>
                <a:lnTo>
                  <a:pt x="13400" y="599"/>
                </a:lnTo>
                <a:lnTo>
                  <a:pt x="13550" y="599"/>
                </a:lnTo>
                <a:lnTo>
                  <a:pt x="13662" y="599"/>
                </a:lnTo>
                <a:lnTo>
                  <a:pt x="13774" y="599"/>
                </a:lnTo>
                <a:lnTo>
                  <a:pt x="13887" y="599"/>
                </a:lnTo>
                <a:lnTo>
                  <a:pt x="13999" y="599"/>
                </a:lnTo>
                <a:lnTo>
                  <a:pt x="14149" y="599"/>
                </a:lnTo>
                <a:lnTo>
                  <a:pt x="14261" y="564"/>
                </a:lnTo>
                <a:lnTo>
                  <a:pt x="14411" y="529"/>
                </a:lnTo>
                <a:lnTo>
                  <a:pt x="14560" y="493"/>
                </a:lnTo>
                <a:lnTo>
                  <a:pt x="14710" y="493"/>
                </a:lnTo>
                <a:lnTo>
                  <a:pt x="14860" y="388"/>
                </a:lnTo>
                <a:lnTo>
                  <a:pt x="15009" y="317"/>
                </a:lnTo>
                <a:lnTo>
                  <a:pt x="15122" y="317"/>
                </a:lnTo>
                <a:lnTo>
                  <a:pt x="15271" y="388"/>
                </a:lnTo>
                <a:lnTo>
                  <a:pt x="15384" y="493"/>
                </a:lnTo>
                <a:lnTo>
                  <a:pt x="15496" y="529"/>
                </a:lnTo>
                <a:lnTo>
                  <a:pt x="15608" y="599"/>
                </a:lnTo>
                <a:lnTo>
                  <a:pt x="15721" y="671"/>
                </a:lnTo>
                <a:lnTo>
                  <a:pt x="15870" y="741"/>
                </a:lnTo>
                <a:lnTo>
                  <a:pt x="15983" y="741"/>
                </a:lnTo>
                <a:lnTo>
                  <a:pt x="16095" y="777"/>
                </a:lnTo>
                <a:lnTo>
                  <a:pt x="16207" y="812"/>
                </a:lnTo>
                <a:lnTo>
                  <a:pt x="16319" y="847"/>
                </a:lnTo>
                <a:lnTo>
                  <a:pt x="16432" y="882"/>
                </a:lnTo>
                <a:lnTo>
                  <a:pt x="16544" y="918"/>
                </a:lnTo>
                <a:lnTo>
                  <a:pt x="16656" y="918"/>
                </a:lnTo>
                <a:lnTo>
                  <a:pt x="16769" y="918"/>
                </a:lnTo>
                <a:lnTo>
                  <a:pt x="16881" y="918"/>
                </a:lnTo>
                <a:lnTo>
                  <a:pt x="16993" y="918"/>
                </a:lnTo>
                <a:lnTo>
                  <a:pt x="17105" y="918"/>
                </a:lnTo>
                <a:lnTo>
                  <a:pt x="17218" y="918"/>
                </a:lnTo>
                <a:lnTo>
                  <a:pt x="17367" y="918"/>
                </a:lnTo>
                <a:lnTo>
                  <a:pt x="17480" y="953"/>
                </a:lnTo>
                <a:lnTo>
                  <a:pt x="17592" y="953"/>
                </a:lnTo>
                <a:lnTo>
                  <a:pt x="17742" y="1024"/>
                </a:lnTo>
                <a:lnTo>
                  <a:pt x="17854" y="1059"/>
                </a:lnTo>
                <a:lnTo>
                  <a:pt x="17966" y="1094"/>
                </a:lnTo>
                <a:lnTo>
                  <a:pt x="18079" y="1165"/>
                </a:lnTo>
                <a:lnTo>
                  <a:pt x="18191" y="1165"/>
                </a:lnTo>
                <a:lnTo>
                  <a:pt x="18303" y="1165"/>
                </a:lnTo>
                <a:lnTo>
                  <a:pt x="18416" y="1129"/>
                </a:lnTo>
                <a:lnTo>
                  <a:pt x="18565" y="1059"/>
                </a:lnTo>
                <a:lnTo>
                  <a:pt x="18678" y="988"/>
                </a:lnTo>
                <a:lnTo>
                  <a:pt x="18790" y="988"/>
                </a:lnTo>
                <a:lnTo>
                  <a:pt x="18940" y="918"/>
                </a:lnTo>
                <a:lnTo>
                  <a:pt x="19052" y="882"/>
                </a:lnTo>
                <a:lnTo>
                  <a:pt x="19089" y="777"/>
                </a:lnTo>
                <a:lnTo>
                  <a:pt x="19127" y="671"/>
                </a:lnTo>
                <a:lnTo>
                  <a:pt x="19239" y="599"/>
                </a:lnTo>
                <a:lnTo>
                  <a:pt x="19351" y="599"/>
                </a:lnTo>
                <a:lnTo>
                  <a:pt x="19464" y="635"/>
                </a:lnTo>
                <a:lnTo>
                  <a:pt x="19576" y="671"/>
                </a:lnTo>
                <a:lnTo>
                  <a:pt x="19688" y="671"/>
                </a:lnTo>
                <a:lnTo>
                  <a:pt x="19800" y="706"/>
                </a:lnTo>
                <a:lnTo>
                  <a:pt x="19913" y="706"/>
                </a:lnTo>
                <a:lnTo>
                  <a:pt x="20062" y="706"/>
                </a:lnTo>
                <a:lnTo>
                  <a:pt x="20212" y="671"/>
                </a:lnTo>
                <a:lnTo>
                  <a:pt x="20362" y="635"/>
                </a:lnTo>
                <a:lnTo>
                  <a:pt x="20512" y="564"/>
                </a:lnTo>
                <a:lnTo>
                  <a:pt x="20661" y="529"/>
                </a:lnTo>
                <a:lnTo>
                  <a:pt x="20886" y="493"/>
                </a:lnTo>
                <a:lnTo>
                  <a:pt x="20998" y="493"/>
                </a:lnTo>
                <a:lnTo>
                  <a:pt x="21110" y="529"/>
                </a:lnTo>
                <a:lnTo>
                  <a:pt x="21223" y="599"/>
                </a:lnTo>
                <a:lnTo>
                  <a:pt x="21335" y="671"/>
                </a:lnTo>
                <a:lnTo>
                  <a:pt x="21485" y="706"/>
                </a:lnTo>
                <a:lnTo>
                  <a:pt x="21597" y="777"/>
                </a:lnTo>
                <a:lnTo>
                  <a:pt x="21747" y="812"/>
                </a:lnTo>
                <a:lnTo>
                  <a:pt x="21896" y="882"/>
                </a:lnTo>
                <a:lnTo>
                  <a:pt x="22046" y="882"/>
                </a:lnTo>
                <a:lnTo>
                  <a:pt x="22196" y="882"/>
                </a:lnTo>
                <a:lnTo>
                  <a:pt x="22308" y="918"/>
                </a:lnTo>
                <a:lnTo>
                  <a:pt x="22420" y="953"/>
                </a:lnTo>
                <a:lnTo>
                  <a:pt x="22608" y="953"/>
                </a:lnTo>
                <a:lnTo>
                  <a:pt x="22720" y="953"/>
                </a:lnTo>
                <a:lnTo>
                  <a:pt x="22832" y="988"/>
                </a:lnTo>
                <a:lnTo>
                  <a:pt x="22944" y="1024"/>
                </a:lnTo>
                <a:lnTo>
                  <a:pt x="23094" y="1094"/>
                </a:lnTo>
                <a:lnTo>
                  <a:pt x="23244" y="1129"/>
                </a:lnTo>
                <a:lnTo>
                  <a:pt x="23356" y="1165"/>
                </a:lnTo>
                <a:lnTo>
                  <a:pt x="23468" y="1165"/>
                </a:lnTo>
                <a:lnTo>
                  <a:pt x="23581" y="1165"/>
                </a:lnTo>
                <a:lnTo>
                  <a:pt x="23693" y="1165"/>
                </a:lnTo>
                <a:lnTo>
                  <a:pt x="23805" y="1165"/>
                </a:lnTo>
                <a:lnTo>
                  <a:pt x="23918" y="1165"/>
                </a:lnTo>
                <a:lnTo>
                  <a:pt x="24067" y="1165"/>
                </a:lnTo>
                <a:lnTo>
                  <a:pt x="24180" y="1165"/>
                </a:lnTo>
                <a:lnTo>
                  <a:pt x="24329" y="1165"/>
                </a:lnTo>
                <a:lnTo>
                  <a:pt x="24442" y="1200"/>
                </a:lnTo>
                <a:lnTo>
                  <a:pt x="24554" y="1235"/>
                </a:lnTo>
                <a:lnTo>
                  <a:pt x="24404" y="0"/>
                </a:lnTo>
                <a:lnTo>
                  <a:pt x="0" y="70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88920" y="3987720"/>
            <a:ext cx="8585640" cy="356040"/>
          </a:xfrm>
          <a:custGeom>
            <a:avLst/>
            <a:gdLst/>
            <a:ahLst/>
            <a:rect l="0" t="0" r="r" b="b"/>
            <a:pathLst>
              <a:path w="23849" h="989">
                <a:moveTo>
                  <a:pt x="0" y="342"/>
                </a:moveTo>
                <a:lnTo>
                  <a:pt x="0" y="989"/>
                </a:lnTo>
                <a:lnTo>
                  <a:pt x="23849" y="951"/>
                </a:lnTo>
                <a:lnTo>
                  <a:pt x="23740" y="494"/>
                </a:lnTo>
                <a:lnTo>
                  <a:pt x="23630" y="456"/>
                </a:lnTo>
                <a:lnTo>
                  <a:pt x="23520" y="418"/>
                </a:lnTo>
                <a:lnTo>
                  <a:pt x="23410" y="418"/>
                </a:lnTo>
                <a:lnTo>
                  <a:pt x="23301" y="304"/>
                </a:lnTo>
                <a:lnTo>
                  <a:pt x="23191" y="304"/>
                </a:lnTo>
                <a:lnTo>
                  <a:pt x="23081" y="342"/>
                </a:lnTo>
                <a:lnTo>
                  <a:pt x="22971" y="342"/>
                </a:lnTo>
                <a:lnTo>
                  <a:pt x="22825" y="380"/>
                </a:lnTo>
                <a:lnTo>
                  <a:pt x="22752" y="494"/>
                </a:lnTo>
                <a:lnTo>
                  <a:pt x="22642" y="418"/>
                </a:lnTo>
                <a:lnTo>
                  <a:pt x="22533" y="266"/>
                </a:lnTo>
                <a:lnTo>
                  <a:pt x="22423" y="189"/>
                </a:lnTo>
                <a:lnTo>
                  <a:pt x="22313" y="113"/>
                </a:lnTo>
                <a:lnTo>
                  <a:pt x="22203" y="75"/>
                </a:lnTo>
                <a:lnTo>
                  <a:pt x="22094" y="0"/>
                </a:lnTo>
                <a:lnTo>
                  <a:pt x="21984" y="0"/>
                </a:lnTo>
                <a:lnTo>
                  <a:pt x="21874" y="75"/>
                </a:lnTo>
                <a:lnTo>
                  <a:pt x="21874" y="189"/>
                </a:lnTo>
                <a:lnTo>
                  <a:pt x="21838" y="304"/>
                </a:lnTo>
                <a:lnTo>
                  <a:pt x="21728" y="380"/>
                </a:lnTo>
                <a:lnTo>
                  <a:pt x="21582" y="456"/>
                </a:lnTo>
                <a:lnTo>
                  <a:pt x="21472" y="494"/>
                </a:lnTo>
                <a:lnTo>
                  <a:pt x="21362" y="532"/>
                </a:lnTo>
                <a:lnTo>
                  <a:pt x="21252" y="532"/>
                </a:lnTo>
                <a:lnTo>
                  <a:pt x="21143" y="532"/>
                </a:lnTo>
                <a:lnTo>
                  <a:pt x="20960" y="532"/>
                </a:lnTo>
                <a:lnTo>
                  <a:pt x="20850" y="494"/>
                </a:lnTo>
                <a:lnTo>
                  <a:pt x="20704" y="494"/>
                </a:lnTo>
                <a:lnTo>
                  <a:pt x="20557" y="494"/>
                </a:lnTo>
                <a:lnTo>
                  <a:pt x="20411" y="494"/>
                </a:lnTo>
                <a:lnTo>
                  <a:pt x="20301" y="494"/>
                </a:lnTo>
                <a:lnTo>
                  <a:pt x="20155" y="456"/>
                </a:lnTo>
                <a:lnTo>
                  <a:pt x="20045" y="456"/>
                </a:lnTo>
                <a:lnTo>
                  <a:pt x="19862" y="456"/>
                </a:lnTo>
                <a:lnTo>
                  <a:pt x="19753" y="418"/>
                </a:lnTo>
                <a:lnTo>
                  <a:pt x="19643" y="342"/>
                </a:lnTo>
                <a:lnTo>
                  <a:pt x="19533" y="304"/>
                </a:lnTo>
                <a:lnTo>
                  <a:pt x="19424" y="266"/>
                </a:lnTo>
                <a:lnTo>
                  <a:pt x="19241" y="189"/>
                </a:lnTo>
                <a:lnTo>
                  <a:pt x="19131" y="189"/>
                </a:lnTo>
                <a:lnTo>
                  <a:pt x="19021" y="189"/>
                </a:lnTo>
                <a:lnTo>
                  <a:pt x="18911" y="266"/>
                </a:lnTo>
                <a:lnTo>
                  <a:pt x="18838" y="380"/>
                </a:lnTo>
                <a:lnTo>
                  <a:pt x="18729" y="380"/>
                </a:lnTo>
                <a:lnTo>
                  <a:pt x="18582" y="380"/>
                </a:lnTo>
                <a:lnTo>
                  <a:pt x="18473" y="418"/>
                </a:lnTo>
                <a:lnTo>
                  <a:pt x="18363" y="418"/>
                </a:lnTo>
                <a:lnTo>
                  <a:pt x="18217" y="418"/>
                </a:lnTo>
                <a:lnTo>
                  <a:pt x="18107" y="418"/>
                </a:lnTo>
                <a:lnTo>
                  <a:pt x="17997" y="418"/>
                </a:lnTo>
                <a:lnTo>
                  <a:pt x="17886" y="456"/>
                </a:lnTo>
                <a:lnTo>
                  <a:pt x="17777" y="456"/>
                </a:lnTo>
                <a:lnTo>
                  <a:pt x="17667" y="494"/>
                </a:lnTo>
                <a:lnTo>
                  <a:pt x="17557" y="494"/>
                </a:lnTo>
                <a:lnTo>
                  <a:pt x="17447" y="532"/>
                </a:lnTo>
                <a:lnTo>
                  <a:pt x="17338" y="532"/>
                </a:lnTo>
                <a:lnTo>
                  <a:pt x="17228" y="494"/>
                </a:lnTo>
                <a:lnTo>
                  <a:pt x="17118" y="494"/>
                </a:lnTo>
                <a:lnTo>
                  <a:pt x="17009" y="494"/>
                </a:lnTo>
                <a:lnTo>
                  <a:pt x="16862" y="494"/>
                </a:lnTo>
                <a:lnTo>
                  <a:pt x="16752" y="494"/>
                </a:lnTo>
                <a:lnTo>
                  <a:pt x="16643" y="494"/>
                </a:lnTo>
                <a:lnTo>
                  <a:pt x="16496" y="494"/>
                </a:lnTo>
                <a:lnTo>
                  <a:pt x="16350" y="494"/>
                </a:lnTo>
                <a:lnTo>
                  <a:pt x="16204" y="532"/>
                </a:lnTo>
                <a:lnTo>
                  <a:pt x="16094" y="532"/>
                </a:lnTo>
                <a:lnTo>
                  <a:pt x="15948" y="532"/>
                </a:lnTo>
                <a:lnTo>
                  <a:pt x="15838" y="532"/>
                </a:lnTo>
                <a:lnTo>
                  <a:pt x="15728" y="532"/>
                </a:lnTo>
                <a:lnTo>
                  <a:pt x="15619" y="532"/>
                </a:lnTo>
                <a:lnTo>
                  <a:pt x="15509" y="532"/>
                </a:lnTo>
                <a:lnTo>
                  <a:pt x="15399" y="532"/>
                </a:lnTo>
                <a:lnTo>
                  <a:pt x="15253" y="494"/>
                </a:lnTo>
                <a:lnTo>
                  <a:pt x="15107" y="494"/>
                </a:lnTo>
                <a:lnTo>
                  <a:pt x="14997" y="456"/>
                </a:lnTo>
                <a:lnTo>
                  <a:pt x="14887" y="456"/>
                </a:lnTo>
                <a:lnTo>
                  <a:pt x="14741" y="418"/>
                </a:lnTo>
                <a:lnTo>
                  <a:pt x="14558" y="418"/>
                </a:lnTo>
                <a:lnTo>
                  <a:pt x="14448" y="418"/>
                </a:lnTo>
                <a:lnTo>
                  <a:pt x="14338" y="418"/>
                </a:lnTo>
                <a:lnTo>
                  <a:pt x="14229" y="418"/>
                </a:lnTo>
                <a:lnTo>
                  <a:pt x="14046" y="418"/>
                </a:lnTo>
                <a:lnTo>
                  <a:pt x="13936" y="342"/>
                </a:lnTo>
                <a:lnTo>
                  <a:pt x="13826" y="304"/>
                </a:lnTo>
                <a:lnTo>
                  <a:pt x="13717" y="304"/>
                </a:lnTo>
                <a:lnTo>
                  <a:pt x="13534" y="304"/>
                </a:lnTo>
                <a:lnTo>
                  <a:pt x="13424" y="304"/>
                </a:lnTo>
                <a:lnTo>
                  <a:pt x="13278" y="304"/>
                </a:lnTo>
                <a:lnTo>
                  <a:pt x="13168" y="304"/>
                </a:lnTo>
                <a:lnTo>
                  <a:pt x="13058" y="304"/>
                </a:lnTo>
                <a:lnTo>
                  <a:pt x="12912" y="342"/>
                </a:lnTo>
                <a:lnTo>
                  <a:pt x="12766" y="380"/>
                </a:lnTo>
                <a:lnTo>
                  <a:pt x="12583" y="418"/>
                </a:lnTo>
                <a:lnTo>
                  <a:pt x="12473" y="418"/>
                </a:lnTo>
                <a:lnTo>
                  <a:pt x="12327" y="418"/>
                </a:lnTo>
                <a:lnTo>
                  <a:pt x="12180" y="456"/>
                </a:lnTo>
                <a:lnTo>
                  <a:pt x="12071" y="494"/>
                </a:lnTo>
                <a:lnTo>
                  <a:pt x="11851" y="532"/>
                </a:lnTo>
                <a:lnTo>
                  <a:pt x="11742" y="570"/>
                </a:lnTo>
                <a:lnTo>
                  <a:pt x="11595" y="570"/>
                </a:lnTo>
                <a:lnTo>
                  <a:pt x="11449" y="608"/>
                </a:lnTo>
                <a:lnTo>
                  <a:pt x="11266" y="646"/>
                </a:lnTo>
                <a:lnTo>
                  <a:pt x="11083" y="646"/>
                </a:lnTo>
                <a:lnTo>
                  <a:pt x="10937" y="646"/>
                </a:lnTo>
                <a:lnTo>
                  <a:pt x="10827" y="646"/>
                </a:lnTo>
                <a:lnTo>
                  <a:pt x="10681" y="646"/>
                </a:lnTo>
                <a:lnTo>
                  <a:pt x="10571" y="646"/>
                </a:lnTo>
                <a:lnTo>
                  <a:pt x="10461" y="646"/>
                </a:lnTo>
                <a:lnTo>
                  <a:pt x="10352" y="646"/>
                </a:lnTo>
                <a:lnTo>
                  <a:pt x="10205" y="608"/>
                </a:lnTo>
                <a:lnTo>
                  <a:pt x="10096" y="570"/>
                </a:lnTo>
                <a:lnTo>
                  <a:pt x="9986" y="570"/>
                </a:lnTo>
                <a:lnTo>
                  <a:pt x="9840" y="532"/>
                </a:lnTo>
                <a:lnTo>
                  <a:pt x="9730" y="494"/>
                </a:lnTo>
                <a:lnTo>
                  <a:pt x="9547" y="494"/>
                </a:lnTo>
                <a:lnTo>
                  <a:pt x="9437" y="456"/>
                </a:lnTo>
                <a:lnTo>
                  <a:pt x="9327" y="456"/>
                </a:lnTo>
                <a:lnTo>
                  <a:pt x="9218" y="418"/>
                </a:lnTo>
                <a:lnTo>
                  <a:pt x="9035" y="418"/>
                </a:lnTo>
                <a:lnTo>
                  <a:pt x="8852" y="418"/>
                </a:lnTo>
                <a:lnTo>
                  <a:pt x="8706" y="380"/>
                </a:lnTo>
                <a:lnTo>
                  <a:pt x="8559" y="380"/>
                </a:lnTo>
                <a:lnTo>
                  <a:pt x="8376" y="342"/>
                </a:lnTo>
                <a:lnTo>
                  <a:pt x="8267" y="342"/>
                </a:lnTo>
                <a:lnTo>
                  <a:pt x="8157" y="342"/>
                </a:lnTo>
                <a:lnTo>
                  <a:pt x="8047" y="342"/>
                </a:lnTo>
                <a:lnTo>
                  <a:pt x="7938" y="342"/>
                </a:lnTo>
                <a:lnTo>
                  <a:pt x="7828" y="342"/>
                </a:lnTo>
                <a:lnTo>
                  <a:pt x="7718" y="342"/>
                </a:lnTo>
                <a:lnTo>
                  <a:pt x="7608" y="380"/>
                </a:lnTo>
                <a:lnTo>
                  <a:pt x="7499" y="418"/>
                </a:lnTo>
                <a:lnTo>
                  <a:pt x="7352" y="494"/>
                </a:lnTo>
                <a:lnTo>
                  <a:pt x="7243" y="494"/>
                </a:lnTo>
                <a:lnTo>
                  <a:pt x="7133" y="532"/>
                </a:lnTo>
                <a:lnTo>
                  <a:pt x="7023" y="532"/>
                </a:lnTo>
                <a:lnTo>
                  <a:pt x="6913" y="532"/>
                </a:lnTo>
                <a:lnTo>
                  <a:pt x="6804" y="532"/>
                </a:lnTo>
                <a:lnTo>
                  <a:pt x="6657" y="532"/>
                </a:lnTo>
                <a:lnTo>
                  <a:pt x="6511" y="532"/>
                </a:lnTo>
                <a:lnTo>
                  <a:pt x="6401" y="494"/>
                </a:lnTo>
                <a:lnTo>
                  <a:pt x="6292" y="456"/>
                </a:lnTo>
                <a:lnTo>
                  <a:pt x="6109" y="418"/>
                </a:lnTo>
                <a:lnTo>
                  <a:pt x="5961" y="418"/>
                </a:lnTo>
                <a:lnTo>
                  <a:pt x="5852" y="380"/>
                </a:lnTo>
                <a:lnTo>
                  <a:pt x="5705" y="304"/>
                </a:lnTo>
                <a:lnTo>
                  <a:pt x="5596" y="266"/>
                </a:lnTo>
                <a:lnTo>
                  <a:pt x="5486" y="227"/>
                </a:lnTo>
                <a:lnTo>
                  <a:pt x="5376" y="189"/>
                </a:lnTo>
                <a:lnTo>
                  <a:pt x="5230" y="189"/>
                </a:lnTo>
                <a:lnTo>
                  <a:pt x="5120" y="189"/>
                </a:lnTo>
                <a:lnTo>
                  <a:pt x="5010" y="189"/>
                </a:lnTo>
                <a:lnTo>
                  <a:pt x="4864" y="189"/>
                </a:lnTo>
                <a:lnTo>
                  <a:pt x="4718" y="227"/>
                </a:lnTo>
                <a:lnTo>
                  <a:pt x="4608" y="266"/>
                </a:lnTo>
                <a:lnTo>
                  <a:pt x="4498" y="304"/>
                </a:lnTo>
                <a:lnTo>
                  <a:pt x="4352" y="342"/>
                </a:lnTo>
                <a:lnTo>
                  <a:pt x="4206" y="380"/>
                </a:lnTo>
                <a:lnTo>
                  <a:pt x="4023" y="418"/>
                </a:lnTo>
                <a:lnTo>
                  <a:pt x="3913" y="418"/>
                </a:lnTo>
                <a:lnTo>
                  <a:pt x="3803" y="418"/>
                </a:lnTo>
                <a:lnTo>
                  <a:pt x="3657" y="418"/>
                </a:lnTo>
                <a:lnTo>
                  <a:pt x="3511" y="418"/>
                </a:lnTo>
                <a:lnTo>
                  <a:pt x="3365" y="418"/>
                </a:lnTo>
                <a:lnTo>
                  <a:pt x="3218" y="418"/>
                </a:lnTo>
                <a:lnTo>
                  <a:pt x="3108" y="418"/>
                </a:lnTo>
                <a:lnTo>
                  <a:pt x="2999" y="418"/>
                </a:lnTo>
                <a:lnTo>
                  <a:pt x="2852" y="456"/>
                </a:lnTo>
                <a:lnTo>
                  <a:pt x="2670" y="494"/>
                </a:lnTo>
                <a:lnTo>
                  <a:pt x="2560" y="494"/>
                </a:lnTo>
                <a:lnTo>
                  <a:pt x="2450" y="532"/>
                </a:lnTo>
                <a:lnTo>
                  <a:pt x="2340" y="532"/>
                </a:lnTo>
                <a:lnTo>
                  <a:pt x="2194" y="532"/>
                </a:lnTo>
                <a:lnTo>
                  <a:pt x="2048" y="532"/>
                </a:lnTo>
                <a:lnTo>
                  <a:pt x="1938" y="532"/>
                </a:lnTo>
                <a:lnTo>
                  <a:pt x="1828" y="532"/>
                </a:lnTo>
                <a:lnTo>
                  <a:pt x="1682" y="532"/>
                </a:lnTo>
                <a:lnTo>
                  <a:pt x="1536" y="532"/>
                </a:lnTo>
                <a:lnTo>
                  <a:pt x="1426" y="532"/>
                </a:lnTo>
                <a:lnTo>
                  <a:pt x="1280" y="532"/>
                </a:lnTo>
                <a:lnTo>
                  <a:pt x="1170" y="532"/>
                </a:lnTo>
                <a:lnTo>
                  <a:pt x="1060" y="532"/>
                </a:lnTo>
                <a:lnTo>
                  <a:pt x="950" y="532"/>
                </a:lnTo>
                <a:lnTo>
                  <a:pt x="804" y="532"/>
                </a:lnTo>
                <a:lnTo>
                  <a:pt x="694" y="532"/>
                </a:lnTo>
                <a:lnTo>
                  <a:pt x="585" y="532"/>
                </a:lnTo>
                <a:lnTo>
                  <a:pt x="475" y="532"/>
                </a:lnTo>
                <a:lnTo>
                  <a:pt x="329" y="532"/>
                </a:lnTo>
                <a:lnTo>
                  <a:pt x="219" y="494"/>
                </a:lnTo>
                <a:lnTo>
                  <a:pt x="109" y="494"/>
                </a:lnTo>
                <a:lnTo>
                  <a:pt x="0" y="342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88920" y="4381560"/>
            <a:ext cx="8547120" cy="1670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br>
              <a:rPr sz="1000"/>
            </a:b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02 CustKey 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Pic is Replaced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X(3) VALUE "KEY".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02 CustKey  PIC X(3) VALUE "KEY".</a:t>
            </a:r>
            <a:br>
              <a:rPr sz="2400"/>
            </a:b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No Replacement</a:t>
            </a:r>
            <a:r>
              <a:rPr lang="en-US" sz="24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                   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0" y="4317840"/>
            <a:ext cx="8699760" cy="343440"/>
          </a:xfrm>
          <a:custGeom>
            <a:avLst/>
            <a:gdLst/>
            <a:ahLst/>
            <a:rect l="0" t="0" r="r" b="b"/>
            <a:pathLst>
              <a:path w="24166" h="954">
                <a:moveTo>
                  <a:pt x="72" y="176"/>
                </a:moveTo>
                <a:lnTo>
                  <a:pt x="72" y="318"/>
                </a:lnTo>
                <a:lnTo>
                  <a:pt x="108" y="424"/>
                </a:lnTo>
                <a:lnTo>
                  <a:pt x="108" y="530"/>
                </a:lnTo>
                <a:lnTo>
                  <a:pt x="144" y="636"/>
                </a:lnTo>
                <a:lnTo>
                  <a:pt x="144" y="742"/>
                </a:lnTo>
                <a:lnTo>
                  <a:pt x="252" y="742"/>
                </a:lnTo>
                <a:lnTo>
                  <a:pt x="360" y="671"/>
                </a:lnTo>
                <a:lnTo>
                  <a:pt x="432" y="565"/>
                </a:lnTo>
                <a:lnTo>
                  <a:pt x="541" y="530"/>
                </a:lnTo>
                <a:lnTo>
                  <a:pt x="649" y="494"/>
                </a:lnTo>
                <a:lnTo>
                  <a:pt x="757" y="530"/>
                </a:lnTo>
                <a:lnTo>
                  <a:pt x="829" y="636"/>
                </a:lnTo>
                <a:lnTo>
                  <a:pt x="937" y="671"/>
                </a:lnTo>
                <a:lnTo>
                  <a:pt x="1045" y="742"/>
                </a:lnTo>
                <a:lnTo>
                  <a:pt x="1154" y="742"/>
                </a:lnTo>
                <a:lnTo>
                  <a:pt x="1262" y="742"/>
                </a:lnTo>
                <a:lnTo>
                  <a:pt x="1298" y="636"/>
                </a:lnTo>
                <a:lnTo>
                  <a:pt x="1406" y="565"/>
                </a:lnTo>
                <a:lnTo>
                  <a:pt x="1514" y="530"/>
                </a:lnTo>
                <a:lnTo>
                  <a:pt x="1659" y="494"/>
                </a:lnTo>
                <a:lnTo>
                  <a:pt x="1767" y="565"/>
                </a:lnTo>
                <a:lnTo>
                  <a:pt x="1875" y="600"/>
                </a:lnTo>
                <a:lnTo>
                  <a:pt x="1983" y="600"/>
                </a:lnTo>
                <a:lnTo>
                  <a:pt x="2091" y="565"/>
                </a:lnTo>
                <a:lnTo>
                  <a:pt x="2200" y="565"/>
                </a:lnTo>
                <a:lnTo>
                  <a:pt x="2344" y="530"/>
                </a:lnTo>
                <a:lnTo>
                  <a:pt x="2524" y="494"/>
                </a:lnTo>
                <a:lnTo>
                  <a:pt x="2669" y="459"/>
                </a:lnTo>
                <a:lnTo>
                  <a:pt x="2813" y="459"/>
                </a:lnTo>
                <a:lnTo>
                  <a:pt x="2993" y="459"/>
                </a:lnTo>
                <a:lnTo>
                  <a:pt x="3101" y="424"/>
                </a:lnTo>
                <a:lnTo>
                  <a:pt x="3282" y="424"/>
                </a:lnTo>
                <a:lnTo>
                  <a:pt x="3426" y="424"/>
                </a:lnTo>
                <a:lnTo>
                  <a:pt x="3534" y="424"/>
                </a:lnTo>
                <a:lnTo>
                  <a:pt x="3678" y="424"/>
                </a:lnTo>
                <a:lnTo>
                  <a:pt x="3787" y="459"/>
                </a:lnTo>
                <a:lnTo>
                  <a:pt x="3895" y="459"/>
                </a:lnTo>
                <a:lnTo>
                  <a:pt x="4003" y="494"/>
                </a:lnTo>
                <a:lnTo>
                  <a:pt x="4111" y="494"/>
                </a:lnTo>
                <a:lnTo>
                  <a:pt x="4219" y="530"/>
                </a:lnTo>
                <a:lnTo>
                  <a:pt x="4328" y="530"/>
                </a:lnTo>
                <a:lnTo>
                  <a:pt x="4436" y="600"/>
                </a:lnTo>
                <a:lnTo>
                  <a:pt x="4580" y="636"/>
                </a:lnTo>
                <a:lnTo>
                  <a:pt x="4796" y="636"/>
                </a:lnTo>
                <a:lnTo>
                  <a:pt x="4905" y="636"/>
                </a:lnTo>
                <a:lnTo>
                  <a:pt x="5049" y="636"/>
                </a:lnTo>
                <a:lnTo>
                  <a:pt x="5193" y="636"/>
                </a:lnTo>
                <a:lnTo>
                  <a:pt x="5374" y="636"/>
                </a:lnTo>
                <a:lnTo>
                  <a:pt x="5518" y="636"/>
                </a:lnTo>
                <a:lnTo>
                  <a:pt x="5626" y="636"/>
                </a:lnTo>
                <a:lnTo>
                  <a:pt x="5770" y="636"/>
                </a:lnTo>
                <a:lnTo>
                  <a:pt x="5915" y="636"/>
                </a:lnTo>
                <a:lnTo>
                  <a:pt x="6023" y="636"/>
                </a:lnTo>
                <a:lnTo>
                  <a:pt x="6167" y="636"/>
                </a:lnTo>
                <a:lnTo>
                  <a:pt x="6275" y="636"/>
                </a:lnTo>
                <a:lnTo>
                  <a:pt x="6383" y="636"/>
                </a:lnTo>
                <a:lnTo>
                  <a:pt x="6528" y="636"/>
                </a:lnTo>
                <a:lnTo>
                  <a:pt x="6708" y="636"/>
                </a:lnTo>
                <a:lnTo>
                  <a:pt x="6816" y="636"/>
                </a:lnTo>
                <a:lnTo>
                  <a:pt x="6997" y="636"/>
                </a:lnTo>
                <a:lnTo>
                  <a:pt x="7105" y="636"/>
                </a:lnTo>
                <a:lnTo>
                  <a:pt x="7249" y="600"/>
                </a:lnTo>
                <a:lnTo>
                  <a:pt x="7357" y="600"/>
                </a:lnTo>
                <a:lnTo>
                  <a:pt x="7502" y="600"/>
                </a:lnTo>
                <a:lnTo>
                  <a:pt x="7646" y="565"/>
                </a:lnTo>
                <a:lnTo>
                  <a:pt x="7790" y="530"/>
                </a:lnTo>
                <a:lnTo>
                  <a:pt x="7898" y="530"/>
                </a:lnTo>
                <a:lnTo>
                  <a:pt x="8079" y="530"/>
                </a:lnTo>
                <a:lnTo>
                  <a:pt x="8187" y="530"/>
                </a:lnTo>
                <a:lnTo>
                  <a:pt x="8295" y="530"/>
                </a:lnTo>
                <a:lnTo>
                  <a:pt x="8439" y="494"/>
                </a:lnTo>
                <a:lnTo>
                  <a:pt x="8584" y="494"/>
                </a:lnTo>
                <a:lnTo>
                  <a:pt x="8764" y="494"/>
                </a:lnTo>
                <a:lnTo>
                  <a:pt x="8944" y="494"/>
                </a:lnTo>
                <a:lnTo>
                  <a:pt x="9125" y="494"/>
                </a:lnTo>
                <a:lnTo>
                  <a:pt x="9269" y="494"/>
                </a:lnTo>
                <a:lnTo>
                  <a:pt x="9377" y="494"/>
                </a:lnTo>
                <a:lnTo>
                  <a:pt x="9485" y="494"/>
                </a:lnTo>
                <a:lnTo>
                  <a:pt x="9593" y="494"/>
                </a:lnTo>
                <a:lnTo>
                  <a:pt x="9702" y="494"/>
                </a:lnTo>
                <a:lnTo>
                  <a:pt x="9918" y="494"/>
                </a:lnTo>
                <a:lnTo>
                  <a:pt x="10062" y="494"/>
                </a:lnTo>
                <a:lnTo>
                  <a:pt x="10207" y="530"/>
                </a:lnTo>
                <a:lnTo>
                  <a:pt x="10423" y="530"/>
                </a:lnTo>
                <a:lnTo>
                  <a:pt x="10928" y="530"/>
                </a:lnTo>
                <a:lnTo>
                  <a:pt x="11433" y="530"/>
                </a:lnTo>
                <a:lnTo>
                  <a:pt x="11938" y="530"/>
                </a:lnTo>
                <a:lnTo>
                  <a:pt x="12444" y="530"/>
                </a:lnTo>
                <a:lnTo>
                  <a:pt x="12660" y="530"/>
                </a:lnTo>
                <a:lnTo>
                  <a:pt x="12841" y="530"/>
                </a:lnTo>
                <a:lnTo>
                  <a:pt x="12985" y="530"/>
                </a:lnTo>
                <a:lnTo>
                  <a:pt x="13093" y="565"/>
                </a:lnTo>
                <a:lnTo>
                  <a:pt x="13201" y="600"/>
                </a:lnTo>
                <a:lnTo>
                  <a:pt x="13382" y="671"/>
                </a:lnTo>
                <a:lnTo>
                  <a:pt x="13526" y="706"/>
                </a:lnTo>
                <a:lnTo>
                  <a:pt x="13706" y="706"/>
                </a:lnTo>
                <a:lnTo>
                  <a:pt x="13887" y="706"/>
                </a:lnTo>
                <a:lnTo>
                  <a:pt x="14103" y="706"/>
                </a:lnTo>
                <a:lnTo>
                  <a:pt x="14247" y="706"/>
                </a:lnTo>
                <a:lnTo>
                  <a:pt x="14355" y="706"/>
                </a:lnTo>
                <a:lnTo>
                  <a:pt x="14500" y="706"/>
                </a:lnTo>
                <a:lnTo>
                  <a:pt x="14680" y="706"/>
                </a:lnTo>
                <a:lnTo>
                  <a:pt x="14824" y="706"/>
                </a:lnTo>
                <a:lnTo>
                  <a:pt x="14969" y="706"/>
                </a:lnTo>
                <a:lnTo>
                  <a:pt x="15077" y="706"/>
                </a:lnTo>
                <a:lnTo>
                  <a:pt x="15185" y="706"/>
                </a:lnTo>
                <a:lnTo>
                  <a:pt x="15329" y="778"/>
                </a:lnTo>
                <a:lnTo>
                  <a:pt x="15510" y="813"/>
                </a:lnTo>
                <a:lnTo>
                  <a:pt x="15690" y="883"/>
                </a:lnTo>
                <a:lnTo>
                  <a:pt x="15870" y="919"/>
                </a:lnTo>
                <a:lnTo>
                  <a:pt x="15978" y="954"/>
                </a:lnTo>
                <a:lnTo>
                  <a:pt x="16087" y="954"/>
                </a:lnTo>
                <a:lnTo>
                  <a:pt x="16195" y="954"/>
                </a:lnTo>
                <a:lnTo>
                  <a:pt x="16339" y="813"/>
                </a:lnTo>
                <a:lnTo>
                  <a:pt x="16483" y="742"/>
                </a:lnTo>
                <a:lnTo>
                  <a:pt x="16628" y="706"/>
                </a:lnTo>
                <a:lnTo>
                  <a:pt x="16736" y="671"/>
                </a:lnTo>
                <a:lnTo>
                  <a:pt x="16844" y="636"/>
                </a:lnTo>
                <a:lnTo>
                  <a:pt x="16952" y="600"/>
                </a:lnTo>
                <a:lnTo>
                  <a:pt x="17097" y="530"/>
                </a:lnTo>
                <a:lnTo>
                  <a:pt x="17205" y="530"/>
                </a:lnTo>
                <a:lnTo>
                  <a:pt x="17349" y="530"/>
                </a:lnTo>
                <a:lnTo>
                  <a:pt x="17457" y="565"/>
                </a:lnTo>
                <a:lnTo>
                  <a:pt x="17565" y="565"/>
                </a:lnTo>
                <a:lnTo>
                  <a:pt x="17674" y="600"/>
                </a:lnTo>
                <a:lnTo>
                  <a:pt x="17782" y="600"/>
                </a:lnTo>
                <a:lnTo>
                  <a:pt x="17926" y="636"/>
                </a:lnTo>
                <a:lnTo>
                  <a:pt x="18034" y="636"/>
                </a:lnTo>
                <a:lnTo>
                  <a:pt x="18142" y="636"/>
                </a:lnTo>
                <a:lnTo>
                  <a:pt x="18287" y="636"/>
                </a:lnTo>
                <a:lnTo>
                  <a:pt x="18395" y="636"/>
                </a:lnTo>
                <a:lnTo>
                  <a:pt x="18539" y="636"/>
                </a:lnTo>
                <a:lnTo>
                  <a:pt x="18647" y="636"/>
                </a:lnTo>
                <a:lnTo>
                  <a:pt x="18792" y="671"/>
                </a:lnTo>
                <a:lnTo>
                  <a:pt x="18900" y="671"/>
                </a:lnTo>
                <a:lnTo>
                  <a:pt x="19080" y="671"/>
                </a:lnTo>
                <a:lnTo>
                  <a:pt x="19225" y="706"/>
                </a:lnTo>
                <a:lnTo>
                  <a:pt x="19333" y="706"/>
                </a:lnTo>
                <a:lnTo>
                  <a:pt x="19513" y="706"/>
                </a:lnTo>
                <a:lnTo>
                  <a:pt x="19657" y="706"/>
                </a:lnTo>
                <a:lnTo>
                  <a:pt x="19838" y="706"/>
                </a:lnTo>
                <a:lnTo>
                  <a:pt x="19946" y="706"/>
                </a:lnTo>
                <a:lnTo>
                  <a:pt x="20054" y="706"/>
                </a:lnTo>
                <a:lnTo>
                  <a:pt x="20198" y="706"/>
                </a:lnTo>
                <a:lnTo>
                  <a:pt x="20343" y="706"/>
                </a:lnTo>
                <a:lnTo>
                  <a:pt x="20487" y="706"/>
                </a:lnTo>
                <a:lnTo>
                  <a:pt x="20595" y="706"/>
                </a:lnTo>
                <a:lnTo>
                  <a:pt x="20703" y="706"/>
                </a:lnTo>
                <a:lnTo>
                  <a:pt x="20848" y="742"/>
                </a:lnTo>
                <a:lnTo>
                  <a:pt x="20992" y="742"/>
                </a:lnTo>
                <a:lnTo>
                  <a:pt x="21172" y="778"/>
                </a:lnTo>
                <a:lnTo>
                  <a:pt x="21316" y="778"/>
                </a:lnTo>
                <a:lnTo>
                  <a:pt x="21461" y="778"/>
                </a:lnTo>
                <a:lnTo>
                  <a:pt x="21605" y="813"/>
                </a:lnTo>
                <a:lnTo>
                  <a:pt x="21749" y="813"/>
                </a:lnTo>
                <a:lnTo>
                  <a:pt x="21857" y="813"/>
                </a:lnTo>
                <a:lnTo>
                  <a:pt x="22002" y="848"/>
                </a:lnTo>
                <a:lnTo>
                  <a:pt x="22110" y="848"/>
                </a:lnTo>
                <a:lnTo>
                  <a:pt x="22290" y="883"/>
                </a:lnTo>
                <a:lnTo>
                  <a:pt x="22398" y="919"/>
                </a:lnTo>
                <a:lnTo>
                  <a:pt x="22507" y="919"/>
                </a:lnTo>
                <a:lnTo>
                  <a:pt x="22615" y="919"/>
                </a:lnTo>
                <a:lnTo>
                  <a:pt x="22723" y="919"/>
                </a:lnTo>
                <a:lnTo>
                  <a:pt x="22867" y="919"/>
                </a:lnTo>
                <a:lnTo>
                  <a:pt x="23012" y="919"/>
                </a:lnTo>
                <a:lnTo>
                  <a:pt x="23120" y="919"/>
                </a:lnTo>
                <a:lnTo>
                  <a:pt x="23228" y="919"/>
                </a:lnTo>
                <a:lnTo>
                  <a:pt x="23336" y="919"/>
                </a:lnTo>
                <a:lnTo>
                  <a:pt x="23444" y="919"/>
                </a:lnTo>
                <a:lnTo>
                  <a:pt x="23625" y="919"/>
                </a:lnTo>
                <a:lnTo>
                  <a:pt x="23733" y="919"/>
                </a:lnTo>
                <a:lnTo>
                  <a:pt x="23841" y="919"/>
                </a:lnTo>
                <a:lnTo>
                  <a:pt x="23949" y="919"/>
                </a:lnTo>
                <a:lnTo>
                  <a:pt x="24058" y="919"/>
                </a:lnTo>
                <a:lnTo>
                  <a:pt x="24166" y="919"/>
                </a:lnTo>
                <a:lnTo>
                  <a:pt x="24166" y="813"/>
                </a:lnTo>
                <a:lnTo>
                  <a:pt x="24166" y="671"/>
                </a:lnTo>
                <a:lnTo>
                  <a:pt x="24166" y="565"/>
                </a:lnTo>
                <a:lnTo>
                  <a:pt x="24166" y="459"/>
                </a:lnTo>
                <a:lnTo>
                  <a:pt x="24166" y="353"/>
                </a:lnTo>
                <a:lnTo>
                  <a:pt x="24166" y="247"/>
                </a:lnTo>
                <a:lnTo>
                  <a:pt x="24166" y="141"/>
                </a:lnTo>
                <a:lnTo>
                  <a:pt x="24166" y="35"/>
                </a:lnTo>
                <a:lnTo>
                  <a:pt x="0" y="35"/>
                </a:lnTo>
                <a:lnTo>
                  <a:pt x="0" y="0"/>
                </a:lnTo>
                <a:lnTo>
                  <a:pt x="72" y="176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0" y="5751360"/>
            <a:ext cx="8699760" cy="433800"/>
          </a:xfrm>
          <a:custGeom>
            <a:avLst/>
            <a:gdLst/>
            <a:ahLst/>
            <a:rect l="0" t="0" r="r" b="b"/>
            <a:pathLst>
              <a:path w="24166" h="1205">
                <a:moveTo>
                  <a:pt x="0" y="705"/>
                </a:moveTo>
                <a:lnTo>
                  <a:pt x="143" y="676"/>
                </a:lnTo>
                <a:lnTo>
                  <a:pt x="215" y="588"/>
                </a:lnTo>
                <a:lnTo>
                  <a:pt x="323" y="558"/>
                </a:lnTo>
                <a:lnTo>
                  <a:pt x="430" y="500"/>
                </a:lnTo>
                <a:lnTo>
                  <a:pt x="538" y="500"/>
                </a:lnTo>
                <a:lnTo>
                  <a:pt x="646" y="500"/>
                </a:lnTo>
                <a:lnTo>
                  <a:pt x="754" y="470"/>
                </a:lnTo>
                <a:lnTo>
                  <a:pt x="861" y="470"/>
                </a:lnTo>
                <a:lnTo>
                  <a:pt x="969" y="470"/>
                </a:lnTo>
                <a:lnTo>
                  <a:pt x="1077" y="470"/>
                </a:lnTo>
                <a:lnTo>
                  <a:pt x="1184" y="500"/>
                </a:lnTo>
                <a:lnTo>
                  <a:pt x="1256" y="588"/>
                </a:lnTo>
                <a:lnTo>
                  <a:pt x="1364" y="676"/>
                </a:lnTo>
                <a:lnTo>
                  <a:pt x="1508" y="705"/>
                </a:lnTo>
                <a:lnTo>
                  <a:pt x="1615" y="735"/>
                </a:lnTo>
                <a:lnTo>
                  <a:pt x="1723" y="793"/>
                </a:lnTo>
                <a:lnTo>
                  <a:pt x="1831" y="793"/>
                </a:lnTo>
                <a:lnTo>
                  <a:pt x="1938" y="823"/>
                </a:lnTo>
                <a:lnTo>
                  <a:pt x="2046" y="823"/>
                </a:lnTo>
                <a:lnTo>
                  <a:pt x="2154" y="764"/>
                </a:lnTo>
                <a:lnTo>
                  <a:pt x="2298" y="676"/>
                </a:lnTo>
                <a:lnTo>
                  <a:pt x="2441" y="617"/>
                </a:lnTo>
                <a:lnTo>
                  <a:pt x="2585" y="588"/>
                </a:lnTo>
                <a:lnTo>
                  <a:pt x="2693" y="529"/>
                </a:lnTo>
                <a:lnTo>
                  <a:pt x="2836" y="470"/>
                </a:lnTo>
                <a:lnTo>
                  <a:pt x="2980" y="441"/>
                </a:lnTo>
                <a:lnTo>
                  <a:pt x="3087" y="412"/>
                </a:lnTo>
                <a:lnTo>
                  <a:pt x="3267" y="382"/>
                </a:lnTo>
                <a:lnTo>
                  <a:pt x="3375" y="382"/>
                </a:lnTo>
                <a:lnTo>
                  <a:pt x="3554" y="353"/>
                </a:lnTo>
                <a:lnTo>
                  <a:pt x="3662" y="323"/>
                </a:lnTo>
                <a:lnTo>
                  <a:pt x="3806" y="293"/>
                </a:lnTo>
                <a:lnTo>
                  <a:pt x="3949" y="293"/>
                </a:lnTo>
                <a:lnTo>
                  <a:pt x="4057" y="264"/>
                </a:lnTo>
                <a:lnTo>
                  <a:pt x="4237" y="264"/>
                </a:lnTo>
                <a:lnTo>
                  <a:pt x="4380" y="264"/>
                </a:lnTo>
                <a:lnTo>
                  <a:pt x="4488" y="234"/>
                </a:lnTo>
                <a:lnTo>
                  <a:pt x="4596" y="234"/>
                </a:lnTo>
                <a:lnTo>
                  <a:pt x="4703" y="234"/>
                </a:lnTo>
                <a:lnTo>
                  <a:pt x="4847" y="234"/>
                </a:lnTo>
                <a:lnTo>
                  <a:pt x="4955" y="234"/>
                </a:lnTo>
                <a:lnTo>
                  <a:pt x="5062" y="234"/>
                </a:lnTo>
                <a:lnTo>
                  <a:pt x="5170" y="264"/>
                </a:lnTo>
                <a:lnTo>
                  <a:pt x="5278" y="323"/>
                </a:lnTo>
                <a:lnTo>
                  <a:pt x="5386" y="382"/>
                </a:lnTo>
                <a:lnTo>
                  <a:pt x="5493" y="382"/>
                </a:lnTo>
                <a:lnTo>
                  <a:pt x="5601" y="412"/>
                </a:lnTo>
                <a:lnTo>
                  <a:pt x="5709" y="441"/>
                </a:lnTo>
                <a:lnTo>
                  <a:pt x="5816" y="470"/>
                </a:lnTo>
                <a:lnTo>
                  <a:pt x="5924" y="470"/>
                </a:lnTo>
                <a:lnTo>
                  <a:pt x="6032" y="470"/>
                </a:lnTo>
                <a:lnTo>
                  <a:pt x="6211" y="470"/>
                </a:lnTo>
                <a:lnTo>
                  <a:pt x="6391" y="441"/>
                </a:lnTo>
                <a:lnTo>
                  <a:pt x="6499" y="441"/>
                </a:lnTo>
                <a:lnTo>
                  <a:pt x="6606" y="412"/>
                </a:lnTo>
                <a:lnTo>
                  <a:pt x="6750" y="353"/>
                </a:lnTo>
                <a:lnTo>
                  <a:pt x="6930" y="293"/>
                </a:lnTo>
                <a:lnTo>
                  <a:pt x="7073" y="264"/>
                </a:lnTo>
                <a:lnTo>
                  <a:pt x="7253" y="205"/>
                </a:lnTo>
                <a:lnTo>
                  <a:pt x="7360" y="176"/>
                </a:lnTo>
                <a:lnTo>
                  <a:pt x="7360" y="264"/>
                </a:lnTo>
                <a:lnTo>
                  <a:pt x="7540" y="176"/>
                </a:lnTo>
                <a:lnTo>
                  <a:pt x="7648" y="117"/>
                </a:lnTo>
                <a:lnTo>
                  <a:pt x="7755" y="58"/>
                </a:lnTo>
                <a:lnTo>
                  <a:pt x="7863" y="0"/>
                </a:lnTo>
                <a:lnTo>
                  <a:pt x="7971" y="58"/>
                </a:lnTo>
                <a:lnTo>
                  <a:pt x="8079" y="146"/>
                </a:lnTo>
                <a:lnTo>
                  <a:pt x="8186" y="176"/>
                </a:lnTo>
                <a:lnTo>
                  <a:pt x="8294" y="234"/>
                </a:lnTo>
                <a:lnTo>
                  <a:pt x="8402" y="264"/>
                </a:lnTo>
                <a:lnTo>
                  <a:pt x="8509" y="323"/>
                </a:lnTo>
                <a:lnTo>
                  <a:pt x="8617" y="382"/>
                </a:lnTo>
                <a:lnTo>
                  <a:pt x="8725" y="412"/>
                </a:lnTo>
                <a:lnTo>
                  <a:pt x="8833" y="412"/>
                </a:lnTo>
                <a:lnTo>
                  <a:pt x="8976" y="412"/>
                </a:lnTo>
                <a:lnTo>
                  <a:pt x="9120" y="412"/>
                </a:lnTo>
                <a:lnTo>
                  <a:pt x="9228" y="412"/>
                </a:lnTo>
                <a:lnTo>
                  <a:pt x="9371" y="412"/>
                </a:lnTo>
                <a:lnTo>
                  <a:pt x="9515" y="293"/>
                </a:lnTo>
                <a:lnTo>
                  <a:pt x="9694" y="234"/>
                </a:lnTo>
                <a:lnTo>
                  <a:pt x="9910" y="176"/>
                </a:lnTo>
                <a:lnTo>
                  <a:pt x="10089" y="117"/>
                </a:lnTo>
                <a:lnTo>
                  <a:pt x="10305" y="58"/>
                </a:lnTo>
                <a:lnTo>
                  <a:pt x="10377" y="176"/>
                </a:lnTo>
                <a:lnTo>
                  <a:pt x="10377" y="264"/>
                </a:lnTo>
                <a:lnTo>
                  <a:pt x="10377" y="353"/>
                </a:lnTo>
                <a:lnTo>
                  <a:pt x="10484" y="293"/>
                </a:lnTo>
                <a:lnTo>
                  <a:pt x="10592" y="293"/>
                </a:lnTo>
                <a:lnTo>
                  <a:pt x="10700" y="293"/>
                </a:lnTo>
                <a:lnTo>
                  <a:pt x="10807" y="353"/>
                </a:lnTo>
                <a:lnTo>
                  <a:pt x="10951" y="353"/>
                </a:lnTo>
                <a:lnTo>
                  <a:pt x="11095" y="293"/>
                </a:lnTo>
                <a:lnTo>
                  <a:pt x="11202" y="264"/>
                </a:lnTo>
                <a:lnTo>
                  <a:pt x="11310" y="234"/>
                </a:lnTo>
                <a:lnTo>
                  <a:pt x="11418" y="234"/>
                </a:lnTo>
                <a:lnTo>
                  <a:pt x="11526" y="205"/>
                </a:lnTo>
                <a:lnTo>
                  <a:pt x="11669" y="176"/>
                </a:lnTo>
                <a:lnTo>
                  <a:pt x="11777" y="146"/>
                </a:lnTo>
                <a:lnTo>
                  <a:pt x="11885" y="146"/>
                </a:lnTo>
                <a:lnTo>
                  <a:pt x="11992" y="146"/>
                </a:lnTo>
                <a:lnTo>
                  <a:pt x="12173" y="117"/>
                </a:lnTo>
                <a:lnTo>
                  <a:pt x="12317" y="117"/>
                </a:lnTo>
                <a:lnTo>
                  <a:pt x="12496" y="117"/>
                </a:lnTo>
                <a:lnTo>
                  <a:pt x="12676" y="117"/>
                </a:lnTo>
                <a:lnTo>
                  <a:pt x="12783" y="146"/>
                </a:lnTo>
                <a:lnTo>
                  <a:pt x="12819" y="264"/>
                </a:lnTo>
                <a:lnTo>
                  <a:pt x="12891" y="353"/>
                </a:lnTo>
                <a:lnTo>
                  <a:pt x="13035" y="382"/>
                </a:lnTo>
                <a:lnTo>
                  <a:pt x="13178" y="353"/>
                </a:lnTo>
                <a:lnTo>
                  <a:pt x="13322" y="323"/>
                </a:lnTo>
                <a:lnTo>
                  <a:pt x="13430" y="323"/>
                </a:lnTo>
                <a:lnTo>
                  <a:pt x="13537" y="323"/>
                </a:lnTo>
                <a:lnTo>
                  <a:pt x="13717" y="293"/>
                </a:lnTo>
                <a:lnTo>
                  <a:pt x="13825" y="264"/>
                </a:lnTo>
                <a:lnTo>
                  <a:pt x="13932" y="264"/>
                </a:lnTo>
                <a:lnTo>
                  <a:pt x="14040" y="293"/>
                </a:lnTo>
                <a:lnTo>
                  <a:pt x="14184" y="293"/>
                </a:lnTo>
                <a:lnTo>
                  <a:pt x="14291" y="264"/>
                </a:lnTo>
                <a:lnTo>
                  <a:pt x="14399" y="234"/>
                </a:lnTo>
                <a:lnTo>
                  <a:pt x="14507" y="234"/>
                </a:lnTo>
                <a:lnTo>
                  <a:pt x="14615" y="234"/>
                </a:lnTo>
                <a:lnTo>
                  <a:pt x="14722" y="353"/>
                </a:lnTo>
                <a:lnTo>
                  <a:pt x="14830" y="382"/>
                </a:lnTo>
                <a:lnTo>
                  <a:pt x="14938" y="382"/>
                </a:lnTo>
                <a:lnTo>
                  <a:pt x="15045" y="382"/>
                </a:lnTo>
                <a:lnTo>
                  <a:pt x="15153" y="441"/>
                </a:lnTo>
                <a:lnTo>
                  <a:pt x="15261" y="441"/>
                </a:lnTo>
                <a:lnTo>
                  <a:pt x="15405" y="441"/>
                </a:lnTo>
                <a:lnTo>
                  <a:pt x="15440" y="529"/>
                </a:lnTo>
                <a:lnTo>
                  <a:pt x="15548" y="529"/>
                </a:lnTo>
                <a:lnTo>
                  <a:pt x="15728" y="529"/>
                </a:lnTo>
                <a:lnTo>
                  <a:pt x="15835" y="500"/>
                </a:lnTo>
                <a:lnTo>
                  <a:pt x="15943" y="500"/>
                </a:lnTo>
                <a:lnTo>
                  <a:pt x="16087" y="500"/>
                </a:lnTo>
                <a:lnTo>
                  <a:pt x="16194" y="470"/>
                </a:lnTo>
                <a:lnTo>
                  <a:pt x="16374" y="441"/>
                </a:lnTo>
                <a:lnTo>
                  <a:pt x="16482" y="441"/>
                </a:lnTo>
                <a:lnTo>
                  <a:pt x="16625" y="470"/>
                </a:lnTo>
                <a:lnTo>
                  <a:pt x="16769" y="470"/>
                </a:lnTo>
                <a:lnTo>
                  <a:pt x="16984" y="470"/>
                </a:lnTo>
                <a:lnTo>
                  <a:pt x="17128" y="470"/>
                </a:lnTo>
                <a:lnTo>
                  <a:pt x="17236" y="470"/>
                </a:lnTo>
                <a:lnTo>
                  <a:pt x="17343" y="470"/>
                </a:lnTo>
                <a:lnTo>
                  <a:pt x="17451" y="441"/>
                </a:lnTo>
                <a:lnTo>
                  <a:pt x="17595" y="441"/>
                </a:lnTo>
                <a:lnTo>
                  <a:pt x="17810" y="382"/>
                </a:lnTo>
                <a:lnTo>
                  <a:pt x="18026" y="353"/>
                </a:lnTo>
                <a:lnTo>
                  <a:pt x="18241" y="293"/>
                </a:lnTo>
                <a:lnTo>
                  <a:pt x="18457" y="234"/>
                </a:lnTo>
                <a:lnTo>
                  <a:pt x="18564" y="234"/>
                </a:lnTo>
                <a:lnTo>
                  <a:pt x="18672" y="353"/>
                </a:lnTo>
                <a:lnTo>
                  <a:pt x="18780" y="412"/>
                </a:lnTo>
                <a:lnTo>
                  <a:pt x="18923" y="353"/>
                </a:lnTo>
                <a:lnTo>
                  <a:pt x="19031" y="293"/>
                </a:lnTo>
                <a:lnTo>
                  <a:pt x="19175" y="234"/>
                </a:lnTo>
                <a:lnTo>
                  <a:pt x="19282" y="176"/>
                </a:lnTo>
                <a:lnTo>
                  <a:pt x="19390" y="146"/>
                </a:lnTo>
                <a:lnTo>
                  <a:pt x="19426" y="293"/>
                </a:lnTo>
                <a:lnTo>
                  <a:pt x="19570" y="353"/>
                </a:lnTo>
                <a:lnTo>
                  <a:pt x="19677" y="353"/>
                </a:lnTo>
                <a:lnTo>
                  <a:pt x="19785" y="323"/>
                </a:lnTo>
                <a:lnTo>
                  <a:pt x="19965" y="353"/>
                </a:lnTo>
                <a:lnTo>
                  <a:pt x="20144" y="353"/>
                </a:lnTo>
                <a:lnTo>
                  <a:pt x="20252" y="353"/>
                </a:lnTo>
                <a:lnTo>
                  <a:pt x="20360" y="353"/>
                </a:lnTo>
                <a:lnTo>
                  <a:pt x="20503" y="382"/>
                </a:lnTo>
                <a:lnTo>
                  <a:pt x="20683" y="412"/>
                </a:lnTo>
                <a:lnTo>
                  <a:pt x="20791" y="412"/>
                </a:lnTo>
                <a:lnTo>
                  <a:pt x="20898" y="441"/>
                </a:lnTo>
                <a:lnTo>
                  <a:pt x="21042" y="500"/>
                </a:lnTo>
                <a:lnTo>
                  <a:pt x="21150" y="500"/>
                </a:lnTo>
                <a:lnTo>
                  <a:pt x="21257" y="500"/>
                </a:lnTo>
                <a:lnTo>
                  <a:pt x="21365" y="500"/>
                </a:lnTo>
                <a:lnTo>
                  <a:pt x="21580" y="500"/>
                </a:lnTo>
                <a:lnTo>
                  <a:pt x="21688" y="500"/>
                </a:lnTo>
                <a:lnTo>
                  <a:pt x="21832" y="500"/>
                </a:lnTo>
                <a:lnTo>
                  <a:pt x="21975" y="529"/>
                </a:lnTo>
                <a:lnTo>
                  <a:pt x="22119" y="558"/>
                </a:lnTo>
                <a:lnTo>
                  <a:pt x="22263" y="558"/>
                </a:lnTo>
                <a:lnTo>
                  <a:pt x="22370" y="558"/>
                </a:lnTo>
                <a:lnTo>
                  <a:pt x="22514" y="558"/>
                </a:lnTo>
                <a:lnTo>
                  <a:pt x="22622" y="558"/>
                </a:lnTo>
                <a:lnTo>
                  <a:pt x="22873" y="558"/>
                </a:lnTo>
                <a:lnTo>
                  <a:pt x="23017" y="558"/>
                </a:lnTo>
                <a:lnTo>
                  <a:pt x="23124" y="588"/>
                </a:lnTo>
                <a:lnTo>
                  <a:pt x="23232" y="588"/>
                </a:lnTo>
                <a:lnTo>
                  <a:pt x="23340" y="588"/>
                </a:lnTo>
                <a:lnTo>
                  <a:pt x="23484" y="588"/>
                </a:lnTo>
                <a:lnTo>
                  <a:pt x="23627" y="588"/>
                </a:lnTo>
                <a:lnTo>
                  <a:pt x="23735" y="588"/>
                </a:lnTo>
                <a:lnTo>
                  <a:pt x="23843" y="588"/>
                </a:lnTo>
                <a:lnTo>
                  <a:pt x="23950" y="588"/>
                </a:lnTo>
                <a:lnTo>
                  <a:pt x="24058" y="617"/>
                </a:lnTo>
                <a:lnTo>
                  <a:pt x="24166" y="617"/>
                </a:lnTo>
                <a:lnTo>
                  <a:pt x="24130" y="1176"/>
                </a:lnTo>
                <a:lnTo>
                  <a:pt x="35" y="1205"/>
                </a:lnTo>
                <a:lnTo>
                  <a:pt x="0" y="705"/>
                </a:lnTo>
                <a:close/>
              </a:path>
            </a:pathLst>
          </a:custGeom>
          <a:solidFill>
            <a:srgbClr val="114FF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ALGORITHMS </dc:title>
</cp:coreProperties>
</file>