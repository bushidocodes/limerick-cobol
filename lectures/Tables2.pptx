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CD18C1-0B7B-4D79-9BC9-05D2B954B66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576520" y="3087720"/>
            <a:ext cx="4071960" cy="5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Advanced Tables.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43080" y="3132000"/>
            <a:ext cx="3171960" cy="86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819520" y="133200"/>
            <a:ext cx="3917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One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2819520" y="133200"/>
            <a:ext cx="3917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One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55680" y="2006640"/>
            <a:ext cx="8470800" cy="10540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54080" algn="l"/>
                <a:tab pos="3149640" algn="l"/>
                <a:tab pos="5245200" algn="l"/>
                <a:tab pos="734076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43080" y="3132000"/>
            <a:ext cx="7653240" cy="162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03  SalesValue   PIC 9(8)V99.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03  NumSold      PIC 9(7).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743880" y="2031840"/>
            <a:ext cx="0" cy="10033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648320" y="2019240"/>
            <a:ext cx="0" cy="10159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565360" y="2006640"/>
            <a:ext cx="0" cy="10285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68280" y="201924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826480" y="201924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 txBox="1"/>
          <p:nvPr/>
        </p:nvSpPr>
        <p:spPr>
          <a:xfrm>
            <a:off x="2819520" y="133200"/>
            <a:ext cx="3917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One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55680" y="2006640"/>
            <a:ext cx="8470800" cy="10540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54080" algn="l"/>
                <a:tab pos="3149640" algn="l"/>
                <a:tab pos="5245200" algn="l"/>
                <a:tab pos="734076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43080" y="3132000"/>
            <a:ext cx="7653240" cy="162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03  SalesValue   PIC 9(8)V99.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03  NumSold      PIC 9(7).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743880" y="2031840"/>
            <a:ext cx="0" cy="10033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648320" y="2019240"/>
            <a:ext cx="0" cy="10159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565360" y="2006640"/>
            <a:ext cx="0" cy="10285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606680" y="5219640"/>
            <a:ext cx="2082960" cy="495360"/>
          </a:xfrm>
          <a:prstGeom prst="rect">
            <a:avLst/>
          </a:prstGeom>
          <a:solidFill>
            <a:srgbClr val="114FFB"/>
          </a:solidFill>
          <a:ln w="25560">
            <a:solidFill>
              <a:srgbClr val="DADADA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676680" y="5219640"/>
            <a:ext cx="2082960" cy="495360"/>
          </a:xfrm>
          <a:prstGeom prst="rect">
            <a:avLst/>
          </a:prstGeom>
          <a:solidFill>
            <a:srgbClr val="114FFB"/>
          </a:solidFill>
          <a:ln w="25560">
            <a:solidFill>
              <a:srgbClr val="DADADA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682640" y="5829480"/>
            <a:ext cx="4051440" cy="4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7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Province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SalesValue                  NumSold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 flipH="1">
            <a:off x="1612800" y="3035160"/>
            <a:ext cx="952560" cy="21970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660920" y="3048120"/>
            <a:ext cx="1092240" cy="21970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828800" y="5257800"/>
            <a:ext cx="370836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12346.99          309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68280" y="201924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826480" y="201924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 txBox="1"/>
          <p:nvPr/>
        </p:nvSpPr>
        <p:spPr>
          <a:xfrm>
            <a:off x="2819520" y="133200"/>
            <a:ext cx="3938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Two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68280" y="1600200"/>
            <a:ext cx="8445600" cy="146052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52440" y="1590840"/>
            <a:ext cx="8486640" cy="53028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43080" y="3132000"/>
            <a:ext cx="6585120" cy="124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58920" y="2028960"/>
            <a:ext cx="0" cy="10285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826480" y="203184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565360" y="158760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648320" y="158760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743880" y="158760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 txBox="1"/>
          <p:nvPr/>
        </p:nvSpPr>
        <p:spPr>
          <a:xfrm>
            <a:off x="2819520" y="133200"/>
            <a:ext cx="3938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Two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52440" y="1590840"/>
            <a:ext cx="8486640" cy="530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43080" y="3132000"/>
            <a:ext cx="8080200" cy="206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r>
              <a:rPr lang="en-US" sz="32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br>
              <a:rPr sz="1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   04 SalesValue   PIC 9(8)V99.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   04 NumSold      PIC 9(7).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52440" y="2104920"/>
            <a:ext cx="8486640" cy="917640"/>
          </a:xfrm>
          <a:prstGeom prst="rect">
            <a:avLst/>
          </a:prstGeom>
          <a:solidFill>
            <a:srgbClr val="114FFB"/>
          </a:solidFill>
          <a:ln w="25560">
            <a:solidFill>
              <a:srgbClr val="00FF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   1           2         1           2          1           2          1          2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58920" y="2028960"/>
            <a:ext cx="0" cy="10285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8826480" y="203184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565360" y="158760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648320" y="158760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 flipH="1">
            <a:off x="1562040" y="2120760"/>
            <a:ext cx="3240" cy="9082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743880" y="158760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 flipH="1">
            <a:off x="3591000" y="2136600"/>
            <a:ext cx="3240" cy="9115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 flipH="1">
            <a:off x="5724360" y="2127240"/>
            <a:ext cx="3240" cy="91116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797960" y="2117880"/>
            <a:ext cx="2880" cy="91116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368280" y="1181160"/>
            <a:ext cx="8445600" cy="186696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819520" y="133200"/>
            <a:ext cx="4195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Three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978680" y="34686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52440" y="1171440"/>
            <a:ext cx="8486640" cy="530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343080" y="3132000"/>
            <a:ext cx="6585120" cy="86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58920" y="1609560"/>
            <a:ext cx="2880" cy="1457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H="1">
            <a:off x="2562120" y="1168560"/>
            <a:ext cx="324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743880" y="1168560"/>
            <a:ext cx="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4648320" y="1168560"/>
            <a:ext cx="0" cy="18889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826480" y="1546200"/>
            <a:ext cx="3240" cy="152100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 txBox="1"/>
          <p:nvPr/>
        </p:nvSpPr>
        <p:spPr>
          <a:xfrm>
            <a:off x="2819520" y="133200"/>
            <a:ext cx="4195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Three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978680" y="34686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52440" y="1171440"/>
            <a:ext cx="8486640" cy="530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43080" y="3132000"/>
            <a:ext cx="6738840" cy="129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r>
              <a:rPr lang="en-US" sz="32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43080" y="2133720"/>
            <a:ext cx="8483760" cy="41904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52440" y="1685880"/>
            <a:ext cx="848664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00FF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   1           2         1           2          1           2          1          2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 flipH="1">
            <a:off x="1562040" y="1701720"/>
            <a:ext cx="3240" cy="13654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 flipH="1">
            <a:off x="3591000" y="1717560"/>
            <a:ext cx="3240" cy="13399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 flipH="1">
            <a:off x="5724360" y="1708200"/>
            <a:ext cx="3240" cy="13492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797960" y="1698480"/>
            <a:ext cx="2880" cy="13687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58920" y="1609560"/>
            <a:ext cx="2880" cy="1457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 flipH="1">
            <a:off x="2562120" y="1168560"/>
            <a:ext cx="324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743880" y="1168560"/>
            <a:ext cx="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4648320" y="1168560"/>
            <a:ext cx="0" cy="18889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8826480" y="1546200"/>
            <a:ext cx="3240" cy="152100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 txBox="1"/>
          <p:nvPr/>
        </p:nvSpPr>
        <p:spPr>
          <a:xfrm>
            <a:off x="2819520" y="133200"/>
            <a:ext cx="4195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Three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7978680" y="34686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352440" y="1171440"/>
            <a:ext cx="8486640" cy="530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43080" y="3132000"/>
            <a:ext cx="7440480" cy="168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r>
              <a:rPr lang="en-US" sz="32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br>
              <a:rPr sz="2800"/>
            </a:b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04 Colour OCCURS 3 TIMES.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52440" y="1685880"/>
            <a:ext cx="848664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00FF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   1           2         1           2          1           2          1          2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52440" y="2143080"/>
            <a:ext cx="8486640" cy="438120"/>
          </a:xfrm>
          <a:prstGeom prst="rect">
            <a:avLst/>
          </a:prstGeom>
          <a:solidFill>
            <a:srgbClr val="114FFB"/>
          </a:solidFill>
          <a:ln w="25560">
            <a:solidFill>
              <a:srgbClr val="FAFD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1   2   3    1   2  3   1   2   3   1   2   3   1   2   3   1   2   3   1  2   3   1   2   3 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 flipH="1">
            <a:off x="1562040" y="1701720"/>
            <a:ext cx="3240" cy="13654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 flipH="1">
            <a:off x="3591000" y="1717560"/>
            <a:ext cx="3240" cy="13399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 flipH="1">
            <a:off x="5724360" y="1708200"/>
            <a:ext cx="3240" cy="13492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797960" y="1698480"/>
            <a:ext cx="2880" cy="13687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58920" y="1609560"/>
            <a:ext cx="2880" cy="1457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 flipH="1">
            <a:off x="2562120" y="1168560"/>
            <a:ext cx="324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743880" y="1168560"/>
            <a:ext cx="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648320" y="1168560"/>
            <a:ext cx="0" cy="18889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7148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8826480" y="1546200"/>
            <a:ext cx="3240" cy="152100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152360" y="214308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91448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257560" y="216216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91456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327672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3971880" y="213372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3340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0198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40072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07680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4580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712476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74390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813420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496360" y="214308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 txBox="1"/>
          <p:nvPr/>
        </p:nvSpPr>
        <p:spPr>
          <a:xfrm>
            <a:off x="2819520" y="133200"/>
            <a:ext cx="4195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Three Dimension Table.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7978680" y="34686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352440" y="1171440"/>
            <a:ext cx="8486640" cy="530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39840" y="3132000"/>
            <a:ext cx="8720280" cy="245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r>
              <a:rPr lang="en-US" sz="32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br>
              <a:rPr sz="2800"/>
            </a:b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04 Colour OCCURS 3 TIMES.</a:t>
            </a:r>
            <a:br>
              <a:rPr sz="1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       05 SalesValue  PIC 9(8)V99.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       05 NumSold     PIC 9(7).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52440" y="1685880"/>
            <a:ext cx="8486640" cy="447840"/>
          </a:xfrm>
          <a:prstGeom prst="rect">
            <a:avLst/>
          </a:prstGeom>
          <a:solidFill>
            <a:srgbClr val="114FFB"/>
          </a:solidFill>
          <a:ln w="25560">
            <a:solidFill>
              <a:srgbClr val="00FF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   1           2         1           2          1           2          1          2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355680" y="252720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52440" y="2143080"/>
            <a:ext cx="8486640" cy="438120"/>
          </a:xfrm>
          <a:prstGeom prst="rect">
            <a:avLst/>
          </a:prstGeom>
          <a:solidFill>
            <a:srgbClr val="114FFB"/>
          </a:solidFill>
          <a:ln w="25560">
            <a:solidFill>
              <a:srgbClr val="FAFD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1   2   3    1   2  3   1   2   3   1   2   3   1   2   3   1   2   3   1  2   3   1   2   3 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 flipH="1">
            <a:off x="1562040" y="1701720"/>
            <a:ext cx="3240" cy="13654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 flipH="1">
            <a:off x="3591000" y="1717560"/>
            <a:ext cx="3240" cy="13399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 flipH="1">
            <a:off x="5724360" y="1708200"/>
            <a:ext cx="3240" cy="13492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797960" y="1698480"/>
            <a:ext cx="2880" cy="13687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358920" y="1609560"/>
            <a:ext cx="2880" cy="1457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 flipH="1">
            <a:off x="2562120" y="1168560"/>
            <a:ext cx="324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743880" y="1168560"/>
            <a:ext cx="0" cy="189864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648320" y="1168560"/>
            <a:ext cx="0" cy="18889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7148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8826480" y="1546200"/>
            <a:ext cx="3240" cy="152100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152360" y="214308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91448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2257560" y="216216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291456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27672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3971880" y="213372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43340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0198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540072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07680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64580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12476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743904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813420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8496360" y="214308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3638520" y="5753160"/>
            <a:ext cx="2082960" cy="495360"/>
          </a:xfrm>
          <a:prstGeom prst="rect">
            <a:avLst/>
          </a:prstGeom>
          <a:noFill/>
          <a:ln w="25560">
            <a:solidFill>
              <a:srgbClr val="DADADA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708520" y="5753160"/>
            <a:ext cx="2082960" cy="495360"/>
          </a:xfrm>
          <a:prstGeom prst="rect">
            <a:avLst/>
          </a:prstGeom>
          <a:noFill/>
          <a:ln w="25560">
            <a:solidFill>
              <a:srgbClr val="DADADA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714840" y="6362640"/>
            <a:ext cx="4051440" cy="4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75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Colour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SalesValue                  NumSold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 flipH="1">
            <a:off x="3645000" y="3048120"/>
            <a:ext cx="1752480" cy="271764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715000" y="2997360"/>
            <a:ext cx="2070000" cy="278100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860640" y="5791320"/>
            <a:ext cx="370836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12346.99          309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 txBox="1"/>
          <p:nvPr/>
        </p:nvSpPr>
        <p:spPr>
          <a:xfrm>
            <a:off x="2819520" y="133200"/>
            <a:ext cx="3187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Record Elements.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978680" y="346860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39840" y="3132000"/>
            <a:ext cx="8720280" cy="288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JeansTable.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02 Province OCCURS 4 TIMES.</a:t>
            </a:r>
            <a:br>
              <a:rPr sz="2800"/>
            </a:br>
            <a:r>
              <a:rPr lang="en-US" sz="32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03 ProviceTotal PIC 9(8).</a:t>
            </a:r>
            <a:br>
              <a:rPr sz="2800"/>
            </a:br>
            <a:r>
              <a:rPr lang="en-US" sz="32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03 Gender OCCURS 2 TIMES. </a:t>
            </a:r>
            <a:br>
              <a:rPr sz="2800"/>
            </a:b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04 Colour OCCURS 3 TIMES.</a:t>
            </a:r>
            <a:br>
              <a:rPr sz="1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       05 SalesValue  PIC 9(8)V99.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Courier New"/>
                <a:ea typeface="Courier New"/>
              </a:rPr>
              <a:t>             05 NumSold     PIC 9(7).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3714840" y="6362640"/>
            <a:ext cx="4051440" cy="343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355680" y="2527200"/>
            <a:ext cx="8520120" cy="546120"/>
          </a:xfrm>
          <a:prstGeom prst="rect">
            <a:avLst/>
          </a:prstGeom>
          <a:solidFill>
            <a:srgbClr val="114FFB"/>
          </a:solidFill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52440" y="2143080"/>
            <a:ext cx="8486640" cy="43812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1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1  2  3   1  2  3        1  2  3  1  2  3       1  2  3  1  2  3       1  2   3  1  2   3 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025640" y="21398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 flipH="1">
            <a:off x="1303200" y="2117880"/>
            <a:ext cx="1800" cy="94608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91448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2206800" y="21366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49884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17484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4048200" y="212076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434664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557856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531180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35012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67088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165720" y="21272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76200" y="1697040"/>
            <a:ext cx="8486640" cy="44784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     1         2            1         2            1         2            1         2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6432480" y="215280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8610480" y="213048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358920" y="1609560"/>
            <a:ext cx="2880" cy="1457640"/>
          </a:xfrm>
          <a:prstGeom prst="line">
            <a:avLst/>
          </a:prstGeom>
          <a:ln w="381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8248680" y="2139840"/>
            <a:ext cx="0" cy="91440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 flipH="1">
            <a:off x="749160" y="1700280"/>
            <a:ext cx="12960" cy="13539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2949480" y="1700280"/>
            <a:ext cx="0" cy="13636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5018040" y="1700280"/>
            <a:ext cx="1800" cy="13669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 flipH="1">
            <a:off x="7086600" y="1689120"/>
            <a:ext cx="1440" cy="136512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762120" y="2577960"/>
            <a:ext cx="1803240" cy="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38160" y="2362320"/>
            <a:ext cx="1513080" cy="1803600"/>
          </a:xfrm>
          <a:custGeom>
            <a:avLst/>
            <a:gdLst/>
            <a:ahLst/>
            <a:rect l="0" t="0" r="r" b="b"/>
            <a:pathLst>
              <a:path fill="none" w="4203" h="5010">
                <a:moveTo>
                  <a:pt x="1852" y="0"/>
                </a:moveTo>
                <a:lnTo>
                  <a:pt x="1852" y="0"/>
                </a:lnTo>
                <a:cubicBezTo>
                  <a:pt x="1323" y="233"/>
                  <a:pt x="882" y="541"/>
                  <a:pt x="563" y="901"/>
                </a:cubicBezTo>
                <a:cubicBezTo>
                  <a:pt x="194" y="1318"/>
                  <a:pt x="0" y="1790"/>
                  <a:pt x="0" y="2271"/>
                </a:cubicBezTo>
                <a:cubicBezTo>
                  <a:pt x="0" y="2752"/>
                  <a:pt x="194" y="3224"/>
                  <a:pt x="563" y="3640"/>
                </a:cubicBezTo>
                <a:cubicBezTo>
                  <a:pt x="931" y="4057"/>
                  <a:pt x="1462" y="4403"/>
                  <a:pt x="2101" y="4643"/>
                </a:cubicBezTo>
                <a:cubicBezTo>
                  <a:pt x="2740" y="4883"/>
                  <a:pt x="3465" y="5010"/>
                  <a:pt x="4203" y="5010"/>
                </a:cubicBezTo>
                <a:lnTo>
                  <a:pt x="4203" y="5010"/>
                </a:lnTo>
              </a:path>
            </a:pathLst>
          </a:custGeom>
          <a:ln w="12600">
            <a:solidFill>
              <a:srgbClr val="FFFFFF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2946240" y="2577960"/>
            <a:ext cx="1702080" cy="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5029200" y="2577960"/>
            <a:ext cx="1701720" cy="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112160" y="2565360"/>
            <a:ext cx="1763640" cy="4680"/>
          </a:xfrm>
          <a:prstGeom prst="line">
            <a:avLst/>
          </a:prstGeom>
          <a:ln w="25560">
            <a:solidFill>
              <a:srgbClr val="FAF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2920" rIns="102600" bIns="-52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1654200" y="1701720"/>
            <a:ext cx="3240" cy="135576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 flipH="1">
            <a:off x="3819600" y="1704960"/>
            <a:ext cx="3240" cy="13399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 flipH="1">
            <a:off x="5864400" y="1720800"/>
            <a:ext cx="2880" cy="134928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7950240" y="1698480"/>
            <a:ext cx="3240" cy="13687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750960" y="2135160"/>
            <a:ext cx="1798560" cy="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2949480" y="2124000"/>
            <a:ext cx="1692360" cy="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5019840" y="2124000"/>
            <a:ext cx="1726920" cy="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7088040" y="2124000"/>
            <a:ext cx="1787760" cy="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39840" y="1171440"/>
            <a:ext cx="8535960" cy="530280"/>
          </a:xfrm>
          <a:prstGeom prst="rect">
            <a:avLst/>
          </a:prstGeom>
          <a:solidFill>
            <a:srgbClr val="114FFB"/>
          </a:solidFill>
          <a:ln w="381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 flipH="1">
            <a:off x="8854920" y="1552680"/>
            <a:ext cx="3240" cy="1547640"/>
          </a:xfrm>
          <a:prstGeom prst="line">
            <a:avLst/>
          </a:prstGeom>
          <a:ln w="381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 flipH="1">
            <a:off x="2562120" y="1168560"/>
            <a:ext cx="3240" cy="1898640"/>
          </a:xfrm>
          <a:prstGeom prst="line">
            <a:avLst/>
          </a:prstGeom>
          <a:ln w="381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4648320" y="1168560"/>
            <a:ext cx="0" cy="1888920"/>
          </a:xfrm>
          <a:prstGeom prst="line">
            <a:avLst/>
          </a:prstGeom>
          <a:ln w="381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6743880" y="1168560"/>
            <a:ext cx="0" cy="1898640"/>
          </a:xfrm>
          <a:prstGeom prst="line">
            <a:avLst/>
          </a:prstGeom>
          <a:ln w="381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 txBox="1"/>
          <p:nvPr/>
        </p:nvSpPr>
        <p:spPr>
          <a:xfrm>
            <a:off x="2324160" y="146160"/>
            <a:ext cx="40766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Redefines  Clause.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41360" y="2941560"/>
            <a:ext cx="8296200" cy="201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  <a:tabLst>
                <a:tab pos="2577960" algn="l"/>
                <a:tab pos="4762440" algn="l"/>
                <a:tab pos="609588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Rates.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02 10Rate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PIC 99V999.</a:t>
            </a:r>
            <a:br>
              <a:rPr sz="1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02 100Rate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REDEFINES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10Rate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PIC 999V99.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02 1000Rate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REDEFINES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10Rate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PIC 9999V9.</a:t>
            </a:r>
            <a:br>
              <a:rPr sz="1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325600" y="1407960"/>
            <a:ext cx="3787920" cy="681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  1    2    3    4    5 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648240" y="930240"/>
            <a:ext cx="101448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882960" y="1660680"/>
            <a:ext cx="1411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50000"/>
              </a:lnSpc>
            </a:pPr>
            <a:r>
              <a:rPr lang="en-US" sz="4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3949560" y="2120760"/>
            <a:ext cx="0" cy="711360"/>
          </a:xfrm>
          <a:prstGeom prst="line">
            <a:avLst/>
          </a:prstGeom>
          <a:ln w="3816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 txBox="1"/>
          <p:nvPr/>
        </p:nvSpPr>
        <p:spPr>
          <a:xfrm>
            <a:off x="2324160" y="146160"/>
            <a:ext cx="40766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Redefines  Clause.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441360" y="2941560"/>
            <a:ext cx="8296200" cy="201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  <a:tabLst>
                <a:tab pos="2577960" algn="l"/>
                <a:tab pos="4762440" algn="l"/>
                <a:tab pos="609588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Rates.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02 10Rate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PIC 99V999.</a:t>
            </a:r>
            <a:br>
              <a:rPr sz="1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02 100Rate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REDEFINES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10Rate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PIC 999V99.</a:t>
            </a:r>
            <a:br>
              <a:rPr sz="1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02 1000Rate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REDEFINES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10Rate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PIC 9999V9.</a:t>
            </a:r>
            <a:br>
              <a:rPr sz="1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2325600" y="1407960"/>
            <a:ext cx="3787920" cy="681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  1    2    3    4    5 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3648240" y="930240"/>
            <a:ext cx="101448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552920" y="1698480"/>
            <a:ext cx="1411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50000"/>
              </a:lnSpc>
            </a:pPr>
            <a:r>
              <a:rPr lang="en-US" sz="4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4622760" y="2158920"/>
            <a:ext cx="0" cy="711360"/>
          </a:xfrm>
          <a:prstGeom prst="line">
            <a:avLst/>
          </a:prstGeom>
          <a:ln w="3816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 txBox="1"/>
          <p:nvPr/>
        </p:nvSpPr>
        <p:spPr>
          <a:xfrm>
            <a:off x="2324160" y="146160"/>
            <a:ext cx="40766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Redefines  Clause.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41360" y="2941560"/>
            <a:ext cx="8296200" cy="201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  <a:tabLst>
                <a:tab pos="2577960" algn="l"/>
                <a:tab pos="4762440" algn="l"/>
                <a:tab pos="609588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Rates.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02 10Rate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PIC 99V999.</a:t>
            </a:r>
            <a:br>
              <a:rPr sz="1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02 100Rate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REDEFINES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10Rate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PIC 999V99.</a:t>
            </a:r>
            <a:br>
              <a:rPr sz="2800"/>
            </a:br>
            <a:r>
              <a:rPr lang="en-US" sz="2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02 1000Rate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REDEFINES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10Rate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PIC 9999V9.</a:t>
            </a:r>
            <a:br>
              <a:rPr sz="1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2325600" y="1407960"/>
            <a:ext cx="3787920" cy="681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  1    2    3    4    5 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648240" y="930240"/>
            <a:ext cx="101448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251320" y="1711440"/>
            <a:ext cx="1411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50000"/>
              </a:lnSpc>
            </a:pPr>
            <a:r>
              <a:rPr lang="en-US" sz="4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5334120" y="2146320"/>
            <a:ext cx="0" cy="711360"/>
          </a:xfrm>
          <a:prstGeom prst="line">
            <a:avLst/>
          </a:prstGeom>
          <a:ln w="3816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 txBox="1"/>
          <p:nvPr/>
        </p:nvSpPr>
        <p:spPr>
          <a:xfrm>
            <a:off x="2324160" y="146160"/>
            <a:ext cx="40766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Redefines  Clause.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384200" y="3119400"/>
            <a:ext cx="6151680" cy="354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  <a:tabLst>
                <a:tab pos="2577960" algn="l"/>
                <a:tab pos="4762440" algn="l"/>
                <a:tab pos="609588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 HoldDate.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02 EuroDate.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03 EuroDay     PIC 99.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03 EuroMonth PIC 99.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03 EuroYear    PIC 9(4).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02 USDate REDEFINES EuroDate.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03 USMonth    PIC 99.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03 USDay        PIC 99.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03 USYear       PIC 9(4).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432160" y="1619280"/>
            <a:ext cx="3957480" cy="74304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11      06     1983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2359080" y="930240"/>
            <a:ext cx="4051440" cy="70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EuroDate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EuroDay  EuroMonth   EuroYear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546280" y="2340000"/>
            <a:ext cx="3727440" cy="70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USDay   USMonth     USYear  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USDate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3581280" y="1638360"/>
            <a:ext cx="0" cy="68580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4863960" y="1638360"/>
            <a:ext cx="0" cy="685800"/>
          </a:xfrm>
          <a:prstGeom prst="line">
            <a:avLst/>
          </a:prstGeom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803160" y="1730520"/>
            <a:ext cx="152244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HoldDate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 txBox="1"/>
          <p:nvPr/>
        </p:nvSpPr>
        <p:spPr>
          <a:xfrm>
            <a:off x="1854360" y="184320"/>
            <a:ext cx="4570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 Pre-filled Tables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482760" y="1455840"/>
            <a:ext cx="8280360" cy="59688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8204040" y="1430280"/>
            <a:ext cx="228960" cy="648000"/>
          </a:xfrm>
          <a:custGeom>
            <a:avLst/>
            <a:gdLst/>
            <a:ahLst/>
            <a:rect l="0" t="0" r="r" b="b"/>
            <a:pathLst>
              <a:path w="636" h="1800">
                <a:moveTo>
                  <a:pt x="353" y="35"/>
                </a:moveTo>
                <a:lnTo>
                  <a:pt x="282" y="141"/>
                </a:lnTo>
                <a:lnTo>
                  <a:pt x="211" y="246"/>
                </a:lnTo>
                <a:lnTo>
                  <a:pt x="105" y="282"/>
                </a:lnTo>
                <a:lnTo>
                  <a:pt x="70" y="388"/>
                </a:lnTo>
                <a:lnTo>
                  <a:pt x="141" y="493"/>
                </a:lnTo>
                <a:lnTo>
                  <a:pt x="211" y="599"/>
                </a:lnTo>
                <a:lnTo>
                  <a:pt x="105" y="670"/>
                </a:lnTo>
                <a:lnTo>
                  <a:pt x="0" y="740"/>
                </a:lnTo>
                <a:lnTo>
                  <a:pt x="70" y="846"/>
                </a:lnTo>
                <a:lnTo>
                  <a:pt x="176" y="918"/>
                </a:lnTo>
                <a:lnTo>
                  <a:pt x="211" y="1024"/>
                </a:lnTo>
                <a:lnTo>
                  <a:pt x="105" y="1094"/>
                </a:lnTo>
                <a:lnTo>
                  <a:pt x="0" y="1165"/>
                </a:lnTo>
                <a:lnTo>
                  <a:pt x="70" y="1271"/>
                </a:lnTo>
                <a:lnTo>
                  <a:pt x="141" y="1376"/>
                </a:lnTo>
                <a:lnTo>
                  <a:pt x="211" y="1482"/>
                </a:lnTo>
                <a:lnTo>
                  <a:pt x="105" y="1517"/>
                </a:lnTo>
                <a:lnTo>
                  <a:pt x="176" y="1623"/>
                </a:lnTo>
                <a:lnTo>
                  <a:pt x="282" y="1694"/>
                </a:lnTo>
                <a:lnTo>
                  <a:pt x="317" y="1800"/>
                </a:lnTo>
                <a:lnTo>
                  <a:pt x="424" y="1764"/>
                </a:lnTo>
                <a:lnTo>
                  <a:pt x="530" y="1694"/>
                </a:lnTo>
                <a:lnTo>
                  <a:pt x="636" y="1659"/>
                </a:lnTo>
                <a:lnTo>
                  <a:pt x="636" y="0"/>
                </a:lnTo>
                <a:lnTo>
                  <a:pt x="353" y="35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8318520" y="1353960"/>
            <a:ext cx="507960" cy="8254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80880" y="2571840"/>
            <a:ext cx="4025880" cy="124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LetterTable.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TableValues.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 txBox="1"/>
          <p:nvPr/>
        </p:nvSpPr>
        <p:spPr>
          <a:xfrm>
            <a:off x="1854360" y="184320"/>
            <a:ext cx="4570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 Pre-filled Tables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82760" y="1455840"/>
            <a:ext cx="8280360" cy="59688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  B  C  D  E  F  G  H  I  J  K  L 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8204040" y="1430280"/>
            <a:ext cx="228960" cy="648000"/>
          </a:xfrm>
          <a:custGeom>
            <a:avLst/>
            <a:gdLst/>
            <a:ahLst/>
            <a:rect l="0" t="0" r="r" b="b"/>
            <a:pathLst>
              <a:path w="636" h="1800">
                <a:moveTo>
                  <a:pt x="353" y="35"/>
                </a:moveTo>
                <a:lnTo>
                  <a:pt x="282" y="141"/>
                </a:lnTo>
                <a:lnTo>
                  <a:pt x="211" y="246"/>
                </a:lnTo>
                <a:lnTo>
                  <a:pt x="105" y="282"/>
                </a:lnTo>
                <a:lnTo>
                  <a:pt x="70" y="388"/>
                </a:lnTo>
                <a:lnTo>
                  <a:pt x="141" y="493"/>
                </a:lnTo>
                <a:lnTo>
                  <a:pt x="211" y="599"/>
                </a:lnTo>
                <a:lnTo>
                  <a:pt x="105" y="670"/>
                </a:lnTo>
                <a:lnTo>
                  <a:pt x="0" y="740"/>
                </a:lnTo>
                <a:lnTo>
                  <a:pt x="70" y="846"/>
                </a:lnTo>
                <a:lnTo>
                  <a:pt x="176" y="918"/>
                </a:lnTo>
                <a:lnTo>
                  <a:pt x="211" y="1024"/>
                </a:lnTo>
                <a:lnTo>
                  <a:pt x="105" y="1094"/>
                </a:lnTo>
                <a:lnTo>
                  <a:pt x="0" y="1165"/>
                </a:lnTo>
                <a:lnTo>
                  <a:pt x="70" y="1271"/>
                </a:lnTo>
                <a:lnTo>
                  <a:pt x="141" y="1376"/>
                </a:lnTo>
                <a:lnTo>
                  <a:pt x="211" y="1482"/>
                </a:lnTo>
                <a:lnTo>
                  <a:pt x="105" y="1517"/>
                </a:lnTo>
                <a:lnTo>
                  <a:pt x="176" y="1623"/>
                </a:lnTo>
                <a:lnTo>
                  <a:pt x="282" y="1694"/>
                </a:lnTo>
                <a:lnTo>
                  <a:pt x="317" y="1800"/>
                </a:lnTo>
                <a:lnTo>
                  <a:pt x="424" y="1764"/>
                </a:lnTo>
                <a:lnTo>
                  <a:pt x="530" y="1694"/>
                </a:lnTo>
                <a:lnTo>
                  <a:pt x="636" y="1659"/>
                </a:lnTo>
                <a:lnTo>
                  <a:pt x="636" y="0"/>
                </a:lnTo>
                <a:lnTo>
                  <a:pt x="353" y="35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8318520" y="1353960"/>
            <a:ext cx="507960" cy="8254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80880" y="2568600"/>
            <a:ext cx="6799320" cy="314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LetterTable.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TableValues.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FILLER PIC X(13) 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VALUE "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ABCDEFGHIJKLM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FILLER PIC X(13)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VALUE "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NOPQRSTUVWXYZ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 txBox="1"/>
          <p:nvPr/>
        </p:nvSpPr>
        <p:spPr>
          <a:xfrm>
            <a:off x="1854360" y="184320"/>
            <a:ext cx="4570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 Pre-filled Tables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82760" y="1455840"/>
            <a:ext cx="8280360" cy="596880"/>
          </a:xfrm>
          <a:prstGeom prst="rect">
            <a:avLst/>
          </a:prstGeom>
          <a:solidFill>
            <a:srgbClr val="114FFB"/>
          </a:solidFill>
          <a:ln w="38160">
            <a:solidFill>
              <a:srgbClr val="00FF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  B  C  D  E  F  G  H  I  J  K  L 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204040" y="1430280"/>
            <a:ext cx="228960" cy="648000"/>
          </a:xfrm>
          <a:custGeom>
            <a:avLst/>
            <a:gdLst/>
            <a:ahLst/>
            <a:rect l="0" t="0" r="r" b="b"/>
            <a:pathLst>
              <a:path w="636" h="1800">
                <a:moveTo>
                  <a:pt x="353" y="35"/>
                </a:moveTo>
                <a:lnTo>
                  <a:pt x="282" y="141"/>
                </a:lnTo>
                <a:lnTo>
                  <a:pt x="211" y="246"/>
                </a:lnTo>
                <a:lnTo>
                  <a:pt x="105" y="282"/>
                </a:lnTo>
                <a:lnTo>
                  <a:pt x="70" y="388"/>
                </a:lnTo>
                <a:lnTo>
                  <a:pt x="141" y="493"/>
                </a:lnTo>
                <a:lnTo>
                  <a:pt x="211" y="599"/>
                </a:lnTo>
                <a:lnTo>
                  <a:pt x="105" y="670"/>
                </a:lnTo>
                <a:lnTo>
                  <a:pt x="0" y="740"/>
                </a:lnTo>
                <a:lnTo>
                  <a:pt x="70" y="846"/>
                </a:lnTo>
                <a:lnTo>
                  <a:pt x="176" y="918"/>
                </a:lnTo>
                <a:lnTo>
                  <a:pt x="211" y="1024"/>
                </a:lnTo>
                <a:lnTo>
                  <a:pt x="105" y="1094"/>
                </a:lnTo>
                <a:lnTo>
                  <a:pt x="0" y="1165"/>
                </a:lnTo>
                <a:lnTo>
                  <a:pt x="70" y="1271"/>
                </a:lnTo>
                <a:lnTo>
                  <a:pt x="141" y="1376"/>
                </a:lnTo>
                <a:lnTo>
                  <a:pt x="211" y="1482"/>
                </a:lnTo>
                <a:lnTo>
                  <a:pt x="105" y="1517"/>
                </a:lnTo>
                <a:lnTo>
                  <a:pt x="176" y="1623"/>
                </a:lnTo>
                <a:lnTo>
                  <a:pt x="282" y="1694"/>
                </a:lnTo>
                <a:lnTo>
                  <a:pt x="317" y="1800"/>
                </a:lnTo>
                <a:lnTo>
                  <a:pt x="424" y="1764"/>
                </a:lnTo>
                <a:lnTo>
                  <a:pt x="530" y="1694"/>
                </a:lnTo>
                <a:lnTo>
                  <a:pt x="636" y="1659"/>
                </a:lnTo>
                <a:lnTo>
                  <a:pt x="636" y="0"/>
                </a:lnTo>
                <a:lnTo>
                  <a:pt x="353" y="35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8318520" y="1353960"/>
            <a:ext cx="507960" cy="8254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80880" y="2568600"/>
            <a:ext cx="8292960" cy="352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LetterTable.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TableValues.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FILLER PIC X(13) 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VALUE "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ABCDEFGHIJKLM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FILLER PIC X(13)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VALUE "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NOPQRSTUVWXYZ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02 FILLER REDEFINES TableValues.</a:t>
            </a:r>
            <a:br>
              <a:rPr sz="2800"/>
            </a:b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      03 Letter PIC X OCCURS 26 TIMES.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116856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180324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247644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11148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377208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439416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502920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563868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31188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693432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7607160" y="1468440"/>
            <a:ext cx="0" cy="57132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 txBox="1"/>
          <p:nvPr/>
        </p:nvSpPr>
        <p:spPr>
          <a:xfrm>
            <a:off x="1587600" y="222120"/>
            <a:ext cx="5618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Two Dimension Table of Values.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4920" y="3002040"/>
            <a:ext cx="9147240" cy="201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BonusTable.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BonusValues.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FILLER PIC X(24)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VALUE "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507590758595354365406085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345960" y="210816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50   75    90    75   85  95    35   43   65   40   60   85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343080" y="1689120"/>
            <a:ext cx="8458200" cy="431640"/>
          </a:xfrm>
          <a:prstGeom prst="rect">
            <a:avLst/>
          </a:pr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587600" y="222120"/>
            <a:ext cx="5618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Two Dimension Table of Values.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343080" y="1171440"/>
            <a:ext cx="8486640" cy="530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4920" y="3002040"/>
            <a:ext cx="9147240" cy="278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BonusTable.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BonusValues.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FILLER PIC X(24)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VALUE "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507590758595354365406085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FILLER REDEFINES BonusValues.</a:t>
            </a:r>
            <a:br>
              <a:rPr sz="1800"/>
            </a:b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03 Province OCCURS 4 TIMES.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45960" y="210816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50   75    90    75   85  95    35   43   65   40   60   85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349200" y="160956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8817120" y="161280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2556000" y="116856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4638600" y="116856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6734160" y="116856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 txBox="1"/>
          <p:nvPr/>
        </p:nvSpPr>
        <p:spPr>
          <a:xfrm>
            <a:off x="1587600" y="222120"/>
            <a:ext cx="5618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Two Dimension Table of Values.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8359920" y="3608280"/>
            <a:ext cx="90360" cy="600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43080" y="1171440"/>
            <a:ext cx="8486640" cy="530280"/>
          </a:xfrm>
          <a:prstGeom prst="rect">
            <a:avLst/>
          </a:prstGeom>
          <a:solidFill>
            <a:srgbClr val="114FFB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1047600" algn="l"/>
                <a:tab pos="3048120" algn="l"/>
                <a:tab pos="5143320" algn="l"/>
                <a:tab pos="7238880" algn="l"/>
              </a:tabLs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 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4920" y="3002040"/>
            <a:ext cx="9147240" cy="283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041"/>
              </a:spcBef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BonusTable.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BonusValues.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03 FILLER PIC X(24)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VALUE "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507590758595354365406085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".</a:t>
            </a:r>
            <a:br>
              <a:rPr sz="2800"/>
            </a:b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02 FILLER REDEFINES BonusValues.</a:t>
            </a:r>
            <a:br>
              <a:rPr sz="1800"/>
            </a:b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03 Province OCCURS 4 TIMES.</a:t>
            </a:r>
            <a:br>
              <a:rPr sz="2800"/>
            </a:br>
            <a:r>
              <a:rPr lang="en-US" sz="32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2800" b="1" u="none" strike="noStrike">
                <a:solidFill>
                  <a:srgbClr val="00FF00"/>
                </a:solidFill>
                <a:effectLst/>
                <a:uFillTx/>
                <a:latin typeface="Courier New"/>
                <a:ea typeface="Courier New"/>
              </a:rPr>
              <a:t>04 Bonus OCCURS 3 TIMES PIC 99.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343080" y="1685880"/>
            <a:ext cx="8486640" cy="917640"/>
          </a:xfrm>
          <a:prstGeom prst="rect">
            <a:avLst/>
          </a:prstGeom>
          <a:solidFill>
            <a:srgbClr val="114FFB"/>
          </a:solidFill>
          <a:ln w="25560">
            <a:solidFill>
              <a:srgbClr val="00FF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1      2       3       1      2     3        1      2      3       1      2      3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345960" y="2108160"/>
            <a:ext cx="8483760" cy="546120"/>
          </a:xfrm>
          <a:prstGeom prst="rect">
            <a:avLst/>
          </a:prstGeom>
          <a:solidFill>
            <a:srgbClr val="114FFB"/>
          </a:solidFill>
          <a:ln w="3816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50   75    90    75   85  95    35   43   65   40   60   85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349200" y="160956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8817120" y="1612800"/>
            <a:ext cx="0" cy="102888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2556000" y="116856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4638600" y="116856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057320" y="171468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6734160" y="1168560"/>
            <a:ext cx="0" cy="1447560"/>
          </a:xfrm>
          <a:prstGeom prst="line">
            <a:avLst/>
          </a:prstGeom>
          <a:ln w="2556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1724040" y="169560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3257640" y="169560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3924360" y="169560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5362560" y="169560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6010200" y="169560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7486560" y="169560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8191440" y="1704960"/>
            <a:ext cx="0" cy="927000"/>
          </a:xfrm>
          <a:prstGeom prst="line">
            <a:avLst/>
          </a:prstGeom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2247840" y="158760"/>
            <a:ext cx="46893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COBOL 85 Table Changes.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8920" y="1054080"/>
            <a:ext cx="9016920" cy="562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571680" indent="-5716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Creating pre-filled tables without the REDEFINES clause.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DayTable VALUE "MonTueWedThrFriSatSun".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02 Day OCCURS 7 TIMES PIC X(3).</a:t>
            </a:r>
            <a:br>
              <a:rPr sz="2400"/>
            </a:br>
            <a:br>
              <a:rPr sz="2400"/>
            </a:b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Initializing Tables with values.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TaxTable.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02 County OCCURS 32 TIMES.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03 CountyTax  PIC 9(5)  VALUE ZEROS.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03 CountyName PIC X(12) VALUE SPACES.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Setting up tables of values</dc:title>
</cp:coreProperties>
</file>