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21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media/image1.wmf" ContentType="image/x-wmf"/>
  <Override PartName="/ppt/media/image2.wmf" ContentType="image/x-wmf"/>
  <Override PartName="/ppt/media/image3.wmf" ContentType="image/x-wmf"/>
  <Override PartName="/ppt/media/image4.wmf" ContentType="image/x-wmf"/>
  <Override PartName="/ppt/media/image5.wmf" ContentType="image/x-wmf"/>
  <Override PartName="/ppt/media/image6.wmf" ContentType="image/x-wmf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Slides/notesSlide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09F54E5-733A-4956-B16B-B990F05E853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l">
              <a:lnSpc>
                <a:spcPct val="90000"/>
              </a:lnSpc>
              <a:spcBef>
                <a:spcPts val="961"/>
              </a:spcBef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SDFilename is a temporary file described in an SD entry in the FILE SECTION.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961"/>
              </a:spcBef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SortKeyIdentifier is a data item described in the SDFileName record.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l">
              <a:lnSpc>
                <a:spcPct val="90000"/>
              </a:lnSpc>
              <a:spcBef>
                <a:spcPts val="961"/>
              </a:spcBef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SDFilename is a temporary file described in an SD entry in the FILE SECTION.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961"/>
              </a:spcBef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SortKeyIdentifier is a data item described in the SDFileName record.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M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0">
            <a:gsLst>
              <a:gs pos="0">
                <a:srgbClr val="114FFB"/>
              </a:gs>
              <a:gs pos="100000">
                <a:srgbClr val="FFFFFF"/>
              </a:gs>
            </a:gsLst>
            <a:path path="rect">
              <a:fillToRect l="0" t="0" r="100000" b="100000"/>
            </a:path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"/>
          <p:cNvGrpSpPr/>
          <p:nvPr/>
        </p:nvGrpSpPr>
        <p:grpSpPr>
          <a:xfrm>
            <a:off x="6629400" y="4343400"/>
            <a:ext cx="2286000" cy="2286000"/>
            <a:chOff x="6629400" y="4343400"/>
            <a:chExt cx="2286000" cy="2286000"/>
          </a:xfrm>
        </p:grpSpPr>
        <p:sp>
          <p:nvSpPr>
            <p:cNvPr id="4" name=""/>
            <p:cNvSpPr/>
            <p:nvPr/>
          </p:nvSpPr>
          <p:spPr>
            <a:xfrm>
              <a:off x="8763120" y="6477120"/>
              <a:ext cx="152280" cy="152280"/>
            </a:xfrm>
            <a:prstGeom prst="rect">
              <a:avLst/>
            </a:prstGeom>
            <a:solidFill>
              <a:srgbClr val="FF0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8458200" y="6477120"/>
              <a:ext cx="152280" cy="152280"/>
            </a:xfrm>
            <a:prstGeom prst="rect">
              <a:avLst/>
            </a:prstGeom>
            <a:solidFill>
              <a:srgbClr val="FF8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8153280" y="6477120"/>
              <a:ext cx="152280" cy="152280"/>
            </a:xfrm>
            <a:prstGeom prst="rect">
              <a:avLst/>
            </a:prstGeom>
            <a:solidFill>
              <a:srgbClr val="FF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7848720" y="6477120"/>
              <a:ext cx="152280" cy="152280"/>
            </a:xfrm>
            <a:prstGeom prst="rect">
              <a:avLst/>
            </a:prstGeom>
            <a:solidFill>
              <a:srgbClr val="00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7543800" y="6477120"/>
              <a:ext cx="152280" cy="152280"/>
            </a:xfrm>
            <a:prstGeom prst="rect">
              <a:avLst/>
            </a:prstGeom>
            <a:solidFill>
              <a:srgbClr val="00FF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7238880" y="6477120"/>
              <a:ext cx="152280" cy="152280"/>
            </a:xfrm>
            <a:prstGeom prst="rect">
              <a:avLst/>
            </a:prstGeom>
            <a:solidFill>
              <a:srgbClr val="00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6934320" y="6477120"/>
              <a:ext cx="152280" cy="152280"/>
            </a:xfrm>
            <a:prstGeom prst="rect">
              <a:avLst/>
            </a:prstGeom>
            <a:solidFill>
              <a:srgbClr val="FF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6629400" y="6477120"/>
              <a:ext cx="152280" cy="152280"/>
            </a:xfrm>
            <a:prstGeom prst="rect">
              <a:avLst/>
            </a:prstGeom>
            <a:solidFill>
              <a:srgbClr val="A000A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8763120" y="6172200"/>
              <a:ext cx="152280" cy="152280"/>
            </a:xfrm>
            <a:prstGeom prst="rect">
              <a:avLst/>
            </a:prstGeom>
            <a:solidFill>
              <a:srgbClr val="FF8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8763120" y="5867280"/>
              <a:ext cx="152280" cy="152280"/>
            </a:xfrm>
            <a:prstGeom prst="rect">
              <a:avLst/>
            </a:prstGeom>
            <a:solidFill>
              <a:srgbClr val="FF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8763120" y="5562720"/>
              <a:ext cx="152280" cy="152280"/>
            </a:xfrm>
            <a:prstGeom prst="rect">
              <a:avLst/>
            </a:prstGeom>
            <a:solidFill>
              <a:srgbClr val="00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8763120" y="5257800"/>
              <a:ext cx="152280" cy="152280"/>
            </a:xfrm>
            <a:prstGeom prst="rect">
              <a:avLst/>
            </a:prstGeom>
            <a:solidFill>
              <a:srgbClr val="00FF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763120" y="4952880"/>
              <a:ext cx="152280" cy="152280"/>
            </a:xfrm>
            <a:prstGeom prst="rect">
              <a:avLst/>
            </a:prstGeom>
            <a:solidFill>
              <a:srgbClr val="00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8763120" y="4648320"/>
              <a:ext cx="152280" cy="152280"/>
            </a:xfrm>
            <a:prstGeom prst="rect">
              <a:avLst/>
            </a:prstGeom>
            <a:solidFill>
              <a:srgbClr val="FF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8763120" y="4343400"/>
              <a:ext cx="152280" cy="152280"/>
            </a:xfrm>
            <a:prstGeom prst="rect">
              <a:avLst/>
            </a:prstGeom>
            <a:solidFill>
              <a:srgbClr val="A000A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wmf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.wmf"/><Relationship Id="rId2" Type="http://schemas.openxmlformats.org/officeDocument/2006/relationships/image" Target="../media/image4.wmf"/><Relationship Id="rId3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slideLayout" Target="../slideLayouts/slideLayout18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6.wmf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0">
            <a:gsLst>
              <a:gs pos="0">
                <a:srgbClr val="114FFB"/>
              </a:gs>
              <a:gs pos="100000">
                <a:srgbClr val="FFFFFF"/>
              </a:gs>
            </a:gsLst>
            <a:path path="rect">
              <a:fillToRect l="0" t="0" r="100000" b="100000"/>
            </a:path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0" y="0"/>
            <a:ext cx="9131400" cy="6845400"/>
          </a:xfrm>
          <a:prstGeom prst="rect">
            <a:avLst/>
          </a:prstGeom>
          <a:gradFill rotWithShape="0">
            <a:gsLst>
              <a:gs pos="0">
                <a:srgbClr val="063DE8"/>
              </a:gs>
              <a:gs pos="100000">
                <a:srgbClr val="FFFFFF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3757680" y="2565360"/>
            <a:ext cx="1530360" cy="157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36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Sort</a:t>
            </a:r>
            <a:br>
              <a:rPr sz="3600"/>
            </a:br>
            <a:r>
              <a:rPr lang="en-US" sz="36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and</a:t>
            </a:r>
            <a:br>
              <a:rPr sz="3600"/>
            </a:br>
            <a:r>
              <a:rPr lang="en-US" sz="36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Merge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 txBox="1"/>
          <p:nvPr/>
        </p:nvSpPr>
        <p:spPr>
          <a:xfrm>
            <a:off x="366840" y="4710240"/>
            <a:ext cx="8010360" cy="1595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 StudentFile is a sequential file sequenced upon ascending StudentId.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Write a program to display the number of students taking each course.  How?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1300320" y="200160"/>
            <a:ext cx="5062680" cy="421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720"/>
              </a:spcBef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FD StudentFile.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StudentDetails.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02  StudentId       PIC 9(7).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02  StudentName.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03 Surname      PIC X(8).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03 Initials     PIC XX.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02  DateOfBirth.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03 YOBirth      PIC 9(2).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03 MOBirth      PIC 9(2).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03 DOBirth      PIC 9(2).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02  CourseCode      PIC X(4).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02  Grant           PIC 9(4).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02  Gender          PIC X.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 txBox="1"/>
          <p:nvPr/>
        </p:nvSpPr>
        <p:spPr>
          <a:xfrm>
            <a:off x="2319480" y="104760"/>
            <a:ext cx="40575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Simplified Sort Syntax.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131760" y="2262240"/>
            <a:ext cx="8712360" cy="449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119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WorkFileName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identifies a temporary work file that the SORT process uses for the sort.  It is defined in the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FILE SECTION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using an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SD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entry.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19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Each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SortKeyIdentifier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identifies a field in the record of the work file upon which the file will be sequenced.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19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When more than one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SortKeyIdentifier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is specified, the keys decrease in significance from left to right (leftmost key is most significant, rightmost is least significant).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19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InFileName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and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OutFileName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, are the names of the input and output files.  These files are automatically opened by the SORT.  When the SORT executes they must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not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be already open.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"/>
          <p:cNvPicPr/>
          <p:nvPr/>
        </p:nvPicPr>
        <p:blipFill>
          <a:blip r:embed="rId1"/>
          <a:stretch/>
        </p:blipFill>
        <p:spPr>
          <a:xfrm>
            <a:off x="625320" y="647640"/>
            <a:ext cx="7864560" cy="1635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"/>
          <p:cNvSpPr txBox="1"/>
          <p:nvPr/>
        </p:nvSpPr>
        <p:spPr>
          <a:xfrm>
            <a:off x="420840" y="736560"/>
            <a:ext cx="8155080" cy="579420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720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 SalesFile.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SalesRec.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 FILLER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X(10).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720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SD  </a:t>
            </a: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WorkFile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WorkRec.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 </a:t>
            </a: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WSalesmanNum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9(5).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 FILLER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X(5).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720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 SortedSalesFile.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SortedSalesRec.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 SalesmanNum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9(5).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 ItemType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X.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 QtySold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9(4).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720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Begin.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SORT </a:t>
            </a: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WorkFile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ON ASCENDING KEY </a:t>
            </a: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WSalesmanNum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USING SalesFile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GIVING SortedSalesFile.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720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OPEN INPUT SortedSalesFile.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3076560" y="76320"/>
            <a:ext cx="25560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Sort Example.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2517840" y="2165400"/>
            <a:ext cx="900360" cy="2940480"/>
          </a:xfrm>
          <a:custGeom>
            <a:avLst/>
            <a:gdLst/>
            <a:ahLst/>
            <a:rect l="0" t="0" r="r" b="b"/>
            <a:pathLst>
              <a:path fill="none" w="2501" h="8168">
                <a:moveTo>
                  <a:pt x="0" y="0"/>
                </a:moveTo>
                <a:lnTo>
                  <a:pt x="136" y="79"/>
                </a:lnTo>
                <a:lnTo>
                  <a:pt x="273" y="79"/>
                </a:lnTo>
                <a:lnTo>
                  <a:pt x="410" y="158"/>
                </a:lnTo>
                <a:lnTo>
                  <a:pt x="546" y="198"/>
                </a:lnTo>
                <a:lnTo>
                  <a:pt x="683" y="277"/>
                </a:lnTo>
                <a:lnTo>
                  <a:pt x="820" y="357"/>
                </a:lnTo>
                <a:lnTo>
                  <a:pt x="952" y="436"/>
                </a:lnTo>
                <a:lnTo>
                  <a:pt x="1089" y="476"/>
                </a:lnTo>
                <a:lnTo>
                  <a:pt x="1137" y="595"/>
                </a:lnTo>
                <a:lnTo>
                  <a:pt x="1275" y="674"/>
                </a:lnTo>
                <a:lnTo>
                  <a:pt x="1363" y="793"/>
                </a:lnTo>
                <a:lnTo>
                  <a:pt x="1456" y="912"/>
                </a:lnTo>
                <a:lnTo>
                  <a:pt x="1548" y="1031"/>
                </a:lnTo>
                <a:lnTo>
                  <a:pt x="1637" y="1150"/>
                </a:lnTo>
                <a:lnTo>
                  <a:pt x="1729" y="1270"/>
                </a:lnTo>
                <a:lnTo>
                  <a:pt x="1817" y="1389"/>
                </a:lnTo>
                <a:lnTo>
                  <a:pt x="1866" y="1508"/>
                </a:lnTo>
                <a:lnTo>
                  <a:pt x="1910" y="1627"/>
                </a:lnTo>
                <a:lnTo>
                  <a:pt x="2003" y="1746"/>
                </a:lnTo>
                <a:lnTo>
                  <a:pt x="2047" y="1905"/>
                </a:lnTo>
                <a:lnTo>
                  <a:pt x="2139" y="2024"/>
                </a:lnTo>
                <a:lnTo>
                  <a:pt x="2183" y="2139"/>
                </a:lnTo>
                <a:lnTo>
                  <a:pt x="2227" y="2258"/>
                </a:lnTo>
                <a:lnTo>
                  <a:pt x="2272" y="2377"/>
                </a:lnTo>
                <a:lnTo>
                  <a:pt x="2320" y="2496"/>
                </a:lnTo>
                <a:lnTo>
                  <a:pt x="2364" y="2615"/>
                </a:lnTo>
                <a:lnTo>
                  <a:pt x="2364" y="2774"/>
                </a:lnTo>
                <a:lnTo>
                  <a:pt x="2408" y="2933"/>
                </a:lnTo>
                <a:lnTo>
                  <a:pt x="2408" y="3092"/>
                </a:lnTo>
                <a:lnTo>
                  <a:pt x="2457" y="3250"/>
                </a:lnTo>
                <a:lnTo>
                  <a:pt x="2457" y="3409"/>
                </a:lnTo>
                <a:lnTo>
                  <a:pt x="2457" y="3568"/>
                </a:lnTo>
                <a:lnTo>
                  <a:pt x="2501" y="3727"/>
                </a:lnTo>
                <a:lnTo>
                  <a:pt x="2501" y="3846"/>
                </a:lnTo>
                <a:lnTo>
                  <a:pt x="2501" y="3965"/>
                </a:lnTo>
                <a:lnTo>
                  <a:pt x="2501" y="4124"/>
                </a:lnTo>
                <a:lnTo>
                  <a:pt x="2501" y="4243"/>
                </a:lnTo>
                <a:lnTo>
                  <a:pt x="2501" y="4362"/>
                </a:lnTo>
                <a:lnTo>
                  <a:pt x="2501" y="4520"/>
                </a:lnTo>
                <a:lnTo>
                  <a:pt x="2501" y="4640"/>
                </a:lnTo>
                <a:lnTo>
                  <a:pt x="2501" y="4838"/>
                </a:lnTo>
                <a:lnTo>
                  <a:pt x="2501" y="4997"/>
                </a:lnTo>
                <a:lnTo>
                  <a:pt x="2501" y="5155"/>
                </a:lnTo>
                <a:lnTo>
                  <a:pt x="2457" y="5314"/>
                </a:lnTo>
                <a:lnTo>
                  <a:pt x="2408" y="5433"/>
                </a:lnTo>
                <a:lnTo>
                  <a:pt x="2408" y="5552"/>
                </a:lnTo>
                <a:lnTo>
                  <a:pt x="2364" y="5711"/>
                </a:lnTo>
                <a:lnTo>
                  <a:pt x="2364" y="5830"/>
                </a:lnTo>
                <a:lnTo>
                  <a:pt x="2272" y="5949"/>
                </a:lnTo>
                <a:lnTo>
                  <a:pt x="2227" y="6108"/>
                </a:lnTo>
                <a:lnTo>
                  <a:pt x="2183" y="6224"/>
                </a:lnTo>
                <a:lnTo>
                  <a:pt x="2139" y="6343"/>
                </a:lnTo>
                <a:lnTo>
                  <a:pt x="2091" y="6501"/>
                </a:lnTo>
                <a:lnTo>
                  <a:pt x="2003" y="6620"/>
                </a:lnTo>
                <a:lnTo>
                  <a:pt x="1954" y="6779"/>
                </a:lnTo>
                <a:lnTo>
                  <a:pt x="1866" y="6898"/>
                </a:lnTo>
                <a:lnTo>
                  <a:pt x="1817" y="7057"/>
                </a:lnTo>
                <a:lnTo>
                  <a:pt x="1729" y="7216"/>
                </a:lnTo>
                <a:lnTo>
                  <a:pt x="1637" y="7375"/>
                </a:lnTo>
                <a:lnTo>
                  <a:pt x="1500" y="7494"/>
                </a:lnTo>
                <a:lnTo>
                  <a:pt x="1456" y="7613"/>
                </a:lnTo>
                <a:lnTo>
                  <a:pt x="1319" y="7732"/>
                </a:lnTo>
                <a:lnTo>
                  <a:pt x="1275" y="7851"/>
                </a:lnTo>
                <a:lnTo>
                  <a:pt x="1137" y="7970"/>
                </a:lnTo>
                <a:lnTo>
                  <a:pt x="1089" y="8089"/>
                </a:lnTo>
                <a:lnTo>
                  <a:pt x="952" y="8168"/>
                </a:lnTo>
                <a:lnTo>
                  <a:pt x="1001" y="8168"/>
                </a:lnTo>
              </a:path>
            </a:pathLst>
          </a:custGeom>
          <a:ln w="12600">
            <a:solidFill>
              <a:srgbClr val="FC0128"/>
            </a:solidFill>
            <a:round/>
            <a:head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5675400" y="2622600"/>
            <a:ext cx="1529280" cy="2483280"/>
          </a:xfrm>
          <a:custGeom>
            <a:avLst/>
            <a:gdLst/>
            <a:ahLst/>
            <a:rect l="0" t="0" r="r" b="b"/>
            <a:pathLst>
              <a:path fill="none" w="4248" h="6898">
                <a:moveTo>
                  <a:pt x="4248" y="6898"/>
                </a:moveTo>
                <a:lnTo>
                  <a:pt x="4248" y="6898"/>
                </a:lnTo>
                <a:lnTo>
                  <a:pt x="4248" y="6898"/>
                </a:lnTo>
                <a:cubicBezTo>
                  <a:pt x="4248" y="5687"/>
                  <a:pt x="4052" y="4498"/>
                  <a:pt x="3679" y="3449"/>
                </a:cubicBezTo>
                <a:cubicBezTo>
                  <a:pt x="3306" y="2400"/>
                  <a:pt x="2770" y="1530"/>
                  <a:pt x="2124" y="924"/>
                </a:cubicBezTo>
                <a:cubicBezTo>
                  <a:pt x="1478" y="319"/>
                  <a:pt x="746" y="0"/>
                  <a:pt x="0" y="0"/>
                </a:cubicBezTo>
              </a:path>
            </a:pathLst>
          </a:custGeom>
          <a:ln w="12600">
            <a:solidFill>
              <a:srgbClr val="FC0128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"/>
          <p:cNvSpPr txBox="1"/>
          <p:nvPr/>
        </p:nvSpPr>
        <p:spPr>
          <a:xfrm>
            <a:off x="422280" y="357120"/>
            <a:ext cx="8128080" cy="58831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1800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ENVIRONMENT DIVISION.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INPUT-OUTPUT SECTION.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FILE-CONTROL.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SELECT WorkFile ASSIGN TO "WORK.TMP".</a:t>
            </a:r>
            <a:br>
              <a:rPr sz="2000"/>
            </a:b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800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SD  WorkFile.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WorkRecord.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 ProvinceCode        PIC 9.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 SalesmanCode        PIC 9(5).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 FILLER              PIC X(19).</a:t>
            </a:r>
            <a:br>
              <a:rPr sz="2000"/>
            </a:b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800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Begin.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SORT WorkFile ON ASCENDING KEY ProvinceCode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        DESCENDING KEY SalesmanCode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USING UnsortedSales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GIVING SortedSales.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800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OPEN INPUT SortedSales.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368280" y="1362240"/>
            <a:ext cx="8293320" cy="1267200"/>
          </a:xfrm>
          <a:custGeom>
            <a:avLst/>
            <a:gdLst/>
            <a:ahLst/>
            <a:rect l="0" t="0" r="r" b="b"/>
            <a:pathLst>
              <a:path w="23037" h="3520">
                <a:moveTo>
                  <a:pt x="83" y="0"/>
                </a:moveTo>
                <a:lnTo>
                  <a:pt x="83" y="79"/>
                </a:lnTo>
                <a:lnTo>
                  <a:pt x="26" y="185"/>
                </a:lnTo>
                <a:lnTo>
                  <a:pt x="0" y="291"/>
                </a:lnTo>
                <a:lnTo>
                  <a:pt x="0" y="370"/>
                </a:lnTo>
                <a:lnTo>
                  <a:pt x="0" y="449"/>
                </a:lnTo>
                <a:lnTo>
                  <a:pt x="0" y="529"/>
                </a:lnTo>
                <a:lnTo>
                  <a:pt x="0" y="608"/>
                </a:lnTo>
                <a:lnTo>
                  <a:pt x="0" y="687"/>
                </a:lnTo>
                <a:lnTo>
                  <a:pt x="0" y="767"/>
                </a:lnTo>
                <a:lnTo>
                  <a:pt x="0" y="846"/>
                </a:lnTo>
                <a:lnTo>
                  <a:pt x="0" y="927"/>
                </a:lnTo>
                <a:lnTo>
                  <a:pt x="0" y="1006"/>
                </a:lnTo>
                <a:lnTo>
                  <a:pt x="0" y="1085"/>
                </a:lnTo>
                <a:lnTo>
                  <a:pt x="0" y="1165"/>
                </a:lnTo>
                <a:lnTo>
                  <a:pt x="0" y="1244"/>
                </a:lnTo>
                <a:lnTo>
                  <a:pt x="0" y="1323"/>
                </a:lnTo>
                <a:lnTo>
                  <a:pt x="0" y="1403"/>
                </a:lnTo>
                <a:lnTo>
                  <a:pt x="0" y="1482"/>
                </a:lnTo>
                <a:lnTo>
                  <a:pt x="0" y="1562"/>
                </a:lnTo>
                <a:lnTo>
                  <a:pt x="0" y="1641"/>
                </a:lnTo>
                <a:lnTo>
                  <a:pt x="0" y="1720"/>
                </a:lnTo>
                <a:lnTo>
                  <a:pt x="0" y="1800"/>
                </a:lnTo>
                <a:lnTo>
                  <a:pt x="0" y="1879"/>
                </a:lnTo>
                <a:lnTo>
                  <a:pt x="0" y="1958"/>
                </a:lnTo>
                <a:lnTo>
                  <a:pt x="0" y="2038"/>
                </a:lnTo>
                <a:lnTo>
                  <a:pt x="0" y="2117"/>
                </a:lnTo>
                <a:lnTo>
                  <a:pt x="26" y="2249"/>
                </a:lnTo>
                <a:lnTo>
                  <a:pt x="0" y="2249"/>
                </a:lnTo>
                <a:lnTo>
                  <a:pt x="0" y="2355"/>
                </a:lnTo>
                <a:lnTo>
                  <a:pt x="136" y="2461"/>
                </a:lnTo>
                <a:lnTo>
                  <a:pt x="57" y="2514"/>
                </a:lnTo>
                <a:lnTo>
                  <a:pt x="167" y="2435"/>
                </a:lnTo>
                <a:lnTo>
                  <a:pt x="83" y="2461"/>
                </a:lnTo>
                <a:lnTo>
                  <a:pt x="167" y="2461"/>
                </a:lnTo>
                <a:lnTo>
                  <a:pt x="251" y="2461"/>
                </a:lnTo>
                <a:lnTo>
                  <a:pt x="330" y="2382"/>
                </a:lnTo>
                <a:lnTo>
                  <a:pt x="414" y="2382"/>
                </a:lnTo>
                <a:lnTo>
                  <a:pt x="498" y="2302"/>
                </a:lnTo>
                <a:lnTo>
                  <a:pt x="582" y="2302"/>
                </a:lnTo>
                <a:lnTo>
                  <a:pt x="665" y="2223"/>
                </a:lnTo>
                <a:lnTo>
                  <a:pt x="749" y="2223"/>
                </a:lnTo>
                <a:lnTo>
                  <a:pt x="829" y="2144"/>
                </a:lnTo>
                <a:lnTo>
                  <a:pt x="912" y="2144"/>
                </a:lnTo>
                <a:lnTo>
                  <a:pt x="996" y="2064"/>
                </a:lnTo>
                <a:lnTo>
                  <a:pt x="1080" y="2064"/>
                </a:lnTo>
                <a:lnTo>
                  <a:pt x="1164" y="2064"/>
                </a:lnTo>
                <a:lnTo>
                  <a:pt x="1300" y="2064"/>
                </a:lnTo>
                <a:lnTo>
                  <a:pt x="1441" y="2064"/>
                </a:lnTo>
                <a:lnTo>
                  <a:pt x="1441" y="1985"/>
                </a:lnTo>
                <a:lnTo>
                  <a:pt x="1521" y="1985"/>
                </a:lnTo>
                <a:lnTo>
                  <a:pt x="1605" y="1985"/>
                </a:lnTo>
                <a:lnTo>
                  <a:pt x="1688" y="1985"/>
                </a:lnTo>
                <a:lnTo>
                  <a:pt x="1772" y="1985"/>
                </a:lnTo>
                <a:lnTo>
                  <a:pt x="1856" y="1985"/>
                </a:lnTo>
                <a:lnTo>
                  <a:pt x="1940" y="1985"/>
                </a:lnTo>
                <a:lnTo>
                  <a:pt x="2019" y="1985"/>
                </a:lnTo>
                <a:lnTo>
                  <a:pt x="2103" y="1985"/>
                </a:lnTo>
                <a:lnTo>
                  <a:pt x="2187" y="1985"/>
                </a:lnTo>
                <a:lnTo>
                  <a:pt x="2271" y="1985"/>
                </a:lnTo>
                <a:lnTo>
                  <a:pt x="2354" y="1985"/>
                </a:lnTo>
                <a:lnTo>
                  <a:pt x="2438" y="1985"/>
                </a:lnTo>
                <a:lnTo>
                  <a:pt x="2517" y="1985"/>
                </a:lnTo>
                <a:lnTo>
                  <a:pt x="2601" y="1958"/>
                </a:lnTo>
                <a:lnTo>
                  <a:pt x="2685" y="1958"/>
                </a:lnTo>
                <a:lnTo>
                  <a:pt x="2769" y="1932"/>
                </a:lnTo>
                <a:lnTo>
                  <a:pt x="2853" y="1932"/>
                </a:lnTo>
                <a:lnTo>
                  <a:pt x="2936" y="1906"/>
                </a:lnTo>
                <a:lnTo>
                  <a:pt x="3016" y="1906"/>
                </a:lnTo>
                <a:lnTo>
                  <a:pt x="3100" y="1853"/>
                </a:lnTo>
                <a:lnTo>
                  <a:pt x="3183" y="1853"/>
                </a:lnTo>
                <a:lnTo>
                  <a:pt x="3267" y="1853"/>
                </a:lnTo>
                <a:lnTo>
                  <a:pt x="3351" y="1906"/>
                </a:lnTo>
                <a:lnTo>
                  <a:pt x="3461" y="1932"/>
                </a:lnTo>
                <a:lnTo>
                  <a:pt x="3545" y="1958"/>
                </a:lnTo>
                <a:lnTo>
                  <a:pt x="3629" y="1958"/>
                </a:lnTo>
                <a:lnTo>
                  <a:pt x="3708" y="1958"/>
                </a:lnTo>
                <a:lnTo>
                  <a:pt x="3818" y="1958"/>
                </a:lnTo>
                <a:lnTo>
                  <a:pt x="3902" y="1958"/>
                </a:lnTo>
                <a:lnTo>
                  <a:pt x="3986" y="1958"/>
                </a:lnTo>
                <a:lnTo>
                  <a:pt x="4070" y="1958"/>
                </a:lnTo>
                <a:lnTo>
                  <a:pt x="4153" y="1932"/>
                </a:lnTo>
                <a:lnTo>
                  <a:pt x="4237" y="1906"/>
                </a:lnTo>
                <a:lnTo>
                  <a:pt x="4321" y="1906"/>
                </a:lnTo>
                <a:lnTo>
                  <a:pt x="4400" y="1853"/>
                </a:lnTo>
                <a:lnTo>
                  <a:pt x="4484" y="1853"/>
                </a:lnTo>
                <a:lnTo>
                  <a:pt x="4594" y="1826"/>
                </a:lnTo>
                <a:lnTo>
                  <a:pt x="4678" y="1800"/>
                </a:lnTo>
                <a:lnTo>
                  <a:pt x="4762" y="1800"/>
                </a:lnTo>
                <a:lnTo>
                  <a:pt x="4846" y="1800"/>
                </a:lnTo>
                <a:lnTo>
                  <a:pt x="4930" y="1773"/>
                </a:lnTo>
                <a:lnTo>
                  <a:pt x="5009" y="1747"/>
                </a:lnTo>
                <a:lnTo>
                  <a:pt x="5124" y="1747"/>
                </a:lnTo>
                <a:lnTo>
                  <a:pt x="5203" y="1747"/>
                </a:lnTo>
                <a:lnTo>
                  <a:pt x="5287" y="1747"/>
                </a:lnTo>
                <a:lnTo>
                  <a:pt x="5397" y="1720"/>
                </a:lnTo>
                <a:lnTo>
                  <a:pt x="5507" y="1694"/>
                </a:lnTo>
                <a:lnTo>
                  <a:pt x="5591" y="1694"/>
                </a:lnTo>
                <a:lnTo>
                  <a:pt x="5675" y="1641"/>
                </a:lnTo>
                <a:lnTo>
                  <a:pt x="5759" y="1641"/>
                </a:lnTo>
                <a:lnTo>
                  <a:pt x="5842" y="1641"/>
                </a:lnTo>
                <a:lnTo>
                  <a:pt x="5926" y="1694"/>
                </a:lnTo>
                <a:lnTo>
                  <a:pt x="6036" y="1800"/>
                </a:lnTo>
                <a:lnTo>
                  <a:pt x="6120" y="1826"/>
                </a:lnTo>
                <a:lnTo>
                  <a:pt x="6200" y="1853"/>
                </a:lnTo>
                <a:lnTo>
                  <a:pt x="6283" y="1906"/>
                </a:lnTo>
                <a:lnTo>
                  <a:pt x="6283" y="1985"/>
                </a:lnTo>
                <a:lnTo>
                  <a:pt x="6367" y="2011"/>
                </a:lnTo>
                <a:lnTo>
                  <a:pt x="6508" y="2117"/>
                </a:lnTo>
                <a:lnTo>
                  <a:pt x="6618" y="2170"/>
                </a:lnTo>
                <a:lnTo>
                  <a:pt x="6729" y="2223"/>
                </a:lnTo>
                <a:lnTo>
                  <a:pt x="6813" y="2249"/>
                </a:lnTo>
                <a:lnTo>
                  <a:pt x="6923" y="2329"/>
                </a:lnTo>
                <a:lnTo>
                  <a:pt x="7007" y="2355"/>
                </a:lnTo>
                <a:lnTo>
                  <a:pt x="7086" y="2355"/>
                </a:lnTo>
                <a:lnTo>
                  <a:pt x="7170" y="2355"/>
                </a:lnTo>
                <a:lnTo>
                  <a:pt x="7253" y="2329"/>
                </a:lnTo>
                <a:lnTo>
                  <a:pt x="7337" y="2329"/>
                </a:lnTo>
                <a:lnTo>
                  <a:pt x="7421" y="2329"/>
                </a:lnTo>
                <a:lnTo>
                  <a:pt x="7505" y="2329"/>
                </a:lnTo>
                <a:lnTo>
                  <a:pt x="7584" y="2329"/>
                </a:lnTo>
                <a:lnTo>
                  <a:pt x="7668" y="2329"/>
                </a:lnTo>
                <a:lnTo>
                  <a:pt x="7809" y="2276"/>
                </a:lnTo>
                <a:lnTo>
                  <a:pt x="7919" y="2276"/>
                </a:lnTo>
                <a:lnTo>
                  <a:pt x="8003" y="2249"/>
                </a:lnTo>
                <a:lnTo>
                  <a:pt x="8083" y="2223"/>
                </a:lnTo>
                <a:lnTo>
                  <a:pt x="8166" y="2197"/>
                </a:lnTo>
                <a:lnTo>
                  <a:pt x="8277" y="2117"/>
                </a:lnTo>
                <a:lnTo>
                  <a:pt x="8360" y="2064"/>
                </a:lnTo>
                <a:lnTo>
                  <a:pt x="8444" y="2038"/>
                </a:lnTo>
                <a:lnTo>
                  <a:pt x="8528" y="2011"/>
                </a:lnTo>
                <a:lnTo>
                  <a:pt x="8612" y="2011"/>
                </a:lnTo>
                <a:lnTo>
                  <a:pt x="8722" y="2011"/>
                </a:lnTo>
                <a:lnTo>
                  <a:pt x="8806" y="2011"/>
                </a:lnTo>
                <a:lnTo>
                  <a:pt x="8890" y="2064"/>
                </a:lnTo>
                <a:lnTo>
                  <a:pt x="8969" y="2144"/>
                </a:lnTo>
                <a:lnTo>
                  <a:pt x="9053" y="2170"/>
                </a:lnTo>
                <a:lnTo>
                  <a:pt x="9136" y="2223"/>
                </a:lnTo>
                <a:lnTo>
                  <a:pt x="9220" y="2249"/>
                </a:lnTo>
                <a:lnTo>
                  <a:pt x="9304" y="2276"/>
                </a:lnTo>
                <a:lnTo>
                  <a:pt x="9388" y="2329"/>
                </a:lnTo>
                <a:lnTo>
                  <a:pt x="9498" y="2355"/>
                </a:lnTo>
                <a:lnTo>
                  <a:pt x="9608" y="2382"/>
                </a:lnTo>
                <a:lnTo>
                  <a:pt x="9692" y="2382"/>
                </a:lnTo>
                <a:lnTo>
                  <a:pt x="9771" y="2382"/>
                </a:lnTo>
                <a:lnTo>
                  <a:pt x="9939" y="2382"/>
                </a:lnTo>
                <a:lnTo>
                  <a:pt x="10049" y="2435"/>
                </a:lnTo>
                <a:lnTo>
                  <a:pt x="10133" y="2435"/>
                </a:lnTo>
                <a:lnTo>
                  <a:pt x="10243" y="2382"/>
                </a:lnTo>
                <a:lnTo>
                  <a:pt x="10327" y="2382"/>
                </a:lnTo>
                <a:lnTo>
                  <a:pt x="10411" y="2382"/>
                </a:lnTo>
                <a:lnTo>
                  <a:pt x="10495" y="2382"/>
                </a:lnTo>
                <a:lnTo>
                  <a:pt x="10578" y="2382"/>
                </a:lnTo>
                <a:lnTo>
                  <a:pt x="10658" y="2408"/>
                </a:lnTo>
                <a:lnTo>
                  <a:pt x="10715" y="2488"/>
                </a:lnTo>
                <a:lnTo>
                  <a:pt x="10799" y="2541"/>
                </a:lnTo>
                <a:lnTo>
                  <a:pt x="10883" y="2593"/>
                </a:lnTo>
                <a:lnTo>
                  <a:pt x="10962" y="2647"/>
                </a:lnTo>
                <a:lnTo>
                  <a:pt x="11046" y="2700"/>
                </a:lnTo>
                <a:lnTo>
                  <a:pt x="11156" y="2753"/>
                </a:lnTo>
                <a:lnTo>
                  <a:pt x="11240" y="2780"/>
                </a:lnTo>
                <a:lnTo>
                  <a:pt x="11381" y="2753"/>
                </a:lnTo>
                <a:lnTo>
                  <a:pt x="11460" y="2727"/>
                </a:lnTo>
                <a:lnTo>
                  <a:pt x="11629" y="2700"/>
                </a:lnTo>
                <a:lnTo>
                  <a:pt x="11713" y="2700"/>
                </a:lnTo>
                <a:lnTo>
                  <a:pt x="11797" y="2647"/>
                </a:lnTo>
                <a:lnTo>
                  <a:pt x="11907" y="2647"/>
                </a:lnTo>
                <a:lnTo>
                  <a:pt x="11991" y="2647"/>
                </a:lnTo>
                <a:lnTo>
                  <a:pt x="12074" y="2593"/>
                </a:lnTo>
                <a:lnTo>
                  <a:pt x="12154" y="2567"/>
                </a:lnTo>
                <a:lnTo>
                  <a:pt x="12237" y="2541"/>
                </a:lnTo>
                <a:lnTo>
                  <a:pt x="12321" y="2541"/>
                </a:lnTo>
                <a:lnTo>
                  <a:pt x="12405" y="2514"/>
                </a:lnTo>
                <a:lnTo>
                  <a:pt x="12489" y="2514"/>
                </a:lnTo>
                <a:lnTo>
                  <a:pt x="12599" y="2461"/>
                </a:lnTo>
                <a:lnTo>
                  <a:pt x="12683" y="2435"/>
                </a:lnTo>
                <a:lnTo>
                  <a:pt x="12767" y="2382"/>
                </a:lnTo>
                <a:lnTo>
                  <a:pt x="12877" y="2329"/>
                </a:lnTo>
                <a:lnTo>
                  <a:pt x="12961" y="2302"/>
                </a:lnTo>
                <a:lnTo>
                  <a:pt x="13040" y="2302"/>
                </a:lnTo>
                <a:lnTo>
                  <a:pt x="13124" y="2249"/>
                </a:lnTo>
                <a:lnTo>
                  <a:pt x="13208" y="2223"/>
                </a:lnTo>
                <a:lnTo>
                  <a:pt x="13291" y="2197"/>
                </a:lnTo>
                <a:lnTo>
                  <a:pt x="13375" y="2144"/>
                </a:lnTo>
                <a:lnTo>
                  <a:pt x="13459" y="2144"/>
                </a:lnTo>
                <a:lnTo>
                  <a:pt x="13538" y="2117"/>
                </a:lnTo>
                <a:lnTo>
                  <a:pt x="13622" y="2117"/>
                </a:lnTo>
                <a:lnTo>
                  <a:pt x="13706" y="2117"/>
                </a:lnTo>
                <a:lnTo>
                  <a:pt x="13816" y="2197"/>
                </a:lnTo>
                <a:lnTo>
                  <a:pt x="13900" y="2223"/>
                </a:lnTo>
                <a:lnTo>
                  <a:pt x="14037" y="2276"/>
                </a:lnTo>
                <a:lnTo>
                  <a:pt x="14147" y="2329"/>
                </a:lnTo>
                <a:lnTo>
                  <a:pt x="14231" y="2382"/>
                </a:lnTo>
                <a:lnTo>
                  <a:pt x="14314" y="2382"/>
                </a:lnTo>
                <a:lnTo>
                  <a:pt x="14398" y="2382"/>
                </a:lnTo>
                <a:lnTo>
                  <a:pt x="14482" y="2382"/>
                </a:lnTo>
                <a:lnTo>
                  <a:pt x="14566" y="2382"/>
                </a:lnTo>
                <a:lnTo>
                  <a:pt x="14650" y="2408"/>
                </a:lnTo>
                <a:lnTo>
                  <a:pt x="14729" y="2435"/>
                </a:lnTo>
                <a:lnTo>
                  <a:pt x="14813" y="2488"/>
                </a:lnTo>
                <a:lnTo>
                  <a:pt x="14897" y="2541"/>
                </a:lnTo>
                <a:lnTo>
                  <a:pt x="14980" y="2567"/>
                </a:lnTo>
                <a:lnTo>
                  <a:pt x="15091" y="2593"/>
                </a:lnTo>
                <a:lnTo>
                  <a:pt x="15227" y="2647"/>
                </a:lnTo>
                <a:lnTo>
                  <a:pt x="15368" y="2674"/>
                </a:lnTo>
                <a:lnTo>
                  <a:pt x="15452" y="2700"/>
                </a:lnTo>
                <a:lnTo>
                  <a:pt x="15532" y="2700"/>
                </a:lnTo>
                <a:lnTo>
                  <a:pt x="15615" y="2753"/>
                </a:lnTo>
                <a:lnTo>
                  <a:pt x="15699" y="2780"/>
                </a:lnTo>
                <a:lnTo>
                  <a:pt x="15809" y="2806"/>
                </a:lnTo>
                <a:lnTo>
                  <a:pt x="15893" y="2806"/>
                </a:lnTo>
                <a:lnTo>
                  <a:pt x="15977" y="2859"/>
                </a:lnTo>
                <a:lnTo>
                  <a:pt x="16144" y="2859"/>
                </a:lnTo>
                <a:lnTo>
                  <a:pt x="16224" y="2859"/>
                </a:lnTo>
                <a:lnTo>
                  <a:pt x="16365" y="2912"/>
                </a:lnTo>
                <a:lnTo>
                  <a:pt x="16475" y="2912"/>
                </a:lnTo>
                <a:lnTo>
                  <a:pt x="16585" y="2965"/>
                </a:lnTo>
                <a:lnTo>
                  <a:pt x="16696" y="3018"/>
                </a:lnTo>
                <a:lnTo>
                  <a:pt x="16806" y="3044"/>
                </a:lnTo>
                <a:lnTo>
                  <a:pt x="16916" y="3071"/>
                </a:lnTo>
                <a:lnTo>
                  <a:pt x="17026" y="3097"/>
                </a:lnTo>
                <a:lnTo>
                  <a:pt x="17141" y="3124"/>
                </a:lnTo>
                <a:lnTo>
                  <a:pt x="17472" y="3150"/>
                </a:lnTo>
                <a:lnTo>
                  <a:pt x="17582" y="3177"/>
                </a:lnTo>
                <a:lnTo>
                  <a:pt x="17860" y="3177"/>
                </a:lnTo>
                <a:lnTo>
                  <a:pt x="17944" y="3177"/>
                </a:lnTo>
                <a:lnTo>
                  <a:pt x="18027" y="3203"/>
                </a:lnTo>
                <a:lnTo>
                  <a:pt x="18107" y="3203"/>
                </a:lnTo>
                <a:lnTo>
                  <a:pt x="18274" y="3203"/>
                </a:lnTo>
                <a:lnTo>
                  <a:pt x="18385" y="3177"/>
                </a:lnTo>
                <a:lnTo>
                  <a:pt x="18495" y="3177"/>
                </a:lnTo>
                <a:lnTo>
                  <a:pt x="18579" y="3177"/>
                </a:lnTo>
                <a:lnTo>
                  <a:pt x="18662" y="3124"/>
                </a:lnTo>
                <a:lnTo>
                  <a:pt x="18773" y="3124"/>
                </a:lnTo>
                <a:lnTo>
                  <a:pt x="18856" y="3097"/>
                </a:lnTo>
                <a:lnTo>
                  <a:pt x="18967" y="3071"/>
                </a:lnTo>
                <a:lnTo>
                  <a:pt x="19051" y="3071"/>
                </a:lnTo>
                <a:lnTo>
                  <a:pt x="19161" y="3018"/>
                </a:lnTo>
                <a:lnTo>
                  <a:pt x="19245" y="3018"/>
                </a:lnTo>
                <a:lnTo>
                  <a:pt x="19328" y="2991"/>
                </a:lnTo>
                <a:lnTo>
                  <a:pt x="19439" y="2991"/>
                </a:lnTo>
                <a:lnTo>
                  <a:pt x="19549" y="2991"/>
                </a:lnTo>
                <a:lnTo>
                  <a:pt x="19659" y="2965"/>
                </a:lnTo>
                <a:lnTo>
                  <a:pt x="19743" y="2965"/>
                </a:lnTo>
                <a:lnTo>
                  <a:pt x="19827" y="2912"/>
                </a:lnTo>
                <a:lnTo>
                  <a:pt x="19906" y="2912"/>
                </a:lnTo>
                <a:lnTo>
                  <a:pt x="19990" y="2885"/>
                </a:lnTo>
                <a:lnTo>
                  <a:pt x="20074" y="2859"/>
                </a:lnTo>
                <a:lnTo>
                  <a:pt x="20157" y="2859"/>
                </a:lnTo>
                <a:lnTo>
                  <a:pt x="20241" y="2859"/>
                </a:lnTo>
                <a:lnTo>
                  <a:pt x="20325" y="2859"/>
                </a:lnTo>
                <a:lnTo>
                  <a:pt x="20435" y="2859"/>
                </a:lnTo>
                <a:lnTo>
                  <a:pt x="20545" y="2859"/>
                </a:lnTo>
                <a:lnTo>
                  <a:pt x="20656" y="2885"/>
                </a:lnTo>
                <a:lnTo>
                  <a:pt x="20766" y="2885"/>
                </a:lnTo>
                <a:lnTo>
                  <a:pt x="20876" y="2885"/>
                </a:lnTo>
                <a:lnTo>
                  <a:pt x="20960" y="2885"/>
                </a:lnTo>
                <a:lnTo>
                  <a:pt x="21044" y="2885"/>
                </a:lnTo>
                <a:lnTo>
                  <a:pt x="21180" y="2885"/>
                </a:lnTo>
                <a:lnTo>
                  <a:pt x="21291" y="2912"/>
                </a:lnTo>
                <a:lnTo>
                  <a:pt x="21405" y="2938"/>
                </a:lnTo>
                <a:lnTo>
                  <a:pt x="21485" y="2965"/>
                </a:lnTo>
                <a:lnTo>
                  <a:pt x="21568" y="2991"/>
                </a:lnTo>
                <a:lnTo>
                  <a:pt x="21652" y="3018"/>
                </a:lnTo>
                <a:lnTo>
                  <a:pt x="21736" y="3071"/>
                </a:lnTo>
                <a:lnTo>
                  <a:pt x="21789" y="3150"/>
                </a:lnTo>
                <a:lnTo>
                  <a:pt x="21873" y="3229"/>
                </a:lnTo>
                <a:lnTo>
                  <a:pt x="21904" y="3309"/>
                </a:lnTo>
                <a:lnTo>
                  <a:pt x="21983" y="3335"/>
                </a:lnTo>
                <a:lnTo>
                  <a:pt x="22067" y="3388"/>
                </a:lnTo>
                <a:lnTo>
                  <a:pt x="22151" y="3388"/>
                </a:lnTo>
                <a:lnTo>
                  <a:pt x="22234" y="3415"/>
                </a:lnTo>
                <a:lnTo>
                  <a:pt x="22318" y="3441"/>
                </a:lnTo>
                <a:lnTo>
                  <a:pt x="22402" y="3468"/>
                </a:lnTo>
                <a:lnTo>
                  <a:pt x="22481" y="3494"/>
                </a:lnTo>
                <a:lnTo>
                  <a:pt x="22565" y="3494"/>
                </a:lnTo>
                <a:lnTo>
                  <a:pt x="22649" y="3494"/>
                </a:lnTo>
                <a:lnTo>
                  <a:pt x="22733" y="3494"/>
                </a:lnTo>
                <a:lnTo>
                  <a:pt x="22816" y="3494"/>
                </a:lnTo>
                <a:lnTo>
                  <a:pt x="22927" y="3520"/>
                </a:lnTo>
                <a:lnTo>
                  <a:pt x="23010" y="3441"/>
                </a:lnTo>
                <a:lnTo>
                  <a:pt x="23010" y="3362"/>
                </a:lnTo>
                <a:lnTo>
                  <a:pt x="23010" y="3282"/>
                </a:lnTo>
                <a:lnTo>
                  <a:pt x="22980" y="3203"/>
                </a:lnTo>
                <a:lnTo>
                  <a:pt x="22980" y="3124"/>
                </a:lnTo>
                <a:lnTo>
                  <a:pt x="22980" y="3044"/>
                </a:lnTo>
                <a:lnTo>
                  <a:pt x="22953" y="2965"/>
                </a:lnTo>
                <a:lnTo>
                  <a:pt x="22927" y="2885"/>
                </a:lnTo>
                <a:lnTo>
                  <a:pt x="22927" y="2806"/>
                </a:lnTo>
                <a:lnTo>
                  <a:pt x="22927" y="2727"/>
                </a:lnTo>
                <a:lnTo>
                  <a:pt x="22927" y="2647"/>
                </a:lnTo>
                <a:lnTo>
                  <a:pt x="22927" y="2567"/>
                </a:lnTo>
                <a:lnTo>
                  <a:pt x="22927" y="2488"/>
                </a:lnTo>
                <a:lnTo>
                  <a:pt x="22953" y="2408"/>
                </a:lnTo>
                <a:lnTo>
                  <a:pt x="22980" y="2329"/>
                </a:lnTo>
                <a:lnTo>
                  <a:pt x="22980" y="2170"/>
                </a:lnTo>
                <a:lnTo>
                  <a:pt x="22980" y="2091"/>
                </a:lnTo>
                <a:lnTo>
                  <a:pt x="22980" y="2011"/>
                </a:lnTo>
                <a:lnTo>
                  <a:pt x="22980" y="1906"/>
                </a:lnTo>
                <a:lnTo>
                  <a:pt x="22980" y="1826"/>
                </a:lnTo>
                <a:lnTo>
                  <a:pt x="22980" y="1747"/>
                </a:lnTo>
                <a:lnTo>
                  <a:pt x="22980" y="1667"/>
                </a:lnTo>
                <a:lnTo>
                  <a:pt x="23010" y="1588"/>
                </a:lnTo>
                <a:lnTo>
                  <a:pt x="23010" y="1509"/>
                </a:lnTo>
                <a:lnTo>
                  <a:pt x="23010" y="1429"/>
                </a:lnTo>
                <a:lnTo>
                  <a:pt x="23037" y="1323"/>
                </a:lnTo>
                <a:lnTo>
                  <a:pt x="23037" y="1244"/>
                </a:lnTo>
                <a:lnTo>
                  <a:pt x="23037" y="1165"/>
                </a:lnTo>
                <a:lnTo>
                  <a:pt x="23037" y="1085"/>
                </a:lnTo>
                <a:lnTo>
                  <a:pt x="23037" y="1006"/>
                </a:lnTo>
                <a:lnTo>
                  <a:pt x="23010" y="900"/>
                </a:lnTo>
                <a:lnTo>
                  <a:pt x="22980" y="767"/>
                </a:lnTo>
                <a:lnTo>
                  <a:pt x="22980" y="687"/>
                </a:lnTo>
                <a:lnTo>
                  <a:pt x="22980" y="582"/>
                </a:lnTo>
                <a:lnTo>
                  <a:pt x="22953" y="502"/>
                </a:lnTo>
                <a:lnTo>
                  <a:pt x="22927" y="423"/>
                </a:lnTo>
                <a:lnTo>
                  <a:pt x="22869" y="343"/>
                </a:lnTo>
                <a:lnTo>
                  <a:pt x="22869" y="264"/>
                </a:lnTo>
                <a:lnTo>
                  <a:pt x="22843" y="185"/>
                </a:lnTo>
                <a:lnTo>
                  <a:pt x="22759" y="132"/>
                </a:lnTo>
                <a:lnTo>
                  <a:pt x="22706" y="52"/>
                </a:lnTo>
                <a:lnTo>
                  <a:pt x="22622" y="26"/>
                </a:lnTo>
                <a:lnTo>
                  <a:pt x="22539" y="26"/>
                </a:lnTo>
                <a:lnTo>
                  <a:pt x="22455" y="0"/>
                </a:lnTo>
                <a:lnTo>
                  <a:pt x="22371" y="0"/>
                </a:lnTo>
                <a:lnTo>
                  <a:pt x="22287" y="0"/>
                </a:lnTo>
                <a:lnTo>
                  <a:pt x="22208" y="0"/>
                </a:lnTo>
                <a:lnTo>
                  <a:pt x="22124" y="52"/>
                </a:lnTo>
                <a:lnTo>
                  <a:pt x="22098" y="132"/>
                </a:lnTo>
                <a:lnTo>
                  <a:pt x="22014" y="211"/>
                </a:lnTo>
                <a:lnTo>
                  <a:pt x="21904" y="317"/>
                </a:lnTo>
                <a:lnTo>
                  <a:pt x="21820" y="370"/>
                </a:lnTo>
                <a:lnTo>
                  <a:pt x="21762" y="449"/>
                </a:lnTo>
                <a:lnTo>
                  <a:pt x="21679" y="529"/>
                </a:lnTo>
                <a:lnTo>
                  <a:pt x="21626" y="608"/>
                </a:lnTo>
                <a:lnTo>
                  <a:pt x="21568" y="687"/>
                </a:lnTo>
                <a:lnTo>
                  <a:pt x="21485" y="740"/>
                </a:lnTo>
                <a:lnTo>
                  <a:pt x="21405" y="687"/>
                </a:lnTo>
                <a:lnTo>
                  <a:pt x="21322" y="740"/>
                </a:lnTo>
                <a:lnTo>
                  <a:pt x="21211" y="793"/>
                </a:lnTo>
                <a:lnTo>
                  <a:pt x="21097" y="793"/>
                </a:lnTo>
                <a:lnTo>
                  <a:pt x="21017" y="820"/>
                </a:lnTo>
                <a:lnTo>
                  <a:pt x="20907" y="767"/>
                </a:lnTo>
                <a:lnTo>
                  <a:pt x="20823" y="767"/>
                </a:lnTo>
                <a:lnTo>
                  <a:pt x="20739" y="714"/>
                </a:lnTo>
                <a:lnTo>
                  <a:pt x="20656" y="740"/>
                </a:lnTo>
                <a:lnTo>
                  <a:pt x="20572" y="740"/>
                </a:lnTo>
                <a:lnTo>
                  <a:pt x="20435" y="767"/>
                </a:lnTo>
                <a:lnTo>
                  <a:pt x="20351" y="820"/>
                </a:lnTo>
                <a:lnTo>
                  <a:pt x="20268" y="793"/>
                </a:lnTo>
                <a:lnTo>
                  <a:pt x="20184" y="793"/>
                </a:lnTo>
                <a:lnTo>
                  <a:pt x="20100" y="767"/>
                </a:lnTo>
                <a:lnTo>
                  <a:pt x="19990" y="767"/>
                </a:lnTo>
                <a:lnTo>
                  <a:pt x="19906" y="767"/>
                </a:lnTo>
                <a:lnTo>
                  <a:pt x="19769" y="820"/>
                </a:lnTo>
                <a:lnTo>
                  <a:pt x="19686" y="873"/>
                </a:lnTo>
                <a:lnTo>
                  <a:pt x="19602" y="846"/>
                </a:lnTo>
                <a:lnTo>
                  <a:pt x="19465" y="873"/>
                </a:lnTo>
                <a:lnTo>
                  <a:pt x="19328" y="927"/>
                </a:lnTo>
                <a:lnTo>
                  <a:pt x="19245" y="979"/>
                </a:lnTo>
                <a:lnTo>
                  <a:pt x="19161" y="1059"/>
                </a:lnTo>
                <a:lnTo>
                  <a:pt x="19077" y="1138"/>
                </a:lnTo>
                <a:lnTo>
                  <a:pt x="18993" y="1165"/>
                </a:lnTo>
                <a:lnTo>
                  <a:pt x="18883" y="1085"/>
                </a:lnTo>
                <a:lnTo>
                  <a:pt x="18773" y="1059"/>
                </a:lnTo>
                <a:lnTo>
                  <a:pt x="18662" y="1006"/>
                </a:lnTo>
                <a:lnTo>
                  <a:pt x="18552" y="979"/>
                </a:lnTo>
                <a:lnTo>
                  <a:pt x="18411" y="953"/>
                </a:lnTo>
                <a:lnTo>
                  <a:pt x="18332" y="927"/>
                </a:lnTo>
                <a:lnTo>
                  <a:pt x="18217" y="873"/>
                </a:lnTo>
                <a:lnTo>
                  <a:pt x="18138" y="846"/>
                </a:lnTo>
                <a:lnTo>
                  <a:pt x="18054" y="846"/>
                </a:lnTo>
                <a:lnTo>
                  <a:pt x="17970" y="846"/>
                </a:lnTo>
                <a:lnTo>
                  <a:pt x="17886" y="846"/>
                </a:lnTo>
                <a:lnTo>
                  <a:pt x="17803" y="846"/>
                </a:lnTo>
                <a:lnTo>
                  <a:pt x="17719" y="846"/>
                </a:lnTo>
                <a:lnTo>
                  <a:pt x="17609" y="846"/>
                </a:lnTo>
                <a:lnTo>
                  <a:pt x="17529" y="793"/>
                </a:lnTo>
                <a:lnTo>
                  <a:pt x="17445" y="793"/>
                </a:lnTo>
                <a:lnTo>
                  <a:pt x="17335" y="793"/>
                </a:lnTo>
                <a:lnTo>
                  <a:pt x="17220" y="740"/>
                </a:lnTo>
                <a:lnTo>
                  <a:pt x="17110" y="740"/>
                </a:lnTo>
                <a:lnTo>
                  <a:pt x="17026" y="767"/>
                </a:lnTo>
                <a:lnTo>
                  <a:pt x="16890" y="793"/>
                </a:lnTo>
                <a:lnTo>
                  <a:pt x="16779" y="846"/>
                </a:lnTo>
                <a:lnTo>
                  <a:pt x="16696" y="900"/>
                </a:lnTo>
                <a:lnTo>
                  <a:pt x="16612" y="953"/>
                </a:lnTo>
                <a:lnTo>
                  <a:pt x="16528" y="953"/>
                </a:lnTo>
                <a:lnTo>
                  <a:pt x="16449" y="900"/>
                </a:lnTo>
                <a:lnTo>
                  <a:pt x="16339" y="900"/>
                </a:lnTo>
                <a:lnTo>
                  <a:pt x="16224" y="873"/>
                </a:lnTo>
                <a:lnTo>
                  <a:pt x="16144" y="846"/>
                </a:lnTo>
                <a:lnTo>
                  <a:pt x="16030" y="846"/>
                </a:lnTo>
                <a:lnTo>
                  <a:pt x="15920" y="846"/>
                </a:lnTo>
                <a:lnTo>
                  <a:pt x="15783" y="793"/>
                </a:lnTo>
                <a:lnTo>
                  <a:pt x="15673" y="793"/>
                </a:lnTo>
                <a:lnTo>
                  <a:pt x="15562" y="767"/>
                </a:lnTo>
                <a:lnTo>
                  <a:pt x="15479" y="740"/>
                </a:lnTo>
                <a:lnTo>
                  <a:pt x="15368" y="687"/>
                </a:lnTo>
                <a:lnTo>
                  <a:pt x="15258" y="687"/>
                </a:lnTo>
                <a:lnTo>
                  <a:pt x="15174" y="661"/>
                </a:lnTo>
                <a:lnTo>
                  <a:pt x="15091" y="687"/>
                </a:lnTo>
                <a:lnTo>
                  <a:pt x="15007" y="687"/>
                </a:lnTo>
                <a:lnTo>
                  <a:pt x="14923" y="661"/>
                </a:lnTo>
                <a:lnTo>
                  <a:pt x="14813" y="635"/>
                </a:lnTo>
                <a:lnTo>
                  <a:pt x="14729" y="608"/>
                </a:lnTo>
                <a:lnTo>
                  <a:pt x="14650" y="582"/>
                </a:lnTo>
                <a:lnTo>
                  <a:pt x="14566" y="582"/>
                </a:lnTo>
                <a:lnTo>
                  <a:pt x="14482" y="582"/>
                </a:lnTo>
                <a:lnTo>
                  <a:pt x="14398" y="555"/>
                </a:lnTo>
                <a:lnTo>
                  <a:pt x="14314" y="555"/>
                </a:lnTo>
                <a:lnTo>
                  <a:pt x="14231" y="555"/>
                </a:lnTo>
                <a:lnTo>
                  <a:pt x="14120" y="529"/>
                </a:lnTo>
                <a:lnTo>
                  <a:pt x="14010" y="529"/>
                </a:lnTo>
                <a:lnTo>
                  <a:pt x="13900" y="529"/>
                </a:lnTo>
                <a:lnTo>
                  <a:pt x="13816" y="555"/>
                </a:lnTo>
                <a:lnTo>
                  <a:pt x="13732" y="635"/>
                </a:lnTo>
                <a:lnTo>
                  <a:pt x="13649" y="635"/>
                </a:lnTo>
                <a:lnTo>
                  <a:pt x="13569" y="635"/>
                </a:lnTo>
                <a:lnTo>
                  <a:pt x="13485" y="661"/>
                </a:lnTo>
                <a:lnTo>
                  <a:pt x="13375" y="661"/>
                </a:lnTo>
                <a:lnTo>
                  <a:pt x="13291" y="661"/>
                </a:lnTo>
                <a:lnTo>
                  <a:pt x="13208" y="661"/>
                </a:lnTo>
                <a:lnTo>
                  <a:pt x="13124" y="661"/>
                </a:lnTo>
                <a:lnTo>
                  <a:pt x="13014" y="661"/>
                </a:lnTo>
                <a:lnTo>
                  <a:pt x="12930" y="661"/>
                </a:lnTo>
                <a:lnTo>
                  <a:pt x="12767" y="635"/>
                </a:lnTo>
                <a:lnTo>
                  <a:pt x="12683" y="635"/>
                </a:lnTo>
                <a:lnTo>
                  <a:pt x="12573" y="635"/>
                </a:lnTo>
                <a:lnTo>
                  <a:pt x="12458" y="635"/>
                </a:lnTo>
                <a:lnTo>
                  <a:pt x="12348" y="635"/>
                </a:lnTo>
                <a:lnTo>
                  <a:pt x="12268" y="635"/>
                </a:lnTo>
                <a:lnTo>
                  <a:pt x="12154" y="582"/>
                </a:lnTo>
                <a:lnTo>
                  <a:pt x="12074" y="555"/>
                </a:lnTo>
                <a:lnTo>
                  <a:pt x="11991" y="555"/>
                </a:lnTo>
                <a:lnTo>
                  <a:pt x="11907" y="555"/>
                </a:lnTo>
                <a:lnTo>
                  <a:pt x="11770" y="529"/>
                </a:lnTo>
                <a:lnTo>
                  <a:pt x="11629" y="529"/>
                </a:lnTo>
                <a:lnTo>
                  <a:pt x="11545" y="555"/>
                </a:lnTo>
                <a:lnTo>
                  <a:pt x="11460" y="582"/>
                </a:lnTo>
                <a:lnTo>
                  <a:pt x="11381" y="635"/>
                </a:lnTo>
                <a:lnTo>
                  <a:pt x="11297" y="661"/>
                </a:lnTo>
                <a:lnTo>
                  <a:pt x="11213" y="714"/>
                </a:lnTo>
                <a:lnTo>
                  <a:pt x="11130" y="740"/>
                </a:lnTo>
                <a:lnTo>
                  <a:pt x="11046" y="740"/>
                </a:lnTo>
                <a:lnTo>
                  <a:pt x="10909" y="687"/>
                </a:lnTo>
                <a:lnTo>
                  <a:pt x="10799" y="687"/>
                </a:lnTo>
                <a:lnTo>
                  <a:pt x="10715" y="687"/>
                </a:lnTo>
                <a:lnTo>
                  <a:pt x="10631" y="661"/>
                </a:lnTo>
                <a:lnTo>
                  <a:pt x="10548" y="661"/>
                </a:lnTo>
                <a:lnTo>
                  <a:pt x="10464" y="635"/>
                </a:lnTo>
                <a:lnTo>
                  <a:pt x="10384" y="635"/>
                </a:lnTo>
                <a:lnTo>
                  <a:pt x="10301" y="635"/>
                </a:lnTo>
                <a:lnTo>
                  <a:pt x="10217" y="635"/>
                </a:lnTo>
                <a:lnTo>
                  <a:pt x="10133" y="635"/>
                </a:lnTo>
                <a:lnTo>
                  <a:pt x="10049" y="582"/>
                </a:lnTo>
                <a:lnTo>
                  <a:pt x="9939" y="555"/>
                </a:lnTo>
                <a:lnTo>
                  <a:pt x="9855" y="555"/>
                </a:lnTo>
                <a:lnTo>
                  <a:pt x="9771" y="555"/>
                </a:lnTo>
                <a:lnTo>
                  <a:pt x="9692" y="529"/>
                </a:lnTo>
                <a:lnTo>
                  <a:pt x="9608" y="529"/>
                </a:lnTo>
                <a:lnTo>
                  <a:pt x="9525" y="582"/>
                </a:lnTo>
                <a:lnTo>
                  <a:pt x="9441" y="635"/>
                </a:lnTo>
                <a:lnTo>
                  <a:pt x="9357" y="687"/>
                </a:lnTo>
                <a:lnTo>
                  <a:pt x="9273" y="740"/>
                </a:lnTo>
                <a:lnTo>
                  <a:pt x="9194" y="740"/>
                </a:lnTo>
                <a:lnTo>
                  <a:pt x="9053" y="767"/>
                </a:lnTo>
                <a:lnTo>
                  <a:pt x="8969" y="767"/>
                </a:lnTo>
                <a:lnTo>
                  <a:pt x="8890" y="793"/>
                </a:lnTo>
                <a:lnTo>
                  <a:pt x="8806" y="793"/>
                </a:lnTo>
                <a:lnTo>
                  <a:pt x="8722" y="767"/>
                </a:lnTo>
                <a:lnTo>
                  <a:pt x="8638" y="740"/>
                </a:lnTo>
                <a:lnTo>
                  <a:pt x="8528" y="714"/>
                </a:lnTo>
                <a:lnTo>
                  <a:pt x="8444" y="687"/>
                </a:lnTo>
                <a:lnTo>
                  <a:pt x="8360" y="687"/>
                </a:lnTo>
                <a:lnTo>
                  <a:pt x="8277" y="687"/>
                </a:lnTo>
                <a:lnTo>
                  <a:pt x="8166" y="687"/>
                </a:lnTo>
                <a:lnTo>
                  <a:pt x="8083" y="661"/>
                </a:lnTo>
                <a:lnTo>
                  <a:pt x="8003" y="661"/>
                </a:lnTo>
                <a:lnTo>
                  <a:pt x="7919" y="635"/>
                </a:lnTo>
                <a:lnTo>
                  <a:pt x="7836" y="608"/>
                </a:lnTo>
                <a:lnTo>
                  <a:pt x="7752" y="582"/>
                </a:lnTo>
                <a:lnTo>
                  <a:pt x="7668" y="582"/>
                </a:lnTo>
                <a:lnTo>
                  <a:pt x="7584" y="582"/>
                </a:lnTo>
                <a:lnTo>
                  <a:pt x="7505" y="582"/>
                </a:lnTo>
                <a:lnTo>
                  <a:pt x="7364" y="582"/>
                </a:lnTo>
                <a:lnTo>
                  <a:pt x="7280" y="582"/>
                </a:lnTo>
                <a:lnTo>
                  <a:pt x="7201" y="608"/>
                </a:lnTo>
                <a:lnTo>
                  <a:pt x="7117" y="635"/>
                </a:lnTo>
                <a:lnTo>
                  <a:pt x="7033" y="661"/>
                </a:lnTo>
                <a:lnTo>
                  <a:pt x="6949" y="661"/>
                </a:lnTo>
                <a:lnTo>
                  <a:pt x="6813" y="661"/>
                </a:lnTo>
                <a:lnTo>
                  <a:pt x="6698" y="661"/>
                </a:lnTo>
                <a:lnTo>
                  <a:pt x="6561" y="661"/>
                </a:lnTo>
                <a:lnTo>
                  <a:pt x="6477" y="661"/>
                </a:lnTo>
                <a:lnTo>
                  <a:pt x="6367" y="661"/>
                </a:lnTo>
                <a:lnTo>
                  <a:pt x="6283" y="661"/>
                </a:lnTo>
                <a:lnTo>
                  <a:pt x="6200" y="661"/>
                </a:lnTo>
                <a:lnTo>
                  <a:pt x="6089" y="661"/>
                </a:lnTo>
                <a:lnTo>
                  <a:pt x="5926" y="635"/>
                </a:lnTo>
                <a:lnTo>
                  <a:pt x="5816" y="661"/>
                </a:lnTo>
                <a:lnTo>
                  <a:pt x="5732" y="661"/>
                </a:lnTo>
                <a:lnTo>
                  <a:pt x="5622" y="661"/>
                </a:lnTo>
                <a:lnTo>
                  <a:pt x="5538" y="661"/>
                </a:lnTo>
                <a:lnTo>
                  <a:pt x="5428" y="661"/>
                </a:lnTo>
                <a:lnTo>
                  <a:pt x="5344" y="661"/>
                </a:lnTo>
                <a:lnTo>
                  <a:pt x="5260" y="661"/>
                </a:lnTo>
                <a:lnTo>
                  <a:pt x="5177" y="661"/>
                </a:lnTo>
                <a:lnTo>
                  <a:pt x="5093" y="687"/>
                </a:lnTo>
                <a:lnTo>
                  <a:pt x="5009" y="687"/>
                </a:lnTo>
                <a:lnTo>
                  <a:pt x="4930" y="661"/>
                </a:lnTo>
                <a:lnTo>
                  <a:pt x="4846" y="661"/>
                </a:lnTo>
                <a:lnTo>
                  <a:pt x="4762" y="661"/>
                </a:lnTo>
                <a:lnTo>
                  <a:pt x="4678" y="661"/>
                </a:lnTo>
                <a:lnTo>
                  <a:pt x="4594" y="687"/>
                </a:lnTo>
                <a:lnTo>
                  <a:pt x="4511" y="687"/>
                </a:lnTo>
                <a:lnTo>
                  <a:pt x="4431" y="687"/>
                </a:lnTo>
                <a:lnTo>
                  <a:pt x="4347" y="687"/>
                </a:lnTo>
                <a:lnTo>
                  <a:pt x="4264" y="687"/>
                </a:lnTo>
                <a:lnTo>
                  <a:pt x="4180" y="661"/>
                </a:lnTo>
                <a:lnTo>
                  <a:pt x="4043" y="635"/>
                </a:lnTo>
                <a:lnTo>
                  <a:pt x="3959" y="635"/>
                </a:lnTo>
                <a:lnTo>
                  <a:pt x="3876" y="635"/>
                </a:lnTo>
                <a:lnTo>
                  <a:pt x="3792" y="635"/>
                </a:lnTo>
                <a:lnTo>
                  <a:pt x="3708" y="608"/>
                </a:lnTo>
                <a:lnTo>
                  <a:pt x="3598" y="608"/>
                </a:lnTo>
                <a:lnTo>
                  <a:pt x="3514" y="582"/>
                </a:lnTo>
                <a:lnTo>
                  <a:pt x="3404" y="582"/>
                </a:lnTo>
                <a:lnTo>
                  <a:pt x="3320" y="582"/>
                </a:lnTo>
                <a:lnTo>
                  <a:pt x="3241" y="582"/>
                </a:lnTo>
                <a:lnTo>
                  <a:pt x="3100" y="582"/>
                </a:lnTo>
                <a:lnTo>
                  <a:pt x="3016" y="582"/>
                </a:lnTo>
                <a:lnTo>
                  <a:pt x="2936" y="582"/>
                </a:lnTo>
                <a:lnTo>
                  <a:pt x="2853" y="582"/>
                </a:lnTo>
                <a:lnTo>
                  <a:pt x="2769" y="582"/>
                </a:lnTo>
                <a:lnTo>
                  <a:pt x="2685" y="608"/>
                </a:lnTo>
                <a:lnTo>
                  <a:pt x="2601" y="608"/>
                </a:lnTo>
                <a:lnTo>
                  <a:pt x="2517" y="608"/>
                </a:lnTo>
                <a:lnTo>
                  <a:pt x="2407" y="635"/>
                </a:lnTo>
                <a:lnTo>
                  <a:pt x="2297" y="582"/>
                </a:lnTo>
                <a:lnTo>
                  <a:pt x="2213" y="555"/>
                </a:lnTo>
                <a:lnTo>
                  <a:pt x="2129" y="529"/>
                </a:lnTo>
                <a:lnTo>
                  <a:pt x="2050" y="529"/>
                </a:lnTo>
                <a:lnTo>
                  <a:pt x="1966" y="502"/>
                </a:lnTo>
                <a:lnTo>
                  <a:pt x="1909" y="423"/>
                </a:lnTo>
                <a:lnTo>
                  <a:pt x="1825" y="343"/>
                </a:lnTo>
                <a:lnTo>
                  <a:pt x="1715" y="317"/>
                </a:lnTo>
                <a:lnTo>
                  <a:pt x="1631" y="264"/>
                </a:lnTo>
                <a:lnTo>
                  <a:pt x="1521" y="211"/>
                </a:lnTo>
                <a:lnTo>
                  <a:pt x="1441" y="211"/>
                </a:lnTo>
                <a:lnTo>
                  <a:pt x="1358" y="158"/>
                </a:lnTo>
                <a:lnTo>
                  <a:pt x="1274" y="158"/>
                </a:lnTo>
                <a:lnTo>
                  <a:pt x="1190" y="132"/>
                </a:lnTo>
                <a:lnTo>
                  <a:pt x="1053" y="105"/>
                </a:lnTo>
                <a:lnTo>
                  <a:pt x="912" y="52"/>
                </a:lnTo>
                <a:lnTo>
                  <a:pt x="829" y="26"/>
                </a:lnTo>
                <a:lnTo>
                  <a:pt x="749" y="26"/>
                </a:lnTo>
                <a:lnTo>
                  <a:pt x="665" y="26"/>
                </a:lnTo>
                <a:lnTo>
                  <a:pt x="582" y="52"/>
                </a:lnTo>
                <a:lnTo>
                  <a:pt x="498" y="52"/>
                </a:lnTo>
                <a:lnTo>
                  <a:pt x="361" y="26"/>
                </a:lnTo>
                <a:lnTo>
                  <a:pt x="277" y="26"/>
                </a:lnTo>
                <a:lnTo>
                  <a:pt x="194" y="26"/>
                </a:lnTo>
                <a:lnTo>
                  <a:pt x="110" y="26"/>
                </a:lnTo>
                <a:lnTo>
                  <a:pt x="83" y="0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368280" y="2905200"/>
            <a:ext cx="8293320" cy="1476720"/>
          </a:xfrm>
          <a:custGeom>
            <a:avLst/>
            <a:gdLst/>
            <a:ahLst/>
            <a:rect l="0" t="0" r="r" b="b"/>
            <a:pathLst>
              <a:path w="23037" h="4102">
                <a:moveTo>
                  <a:pt x="26" y="0"/>
                </a:moveTo>
                <a:lnTo>
                  <a:pt x="26" y="79"/>
                </a:lnTo>
                <a:lnTo>
                  <a:pt x="26" y="158"/>
                </a:lnTo>
                <a:lnTo>
                  <a:pt x="26" y="238"/>
                </a:lnTo>
                <a:lnTo>
                  <a:pt x="26" y="317"/>
                </a:lnTo>
                <a:lnTo>
                  <a:pt x="26" y="401"/>
                </a:lnTo>
                <a:lnTo>
                  <a:pt x="26" y="480"/>
                </a:lnTo>
                <a:lnTo>
                  <a:pt x="26" y="560"/>
                </a:lnTo>
                <a:lnTo>
                  <a:pt x="26" y="639"/>
                </a:lnTo>
                <a:lnTo>
                  <a:pt x="26" y="718"/>
                </a:lnTo>
                <a:lnTo>
                  <a:pt x="26" y="798"/>
                </a:lnTo>
                <a:lnTo>
                  <a:pt x="26" y="877"/>
                </a:lnTo>
                <a:lnTo>
                  <a:pt x="26" y="956"/>
                </a:lnTo>
                <a:lnTo>
                  <a:pt x="26" y="1040"/>
                </a:lnTo>
                <a:lnTo>
                  <a:pt x="26" y="1120"/>
                </a:lnTo>
                <a:lnTo>
                  <a:pt x="26" y="1199"/>
                </a:lnTo>
                <a:lnTo>
                  <a:pt x="26" y="1278"/>
                </a:lnTo>
                <a:lnTo>
                  <a:pt x="26" y="1358"/>
                </a:lnTo>
                <a:lnTo>
                  <a:pt x="26" y="1437"/>
                </a:lnTo>
                <a:lnTo>
                  <a:pt x="26" y="1516"/>
                </a:lnTo>
                <a:lnTo>
                  <a:pt x="26" y="1596"/>
                </a:lnTo>
                <a:lnTo>
                  <a:pt x="26" y="1675"/>
                </a:lnTo>
                <a:lnTo>
                  <a:pt x="26" y="1759"/>
                </a:lnTo>
                <a:lnTo>
                  <a:pt x="26" y="1838"/>
                </a:lnTo>
                <a:lnTo>
                  <a:pt x="26" y="1918"/>
                </a:lnTo>
                <a:lnTo>
                  <a:pt x="26" y="1997"/>
                </a:lnTo>
                <a:lnTo>
                  <a:pt x="26" y="2077"/>
                </a:lnTo>
                <a:lnTo>
                  <a:pt x="26" y="2157"/>
                </a:lnTo>
                <a:lnTo>
                  <a:pt x="26" y="2236"/>
                </a:lnTo>
                <a:lnTo>
                  <a:pt x="26" y="2316"/>
                </a:lnTo>
                <a:lnTo>
                  <a:pt x="26" y="2452"/>
                </a:lnTo>
                <a:lnTo>
                  <a:pt x="26" y="2585"/>
                </a:lnTo>
                <a:lnTo>
                  <a:pt x="26" y="2717"/>
                </a:lnTo>
                <a:lnTo>
                  <a:pt x="26" y="2849"/>
                </a:lnTo>
                <a:lnTo>
                  <a:pt x="26" y="2929"/>
                </a:lnTo>
                <a:lnTo>
                  <a:pt x="110" y="2929"/>
                </a:lnTo>
                <a:lnTo>
                  <a:pt x="251" y="2929"/>
                </a:lnTo>
                <a:lnTo>
                  <a:pt x="251" y="2849"/>
                </a:lnTo>
                <a:lnTo>
                  <a:pt x="326" y="2849"/>
                </a:lnTo>
                <a:lnTo>
                  <a:pt x="410" y="2849"/>
                </a:lnTo>
                <a:lnTo>
                  <a:pt x="524" y="2849"/>
                </a:lnTo>
                <a:lnTo>
                  <a:pt x="661" y="2849"/>
                </a:lnTo>
                <a:lnTo>
                  <a:pt x="661" y="2770"/>
                </a:lnTo>
                <a:lnTo>
                  <a:pt x="745" y="2690"/>
                </a:lnTo>
                <a:lnTo>
                  <a:pt x="829" y="2690"/>
                </a:lnTo>
                <a:lnTo>
                  <a:pt x="912" y="2770"/>
                </a:lnTo>
                <a:lnTo>
                  <a:pt x="1102" y="2770"/>
                </a:lnTo>
                <a:lnTo>
                  <a:pt x="1239" y="2770"/>
                </a:lnTo>
                <a:lnTo>
                  <a:pt x="1380" y="2770"/>
                </a:lnTo>
                <a:lnTo>
                  <a:pt x="1459" y="2823"/>
                </a:lnTo>
                <a:lnTo>
                  <a:pt x="1543" y="2796"/>
                </a:lnTo>
                <a:lnTo>
                  <a:pt x="1622" y="2770"/>
                </a:lnTo>
                <a:lnTo>
                  <a:pt x="1680" y="2849"/>
                </a:lnTo>
                <a:lnTo>
                  <a:pt x="1763" y="2876"/>
                </a:lnTo>
                <a:lnTo>
                  <a:pt x="1847" y="2849"/>
                </a:lnTo>
                <a:lnTo>
                  <a:pt x="1927" y="2876"/>
                </a:lnTo>
                <a:lnTo>
                  <a:pt x="2010" y="2902"/>
                </a:lnTo>
                <a:lnTo>
                  <a:pt x="2094" y="2902"/>
                </a:lnTo>
                <a:lnTo>
                  <a:pt x="2178" y="2876"/>
                </a:lnTo>
                <a:lnTo>
                  <a:pt x="2257" y="2849"/>
                </a:lnTo>
                <a:lnTo>
                  <a:pt x="2341" y="2823"/>
                </a:lnTo>
                <a:lnTo>
                  <a:pt x="2425" y="2770"/>
                </a:lnTo>
                <a:lnTo>
                  <a:pt x="2509" y="2770"/>
                </a:lnTo>
                <a:lnTo>
                  <a:pt x="2588" y="2823"/>
                </a:lnTo>
                <a:lnTo>
                  <a:pt x="2703" y="2876"/>
                </a:lnTo>
                <a:lnTo>
                  <a:pt x="2782" y="2876"/>
                </a:lnTo>
                <a:lnTo>
                  <a:pt x="2866" y="2876"/>
                </a:lnTo>
                <a:lnTo>
                  <a:pt x="2945" y="2902"/>
                </a:lnTo>
                <a:lnTo>
                  <a:pt x="3029" y="2902"/>
                </a:lnTo>
                <a:lnTo>
                  <a:pt x="3197" y="2796"/>
                </a:lnTo>
                <a:lnTo>
                  <a:pt x="3280" y="2770"/>
                </a:lnTo>
                <a:lnTo>
                  <a:pt x="3391" y="2796"/>
                </a:lnTo>
                <a:lnTo>
                  <a:pt x="3474" y="2796"/>
                </a:lnTo>
                <a:lnTo>
                  <a:pt x="3554" y="2823"/>
                </a:lnTo>
                <a:lnTo>
                  <a:pt x="3638" y="2849"/>
                </a:lnTo>
                <a:lnTo>
                  <a:pt x="3748" y="2902"/>
                </a:lnTo>
                <a:lnTo>
                  <a:pt x="3832" y="2929"/>
                </a:lnTo>
                <a:lnTo>
                  <a:pt x="3911" y="2929"/>
                </a:lnTo>
                <a:lnTo>
                  <a:pt x="4052" y="2929"/>
                </a:lnTo>
                <a:lnTo>
                  <a:pt x="4184" y="2929"/>
                </a:lnTo>
                <a:lnTo>
                  <a:pt x="4268" y="2902"/>
                </a:lnTo>
                <a:lnTo>
                  <a:pt x="4352" y="2902"/>
                </a:lnTo>
                <a:lnTo>
                  <a:pt x="4436" y="2876"/>
                </a:lnTo>
                <a:lnTo>
                  <a:pt x="4519" y="2876"/>
                </a:lnTo>
                <a:lnTo>
                  <a:pt x="4603" y="2876"/>
                </a:lnTo>
                <a:lnTo>
                  <a:pt x="4713" y="2849"/>
                </a:lnTo>
                <a:lnTo>
                  <a:pt x="4819" y="2849"/>
                </a:lnTo>
                <a:lnTo>
                  <a:pt x="4903" y="2849"/>
                </a:lnTo>
                <a:lnTo>
                  <a:pt x="4987" y="2849"/>
                </a:lnTo>
                <a:lnTo>
                  <a:pt x="5071" y="2876"/>
                </a:lnTo>
                <a:lnTo>
                  <a:pt x="5154" y="2902"/>
                </a:lnTo>
                <a:lnTo>
                  <a:pt x="5234" y="2929"/>
                </a:lnTo>
                <a:lnTo>
                  <a:pt x="5318" y="2929"/>
                </a:lnTo>
                <a:lnTo>
                  <a:pt x="5401" y="2929"/>
                </a:lnTo>
                <a:lnTo>
                  <a:pt x="5507" y="2929"/>
                </a:lnTo>
                <a:lnTo>
                  <a:pt x="5591" y="2929"/>
                </a:lnTo>
                <a:lnTo>
                  <a:pt x="5675" y="2902"/>
                </a:lnTo>
                <a:lnTo>
                  <a:pt x="5816" y="2876"/>
                </a:lnTo>
                <a:lnTo>
                  <a:pt x="5926" y="2849"/>
                </a:lnTo>
                <a:lnTo>
                  <a:pt x="6010" y="2823"/>
                </a:lnTo>
                <a:lnTo>
                  <a:pt x="6142" y="2770"/>
                </a:lnTo>
                <a:lnTo>
                  <a:pt x="6283" y="2717"/>
                </a:lnTo>
                <a:lnTo>
                  <a:pt x="6363" y="2690"/>
                </a:lnTo>
                <a:lnTo>
                  <a:pt x="6447" y="2690"/>
                </a:lnTo>
                <a:lnTo>
                  <a:pt x="6557" y="2664"/>
                </a:lnTo>
                <a:lnTo>
                  <a:pt x="6671" y="2743"/>
                </a:lnTo>
                <a:lnTo>
                  <a:pt x="6746" y="2796"/>
                </a:lnTo>
                <a:lnTo>
                  <a:pt x="6830" y="2876"/>
                </a:lnTo>
                <a:lnTo>
                  <a:pt x="6945" y="2902"/>
                </a:lnTo>
                <a:lnTo>
                  <a:pt x="7055" y="2902"/>
                </a:lnTo>
                <a:lnTo>
                  <a:pt x="7139" y="2902"/>
                </a:lnTo>
                <a:lnTo>
                  <a:pt x="7249" y="2902"/>
                </a:lnTo>
                <a:lnTo>
                  <a:pt x="7359" y="2929"/>
                </a:lnTo>
                <a:lnTo>
                  <a:pt x="7465" y="2929"/>
                </a:lnTo>
                <a:lnTo>
                  <a:pt x="7549" y="2929"/>
                </a:lnTo>
                <a:lnTo>
                  <a:pt x="7659" y="2955"/>
                </a:lnTo>
                <a:lnTo>
                  <a:pt x="7743" y="2955"/>
                </a:lnTo>
                <a:lnTo>
                  <a:pt x="7827" y="2955"/>
                </a:lnTo>
                <a:lnTo>
                  <a:pt x="7911" y="2929"/>
                </a:lnTo>
                <a:lnTo>
                  <a:pt x="7994" y="2955"/>
                </a:lnTo>
                <a:lnTo>
                  <a:pt x="8069" y="2955"/>
                </a:lnTo>
                <a:lnTo>
                  <a:pt x="8153" y="2929"/>
                </a:lnTo>
                <a:lnTo>
                  <a:pt x="8237" y="2929"/>
                </a:lnTo>
                <a:lnTo>
                  <a:pt x="8321" y="2929"/>
                </a:lnTo>
                <a:lnTo>
                  <a:pt x="8488" y="2929"/>
                </a:lnTo>
                <a:lnTo>
                  <a:pt x="8625" y="2955"/>
                </a:lnTo>
                <a:lnTo>
                  <a:pt x="8704" y="2981"/>
                </a:lnTo>
                <a:lnTo>
                  <a:pt x="8788" y="3008"/>
                </a:lnTo>
                <a:lnTo>
                  <a:pt x="8872" y="3092"/>
                </a:lnTo>
                <a:lnTo>
                  <a:pt x="8982" y="3118"/>
                </a:lnTo>
                <a:lnTo>
                  <a:pt x="9066" y="3198"/>
                </a:lnTo>
                <a:lnTo>
                  <a:pt x="9150" y="3224"/>
                </a:lnTo>
                <a:lnTo>
                  <a:pt x="9233" y="3277"/>
                </a:lnTo>
                <a:lnTo>
                  <a:pt x="9313" y="3330"/>
                </a:lnTo>
                <a:lnTo>
                  <a:pt x="9366" y="3409"/>
                </a:lnTo>
                <a:lnTo>
                  <a:pt x="9423" y="3489"/>
                </a:lnTo>
                <a:lnTo>
                  <a:pt x="9507" y="3515"/>
                </a:lnTo>
                <a:lnTo>
                  <a:pt x="9591" y="3515"/>
                </a:lnTo>
                <a:lnTo>
                  <a:pt x="9670" y="3594"/>
                </a:lnTo>
                <a:lnTo>
                  <a:pt x="9701" y="3674"/>
                </a:lnTo>
                <a:lnTo>
                  <a:pt x="9838" y="3753"/>
                </a:lnTo>
                <a:lnTo>
                  <a:pt x="9917" y="3784"/>
                </a:lnTo>
                <a:lnTo>
                  <a:pt x="10001" y="3810"/>
                </a:lnTo>
                <a:lnTo>
                  <a:pt x="10085" y="3784"/>
                </a:lnTo>
                <a:lnTo>
                  <a:pt x="10168" y="3727"/>
                </a:lnTo>
                <a:lnTo>
                  <a:pt x="10252" y="3700"/>
                </a:lnTo>
                <a:lnTo>
                  <a:pt x="10362" y="3674"/>
                </a:lnTo>
                <a:lnTo>
                  <a:pt x="10473" y="3621"/>
                </a:lnTo>
                <a:lnTo>
                  <a:pt x="10556" y="3594"/>
                </a:lnTo>
                <a:lnTo>
                  <a:pt x="10689" y="3515"/>
                </a:lnTo>
                <a:lnTo>
                  <a:pt x="10772" y="3462"/>
                </a:lnTo>
                <a:lnTo>
                  <a:pt x="10914" y="3383"/>
                </a:lnTo>
                <a:lnTo>
                  <a:pt x="11024" y="3356"/>
                </a:lnTo>
                <a:lnTo>
                  <a:pt x="11108" y="3303"/>
                </a:lnTo>
                <a:lnTo>
                  <a:pt x="11134" y="3383"/>
                </a:lnTo>
                <a:lnTo>
                  <a:pt x="11191" y="3462"/>
                </a:lnTo>
                <a:lnTo>
                  <a:pt x="11350" y="3568"/>
                </a:lnTo>
                <a:lnTo>
                  <a:pt x="11460" y="3594"/>
                </a:lnTo>
                <a:lnTo>
                  <a:pt x="11545" y="3674"/>
                </a:lnTo>
                <a:lnTo>
                  <a:pt x="11576" y="3753"/>
                </a:lnTo>
                <a:lnTo>
                  <a:pt x="11655" y="3784"/>
                </a:lnTo>
                <a:lnTo>
                  <a:pt x="11739" y="3727"/>
                </a:lnTo>
                <a:lnTo>
                  <a:pt x="11845" y="3674"/>
                </a:lnTo>
                <a:lnTo>
                  <a:pt x="11960" y="3621"/>
                </a:lnTo>
                <a:lnTo>
                  <a:pt x="12043" y="3542"/>
                </a:lnTo>
                <a:lnTo>
                  <a:pt x="12123" y="3515"/>
                </a:lnTo>
                <a:lnTo>
                  <a:pt x="12237" y="3568"/>
                </a:lnTo>
                <a:lnTo>
                  <a:pt x="12348" y="3621"/>
                </a:lnTo>
                <a:lnTo>
                  <a:pt x="12458" y="3647"/>
                </a:lnTo>
                <a:lnTo>
                  <a:pt x="12537" y="3674"/>
                </a:lnTo>
                <a:lnTo>
                  <a:pt x="12648" y="3727"/>
                </a:lnTo>
                <a:lnTo>
                  <a:pt x="12731" y="3727"/>
                </a:lnTo>
                <a:lnTo>
                  <a:pt x="12815" y="3727"/>
                </a:lnTo>
                <a:lnTo>
                  <a:pt x="12842" y="3810"/>
                </a:lnTo>
                <a:lnTo>
                  <a:pt x="12978" y="3784"/>
                </a:lnTo>
                <a:lnTo>
                  <a:pt x="13062" y="3753"/>
                </a:lnTo>
                <a:lnTo>
                  <a:pt x="13141" y="3784"/>
                </a:lnTo>
                <a:lnTo>
                  <a:pt x="13225" y="3863"/>
                </a:lnTo>
                <a:lnTo>
                  <a:pt x="13336" y="3837"/>
                </a:lnTo>
                <a:lnTo>
                  <a:pt x="13446" y="3837"/>
                </a:lnTo>
                <a:lnTo>
                  <a:pt x="13613" y="3810"/>
                </a:lnTo>
                <a:lnTo>
                  <a:pt x="13754" y="3810"/>
                </a:lnTo>
                <a:lnTo>
                  <a:pt x="13776" y="3890"/>
                </a:lnTo>
                <a:lnTo>
                  <a:pt x="13887" y="3916"/>
                </a:lnTo>
                <a:lnTo>
                  <a:pt x="13971" y="3890"/>
                </a:lnTo>
                <a:lnTo>
                  <a:pt x="14054" y="3863"/>
                </a:lnTo>
                <a:lnTo>
                  <a:pt x="14138" y="3863"/>
                </a:lnTo>
                <a:lnTo>
                  <a:pt x="14222" y="3916"/>
                </a:lnTo>
                <a:lnTo>
                  <a:pt x="14301" y="3969"/>
                </a:lnTo>
                <a:lnTo>
                  <a:pt x="14385" y="3996"/>
                </a:lnTo>
                <a:lnTo>
                  <a:pt x="14548" y="4022"/>
                </a:lnTo>
                <a:lnTo>
                  <a:pt x="14658" y="4022"/>
                </a:lnTo>
                <a:lnTo>
                  <a:pt x="14769" y="4022"/>
                </a:lnTo>
                <a:lnTo>
                  <a:pt x="14852" y="4022"/>
                </a:lnTo>
                <a:lnTo>
                  <a:pt x="14936" y="3996"/>
                </a:lnTo>
                <a:lnTo>
                  <a:pt x="15042" y="3969"/>
                </a:lnTo>
                <a:lnTo>
                  <a:pt x="15126" y="3916"/>
                </a:lnTo>
                <a:lnTo>
                  <a:pt x="15210" y="3863"/>
                </a:lnTo>
                <a:lnTo>
                  <a:pt x="15320" y="3837"/>
                </a:lnTo>
                <a:lnTo>
                  <a:pt x="15404" y="3784"/>
                </a:lnTo>
                <a:lnTo>
                  <a:pt x="15514" y="3727"/>
                </a:lnTo>
                <a:lnTo>
                  <a:pt x="15598" y="3727"/>
                </a:lnTo>
                <a:lnTo>
                  <a:pt x="15761" y="3727"/>
                </a:lnTo>
                <a:lnTo>
                  <a:pt x="15871" y="3700"/>
                </a:lnTo>
                <a:lnTo>
                  <a:pt x="15955" y="3784"/>
                </a:lnTo>
                <a:lnTo>
                  <a:pt x="16039" y="3753"/>
                </a:lnTo>
                <a:lnTo>
                  <a:pt x="16122" y="3700"/>
                </a:lnTo>
                <a:lnTo>
                  <a:pt x="16206" y="3674"/>
                </a:lnTo>
                <a:lnTo>
                  <a:pt x="16339" y="3594"/>
                </a:lnTo>
                <a:lnTo>
                  <a:pt x="16422" y="3542"/>
                </a:lnTo>
                <a:lnTo>
                  <a:pt x="16506" y="3515"/>
                </a:lnTo>
                <a:lnTo>
                  <a:pt x="16590" y="3515"/>
                </a:lnTo>
                <a:lnTo>
                  <a:pt x="16753" y="3542"/>
                </a:lnTo>
                <a:lnTo>
                  <a:pt x="16837" y="3621"/>
                </a:lnTo>
                <a:lnTo>
                  <a:pt x="16921" y="3621"/>
                </a:lnTo>
                <a:lnTo>
                  <a:pt x="17000" y="3647"/>
                </a:lnTo>
                <a:lnTo>
                  <a:pt x="17084" y="3621"/>
                </a:lnTo>
                <a:lnTo>
                  <a:pt x="17168" y="3621"/>
                </a:lnTo>
                <a:lnTo>
                  <a:pt x="17278" y="3621"/>
                </a:lnTo>
                <a:lnTo>
                  <a:pt x="17388" y="3647"/>
                </a:lnTo>
                <a:lnTo>
                  <a:pt x="17529" y="3674"/>
                </a:lnTo>
                <a:lnTo>
                  <a:pt x="17635" y="3727"/>
                </a:lnTo>
                <a:lnTo>
                  <a:pt x="17745" y="3727"/>
                </a:lnTo>
                <a:lnTo>
                  <a:pt x="17829" y="3727"/>
                </a:lnTo>
                <a:lnTo>
                  <a:pt x="17913" y="3727"/>
                </a:lnTo>
                <a:lnTo>
                  <a:pt x="17997" y="3727"/>
                </a:lnTo>
                <a:lnTo>
                  <a:pt x="18076" y="3674"/>
                </a:lnTo>
                <a:lnTo>
                  <a:pt x="18160" y="3647"/>
                </a:lnTo>
                <a:lnTo>
                  <a:pt x="18266" y="3621"/>
                </a:lnTo>
                <a:lnTo>
                  <a:pt x="18407" y="3515"/>
                </a:lnTo>
                <a:lnTo>
                  <a:pt x="18711" y="3409"/>
                </a:lnTo>
                <a:lnTo>
                  <a:pt x="18852" y="3356"/>
                </a:lnTo>
                <a:lnTo>
                  <a:pt x="18927" y="3330"/>
                </a:lnTo>
                <a:lnTo>
                  <a:pt x="18958" y="3409"/>
                </a:lnTo>
                <a:lnTo>
                  <a:pt x="19068" y="3462"/>
                </a:lnTo>
                <a:lnTo>
                  <a:pt x="19152" y="3462"/>
                </a:lnTo>
                <a:lnTo>
                  <a:pt x="19262" y="3462"/>
                </a:lnTo>
                <a:lnTo>
                  <a:pt x="19372" y="3436"/>
                </a:lnTo>
                <a:lnTo>
                  <a:pt x="19456" y="3462"/>
                </a:lnTo>
                <a:lnTo>
                  <a:pt x="19514" y="3542"/>
                </a:lnTo>
                <a:lnTo>
                  <a:pt x="19588" y="3621"/>
                </a:lnTo>
                <a:lnTo>
                  <a:pt x="19672" y="3674"/>
                </a:lnTo>
                <a:lnTo>
                  <a:pt x="19787" y="3727"/>
                </a:lnTo>
                <a:lnTo>
                  <a:pt x="19866" y="3753"/>
                </a:lnTo>
                <a:lnTo>
                  <a:pt x="19950" y="3753"/>
                </a:lnTo>
                <a:lnTo>
                  <a:pt x="20060" y="3753"/>
                </a:lnTo>
                <a:lnTo>
                  <a:pt x="20171" y="3727"/>
                </a:lnTo>
                <a:lnTo>
                  <a:pt x="20254" y="3727"/>
                </a:lnTo>
                <a:lnTo>
                  <a:pt x="20391" y="3727"/>
                </a:lnTo>
                <a:lnTo>
                  <a:pt x="20475" y="3727"/>
                </a:lnTo>
                <a:lnTo>
                  <a:pt x="20559" y="3727"/>
                </a:lnTo>
                <a:lnTo>
                  <a:pt x="20695" y="3700"/>
                </a:lnTo>
                <a:lnTo>
                  <a:pt x="20801" y="3700"/>
                </a:lnTo>
                <a:lnTo>
                  <a:pt x="20885" y="3700"/>
                </a:lnTo>
                <a:lnTo>
                  <a:pt x="21053" y="3727"/>
                </a:lnTo>
                <a:lnTo>
                  <a:pt x="21163" y="3727"/>
                </a:lnTo>
                <a:lnTo>
                  <a:pt x="21247" y="3727"/>
                </a:lnTo>
                <a:lnTo>
                  <a:pt x="21330" y="3727"/>
                </a:lnTo>
                <a:lnTo>
                  <a:pt x="21414" y="3753"/>
                </a:lnTo>
                <a:lnTo>
                  <a:pt x="21493" y="3784"/>
                </a:lnTo>
                <a:lnTo>
                  <a:pt x="21577" y="3810"/>
                </a:lnTo>
                <a:lnTo>
                  <a:pt x="21688" y="3810"/>
                </a:lnTo>
                <a:lnTo>
                  <a:pt x="21824" y="3837"/>
                </a:lnTo>
                <a:lnTo>
                  <a:pt x="21934" y="3837"/>
                </a:lnTo>
                <a:lnTo>
                  <a:pt x="22124" y="3863"/>
                </a:lnTo>
                <a:lnTo>
                  <a:pt x="22208" y="3890"/>
                </a:lnTo>
                <a:lnTo>
                  <a:pt x="22318" y="3943"/>
                </a:lnTo>
                <a:lnTo>
                  <a:pt x="22402" y="3943"/>
                </a:lnTo>
                <a:lnTo>
                  <a:pt x="22486" y="3996"/>
                </a:lnTo>
                <a:lnTo>
                  <a:pt x="22569" y="4022"/>
                </a:lnTo>
                <a:lnTo>
                  <a:pt x="22653" y="4049"/>
                </a:lnTo>
                <a:lnTo>
                  <a:pt x="22733" y="4075"/>
                </a:lnTo>
                <a:lnTo>
                  <a:pt x="22816" y="4102"/>
                </a:lnTo>
                <a:lnTo>
                  <a:pt x="22900" y="4102"/>
                </a:lnTo>
                <a:lnTo>
                  <a:pt x="22980" y="3996"/>
                </a:lnTo>
                <a:lnTo>
                  <a:pt x="23010" y="3916"/>
                </a:lnTo>
                <a:lnTo>
                  <a:pt x="23010" y="3837"/>
                </a:lnTo>
                <a:lnTo>
                  <a:pt x="23010" y="3753"/>
                </a:lnTo>
                <a:lnTo>
                  <a:pt x="23037" y="3674"/>
                </a:lnTo>
                <a:lnTo>
                  <a:pt x="23037" y="3594"/>
                </a:lnTo>
                <a:lnTo>
                  <a:pt x="22980" y="3515"/>
                </a:lnTo>
                <a:lnTo>
                  <a:pt x="22980" y="3436"/>
                </a:lnTo>
                <a:lnTo>
                  <a:pt x="22953" y="3356"/>
                </a:lnTo>
                <a:lnTo>
                  <a:pt x="22927" y="3250"/>
                </a:lnTo>
                <a:lnTo>
                  <a:pt x="22927" y="3171"/>
                </a:lnTo>
                <a:lnTo>
                  <a:pt x="22927" y="3061"/>
                </a:lnTo>
                <a:lnTo>
                  <a:pt x="22927" y="2981"/>
                </a:lnTo>
                <a:lnTo>
                  <a:pt x="22953" y="2902"/>
                </a:lnTo>
                <a:lnTo>
                  <a:pt x="22980" y="2823"/>
                </a:lnTo>
                <a:lnTo>
                  <a:pt x="22980" y="2743"/>
                </a:lnTo>
                <a:lnTo>
                  <a:pt x="23010" y="2638"/>
                </a:lnTo>
                <a:lnTo>
                  <a:pt x="23010" y="2558"/>
                </a:lnTo>
                <a:lnTo>
                  <a:pt x="23010" y="2479"/>
                </a:lnTo>
                <a:lnTo>
                  <a:pt x="22980" y="2399"/>
                </a:lnTo>
                <a:lnTo>
                  <a:pt x="22980" y="2263"/>
                </a:lnTo>
                <a:lnTo>
                  <a:pt x="22980" y="2183"/>
                </a:lnTo>
                <a:lnTo>
                  <a:pt x="22980" y="2104"/>
                </a:lnTo>
                <a:lnTo>
                  <a:pt x="22980" y="2024"/>
                </a:lnTo>
                <a:lnTo>
                  <a:pt x="22980" y="1944"/>
                </a:lnTo>
                <a:lnTo>
                  <a:pt x="22980" y="1865"/>
                </a:lnTo>
                <a:lnTo>
                  <a:pt x="22953" y="1785"/>
                </a:lnTo>
                <a:lnTo>
                  <a:pt x="22927" y="1702"/>
                </a:lnTo>
                <a:lnTo>
                  <a:pt x="22927" y="1622"/>
                </a:lnTo>
                <a:lnTo>
                  <a:pt x="22927" y="1543"/>
                </a:lnTo>
                <a:lnTo>
                  <a:pt x="22900" y="1437"/>
                </a:lnTo>
                <a:lnTo>
                  <a:pt x="22900" y="1331"/>
                </a:lnTo>
                <a:lnTo>
                  <a:pt x="22900" y="1252"/>
                </a:lnTo>
                <a:lnTo>
                  <a:pt x="22843" y="1172"/>
                </a:lnTo>
                <a:lnTo>
                  <a:pt x="22759" y="1120"/>
                </a:lnTo>
                <a:lnTo>
                  <a:pt x="22680" y="1120"/>
                </a:lnTo>
                <a:lnTo>
                  <a:pt x="22596" y="1120"/>
                </a:lnTo>
                <a:lnTo>
                  <a:pt x="22512" y="1120"/>
                </a:lnTo>
                <a:lnTo>
                  <a:pt x="22349" y="1172"/>
                </a:lnTo>
                <a:lnTo>
                  <a:pt x="22265" y="1225"/>
                </a:lnTo>
                <a:lnTo>
                  <a:pt x="22155" y="1278"/>
                </a:lnTo>
                <a:lnTo>
                  <a:pt x="22098" y="1358"/>
                </a:lnTo>
                <a:lnTo>
                  <a:pt x="21992" y="1437"/>
                </a:lnTo>
                <a:lnTo>
                  <a:pt x="21934" y="1516"/>
                </a:lnTo>
                <a:lnTo>
                  <a:pt x="21934" y="1596"/>
                </a:lnTo>
                <a:lnTo>
                  <a:pt x="21882" y="1675"/>
                </a:lnTo>
                <a:lnTo>
                  <a:pt x="21771" y="1785"/>
                </a:lnTo>
                <a:lnTo>
                  <a:pt x="21688" y="1812"/>
                </a:lnTo>
                <a:lnTo>
                  <a:pt x="21604" y="1838"/>
                </a:lnTo>
                <a:lnTo>
                  <a:pt x="21520" y="1865"/>
                </a:lnTo>
                <a:lnTo>
                  <a:pt x="21436" y="1891"/>
                </a:lnTo>
                <a:lnTo>
                  <a:pt x="21357" y="1891"/>
                </a:lnTo>
                <a:lnTo>
                  <a:pt x="21273" y="1918"/>
                </a:lnTo>
                <a:lnTo>
                  <a:pt x="21189" y="1865"/>
                </a:lnTo>
                <a:lnTo>
                  <a:pt x="21110" y="1812"/>
                </a:lnTo>
                <a:lnTo>
                  <a:pt x="21026" y="1759"/>
                </a:lnTo>
                <a:lnTo>
                  <a:pt x="20942" y="1649"/>
                </a:lnTo>
                <a:lnTo>
                  <a:pt x="20858" y="1596"/>
                </a:lnTo>
                <a:lnTo>
                  <a:pt x="20832" y="1516"/>
                </a:lnTo>
                <a:lnTo>
                  <a:pt x="20801" y="1437"/>
                </a:lnTo>
                <a:lnTo>
                  <a:pt x="20726" y="1384"/>
                </a:lnTo>
                <a:lnTo>
                  <a:pt x="20695" y="1305"/>
                </a:lnTo>
                <a:lnTo>
                  <a:pt x="20612" y="1278"/>
                </a:lnTo>
                <a:lnTo>
                  <a:pt x="20528" y="1225"/>
                </a:lnTo>
                <a:lnTo>
                  <a:pt x="20448" y="1225"/>
                </a:lnTo>
                <a:lnTo>
                  <a:pt x="20365" y="1199"/>
                </a:lnTo>
                <a:lnTo>
                  <a:pt x="20281" y="1172"/>
                </a:lnTo>
                <a:lnTo>
                  <a:pt x="20171" y="1093"/>
                </a:lnTo>
                <a:lnTo>
                  <a:pt x="20091" y="1172"/>
                </a:lnTo>
                <a:lnTo>
                  <a:pt x="20007" y="1199"/>
                </a:lnTo>
                <a:lnTo>
                  <a:pt x="19840" y="1278"/>
                </a:lnTo>
                <a:lnTo>
                  <a:pt x="19730" y="1305"/>
                </a:lnTo>
                <a:lnTo>
                  <a:pt x="19619" y="1358"/>
                </a:lnTo>
                <a:lnTo>
                  <a:pt x="19514" y="1411"/>
                </a:lnTo>
                <a:lnTo>
                  <a:pt x="19430" y="1411"/>
                </a:lnTo>
                <a:lnTo>
                  <a:pt x="19346" y="1437"/>
                </a:lnTo>
                <a:lnTo>
                  <a:pt x="19262" y="1490"/>
                </a:lnTo>
                <a:lnTo>
                  <a:pt x="19178" y="1490"/>
                </a:lnTo>
                <a:lnTo>
                  <a:pt x="19068" y="1516"/>
                </a:lnTo>
                <a:lnTo>
                  <a:pt x="18958" y="1596"/>
                </a:lnTo>
                <a:lnTo>
                  <a:pt x="18852" y="1649"/>
                </a:lnTo>
                <a:lnTo>
                  <a:pt x="18768" y="1622"/>
                </a:lnTo>
                <a:lnTo>
                  <a:pt x="18658" y="1649"/>
                </a:lnTo>
                <a:lnTo>
                  <a:pt x="18574" y="1622"/>
                </a:lnTo>
                <a:lnTo>
                  <a:pt x="18490" y="1622"/>
                </a:lnTo>
                <a:lnTo>
                  <a:pt x="18407" y="1569"/>
                </a:lnTo>
                <a:lnTo>
                  <a:pt x="18296" y="1569"/>
                </a:lnTo>
                <a:lnTo>
                  <a:pt x="18191" y="1622"/>
                </a:lnTo>
                <a:lnTo>
                  <a:pt x="18107" y="1649"/>
                </a:lnTo>
                <a:lnTo>
                  <a:pt x="17997" y="1702"/>
                </a:lnTo>
                <a:lnTo>
                  <a:pt x="17882" y="1759"/>
                </a:lnTo>
                <a:lnTo>
                  <a:pt x="17745" y="1812"/>
                </a:lnTo>
                <a:lnTo>
                  <a:pt x="17661" y="1838"/>
                </a:lnTo>
                <a:lnTo>
                  <a:pt x="17582" y="1838"/>
                </a:lnTo>
                <a:lnTo>
                  <a:pt x="17472" y="1812"/>
                </a:lnTo>
                <a:lnTo>
                  <a:pt x="17362" y="1812"/>
                </a:lnTo>
                <a:lnTo>
                  <a:pt x="17278" y="1812"/>
                </a:lnTo>
                <a:lnTo>
                  <a:pt x="17194" y="1785"/>
                </a:lnTo>
                <a:lnTo>
                  <a:pt x="17084" y="1785"/>
                </a:lnTo>
                <a:lnTo>
                  <a:pt x="17000" y="1785"/>
                </a:lnTo>
                <a:lnTo>
                  <a:pt x="16921" y="1733"/>
                </a:lnTo>
                <a:lnTo>
                  <a:pt x="16837" y="1733"/>
                </a:lnTo>
                <a:lnTo>
                  <a:pt x="16753" y="1733"/>
                </a:lnTo>
                <a:lnTo>
                  <a:pt x="16674" y="1702"/>
                </a:lnTo>
                <a:lnTo>
                  <a:pt x="16559" y="1702"/>
                </a:lnTo>
                <a:lnTo>
                  <a:pt x="16480" y="1702"/>
                </a:lnTo>
                <a:lnTo>
                  <a:pt x="16396" y="1733"/>
                </a:lnTo>
                <a:lnTo>
                  <a:pt x="16316" y="1759"/>
                </a:lnTo>
                <a:lnTo>
                  <a:pt x="16206" y="1759"/>
                </a:lnTo>
                <a:lnTo>
                  <a:pt x="16122" y="1785"/>
                </a:lnTo>
                <a:lnTo>
                  <a:pt x="16012" y="1812"/>
                </a:lnTo>
                <a:lnTo>
                  <a:pt x="15898" y="1812"/>
                </a:lnTo>
                <a:lnTo>
                  <a:pt x="15787" y="1838"/>
                </a:lnTo>
                <a:lnTo>
                  <a:pt x="15655" y="1838"/>
                </a:lnTo>
                <a:lnTo>
                  <a:pt x="15545" y="1838"/>
                </a:lnTo>
                <a:lnTo>
                  <a:pt x="15377" y="1865"/>
                </a:lnTo>
                <a:lnTo>
                  <a:pt x="15293" y="1865"/>
                </a:lnTo>
                <a:lnTo>
                  <a:pt x="15210" y="1838"/>
                </a:lnTo>
                <a:lnTo>
                  <a:pt x="15126" y="1838"/>
                </a:lnTo>
                <a:lnTo>
                  <a:pt x="15020" y="1865"/>
                </a:lnTo>
                <a:lnTo>
                  <a:pt x="14910" y="1865"/>
                </a:lnTo>
                <a:lnTo>
                  <a:pt x="14800" y="1891"/>
                </a:lnTo>
                <a:lnTo>
                  <a:pt x="14658" y="1891"/>
                </a:lnTo>
                <a:lnTo>
                  <a:pt x="14548" y="1918"/>
                </a:lnTo>
                <a:lnTo>
                  <a:pt x="14464" y="1918"/>
                </a:lnTo>
                <a:lnTo>
                  <a:pt x="14385" y="1918"/>
                </a:lnTo>
                <a:lnTo>
                  <a:pt x="14248" y="1891"/>
                </a:lnTo>
                <a:lnTo>
                  <a:pt x="14107" y="1838"/>
                </a:lnTo>
                <a:lnTo>
                  <a:pt x="14028" y="1785"/>
                </a:lnTo>
                <a:lnTo>
                  <a:pt x="13944" y="1759"/>
                </a:lnTo>
                <a:lnTo>
                  <a:pt x="13829" y="1785"/>
                </a:lnTo>
                <a:lnTo>
                  <a:pt x="13754" y="1785"/>
                </a:lnTo>
                <a:lnTo>
                  <a:pt x="13671" y="1785"/>
                </a:lnTo>
                <a:lnTo>
                  <a:pt x="13560" y="1812"/>
                </a:lnTo>
                <a:lnTo>
                  <a:pt x="13477" y="1812"/>
                </a:lnTo>
                <a:lnTo>
                  <a:pt x="13393" y="1812"/>
                </a:lnTo>
                <a:lnTo>
                  <a:pt x="13252" y="1759"/>
                </a:lnTo>
                <a:lnTo>
                  <a:pt x="13168" y="1702"/>
                </a:lnTo>
                <a:lnTo>
                  <a:pt x="13062" y="1622"/>
                </a:lnTo>
                <a:lnTo>
                  <a:pt x="12952" y="1569"/>
                </a:lnTo>
                <a:lnTo>
                  <a:pt x="12842" y="1516"/>
                </a:lnTo>
                <a:lnTo>
                  <a:pt x="12674" y="1411"/>
                </a:lnTo>
                <a:lnTo>
                  <a:pt x="12590" y="1384"/>
                </a:lnTo>
                <a:lnTo>
                  <a:pt x="12506" y="1305"/>
                </a:lnTo>
                <a:lnTo>
                  <a:pt x="12458" y="1225"/>
                </a:lnTo>
                <a:lnTo>
                  <a:pt x="12374" y="1120"/>
                </a:lnTo>
                <a:lnTo>
                  <a:pt x="12264" y="1067"/>
                </a:lnTo>
                <a:lnTo>
                  <a:pt x="12180" y="1009"/>
                </a:lnTo>
                <a:lnTo>
                  <a:pt x="12070" y="1009"/>
                </a:lnTo>
                <a:lnTo>
                  <a:pt x="11960" y="1009"/>
                </a:lnTo>
                <a:lnTo>
                  <a:pt x="11876" y="1009"/>
                </a:lnTo>
                <a:lnTo>
                  <a:pt x="11797" y="1067"/>
                </a:lnTo>
                <a:lnTo>
                  <a:pt x="11713" y="1120"/>
                </a:lnTo>
                <a:lnTo>
                  <a:pt x="11629" y="1172"/>
                </a:lnTo>
                <a:lnTo>
                  <a:pt x="11576" y="1252"/>
                </a:lnTo>
                <a:lnTo>
                  <a:pt x="11491" y="1305"/>
                </a:lnTo>
                <a:lnTo>
                  <a:pt x="11407" y="1278"/>
                </a:lnTo>
                <a:lnTo>
                  <a:pt x="11324" y="1172"/>
                </a:lnTo>
                <a:lnTo>
                  <a:pt x="11240" y="1120"/>
                </a:lnTo>
                <a:lnTo>
                  <a:pt x="11134" y="1009"/>
                </a:lnTo>
                <a:lnTo>
                  <a:pt x="11050" y="956"/>
                </a:lnTo>
                <a:lnTo>
                  <a:pt x="10966" y="930"/>
                </a:lnTo>
                <a:lnTo>
                  <a:pt x="10883" y="903"/>
                </a:lnTo>
                <a:lnTo>
                  <a:pt x="10799" y="983"/>
                </a:lnTo>
                <a:lnTo>
                  <a:pt x="10720" y="1067"/>
                </a:lnTo>
                <a:lnTo>
                  <a:pt x="10636" y="1093"/>
                </a:lnTo>
                <a:lnTo>
                  <a:pt x="10530" y="1172"/>
                </a:lnTo>
                <a:lnTo>
                  <a:pt x="10415" y="1225"/>
                </a:lnTo>
                <a:lnTo>
                  <a:pt x="10252" y="1225"/>
                </a:lnTo>
                <a:lnTo>
                  <a:pt x="10137" y="1278"/>
                </a:lnTo>
                <a:lnTo>
                  <a:pt x="10058" y="1305"/>
                </a:lnTo>
                <a:lnTo>
                  <a:pt x="9974" y="1331"/>
                </a:lnTo>
                <a:lnTo>
                  <a:pt x="9868" y="1358"/>
                </a:lnTo>
                <a:lnTo>
                  <a:pt x="9785" y="1384"/>
                </a:lnTo>
                <a:lnTo>
                  <a:pt x="9701" y="1411"/>
                </a:lnTo>
                <a:lnTo>
                  <a:pt x="9591" y="1437"/>
                </a:lnTo>
                <a:lnTo>
                  <a:pt x="9507" y="1464"/>
                </a:lnTo>
                <a:lnTo>
                  <a:pt x="9423" y="1490"/>
                </a:lnTo>
                <a:lnTo>
                  <a:pt x="9339" y="1490"/>
                </a:lnTo>
                <a:lnTo>
                  <a:pt x="9260" y="1516"/>
                </a:lnTo>
                <a:lnTo>
                  <a:pt x="9150" y="1516"/>
                </a:lnTo>
                <a:lnTo>
                  <a:pt x="9039" y="1543"/>
                </a:lnTo>
                <a:lnTo>
                  <a:pt x="8898" y="1516"/>
                </a:lnTo>
                <a:lnTo>
                  <a:pt x="8815" y="1543"/>
                </a:lnTo>
                <a:lnTo>
                  <a:pt x="8704" y="1543"/>
                </a:lnTo>
                <a:lnTo>
                  <a:pt x="8625" y="1543"/>
                </a:lnTo>
                <a:lnTo>
                  <a:pt x="8515" y="1596"/>
                </a:lnTo>
                <a:lnTo>
                  <a:pt x="8378" y="1622"/>
                </a:lnTo>
                <a:lnTo>
                  <a:pt x="8268" y="1622"/>
                </a:lnTo>
                <a:lnTo>
                  <a:pt x="8153" y="1649"/>
                </a:lnTo>
                <a:lnTo>
                  <a:pt x="8043" y="1649"/>
                </a:lnTo>
                <a:lnTo>
                  <a:pt x="7937" y="1649"/>
                </a:lnTo>
                <a:lnTo>
                  <a:pt x="7853" y="1649"/>
                </a:lnTo>
                <a:lnTo>
                  <a:pt x="7769" y="1649"/>
                </a:lnTo>
                <a:lnTo>
                  <a:pt x="7659" y="1702"/>
                </a:lnTo>
                <a:lnTo>
                  <a:pt x="7575" y="1702"/>
                </a:lnTo>
                <a:lnTo>
                  <a:pt x="7492" y="1733"/>
                </a:lnTo>
                <a:lnTo>
                  <a:pt x="7359" y="1759"/>
                </a:lnTo>
                <a:lnTo>
                  <a:pt x="7276" y="1759"/>
                </a:lnTo>
                <a:lnTo>
                  <a:pt x="7165" y="1759"/>
                </a:lnTo>
                <a:lnTo>
                  <a:pt x="7055" y="1759"/>
                </a:lnTo>
                <a:lnTo>
                  <a:pt x="6971" y="1759"/>
                </a:lnTo>
                <a:lnTo>
                  <a:pt x="6887" y="1785"/>
                </a:lnTo>
                <a:lnTo>
                  <a:pt x="6804" y="1785"/>
                </a:lnTo>
                <a:lnTo>
                  <a:pt x="6720" y="1785"/>
                </a:lnTo>
                <a:lnTo>
                  <a:pt x="6614" y="1812"/>
                </a:lnTo>
                <a:lnTo>
                  <a:pt x="6504" y="1812"/>
                </a:lnTo>
                <a:lnTo>
                  <a:pt x="6420" y="1812"/>
                </a:lnTo>
                <a:lnTo>
                  <a:pt x="6336" y="1812"/>
                </a:lnTo>
                <a:lnTo>
                  <a:pt x="6226" y="1812"/>
                </a:lnTo>
                <a:lnTo>
                  <a:pt x="6142" y="1759"/>
                </a:lnTo>
                <a:lnTo>
                  <a:pt x="6063" y="1759"/>
                </a:lnTo>
                <a:lnTo>
                  <a:pt x="5979" y="1733"/>
                </a:lnTo>
                <a:lnTo>
                  <a:pt x="5842" y="1733"/>
                </a:lnTo>
                <a:lnTo>
                  <a:pt x="5732" y="1733"/>
                </a:lnTo>
                <a:lnTo>
                  <a:pt x="5622" y="1733"/>
                </a:lnTo>
                <a:lnTo>
                  <a:pt x="5538" y="1733"/>
                </a:lnTo>
                <a:lnTo>
                  <a:pt x="5432" y="1759"/>
                </a:lnTo>
                <a:lnTo>
                  <a:pt x="5318" y="1785"/>
                </a:lnTo>
                <a:lnTo>
                  <a:pt x="5234" y="1812"/>
                </a:lnTo>
                <a:lnTo>
                  <a:pt x="5124" y="1812"/>
                </a:lnTo>
                <a:lnTo>
                  <a:pt x="4960" y="1838"/>
                </a:lnTo>
                <a:lnTo>
                  <a:pt x="4877" y="1838"/>
                </a:lnTo>
                <a:lnTo>
                  <a:pt x="4797" y="1838"/>
                </a:lnTo>
                <a:lnTo>
                  <a:pt x="4713" y="1838"/>
                </a:lnTo>
                <a:lnTo>
                  <a:pt x="4630" y="1838"/>
                </a:lnTo>
                <a:lnTo>
                  <a:pt x="4462" y="1838"/>
                </a:lnTo>
                <a:lnTo>
                  <a:pt x="4352" y="1838"/>
                </a:lnTo>
                <a:lnTo>
                  <a:pt x="4242" y="1838"/>
                </a:lnTo>
                <a:lnTo>
                  <a:pt x="4158" y="1838"/>
                </a:lnTo>
                <a:lnTo>
                  <a:pt x="4078" y="1838"/>
                </a:lnTo>
                <a:lnTo>
                  <a:pt x="3995" y="1838"/>
                </a:lnTo>
                <a:lnTo>
                  <a:pt x="3911" y="1838"/>
                </a:lnTo>
                <a:lnTo>
                  <a:pt x="3801" y="1812"/>
                </a:lnTo>
                <a:lnTo>
                  <a:pt x="3690" y="1759"/>
                </a:lnTo>
                <a:lnTo>
                  <a:pt x="3607" y="1702"/>
                </a:lnTo>
                <a:lnTo>
                  <a:pt x="3523" y="1702"/>
                </a:lnTo>
                <a:lnTo>
                  <a:pt x="3417" y="1702"/>
                </a:lnTo>
                <a:lnTo>
                  <a:pt x="3307" y="1702"/>
                </a:lnTo>
                <a:lnTo>
                  <a:pt x="3170" y="1675"/>
                </a:lnTo>
                <a:lnTo>
                  <a:pt x="3086" y="1675"/>
                </a:lnTo>
                <a:lnTo>
                  <a:pt x="3003" y="1649"/>
                </a:lnTo>
                <a:lnTo>
                  <a:pt x="2892" y="1622"/>
                </a:lnTo>
                <a:lnTo>
                  <a:pt x="2813" y="1622"/>
                </a:lnTo>
                <a:lnTo>
                  <a:pt x="2729" y="1596"/>
                </a:lnTo>
                <a:lnTo>
                  <a:pt x="2645" y="1543"/>
                </a:lnTo>
                <a:lnTo>
                  <a:pt x="2535" y="1516"/>
                </a:lnTo>
                <a:lnTo>
                  <a:pt x="2451" y="1490"/>
                </a:lnTo>
                <a:lnTo>
                  <a:pt x="2310" y="1490"/>
                </a:lnTo>
                <a:lnTo>
                  <a:pt x="2204" y="1411"/>
                </a:lnTo>
                <a:lnTo>
                  <a:pt x="2094" y="1384"/>
                </a:lnTo>
                <a:lnTo>
                  <a:pt x="2010" y="1331"/>
                </a:lnTo>
                <a:lnTo>
                  <a:pt x="1927" y="1278"/>
                </a:lnTo>
                <a:lnTo>
                  <a:pt x="1816" y="1225"/>
                </a:lnTo>
                <a:lnTo>
                  <a:pt x="1649" y="1172"/>
                </a:lnTo>
                <a:lnTo>
                  <a:pt x="1543" y="1120"/>
                </a:lnTo>
                <a:lnTo>
                  <a:pt x="1459" y="1067"/>
                </a:lnTo>
                <a:lnTo>
                  <a:pt x="1380" y="1009"/>
                </a:lnTo>
                <a:lnTo>
                  <a:pt x="1212" y="903"/>
                </a:lnTo>
                <a:lnTo>
                  <a:pt x="1128" y="877"/>
                </a:lnTo>
                <a:lnTo>
                  <a:pt x="1045" y="824"/>
                </a:lnTo>
                <a:lnTo>
                  <a:pt x="987" y="745"/>
                </a:lnTo>
                <a:lnTo>
                  <a:pt x="881" y="665"/>
                </a:lnTo>
                <a:lnTo>
                  <a:pt x="798" y="612"/>
                </a:lnTo>
                <a:lnTo>
                  <a:pt x="771" y="533"/>
                </a:lnTo>
                <a:lnTo>
                  <a:pt x="718" y="454"/>
                </a:lnTo>
                <a:lnTo>
                  <a:pt x="661" y="374"/>
                </a:lnTo>
                <a:lnTo>
                  <a:pt x="577" y="317"/>
                </a:lnTo>
                <a:lnTo>
                  <a:pt x="493" y="264"/>
                </a:lnTo>
                <a:lnTo>
                  <a:pt x="410" y="238"/>
                </a:lnTo>
                <a:lnTo>
                  <a:pt x="326" y="211"/>
                </a:lnTo>
                <a:lnTo>
                  <a:pt x="251" y="211"/>
                </a:lnTo>
                <a:lnTo>
                  <a:pt x="167" y="158"/>
                </a:lnTo>
                <a:lnTo>
                  <a:pt x="83" y="105"/>
                </a:lnTo>
                <a:lnTo>
                  <a:pt x="0" y="52"/>
                </a:lnTo>
                <a:lnTo>
                  <a:pt x="26" y="0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 txBox="1"/>
          <p:nvPr/>
        </p:nvSpPr>
        <p:spPr>
          <a:xfrm>
            <a:off x="3171960" y="2857680"/>
            <a:ext cx="2300400" cy="11001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95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SORT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5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Process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3336840" y="4522680"/>
            <a:ext cx="2075040" cy="75420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95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WorkFile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2476440" y="176040"/>
            <a:ext cx="38782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How the SORT works.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585720" y="5467320"/>
            <a:ext cx="8048520" cy="107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1440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SORT WorkFile ON ASCENDING KEY WSalesmanNum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    USING SalesFile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    GIVING SortedSalesFile.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652320" y="871560"/>
            <a:ext cx="2414520" cy="111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SalesFile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5838840" y="871560"/>
            <a:ext cx="2414520" cy="111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SortedSalesFile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1657440" y="1876320"/>
            <a:ext cx="1657800" cy="1614960"/>
          </a:xfrm>
          <a:custGeom>
            <a:avLst/>
            <a:gdLst/>
            <a:ahLst/>
            <a:rect l="0" t="0" r="r" b="b"/>
            <a:pathLst>
              <a:path fill="none" w="4605" h="4486">
                <a:moveTo>
                  <a:pt x="0" y="0"/>
                </a:moveTo>
                <a:lnTo>
                  <a:pt x="0" y="0"/>
                </a:lnTo>
                <a:cubicBezTo>
                  <a:pt x="0" y="787"/>
                  <a:pt x="213" y="1561"/>
                  <a:pt x="617" y="2243"/>
                </a:cubicBezTo>
                <a:cubicBezTo>
                  <a:pt x="1021" y="2925"/>
                  <a:pt x="1602" y="3491"/>
                  <a:pt x="2303" y="3885"/>
                </a:cubicBezTo>
                <a:cubicBezTo>
                  <a:pt x="3003" y="4279"/>
                  <a:pt x="3797" y="4486"/>
                  <a:pt x="4605" y="4486"/>
                </a:cubicBezTo>
              </a:path>
            </a:pathLst>
          </a:custGeom>
          <a:ln w="25560">
            <a:solidFill>
              <a:srgbClr val="FFFFFF"/>
            </a:solidFill>
            <a:round/>
            <a:tailEnd len="med" type="triangle" w="med"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5357880" y="1833480"/>
            <a:ext cx="1700640" cy="1643400"/>
          </a:xfrm>
          <a:custGeom>
            <a:avLst/>
            <a:gdLst/>
            <a:ahLst/>
            <a:rect l="0" t="0" r="r" b="b"/>
            <a:pathLst>
              <a:path fill="none" w="4724" h="4565">
                <a:moveTo>
                  <a:pt x="0" y="4565"/>
                </a:moveTo>
                <a:lnTo>
                  <a:pt x="0" y="4565"/>
                </a:lnTo>
                <a:cubicBezTo>
                  <a:pt x="829" y="4565"/>
                  <a:pt x="1644" y="4354"/>
                  <a:pt x="2362" y="3953"/>
                </a:cubicBezTo>
                <a:cubicBezTo>
                  <a:pt x="3080" y="3553"/>
                  <a:pt x="3676" y="2976"/>
                  <a:pt x="4091" y="2282"/>
                </a:cubicBezTo>
                <a:cubicBezTo>
                  <a:pt x="4506" y="1589"/>
                  <a:pt x="4724" y="801"/>
                  <a:pt x="4724" y="0"/>
                </a:cubicBezTo>
              </a:path>
            </a:pathLst>
          </a:custGeom>
          <a:ln w="25560">
            <a:solidFill>
              <a:srgbClr val="FFFFFF"/>
            </a:solidFill>
            <a:round/>
            <a:headEnd len="med" type="triangle" w="med"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1494000" y="2508120"/>
            <a:ext cx="968400" cy="565200"/>
          </a:xfrm>
          <a:prstGeom prst="rect">
            <a:avLst/>
          </a:prstGeom>
          <a:solidFill>
            <a:srgbClr val="DADADA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Unsorted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Records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6343560" y="2560680"/>
            <a:ext cx="888840" cy="565200"/>
          </a:xfrm>
          <a:prstGeom prst="rect">
            <a:avLst/>
          </a:prstGeom>
          <a:solidFill>
            <a:srgbClr val="DADADA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Sorted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Records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4295880" y="3852720"/>
            <a:ext cx="0" cy="771840"/>
          </a:xfrm>
          <a:prstGeom prst="line">
            <a:avLst/>
          </a:prstGeom>
          <a:ln w="25560">
            <a:solidFill>
              <a:srgbClr val="FFFFFF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 txBox="1"/>
          <p:nvPr/>
        </p:nvSpPr>
        <p:spPr>
          <a:xfrm>
            <a:off x="3171960" y="2857680"/>
            <a:ext cx="2300400" cy="11001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95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SORT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5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Process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1305000" y="204840"/>
            <a:ext cx="63295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How the INPUT PROCEDURE works.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585720" y="5467320"/>
            <a:ext cx="8048520" cy="107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1440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SORT WorkFile ON ASCENDING KEY WSalesmanNum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INPUT PROCEDURE IS SelectHatSales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GIVING SortedSalesFile.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3341520" y="4513320"/>
            <a:ext cx="2075040" cy="75420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95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WorkFile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652320" y="871560"/>
            <a:ext cx="2414520" cy="111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SalesFile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5838840" y="871560"/>
            <a:ext cx="2414520" cy="1114560"/>
          </a:xfrm>
          <a:prstGeom prst="rect">
            <a:avLst/>
          </a:prstGeom>
          <a:solidFill>
            <a:srgbClr val="DADADA"/>
          </a:solidFill>
          <a:ln w="2556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SortedSalesFile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5343480" y="1819440"/>
            <a:ext cx="1757880" cy="1671840"/>
          </a:xfrm>
          <a:custGeom>
            <a:avLst/>
            <a:gdLst/>
            <a:ahLst/>
            <a:rect l="0" t="0" r="r" b="b"/>
            <a:pathLst>
              <a:path fill="none" w="4883" h="4644">
                <a:moveTo>
                  <a:pt x="0" y="4644"/>
                </a:moveTo>
                <a:lnTo>
                  <a:pt x="0" y="4644"/>
                </a:lnTo>
                <a:cubicBezTo>
                  <a:pt x="857" y="4644"/>
                  <a:pt x="1699" y="4429"/>
                  <a:pt x="2442" y="4022"/>
                </a:cubicBezTo>
                <a:cubicBezTo>
                  <a:pt x="3184" y="3614"/>
                  <a:pt x="3800" y="3028"/>
                  <a:pt x="4229" y="2322"/>
                </a:cubicBezTo>
                <a:cubicBezTo>
                  <a:pt x="4657" y="1616"/>
                  <a:pt x="4883" y="815"/>
                  <a:pt x="4883" y="0"/>
                </a:cubicBezTo>
              </a:path>
            </a:pathLst>
          </a:custGeom>
          <a:ln w="25560">
            <a:solidFill>
              <a:srgbClr val="FFFFFF"/>
            </a:solidFill>
            <a:round/>
            <a:headEnd len="med" type="triangle" w="med"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6343560" y="2584440"/>
            <a:ext cx="888840" cy="517680"/>
          </a:xfrm>
          <a:prstGeom prst="rect">
            <a:avLst/>
          </a:prstGeom>
          <a:solidFill>
            <a:srgbClr val="DADADA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Sorted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Records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4300560" y="3843360"/>
            <a:ext cx="0" cy="771480"/>
          </a:xfrm>
          <a:prstGeom prst="line">
            <a:avLst/>
          </a:prstGeom>
          <a:ln w="25560">
            <a:solidFill>
              <a:srgbClr val="FFFFFF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196920" y="4038480"/>
            <a:ext cx="2411280" cy="7286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95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SelectHatSales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1614600" y="3014640"/>
            <a:ext cx="1729080" cy="1086120"/>
          </a:xfrm>
          <a:custGeom>
            <a:avLst/>
            <a:gdLst/>
            <a:ahLst/>
            <a:rect l="0" t="0" r="r" b="b"/>
            <a:pathLst>
              <a:path fill="none" w="4803" h="3017">
                <a:moveTo>
                  <a:pt x="4803" y="0"/>
                </a:moveTo>
                <a:lnTo>
                  <a:pt x="4803" y="0"/>
                </a:lnTo>
                <a:cubicBezTo>
                  <a:pt x="3960" y="0"/>
                  <a:pt x="3132" y="139"/>
                  <a:pt x="2401" y="404"/>
                </a:cubicBezTo>
                <a:cubicBezTo>
                  <a:pt x="1671" y="669"/>
                  <a:pt x="1065" y="1050"/>
                  <a:pt x="643" y="1509"/>
                </a:cubicBezTo>
                <a:cubicBezTo>
                  <a:pt x="222" y="1967"/>
                  <a:pt x="0" y="2487"/>
                  <a:pt x="0" y="3017"/>
                </a:cubicBezTo>
              </a:path>
            </a:pathLst>
          </a:custGeom>
          <a:ln w="25560">
            <a:solidFill>
              <a:srgbClr val="FFFFFF"/>
            </a:solidFill>
            <a:round/>
            <a:tailEnd len="med" type="triangle" w="med"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614520" y="1814400"/>
            <a:ext cx="743400" cy="2315160"/>
          </a:xfrm>
          <a:custGeom>
            <a:avLst/>
            <a:gdLst/>
            <a:ahLst/>
            <a:rect l="0" t="0" r="r" b="b"/>
            <a:pathLst>
              <a:path fill="none" w="2065" h="6431">
                <a:moveTo>
                  <a:pt x="2065" y="0"/>
                </a:moveTo>
                <a:lnTo>
                  <a:pt x="2065" y="0"/>
                </a:lnTo>
                <a:cubicBezTo>
                  <a:pt x="1703" y="0"/>
                  <a:pt x="1346" y="297"/>
                  <a:pt x="1032" y="862"/>
                </a:cubicBezTo>
                <a:cubicBezTo>
                  <a:pt x="719" y="1426"/>
                  <a:pt x="458" y="2238"/>
                  <a:pt x="277" y="3216"/>
                </a:cubicBezTo>
                <a:cubicBezTo>
                  <a:pt x="95" y="4193"/>
                  <a:pt x="0" y="5302"/>
                  <a:pt x="0" y="6431"/>
                </a:cubicBezTo>
              </a:path>
            </a:pathLst>
          </a:custGeom>
          <a:ln w="25560">
            <a:solidFill>
              <a:srgbClr val="FFFFFF"/>
            </a:solidFill>
            <a:round/>
            <a:headEnd len="med" type="triangle" w="med"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1817640" y="2901960"/>
            <a:ext cx="968400" cy="738360"/>
          </a:xfrm>
          <a:prstGeom prst="rect">
            <a:avLst/>
          </a:prstGeom>
          <a:solidFill>
            <a:srgbClr val="DADADA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Unsorted</a:t>
            </a:r>
            <a:br>
              <a:rPr sz="1600"/>
            </a:b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Hat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Records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336600" y="2503440"/>
            <a:ext cx="968400" cy="517680"/>
          </a:xfrm>
          <a:prstGeom prst="rect">
            <a:avLst/>
          </a:prstGeom>
          <a:solidFill>
            <a:srgbClr val="DADADA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Unsorted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Records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 txBox="1"/>
          <p:nvPr/>
        </p:nvSpPr>
        <p:spPr>
          <a:xfrm>
            <a:off x="1227240" y="1333440"/>
            <a:ext cx="6021360" cy="35434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10000"/>
              </a:lnSpc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OPEN INPUT InFileName</a:t>
            </a:r>
            <a:br>
              <a:rPr sz="2800"/>
            </a:b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READ InFileName RECORD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PERFORM UNTIL Condition</a:t>
            </a:r>
            <a:br>
              <a:rPr sz="2800"/>
            </a:b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   </a:t>
            </a:r>
            <a:r>
              <a:rPr lang="en-US" sz="2800" b="1" u="none" strike="noStrike">
                <a:solidFill>
                  <a:srgbClr val="DC0081"/>
                </a:solidFill>
                <a:effectLst/>
                <a:uFillTx/>
                <a:latin typeface="Arial"/>
                <a:ea typeface="Arial"/>
              </a:rPr>
              <a:t>     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RELEASE SDWorkRec</a:t>
            </a:r>
            <a:br>
              <a:rPr sz="1800"/>
            </a:b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      READ InFileName RECORD</a:t>
            </a:r>
            <a:br>
              <a:rPr sz="2800"/>
            </a:b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END-PERFORM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CLOSE InFile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1604880" y="176040"/>
            <a:ext cx="52815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INPUT PROCEDURE Template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"/>
          <p:cNvSpPr txBox="1"/>
          <p:nvPr/>
        </p:nvSpPr>
        <p:spPr>
          <a:xfrm>
            <a:off x="452520" y="431640"/>
            <a:ext cx="8085240" cy="57927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  <a:spcBef>
                <a:spcPts val="47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 SalesFile.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SalesRec.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88  EndOfSales      VALUE HIGH-VALUES.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 FILLER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9(5).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 FILLER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X.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88  HatRecord   VALUE "H".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 FILLER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X(4).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47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SD  WorkFile.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WorkRec.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 WSalesmanNum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9(5).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 FILLER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X(5).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47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 SortedSalesFile.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SortedSalesRec.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 SalesmanNum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9(5).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 ItemType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X.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 QtySold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9(4).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47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Begin.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SORT WorkFile ON ASCENDING KEY WSalesmanNum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INPUT PROCEDURE IS </a:t>
            </a: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SelectHatSales</a:t>
            </a:r>
            <a:br>
              <a:rPr sz="18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GIVING SortedSalesFile.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2243160" y="71280"/>
            <a:ext cx="4143240" cy="328680"/>
          </a:xfrm>
          <a:prstGeom prst="rect">
            <a:avLst/>
          </a:prstGeom>
          <a:solidFill>
            <a:srgbClr val="DADADA"/>
          </a:solidFill>
          <a:ln w="1260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063DE8"/>
                </a:solidFill>
                <a:effectLst/>
                <a:uFillTx/>
                <a:latin typeface="Arial"/>
                <a:ea typeface="Arial"/>
              </a:rPr>
              <a:t>INPUT PROCEDURE - Example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/>
          <p:cNvSpPr txBox="1"/>
          <p:nvPr/>
        </p:nvSpPr>
        <p:spPr>
          <a:xfrm>
            <a:off x="2776680" y="157320"/>
            <a:ext cx="24177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New Version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939960" y="1050840"/>
            <a:ext cx="7064280" cy="45244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1080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SelectHatSales.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OPEN INPUT SalesFile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080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READ SalesFile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AT END SET EndOfSales TO TRUE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END-READ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PERFORM UNTIL EndOfSales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IF HatRecord 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RELEASE WorkRec FROM SalesRec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END-IF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READ SalesFile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AT END SET EndOfSales TO TRUE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END-READ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END-PERFORM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080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CLOSE SalesFile.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 txBox="1"/>
          <p:nvPr/>
        </p:nvSpPr>
        <p:spPr>
          <a:xfrm>
            <a:off x="3157560" y="127080"/>
            <a:ext cx="22780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Old Version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784080" y="655560"/>
            <a:ext cx="7130880" cy="56545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1800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SelectHatSales SECTION.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BeginHatSales.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OPEN INPUT SalesFile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READ SalesFile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AT END SET EndOfSales TO TRUE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END-READ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PERFORM GetHatSales UNTIL EndOfSales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CLOSE SalesFile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GO TO SelectHatSalesExit.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800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GetHatSales.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IF HatRecord 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RELEASE WorkRec FROM SalesRec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END-IF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READ SalesFile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AT END SET EndOfSales TO TRUE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END-READ.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800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SelectHatSalesExit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EXIT.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"/>
          <p:cNvSpPr txBox="1"/>
          <p:nvPr/>
        </p:nvSpPr>
        <p:spPr>
          <a:xfrm>
            <a:off x="639720" y="203040"/>
            <a:ext cx="7846920" cy="63896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  <a:spcBef>
                <a:spcPts val="360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ENVIRONMENT DIVISION.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INPUT-OUTPUT SECTION.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FILE-CONTROL.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SELECT WorkFile ASSIGN TO "WORK.TMP".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360"/>
              </a:spcBef>
            </a:pPr>
            <a:br>
              <a:rPr sz="2000"/>
            </a:b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360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SD  WorkFile.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WorkRecord.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88  EndOfWorkFile       VALUE HIGH-VALUES.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 ProvinceCode        PIC 9.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88 ProvinceIsUlster VALUE 4.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 SalesmanCode        PIC 9(5).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 FILLER              PIC X(19).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360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 UnsortedSales.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FILLER                  PIC X(25).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360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 SortedSales.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SortedRec.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88  EndOfSalesFile      VALUE HIGH-VALUES.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 ProvinceCode        PIC 9.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 SalesmanCode        PIC 9(5).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 ItemCode            PIC 9(7).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 ItemCost            PIC 9(3)V99.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 QtySold             PIC 9(7).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600120" y="936720"/>
            <a:ext cx="8010720" cy="1505160"/>
          </a:xfrm>
          <a:custGeom>
            <a:avLst/>
            <a:gdLst/>
            <a:ahLst/>
            <a:rect l="0" t="0" r="r" b="b"/>
            <a:pathLst>
              <a:path w="22252" h="4181">
                <a:moveTo>
                  <a:pt x="26" y="264"/>
                </a:moveTo>
                <a:lnTo>
                  <a:pt x="110" y="291"/>
                </a:lnTo>
                <a:lnTo>
                  <a:pt x="194" y="343"/>
                </a:lnTo>
                <a:lnTo>
                  <a:pt x="277" y="374"/>
                </a:lnTo>
                <a:lnTo>
                  <a:pt x="335" y="454"/>
                </a:lnTo>
                <a:lnTo>
                  <a:pt x="418" y="480"/>
                </a:lnTo>
                <a:lnTo>
                  <a:pt x="471" y="560"/>
                </a:lnTo>
                <a:lnTo>
                  <a:pt x="555" y="586"/>
                </a:lnTo>
                <a:lnTo>
                  <a:pt x="639" y="612"/>
                </a:lnTo>
                <a:lnTo>
                  <a:pt x="723" y="665"/>
                </a:lnTo>
                <a:lnTo>
                  <a:pt x="806" y="692"/>
                </a:lnTo>
                <a:lnTo>
                  <a:pt x="917" y="745"/>
                </a:lnTo>
                <a:lnTo>
                  <a:pt x="1001" y="771"/>
                </a:lnTo>
                <a:lnTo>
                  <a:pt x="1084" y="824"/>
                </a:lnTo>
                <a:lnTo>
                  <a:pt x="1142" y="903"/>
                </a:lnTo>
                <a:lnTo>
                  <a:pt x="1225" y="983"/>
                </a:lnTo>
                <a:lnTo>
                  <a:pt x="1305" y="1009"/>
                </a:lnTo>
                <a:lnTo>
                  <a:pt x="1389" y="1093"/>
                </a:lnTo>
                <a:lnTo>
                  <a:pt x="1472" y="1120"/>
                </a:lnTo>
                <a:lnTo>
                  <a:pt x="1556" y="1146"/>
                </a:lnTo>
                <a:lnTo>
                  <a:pt x="1640" y="1146"/>
                </a:lnTo>
                <a:lnTo>
                  <a:pt x="1750" y="1172"/>
                </a:lnTo>
                <a:lnTo>
                  <a:pt x="1834" y="1199"/>
                </a:lnTo>
                <a:lnTo>
                  <a:pt x="1918" y="1199"/>
                </a:lnTo>
                <a:lnTo>
                  <a:pt x="2002" y="1199"/>
                </a:lnTo>
                <a:lnTo>
                  <a:pt x="2085" y="1199"/>
                </a:lnTo>
                <a:lnTo>
                  <a:pt x="2169" y="1199"/>
                </a:lnTo>
                <a:lnTo>
                  <a:pt x="2253" y="1225"/>
                </a:lnTo>
                <a:lnTo>
                  <a:pt x="2337" y="1225"/>
                </a:lnTo>
                <a:lnTo>
                  <a:pt x="2420" y="1225"/>
                </a:lnTo>
                <a:lnTo>
                  <a:pt x="2531" y="1252"/>
                </a:lnTo>
                <a:lnTo>
                  <a:pt x="2614" y="1252"/>
                </a:lnTo>
                <a:lnTo>
                  <a:pt x="2698" y="1305"/>
                </a:lnTo>
                <a:lnTo>
                  <a:pt x="2782" y="1358"/>
                </a:lnTo>
                <a:lnTo>
                  <a:pt x="2866" y="1411"/>
                </a:lnTo>
                <a:lnTo>
                  <a:pt x="2950" y="1464"/>
                </a:lnTo>
                <a:lnTo>
                  <a:pt x="3033" y="1516"/>
                </a:lnTo>
                <a:lnTo>
                  <a:pt x="3113" y="1516"/>
                </a:lnTo>
                <a:lnTo>
                  <a:pt x="3197" y="1490"/>
                </a:lnTo>
                <a:lnTo>
                  <a:pt x="3280" y="1464"/>
                </a:lnTo>
                <a:lnTo>
                  <a:pt x="3338" y="1384"/>
                </a:lnTo>
                <a:lnTo>
                  <a:pt x="3395" y="1305"/>
                </a:lnTo>
                <a:lnTo>
                  <a:pt x="3474" y="1252"/>
                </a:lnTo>
                <a:lnTo>
                  <a:pt x="3558" y="1252"/>
                </a:lnTo>
                <a:lnTo>
                  <a:pt x="3642" y="1305"/>
                </a:lnTo>
                <a:lnTo>
                  <a:pt x="3726" y="1331"/>
                </a:lnTo>
                <a:lnTo>
                  <a:pt x="3810" y="1358"/>
                </a:lnTo>
                <a:lnTo>
                  <a:pt x="3893" y="1358"/>
                </a:lnTo>
                <a:lnTo>
                  <a:pt x="4004" y="1331"/>
                </a:lnTo>
                <a:lnTo>
                  <a:pt x="4087" y="1331"/>
                </a:lnTo>
                <a:lnTo>
                  <a:pt x="4171" y="1305"/>
                </a:lnTo>
                <a:lnTo>
                  <a:pt x="4255" y="1305"/>
                </a:lnTo>
                <a:lnTo>
                  <a:pt x="4365" y="1278"/>
                </a:lnTo>
                <a:lnTo>
                  <a:pt x="4449" y="1252"/>
                </a:lnTo>
                <a:lnTo>
                  <a:pt x="4533" y="1252"/>
                </a:lnTo>
                <a:lnTo>
                  <a:pt x="4616" y="1252"/>
                </a:lnTo>
                <a:lnTo>
                  <a:pt x="4700" y="1225"/>
                </a:lnTo>
                <a:lnTo>
                  <a:pt x="4784" y="1225"/>
                </a:lnTo>
                <a:lnTo>
                  <a:pt x="4868" y="1225"/>
                </a:lnTo>
                <a:lnTo>
                  <a:pt x="4952" y="1199"/>
                </a:lnTo>
                <a:lnTo>
                  <a:pt x="5035" y="1199"/>
                </a:lnTo>
                <a:lnTo>
                  <a:pt x="5119" y="1225"/>
                </a:lnTo>
                <a:lnTo>
                  <a:pt x="5203" y="1252"/>
                </a:lnTo>
                <a:lnTo>
                  <a:pt x="5282" y="1225"/>
                </a:lnTo>
                <a:lnTo>
                  <a:pt x="5366" y="1252"/>
                </a:lnTo>
                <a:lnTo>
                  <a:pt x="5450" y="1252"/>
                </a:lnTo>
                <a:lnTo>
                  <a:pt x="5534" y="1252"/>
                </a:lnTo>
                <a:lnTo>
                  <a:pt x="5617" y="1252"/>
                </a:lnTo>
                <a:lnTo>
                  <a:pt x="5759" y="1252"/>
                </a:lnTo>
                <a:lnTo>
                  <a:pt x="5842" y="1252"/>
                </a:lnTo>
                <a:lnTo>
                  <a:pt x="5922" y="1278"/>
                </a:lnTo>
                <a:lnTo>
                  <a:pt x="6006" y="1305"/>
                </a:lnTo>
                <a:lnTo>
                  <a:pt x="6089" y="1278"/>
                </a:lnTo>
                <a:lnTo>
                  <a:pt x="6283" y="1225"/>
                </a:lnTo>
                <a:lnTo>
                  <a:pt x="6367" y="1225"/>
                </a:lnTo>
                <a:lnTo>
                  <a:pt x="6451" y="1199"/>
                </a:lnTo>
                <a:lnTo>
                  <a:pt x="6535" y="1146"/>
                </a:lnTo>
                <a:lnTo>
                  <a:pt x="6618" y="1146"/>
                </a:lnTo>
                <a:lnTo>
                  <a:pt x="6702" y="1120"/>
                </a:lnTo>
                <a:lnTo>
                  <a:pt x="6760" y="1199"/>
                </a:lnTo>
                <a:lnTo>
                  <a:pt x="6843" y="1252"/>
                </a:lnTo>
                <a:lnTo>
                  <a:pt x="6927" y="1252"/>
                </a:lnTo>
                <a:lnTo>
                  <a:pt x="7007" y="1252"/>
                </a:lnTo>
                <a:lnTo>
                  <a:pt x="7090" y="1252"/>
                </a:lnTo>
                <a:lnTo>
                  <a:pt x="7174" y="1225"/>
                </a:lnTo>
                <a:lnTo>
                  <a:pt x="7258" y="1252"/>
                </a:lnTo>
                <a:lnTo>
                  <a:pt x="7368" y="1331"/>
                </a:lnTo>
                <a:lnTo>
                  <a:pt x="7425" y="1411"/>
                </a:lnTo>
                <a:lnTo>
                  <a:pt x="7509" y="1437"/>
                </a:lnTo>
                <a:lnTo>
                  <a:pt x="7620" y="1464"/>
                </a:lnTo>
                <a:lnTo>
                  <a:pt x="7730" y="1437"/>
                </a:lnTo>
                <a:lnTo>
                  <a:pt x="7871" y="1411"/>
                </a:lnTo>
                <a:lnTo>
                  <a:pt x="7981" y="1411"/>
                </a:lnTo>
                <a:lnTo>
                  <a:pt x="8065" y="1358"/>
                </a:lnTo>
                <a:lnTo>
                  <a:pt x="8149" y="1331"/>
                </a:lnTo>
                <a:lnTo>
                  <a:pt x="8232" y="1305"/>
                </a:lnTo>
                <a:lnTo>
                  <a:pt x="8316" y="1305"/>
                </a:lnTo>
                <a:lnTo>
                  <a:pt x="8400" y="1305"/>
                </a:lnTo>
                <a:lnTo>
                  <a:pt x="8484" y="1278"/>
                </a:lnTo>
                <a:lnTo>
                  <a:pt x="8568" y="1305"/>
                </a:lnTo>
                <a:lnTo>
                  <a:pt x="8651" y="1305"/>
                </a:lnTo>
                <a:lnTo>
                  <a:pt x="8704" y="1384"/>
                </a:lnTo>
                <a:lnTo>
                  <a:pt x="8788" y="1411"/>
                </a:lnTo>
                <a:lnTo>
                  <a:pt x="8872" y="1437"/>
                </a:lnTo>
                <a:lnTo>
                  <a:pt x="8982" y="1437"/>
                </a:lnTo>
                <a:lnTo>
                  <a:pt x="9066" y="1411"/>
                </a:lnTo>
                <a:lnTo>
                  <a:pt x="9176" y="1358"/>
                </a:lnTo>
                <a:lnTo>
                  <a:pt x="9291" y="1305"/>
                </a:lnTo>
                <a:lnTo>
                  <a:pt x="9375" y="1252"/>
                </a:lnTo>
                <a:lnTo>
                  <a:pt x="9458" y="1199"/>
                </a:lnTo>
                <a:lnTo>
                  <a:pt x="9538" y="1146"/>
                </a:lnTo>
                <a:lnTo>
                  <a:pt x="9622" y="1120"/>
                </a:lnTo>
                <a:lnTo>
                  <a:pt x="9705" y="1199"/>
                </a:lnTo>
                <a:lnTo>
                  <a:pt x="9789" y="1225"/>
                </a:lnTo>
                <a:lnTo>
                  <a:pt x="9873" y="1252"/>
                </a:lnTo>
                <a:lnTo>
                  <a:pt x="9957" y="1252"/>
                </a:lnTo>
                <a:lnTo>
                  <a:pt x="10040" y="1252"/>
                </a:lnTo>
                <a:lnTo>
                  <a:pt x="10151" y="1252"/>
                </a:lnTo>
                <a:lnTo>
                  <a:pt x="10234" y="1278"/>
                </a:lnTo>
                <a:lnTo>
                  <a:pt x="10318" y="1252"/>
                </a:lnTo>
                <a:lnTo>
                  <a:pt x="10402" y="1252"/>
                </a:lnTo>
                <a:lnTo>
                  <a:pt x="10486" y="1252"/>
                </a:lnTo>
                <a:lnTo>
                  <a:pt x="10596" y="1305"/>
                </a:lnTo>
                <a:lnTo>
                  <a:pt x="10680" y="1358"/>
                </a:lnTo>
                <a:lnTo>
                  <a:pt x="10764" y="1358"/>
                </a:lnTo>
                <a:lnTo>
                  <a:pt x="10847" y="1384"/>
                </a:lnTo>
                <a:lnTo>
                  <a:pt x="10958" y="1411"/>
                </a:lnTo>
                <a:lnTo>
                  <a:pt x="11068" y="1437"/>
                </a:lnTo>
                <a:lnTo>
                  <a:pt x="11153" y="1464"/>
                </a:lnTo>
                <a:lnTo>
                  <a:pt x="11294" y="1437"/>
                </a:lnTo>
                <a:lnTo>
                  <a:pt x="11404" y="1411"/>
                </a:lnTo>
                <a:lnTo>
                  <a:pt x="11488" y="1411"/>
                </a:lnTo>
                <a:lnTo>
                  <a:pt x="11598" y="1411"/>
                </a:lnTo>
                <a:lnTo>
                  <a:pt x="11708" y="1411"/>
                </a:lnTo>
                <a:lnTo>
                  <a:pt x="11792" y="1411"/>
                </a:lnTo>
                <a:lnTo>
                  <a:pt x="11876" y="1384"/>
                </a:lnTo>
                <a:lnTo>
                  <a:pt x="11991" y="1358"/>
                </a:lnTo>
                <a:lnTo>
                  <a:pt x="12070" y="1331"/>
                </a:lnTo>
                <a:lnTo>
                  <a:pt x="12154" y="1331"/>
                </a:lnTo>
                <a:lnTo>
                  <a:pt x="12237" y="1305"/>
                </a:lnTo>
                <a:lnTo>
                  <a:pt x="12321" y="1225"/>
                </a:lnTo>
                <a:lnTo>
                  <a:pt x="12405" y="1199"/>
                </a:lnTo>
                <a:lnTo>
                  <a:pt x="12462" y="1278"/>
                </a:lnTo>
                <a:lnTo>
                  <a:pt x="12515" y="1358"/>
                </a:lnTo>
                <a:lnTo>
                  <a:pt x="12599" y="1358"/>
                </a:lnTo>
                <a:lnTo>
                  <a:pt x="12683" y="1331"/>
                </a:lnTo>
                <a:lnTo>
                  <a:pt x="12767" y="1305"/>
                </a:lnTo>
                <a:lnTo>
                  <a:pt x="12850" y="1305"/>
                </a:lnTo>
                <a:lnTo>
                  <a:pt x="12934" y="1278"/>
                </a:lnTo>
                <a:lnTo>
                  <a:pt x="13018" y="1252"/>
                </a:lnTo>
                <a:lnTo>
                  <a:pt x="13102" y="1252"/>
                </a:lnTo>
                <a:lnTo>
                  <a:pt x="13186" y="1252"/>
                </a:lnTo>
                <a:lnTo>
                  <a:pt x="13269" y="1252"/>
                </a:lnTo>
                <a:lnTo>
                  <a:pt x="13353" y="1252"/>
                </a:lnTo>
                <a:lnTo>
                  <a:pt x="13437" y="1331"/>
                </a:lnTo>
                <a:lnTo>
                  <a:pt x="13490" y="1411"/>
                </a:lnTo>
                <a:lnTo>
                  <a:pt x="13574" y="1437"/>
                </a:lnTo>
                <a:lnTo>
                  <a:pt x="13657" y="1464"/>
                </a:lnTo>
                <a:lnTo>
                  <a:pt x="13825" y="1464"/>
                </a:lnTo>
                <a:lnTo>
                  <a:pt x="13909" y="1464"/>
                </a:lnTo>
                <a:lnTo>
                  <a:pt x="13993" y="1437"/>
                </a:lnTo>
                <a:lnTo>
                  <a:pt x="14103" y="1437"/>
                </a:lnTo>
                <a:lnTo>
                  <a:pt x="14187" y="1411"/>
                </a:lnTo>
                <a:lnTo>
                  <a:pt x="14270" y="1516"/>
                </a:lnTo>
                <a:lnTo>
                  <a:pt x="14354" y="1543"/>
                </a:lnTo>
                <a:lnTo>
                  <a:pt x="14438" y="1569"/>
                </a:lnTo>
                <a:lnTo>
                  <a:pt x="14522" y="1569"/>
                </a:lnTo>
                <a:lnTo>
                  <a:pt x="14601" y="1543"/>
                </a:lnTo>
                <a:lnTo>
                  <a:pt x="14716" y="1543"/>
                </a:lnTo>
                <a:lnTo>
                  <a:pt x="14826" y="1543"/>
                </a:lnTo>
                <a:lnTo>
                  <a:pt x="14936" y="1516"/>
                </a:lnTo>
                <a:lnTo>
                  <a:pt x="15020" y="1464"/>
                </a:lnTo>
                <a:lnTo>
                  <a:pt x="15104" y="1411"/>
                </a:lnTo>
                <a:lnTo>
                  <a:pt x="15214" y="1384"/>
                </a:lnTo>
                <a:lnTo>
                  <a:pt x="15324" y="1331"/>
                </a:lnTo>
                <a:lnTo>
                  <a:pt x="15439" y="1305"/>
                </a:lnTo>
                <a:lnTo>
                  <a:pt x="15523" y="1305"/>
                </a:lnTo>
                <a:lnTo>
                  <a:pt x="15659" y="1305"/>
                </a:lnTo>
                <a:lnTo>
                  <a:pt x="15743" y="1305"/>
                </a:lnTo>
                <a:lnTo>
                  <a:pt x="15801" y="1384"/>
                </a:lnTo>
                <a:lnTo>
                  <a:pt x="15884" y="1464"/>
                </a:lnTo>
                <a:lnTo>
                  <a:pt x="15995" y="1464"/>
                </a:lnTo>
                <a:lnTo>
                  <a:pt x="16078" y="1464"/>
                </a:lnTo>
                <a:lnTo>
                  <a:pt x="16189" y="1437"/>
                </a:lnTo>
                <a:lnTo>
                  <a:pt x="16272" y="1437"/>
                </a:lnTo>
                <a:lnTo>
                  <a:pt x="16356" y="1437"/>
                </a:lnTo>
                <a:lnTo>
                  <a:pt x="16466" y="1411"/>
                </a:lnTo>
                <a:lnTo>
                  <a:pt x="16744" y="1411"/>
                </a:lnTo>
                <a:lnTo>
                  <a:pt x="16854" y="1411"/>
                </a:lnTo>
                <a:lnTo>
                  <a:pt x="16969" y="1411"/>
                </a:lnTo>
                <a:lnTo>
                  <a:pt x="17079" y="1384"/>
                </a:lnTo>
                <a:lnTo>
                  <a:pt x="17163" y="1358"/>
                </a:lnTo>
                <a:lnTo>
                  <a:pt x="17247" y="1358"/>
                </a:lnTo>
                <a:lnTo>
                  <a:pt x="17331" y="1331"/>
                </a:lnTo>
                <a:lnTo>
                  <a:pt x="17410" y="1331"/>
                </a:lnTo>
                <a:lnTo>
                  <a:pt x="17494" y="1305"/>
                </a:lnTo>
                <a:lnTo>
                  <a:pt x="17578" y="1305"/>
                </a:lnTo>
                <a:lnTo>
                  <a:pt x="17692" y="1305"/>
                </a:lnTo>
                <a:lnTo>
                  <a:pt x="17803" y="1278"/>
                </a:lnTo>
                <a:lnTo>
                  <a:pt x="17886" y="1252"/>
                </a:lnTo>
                <a:lnTo>
                  <a:pt x="17970" y="1225"/>
                </a:lnTo>
                <a:lnTo>
                  <a:pt x="18054" y="1252"/>
                </a:lnTo>
                <a:lnTo>
                  <a:pt x="18133" y="1252"/>
                </a:lnTo>
                <a:lnTo>
                  <a:pt x="18217" y="1252"/>
                </a:lnTo>
                <a:lnTo>
                  <a:pt x="18301" y="1225"/>
                </a:lnTo>
                <a:lnTo>
                  <a:pt x="18385" y="1225"/>
                </a:lnTo>
                <a:lnTo>
                  <a:pt x="18468" y="1199"/>
                </a:lnTo>
                <a:lnTo>
                  <a:pt x="18552" y="1199"/>
                </a:lnTo>
                <a:lnTo>
                  <a:pt x="18636" y="1199"/>
                </a:lnTo>
                <a:lnTo>
                  <a:pt x="18720" y="1172"/>
                </a:lnTo>
                <a:lnTo>
                  <a:pt x="18804" y="1146"/>
                </a:lnTo>
                <a:lnTo>
                  <a:pt x="18887" y="1120"/>
                </a:lnTo>
                <a:lnTo>
                  <a:pt x="18971" y="1036"/>
                </a:lnTo>
                <a:lnTo>
                  <a:pt x="19139" y="983"/>
                </a:lnTo>
                <a:lnTo>
                  <a:pt x="19218" y="930"/>
                </a:lnTo>
                <a:lnTo>
                  <a:pt x="19302" y="877"/>
                </a:lnTo>
                <a:lnTo>
                  <a:pt x="19417" y="851"/>
                </a:lnTo>
                <a:lnTo>
                  <a:pt x="19500" y="798"/>
                </a:lnTo>
                <a:lnTo>
                  <a:pt x="19580" y="771"/>
                </a:lnTo>
                <a:lnTo>
                  <a:pt x="19694" y="718"/>
                </a:lnTo>
                <a:lnTo>
                  <a:pt x="19778" y="692"/>
                </a:lnTo>
                <a:lnTo>
                  <a:pt x="19888" y="665"/>
                </a:lnTo>
                <a:lnTo>
                  <a:pt x="19972" y="639"/>
                </a:lnTo>
                <a:lnTo>
                  <a:pt x="20056" y="586"/>
                </a:lnTo>
                <a:lnTo>
                  <a:pt x="20140" y="533"/>
                </a:lnTo>
                <a:lnTo>
                  <a:pt x="20250" y="454"/>
                </a:lnTo>
                <a:lnTo>
                  <a:pt x="20334" y="427"/>
                </a:lnTo>
                <a:lnTo>
                  <a:pt x="20418" y="374"/>
                </a:lnTo>
                <a:lnTo>
                  <a:pt x="20501" y="343"/>
                </a:lnTo>
                <a:lnTo>
                  <a:pt x="20585" y="291"/>
                </a:lnTo>
                <a:lnTo>
                  <a:pt x="20664" y="238"/>
                </a:lnTo>
                <a:lnTo>
                  <a:pt x="20722" y="158"/>
                </a:lnTo>
                <a:lnTo>
                  <a:pt x="20806" y="132"/>
                </a:lnTo>
                <a:lnTo>
                  <a:pt x="20806" y="211"/>
                </a:lnTo>
                <a:lnTo>
                  <a:pt x="20806" y="291"/>
                </a:lnTo>
                <a:lnTo>
                  <a:pt x="20806" y="374"/>
                </a:lnTo>
                <a:lnTo>
                  <a:pt x="20889" y="343"/>
                </a:lnTo>
                <a:lnTo>
                  <a:pt x="20973" y="317"/>
                </a:lnTo>
                <a:lnTo>
                  <a:pt x="21026" y="238"/>
                </a:lnTo>
                <a:lnTo>
                  <a:pt x="21110" y="185"/>
                </a:lnTo>
                <a:lnTo>
                  <a:pt x="21224" y="132"/>
                </a:lnTo>
                <a:lnTo>
                  <a:pt x="21251" y="52"/>
                </a:lnTo>
                <a:lnTo>
                  <a:pt x="21335" y="26"/>
                </a:lnTo>
                <a:lnTo>
                  <a:pt x="21419" y="0"/>
                </a:lnTo>
                <a:lnTo>
                  <a:pt x="21502" y="26"/>
                </a:lnTo>
                <a:lnTo>
                  <a:pt x="21586" y="52"/>
                </a:lnTo>
                <a:lnTo>
                  <a:pt x="21670" y="52"/>
                </a:lnTo>
                <a:lnTo>
                  <a:pt x="21749" y="52"/>
                </a:lnTo>
                <a:lnTo>
                  <a:pt x="21833" y="52"/>
                </a:lnTo>
                <a:lnTo>
                  <a:pt x="21917" y="52"/>
                </a:lnTo>
                <a:lnTo>
                  <a:pt x="22001" y="79"/>
                </a:lnTo>
                <a:lnTo>
                  <a:pt x="22084" y="79"/>
                </a:lnTo>
                <a:lnTo>
                  <a:pt x="22111" y="158"/>
                </a:lnTo>
                <a:lnTo>
                  <a:pt x="22142" y="238"/>
                </a:lnTo>
                <a:lnTo>
                  <a:pt x="22142" y="317"/>
                </a:lnTo>
                <a:lnTo>
                  <a:pt x="22142" y="401"/>
                </a:lnTo>
                <a:lnTo>
                  <a:pt x="22111" y="480"/>
                </a:lnTo>
                <a:lnTo>
                  <a:pt x="22084" y="560"/>
                </a:lnTo>
                <a:lnTo>
                  <a:pt x="22111" y="639"/>
                </a:lnTo>
                <a:lnTo>
                  <a:pt x="22111" y="718"/>
                </a:lnTo>
                <a:lnTo>
                  <a:pt x="22142" y="798"/>
                </a:lnTo>
                <a:lnTo>
                  <a:pt x="22142" y="877"/>
                </a:lnTo>
                <a:lnTo>
                  <a:pt x="22142" y="956"/>
                </a:lnTo>
                <a:lnTo>
                  <a:pt x="22142" y="1036"/>
                </a:lnTo>
                <a:lnTo>
                  <a:pt x="22142" y="1120"/>
                </a:lnTo>
                <a:lnTo>
                  <a:pt x="22142" y="1199"/>
                </a:lnTo>
                <a:lnTo>
                  <a:pt x="22142" y="1278"/>
                </a:lnTo>
                <a:lnTo>
                  <a:pt x="22142" y="1358"/>
                </a:lnTo>
                <a:lnTo>
                  <a:pt x="22142" y="1437"/>
                </a:lnTo>
                <a:lnTo>
                  <a:pt x="22142" y="1516"/>
                </a:lnTo>
                <a:lnTo>
                  <a:pt x="22142" y="1622"/>
                </a:lnTo>
                <a:lnTo>
                  <a:pt x="22142" y="1702"/>
                </a:lnTo>
                <a:lnTo>
                  <a:pt x="22142" y="1785"/>
                </a:lnTo>
                <a:lnTo>
                  <a:pt x="22195" y="1944"/>
                </a:lnTo>
                <a:lnTo>
                  <a:pt x="22195" y="2024"/>
                </a:lnTo>
                <a:lnTo>
                  <a:pt x="22195" y="2104"/>
                </a:lnTo>
                <a:lnTo>
                  <a:pt x="22195" y="2210"/>
                </a:lnTo>
                <a:lnTo>
                  <a:pt x="22226" y="2289"/>
                </a:lnTo>
                <a:lnTo>
                  <a:pt x="22252" y="2369"/>
                </a:lnTo>
                <a:lnTo>
                  <a:pt x="22226" y="2452"/>
                </a:lnTo>
                <a:lnTo>
                  <a:pt x="22226" y="2532"/>
                </a:lnTo>
                <a:lnTo>
                  <a:pt x="22226" y="2611"/>
                </a:lnTo>
                <a:lnTo>
                  <a:pt x="22226" y="2690"/>
                </a:lnTo>
                <a:lnTo>
                  <a:pt x="22226" y="2796"/>
                </a:lnTo>
                <a:lnTo>
                  <a:pt x="22226" y="2902"/>
                </a:lnTo>
                <a:lnTo>
                  <a:pt x="22226" y="2981"/>
                </a:lnTo>
                <a:lnTo>
                  <a:pt x="22195" y="3061"/>
                </a:lnTo>
                <a:lnTo>
                  <a:pt x="22195" y="3145"/>
                </a:lnTo>
                <a:lnTo>
                  <a:pt x="22168" y="3250"/>
                </a:lnTo>
                <a:lnTo>
                  <a:pt x="22168" y="3330"/>
                </a:lnTo>
                <a:lnTo>
                  <a:pt x="22142" y="3436"/>
                </a:lnTo>
                <a:lnTo>
                  <a:pt x="22142" y="3542"/>
                </a:lnTo>
                <a:lnTo>
                  <a:pt x="22142" y="3621"/>
                </a:lnTo>
                <a:lnTo>
                  <a:pt x="22142" y="3727"/>
                </a:lnTo>
                <a:lnTo>
                  <a:pt x="22084" y="3943"/>
                </a:lnTo>
                <a:lnTo>
                  <a:pt x="22058" y="4022"/>
                </a:lnTo>
                <a:lnTo>
                  <a:pt x="22058" y="4102"/>
                </a:lnTo>
                <a:lnTo>
                  <a:pt x="22031" y="4181"/>
                </a:lnTo>
                <a:lnTo>
                  <a:pt x="21917" y="4075"/>
                </a:lnTo>
                <a:lnTo>
                  <a:pt x="21833" y="4049"/>
                </a:lnTo>
                <a:lnTo>
                  <a:pt x="21749" y="3996"/>
                </a:lnTo>
                <a:lnTo>
                  <a:pt x="21696" y="3916"/>
                </a:lnTo>
                <a:lnTo>
                  <a:pt x="21586" y="3806"/>
                </a:lnTo>
                <a:lnTo>
                  <a:pt x="21555" y="3727"/>
                </a:lnTo>
                <a:lnTo>
                  <a:pt x="21471" y="3700"/>
                </a:lnTo>
                <a:lnTo>
                  <a:pt x="21388" y="3753"/>
                </a:lnTo>
                <a:lnTo>
                  <a:pt x="21277" y="3727"/>
                </a:lnTo>
                <a:lnTo>
                  <a:pt x="21194" y="3700"/>
                </a:lnTo>
                <a:lnTo>
                  <a:pt x="21110" y="3700"/>
                </a:lnTo>
                <a:lnTo>
                  <a:pt x="21026" y="3647"/>
                </a:lnTo>
                <a:lnTo>
                  <a:pt x="20947" y="3647"/>
                </a:lnTo>
                <a:lnTo>
                  <a:pt x="20863" y="3700"/>
                </a:lnTo>
                <a:lnTo>
                  <a:pt x="20806" y="3621"/>
                </a:lnTo>
                <a:lnTo>
                  <a:pt x="20695" y="3568"/>
                </a:lnTo>
                <a:lnTo>
                  <a:pt x="20612" y="3542"/>
                </a:lnTo>
                <a:lnTo>
                  <a:pt x="20528" y="3515"/>
                </a:lnTo>
                <a:lnTo>
                  <a:pt x="20470" y="3436"/>
                </a:lnTo>
                <a:lnTo>
                  <a:pt x="20360" y="3356"/>
                </a:lnTo>
                <a:lnTo>
                  <a:pt x="20303" y="3277"/>
                </a:lnTo>
                <a:lnTo>
                  <a:pt x="20223" y="3171"/>
                </a:lnTo>
                <a:lnTo>
                  <a:pt x="20140" y="3061"/>
                </a:lnTo>
                <a:lnTo>
                  <a:pt x="20056" y="3034"/>
                </a:lnTo>
                <a:lnTo>
                  <a:pt x="19972" y="3087"/>
                </a:lnTo>
                <a:lnTo>
                  <a:pt x="19888" y="3171"/>
                </a:lnTo>
                <a:lnTo>
                  <a:pt x="19805" y="3224"/>
                </a:lnTo>
                <a:lnTo>
                  <a:pt x="19778" y="3330"/>
                </a:lnTo>
                <a:lnTo>
                  <a:pt x="19694" y="3383"/>
                </a:lnTo>
                <a:lnTo>
                  <a:pt x="19637" y="3462"/>
                </a:lnTo>
                <a:lnTo>
                  <a:pt x="19580" y="3542"/>
                </a:lnTo>
                <a:lnTo>
                  <a:pt x="19469" y="3542"/>
                </a:lnTo>
                <a:lnTo>
                  <a:pt x="19386" y="3568"/>
                </a:lnTo>
                <a:lnTo>
                  <a:pt x="19302" y="3594"/>
                </a:lnTo>
                <a:lnTo>
                  <a:pt x="19218" y="3647"/>
                </a:lnTo>
                <a:lnTo>
                  <a:pt x="19139" y="3674"/>
                </a:lnTo>
                <a:lnTo>
                  <a:pt x="19024" y="3674"/>
                </a:lnTo>
                <a:lnTo>
                  <a:pt x="18914" y="3647"/>
                </a:lnTo>
                <a:lnTo>
                  <a:pt x="18830" y="3647"/>
                </a:lnTo>
                <a:lnTo>
                  <a:pt x="18746" y="3594"/>
                </a:lnTo>
                <a:lnTo>
                  <a:pt x="18662" y="3542"/>
                </a:lnTo>
                <a:lnTo>
                  <a:pt x="18579" y="3542"/>
                </a:lnTo>
                <a:lnTo>
                  <a:pt x="18468" y="3489"/>
                </a:lnTo>
                <a:lnTo>
                  <a:pt x="18358" y="3489"/>
                </a:lnTo>
                <a:lnTo>
                  <a:pt x="18248" y="3436"/>
                </a:lnTo>
                <a:lnTo>
                  <a:pt x="18133" y="3383"/>
                </a:lnTo>
                <a:lnTo>
                  <a:pt x="18054" y="3356"/>
                </a:lnTo>
                <a:lnTo>
                  <a:pt x="17970" y="3409"/>
                </a:lnTo>
                <a:lnTo>
                  <a:pt x="17855" y="3462"/>
                </a:lnTo>
                <a:lnTo>
                  <a:pt x="17772" y="3489"/>
                </a:lnTo>
                <a:lnTo>
                  <a:pt x="17692" y="3515"/>
                </a:lnTo>
                <a:lnTo>
                  <a:pt x="17578" y="3542"/>
                </a:lnTo>
                <a:lnTo>
                  <a:pt x="17467" y="3542"/>
                </a:lnTo>
                <a:lnTo>
                  <a:pt x="17357" y="3568"/>
                </a:lnTo>
                <a:lnTo>
                  <a:pt x="17273" y="3594"/>
                </a:lnTo>
                <a:lnTo>
                  <a:pt x="17132" y="3594"/>
                </a:lnTo>
                <a:lnTo>
                  <a:pt x="17022" y="3621"/>
                </a:lnTo>
                <a:lnTo>
                  <a:pt x="16912" y="3647"/>
                </a:lnTo>
                <a:lnTo>
                  <a:pt x="16828" y="3674"/>
                </a:lnTo>
                <a:lnTo>
                  <a:pt x="16744" y="3674"/>
                </a:lnTo>
                <a:lnTo>
                  <a:pt x="16660" y="3647"/>
                </a:lnTo>
                <a:lnTo>
                  <a:pt x="16577" y="3674"/>
                </a:lnTo>
                <a:lnTo>
                  <a:pt x="16493" y="3621"/>
                </a:lnTo>
                <a:lnTo>
                  <a:pt x="16409" y="3542"/>
                </a:lnTo>
                <a:lnTo>
                  <a:pt x="16330" y="3489"/>
                </a:lnTo>
                <a:lnTo>
                  <a:pt x="16246" y="3436"/>
                </a:lnTo>
                <a:lnTo>
                  <a:pt x="16162" y="3436"/>
                </a:lnTo>
                <a:lnTo>
                  <a:pt x="16047" y="3436"/>
                </a:lnTo>
                <a:lnTo>
                  <a:pt x="15937" y="3436"/>
                </a:lnTo>
                <a:lnTo>
                  <a:pt x="15770" y="3462"/>
                </a:lnTo>
                <a:lnTo>
                  <a:pt x="15686" y="3462"/>
                </a:lnTo>
                <a:lnTo>
                  <a:pt x="15607" y="3462"/>
                </a:lnTo>
                <a:lnTo>
                  <a:pt x="15523" y="3489"/>
                </a:lnTo>
                <a:lnTo>
                  <a:pt x="15439" y="3515"/>
                </a:lnTo>
                <a:lnTo>
                  <a:pt x="15355" y="3542"/>
                </a:lnTo>
                <a:lnTo>
                  <a:pt x="15271" y="3594"/>
                </a:lnTo>
                <a:lnTo>
                  <a:pt x="15188" y="3594"/>
                </a:lnTo>
                <a:lnTo>
                  <a:pt x="15077" y="3647"/>
                </a:lnTo>
                <a:lnTo>
                  <a:pt x="14910" y="3647"/>
                </a:lnTo>
                <a:lnTo>
                  <a:pt x="14826" y="3647"/>
                </a:lnTo>
                <a:lnTo>
                  <a:pt x="14685" y="3594"/>
                </a:lnTo>
                <a:lnTo>
                  <a:pt x="14575" y="3542"/>
                </a:lnTo>
                <a:lnTo>
                  <a:pt x="14464" y="3515"/>
                </a:lnTo>
                <a:lnTo>
                  <a:pt x="14381" y="3489"/>
                </a:lnTo>
                <a:lnTo>
                  <a:pt x="14297" y="3515"/>
                </a:lnTo>
                <a:lnTo>
                  <a:pt x="14213" y="3542"/>
                </a:lnTo>
                <a:lnTo>
                  <a:pt x="14129" y="3542"/>
                </a:lnTo>
                <a:lnTo>
                  <a:pt x="14019" y="3542"/>
                </a:lnTo>
                <a:lnTo>
                  <a:pt x="13909" y="3542"/>
                </a:lnTo>
                <a:lnTo>
                  <a:pt x="13799" y="3568"/>
                </a:lnTo>
                <a:lnTo>
                  <a:pt x="13684" y="3594"/>
                </a:lnTo>
                <a:lnTo>
                  <a:pt x="13574" y="3647"/>
                </a:lnTo>
                <a:lnTo>
                  <a:pt x="13463" y="3647"/>
                </a:lnTo>
                <a:lnTo>
                  <a:pt x="13380" y="3674"/>
                </a:lnTo>
                <a:lnTo>
                  <a:pt x="13296" y="3700"/>
                </a:lnTo>
                <a:lnTo>
                  <a:pt x="13212" y="3727"/>
                </a:lnTo>
                <a:lnTo>
                  <a:pt x="13128" y="3753"/>
                </a:lnTo>
                <a:lnTo>
                  <a:pt x="13044" y="3780"/>
                </a:lnTo>
                <a:lnTo>
                  <a:pt x="13018" y="3863"/>
                </a:lnTo>
                <a:lnTo>
                  <a:pt x="12934" y="3916"/>
                </a:lnTo>
                <a:lnTo>
                  <a:pt x="12908" y="3996"/>
                </a:lnTo>
                <a:lnTo>
                  <a:pt x="12824" y="4022"/>
                </a:lnTo>
                <a:lnTo>
                  <a:pt x="12740" y="4075"/>
                </a:lnTo>
                <a:lnTo>
                  <a:pt x="12630" y="4075"/>
                </a:lnTo>
                <a:lnTo>
                  <a:pt x="12546" y="4075"/>
                </a:lnTo>
                <a:lnTo>
                  <a:pt x="12462" y="4049"/>
                </a:lnTo>
                <a:lnTo>
                  <a:pt x="12405" y="3969"/>
                </a:lnTo>
                <a:lnTo>
                  <a:pt x="12321" y="3943"/>
                </a:lnTo>
                <a:lnTo>
                  <a:pt x="12237" y="3916"/>
                </a:lnTo>
                <a:lnTo>
                  <a:pt x="12185" y="3806"/>
                </a:lnTo>
                <a:lnTo>
                  <a:pt x="12127" y="3727"/>
                </a:lnTo>
                <a:lnTo>
                  <a:pt x="12043" y="3700"/>
                </a:lnTo>
                <a:lnTo>
                  <a:pt x="11960" y="3753"/>
                </a:lnTo>
                <a:lnTo>
                  <a:pt x="11876" y="3753"/>
                </a:lnTo>
                <a:lnTo>
                  <a:pt x="11792" y="3780"/>
                </a:lnTo>
                <a:lnTo>
                  <a:pt x="11682" y="3780"/>
                </a:lnTo>
                <a:lnTo>
                  <a:pt x="11598" y="3780"/>
                </a:lnTo>
                <a:lnTo>
                  <a:pt x="11514" y="3753"/>
                </a:lnTo>
                <a:lnTo>
                  <a:pt x="11431" y="3753"/>
                </a:lnTo>
                <a:lnTo>
                  <a:pt x="11320" y="3753"/>
                </a:lnTo>
                <a:lnTo>
                  <a:pt x="11236" y="3753"/>
                </a:lnTo>
                <a:lnTo>
                  <a:pt x="11153" y="3727"/>
                </a:lnTo>
                <a:lnTo>
                  <a:pt x="11068" y="3647"/>
                </a:lnTo>
                <a:lnTo>
                  <a:pt x="10984" y="3647"/>
                </a:lnTo>
                <a:lnTo>
                  <a:pt x="10905" y="3647"/>
                </a:lnTo>
                <a:lnTo>
                  <a:pt x="10821" y="3647"/>
                </a:lnTo>
                <a:lnTo>
                  <a:pt x="10737" y="3621"/>
                </a:lnTo>
                <a:lnTo>
                  <a:pt x="10653" y="3621"/>
                </a:lnTo>
                <a:lnTo>
                  <a:pt x="10570" y="3594"/>
                </a:lnTo>
                <a:lnTo>
                  <a:pt x="10486" y="3594"/>
                </a:lnTo>
                <a:lnTo>
                  <a:pt x="10402" y="3594"/>
                </a:lnTo>
                <a:lnTo>
                  <a:pt x="10318" y="3594"/>
                </a:lnTo>
                <a:lnTo>
                  <a:pt x="10234" y="3568"/>
                </a:lnTo>
                <a:lnTo>
                  <a:pt x="10151" y="3542"/>
                </a:lnTo>
                <a:lnTo>
                  <a:pt x="10014" y="3462"/>
                </a:lnTo>
                <a:lnTo>
                  <a:pt x="9930" y="3436"/>
                </a:lnTo>
                <a:lnTo>
                  <a:pt x="9899" y="3356"/>
                </a:lnTo>
                <a:lnTo>
                  <a:pt x="9873" y="3277"/>
                </a:lnTo>
                <a:lnTo>
                  <a:pt x="9789" y="3250"/>
                </a:lnTo>
                <a:lnTo>
                  <a:pt x="9652" y="3198"/>
                </a:lnTo>
                <a:lnTo>
                  <a:pt x="9569" y="3171"/>
                </a:lnTo>
                <a:lnTo>
                  <a:pt x="9485" y="3145"/>
                </a:lnTo>
                <a:lnTo>
                  <a:pt x="9375" y="3087"/>
                </a:lnTo>
                <a:lnTo>
                  <a:pt x="9291" y="3034"/>
                </a:lnTo>
                <a:lnTo>
                  <a:pt x="9207" y="3008"/>
                </a:lnTo>
                <a:lnTo>
                  <a:pt x="9123" y="3008"/>
                </a:lnTo>
                <a:lnTo>
                  <a:pt x="9013" y="2955"/>
                </a:lnTo>
                <a:lnTo>
                  <a:pt x="8929" y="2955"/>
                </a:lnTo>
                <a:lnTo>
                  <a:pt x="8845" y="2929"/>
                </a:lnTo>
                <a:lnTo>
                  <a:pt x="8735" y="2902"/>
                </a:lnTo>
                <a:lnTo>
                  <a:pt x="8651" y="2823"/>
                </a:lnTo>
                <a:lnTo>
                  <a:pt x="8537" y="2796"/>
                </a:lnTo>
                <a:lnTo>
                  <a:pt x="8453" y="2717"/>
                </a:lnTo>
                <a:lnTo>
                  <a:pt x="8343" y="2690"/>
                </a:lnTo>
                <a:lnTo>
                  <a:pt x="8232" y="2611"/>
                </a:lnTo>
                <a:lnTo>
                  <a:pt x="8122" y="2611"/>
                </a:lnTo>
                <a:lnTo>
                  <a:pt x="8012" y="2638"/>
                </a:lnTo>
                <a:lnTo>
                  <a:pt x="7897" y="2611"/>
                </a:lnTo>
                <a:lnTo>
                  <a:pt x="7844" y="2532"/>
                </a:lnTo>
                <a:lnTo>
                  <a:pt x="7730" y="2421"/>
                </a:lnTo>
                <a:lnTo>
                  <a:pt x="7650" y="2369"/>
                </a:lnTo>
                <a:lnTo>
                  <a:pt x="7567" y="2342"/>
                </a:lnTo>
                <a:lnTo>
                  <a:pt x="7452" y="2316"/>
                </a:lnTo>
                <a:lnTo>
                  <a:pt x="7342" y="2289"/>
                </a:lnTo>
                <a:lnTo>
                  <a:pt x="7231" y="2289"/>
                </a:lnTo>
                <a:lnTo>
                  <a:pt x="7121" y="2263"/>
                </a:lnTo>
                <a:lnTo>
                  <a:pt x="6927" y="2289"/>
                </a:lnTo>
                <a:lnTo>
                  <a:pt x="6843" y="2263"/>
                </a:lnTo>
                <a:lnTo>
                  <a:pt x="6760" y="2263"/>
                </a:lnTo>
                <a:lnTo>
                  <a:pt x="6676" y="2210"/>
                </a:lnTo>
                <a:lnTo>
                  <a:pt x="6592" y="2183"/>
                </a:lnTo>
                <a:lnTo>
                  <a:pt x="6508" y="2157"/>
                </a:lnTo>
                <a:lnTo>
                  <a:pt x="6398" y="2157"/>
                </a:lnTo>
                <a:lnTo>
                  <a:pt x="6314" y="2157"/>
                </a:lnTo>
                <a:lnTo>
                  <a:pt x="6230" y="2104"/>
                </a:lnTo>
                <a:lnTo>
                  <a:pt x="6063" y="2104"/>
                </a:lnTo>
                <a:lnTo>
                  <a:pt x="5979" y="2104"/>
                </a:lnTo>
                <a:lnTo>
                  <a:pt x="5895" y="2104"/>
                </a:lnTo>
                <a:lnTo>
                  <a:pt x="5785" y="2104"/>
                </a:lnTo>
                <a:lnTo>
                  <a:pt x="5701" y="2104"/>
                </a:lnTo>
                <a:lnTo>
                  <a:pt x="5617" y="2104"/>
                </a:lnTo>
                <a:lnTo>
                  <a:pt x="5534" y="2157"/>
                </a:lnTo>
                <a:lnTo>
                  <a:pt x="5450" y="2157"/>
                </a:lnTo>
                <a:lnTo>
                  <a:pt x="5340" y="2157"/>
                </a:lnTo>
                <a:lnTo>
                  <a:pt x="5229" y="2157"/>
                </a:lnTo>
                <a:lnTo>
                  <a:pt x="5062" y="2157"/>
                </a:lnTo>
                <a:lnTo>
                  <a:pt x="4952" y="2130"/>
                </a:lnTo>
                <a:lnTo>
                  <a:pt x="4868" y="2104"/>
                </a:lnTo>
                <a:lnTo>
                  <a:pt x="4784" y="2104"/>
                </a:lnTo>
                <a:lnTo>
                  <a:pt x="4700" y="2104"/>
                </a:lnTo>
                <a:lnTo>
                  <a:pt x="4616" y="2104"/>
                </a:lnTo>
                <a:lnTo>
                  <a:pt x="4533" y="2104"/>
                </a:lnTo>
                <a:lnTo>
                  <a:pt x="4449" y="2104"/>
                </a:lnTo>
                <a:lnTo>
                  <a:pt x="4339" y="2157"/>
                </a:lnTo>
                <a:lnTo>
                  <a:pt x="4171" y="2157"/>
                </a:lnTo>
                <a:lnTo>
                  <a:pt x="4087" y="2157"/>
                </a:lnTo>
                <a:lnTo>
                  <a:pt x="4004" y="2157"/>
                </a:lnTo>
                <a:lnTo>
                  <a:pt x="3920" y="2157"/>
                </a:lnTo>
                <a:lnTo>
                  <a:pt x="3836" y="2157"/>
                </a:lnTo>
                <a:lnTo>
                  <a:pt x="3757" y="2130"/>
                </a:lnTo>
                <a:lnTo>
                  <a:pt x="3673" y="2130"/>
                </a:lnTo>
                <a:lnTo>
                  <a:pt x="3558" y="2130"/>
                </a:lnTo>
                <a:lnTo>
                  <a:pt x="3474" y="2104"/>
                </a:lnTo>
                <a:lnTo>
                  <a:pt x="3395" y="2076"/>
                </a:lnTo>
                <a:lnTo>
                  <a:pt x="3280" y="2050"/>
                </a:lnTo>
                <a:lnTo>
                  <a:pt x="3197" y="2050"/>
                </a:lnTo>
                <a:lnTo>
                  <a:pt x="3113" y="2050"/>
                </a:lnTo>
                <a:lnTo>
                  <a:pt x="3003" y="2024"/>
                </a:lnTo>
                <a:lnTo>
                  <a:pt x="2892" y="2024"/>
                </a:lnTo>
                <a:lnTo>
                  <a:pt x="2782" y="2050"/>
                </a:lnTo>
                <a:lnTo>
                  <a:pt x="2672" y="2050"/>
                </a:lnTo>
                <a:lnTo>
                  <a:pt x="2531" y="2076"/>
                </a:lnTo>
                <a:lnTo>
                  <a:pt x="2447" y="2076"/>
                </a:lnTo>
                <a:lnTo>
                  <a:pt x="2363" y="2076"/>
                </a:lnTo>
                <a:lnTo>
                  <a:pt x="2310" y="2157"/>
                </a:lnTo>
                <a:lnTo>
                  <a:pt x="2226" y="2157"/>
                </a:lnTo>
                <a:lnTo>
                  <a:pt x="2112" y="2183"/>
                </a:lnTo>
                <a:lnTo>
                  <a:pt x="2002" y="2183"/>
                </a:lnTo>
                <a:lnTo>
                  <a:pt x="1697" y="2210"/>
                </a:lnTo>
                <a:lnTo>
                  <a:pt x="1613" y="2210"/>
                </a:lnTo>
                <a:lnTo>
                  <a:pt x="1503" y="2210"/>
                </a:lnTo>
                <a:lnTo>
                  <a:pt x="1389" y="2183"/>
                </a:lnTo>
                <a:lnTo>
                  <a:pt x="1305" y="2183"/>
                </a:lnTo>
                <a:lnTo>
                  <a:pt x="1225" y="2183"/>
                </a:lnTo>
                <a:lnTo>
                  <a:pt x="1111" y="2210"/>
                </a:lnTo>
                <a:lnTo>
                  <a:pt x="1001" y="2183"/>
                </a:lnTo>
                <a:lnTo>
                  <a:pt x="917" y="2157"/>
                </a:lnTo>
                <a:lnTo>
                  <a:pt x="833" y="2183"/>
                </a:lnTo>
                <a:lnTo>
                  <a:pt x="749" y="2210"/>
                </a:lnTo>
                <a:lnTo>
                  <a:pt x="665" y="2210"/>
                </a:lnTo>
                <a:lnTo>
                  <a:pt x="582" y="2263"/>
                </a:lnTo>
                <a:lnTo>
                  <a:pt x="502" y="2316"/>
                </a:lnTo>
                <a:lnTo>
                  <a:pt x="418" y="2316"/>
                </a:lnTo>
                <a:lnTo>
                  <a:pt x="335" y="2316"/>
                </a:lnTo>
                <a:lnTo>
                  <a:pt x="251" y="2369"/>
                </a:lnTo>
                <a:lnTo>
                  <a:pt x="167" y="2369"/>
                </a:lnTo>
                <a:lnTo>
                  <a:pt x="83" y="2369"/>
                </a:lnTo>
                <a:lnTo>
                  <a:pt x="83" y="2289"/>
                </a:lnTo>
                <a:lnTo>
                  <a:pt x="0" y="2210"/>
                </a:lnTo>
                <a:lnTo>
                  <a:pt x="0" y="2130"/>
                </a:lnTo>
                <a:lnTo>
                  <a:pt x="0" y="2050"/>
                </a:lnTo>
                <a:lnTo>
                  <a:pt x="0" y="1971"/>
                </a:lnTo>
                <a:lnTo>
                  <a:pt x="0" y="1865"/>
                </a:lnTo>
                <a:lnTo>
                  <a:pt x="0" y="1785"/>
                </a:lnTo>
                <a:lnTo>
                  <a:pt x="0" y="1702"/>
                </a:lnTo>
                <a:lnTo>
                  <a:pt x="0" y="1622"/>
                </a:lnTo>
                <a:lnTo>
                  <a:pt x="0" y="1516"/>
                </a:lnTo>
                <a:lnTo>
                  <a:pt x="0" y="1437"/>
                </a:lnTo>
                <a:lnTo>
                  <a:pt x="0" y="1358"/>
                </a:lnTo>
                <a:lnTo>
                  <a:pt x="0" y="1278"/>
                </a:lnTo>
                <a:lnTo>
                  <a:pt x="0" y="1199"/>
                </a:lnTo>
                <a:lnTo>
                  <a:pt x="0" y="1120"/>
                </a:lnTo>
                <a:lnTo>
                  <a:pt x="0" y="1036"/>
                </a:lnTo>
                <a:lnTo>
                  <a:pt x="0" y="903"/>
                </a:lnTo>
                <a:lnTo>
                  <a:pt x="0" y="771"/>
                </a:lnTo>
                <a:lnTo>
                  <a:pt x="0" y="639"/>
                </a:lnTo>
                <a:lnTo>
                  <a:pt x="0" y="507"/>
                </a:lnTo>
                <a:lnTo>
                  <a:pt x="0" y="374"/>
                </a:lnTo>
                <a:lnTo>
                  <a:pt x="26" y="264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 txBox="1"/>
          <p:nvPr/>
        </p:nvSpPr>
        <p:spPr>
          <a:xfrm>
            <a:off x="485640" y="241200"/>
            <a:ext cx="7899480" cy="6242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Begin.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SORT WorkFile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ON ASCENDING KEY ProvinceCode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             SalesmanCode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INPUT PROCEDURE IS SelectUlsterRecs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GIVING SortedSales.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OPEN INPUT SortedSales.</a:t>
            </a:r>
            <a:br>
              <a:rPr sz="2000"/>
            </a:b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SelectUlsterRecs.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OPEN INPUT UnsortedSales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READ UnsortedSales INTO WorkRec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AT END SET EndOfSalesFile TO TRUE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END-READ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PERFORM UNTIL EndOfSalesFile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IF ProvinceIsUlster RELEASE WorkRec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END-IF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READ UnsortedSales INTO WorkRec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AT END SET EndOfSalesFile TO TRUE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END-READ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END-PERFORM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CLOSE UnsortedSales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307800" y="1927080"/>
            <a:ext cx="8163360" cy="1486440"/>
          </a:xfrm>
          <a:custGeom>
            <a:avLst/>
            <a:gdLst/>
            <a:ahLst/>
            <a:rect l="0" t="0" r="r" b="b"/>
            <a:pathLst>
              <a:path w="22676" h="4129">
                <a:moveTo>
                  <a:pt x="374" y="1945"/>
                </a:moveTo>
                <a:lnTo>
                  <a:pt x="502" y="1906"/>
                </a:lnTo>
                <a:lnTo>
                  <a:pt x="626" y="1906"/>
                </a:lnTo>
                <a:lnTo>
                  <a:pt x="749" y="1866"/>
                </a:lnTo>
                <a:lnTo>
                  <a:pt x="877" y="1866"/>
                </a:lnTo>
                <a:lnTo>
                  <a:pt x="1045" y="1866"/>
                </a:lnTo>
                <a:lnTo>
                  <a:pt x="1168" y="1826"/>
                </a:lnTo>
                <a:lnTo>
                  <a:pt x="1296" y="1826"/>
                </a:lnTo>
                <a:lnTo>
                  <a:pt x="1419" y="1826"/>
                </a:lnTo>
                <a:lnTo>
                  <a:pt x="1543" y="1826"/>
                </a:lnTo>
                <a:lnTo>
                  <a:pt x="1671" y="1826"/>
                </a:lnTo>
                <a:lnTo>
                  <a:pt x="1794" y="1826"/>
                </a:lnTo>
                <a:lnTo>
                  <a:pt x="1922" y="1826"/>
                </a:lnTo>
                <a:lnTo>
                  <a:pt x="2046" y="1826"/>
                </a:lnTo>
                <a:lnTo>
                  <a:pt x="2169" y="1866"/>
                </a:lnTo>
                <a:lnTo>
                  <a:pt x="2297" y="1906"/>
                </a:lnTo>
                <a:lnTo>
                  <a:pt x="2420" y="1906"/>
                </a:lnTo>
                <a:lnTo>
                  <a:pt x="2548" y="1906"/>
                </a:lnTo>
                <a:lnTo>
                  <a:pt x="2672" y="1906"/>
                </a:lnTo>
                <a:lnTo>
                  <a:pt x="2795" y="1906"/>
                </a:lnTo>
                <a:lnTo>
                  <a:pt x="2923" y="1866"/>
                </a:lnTo>
                <a:lnTo>
                  <a:pt x="3047" y="1826"/>
                </a:lnTo>
                <a:lnTo>
                  <a:pt x="3175" y="1826"/>
                </a:lnTo>
                <a:lnTo>
                  <a:pt x="3298" y="1747"/>
                </a:lnTo>
                <a:lnTo>
                  <a:pt x="3426" y="1747"/>
                </a:lnTo>
                <a:lnTo>
                  <a:pt x="3549" y="1707"/>
                </a:lnTo>
                <a:lnTo>
                  <a:pt x="3673" y="1667"/>
                </a:lnTo>
                <a:lnTo>
                  <a:pt x="3801" y="1588"/>
                </a:lnTo>
                <a:lnTo>
                  <a:pt x="3924" y="1548"/>
                </a:lnTo>
                <a:lnTo>
                  <a:pt x="4052" y="1509"/>
                </a:lnTo>
                <a:lnTo>
                  <a:pt x="4176" y="1509"/>
                </a:lnTo>
                <a:lnTo>
                  <a:pt x="4299" y="1509"/>
                </a:lnTo>
                <a:lnTo>
                  <a:pt x="4427" y="1509"/>
                </a:lnTo>
                <a:lnTo>
                  <a:pt x="4550" y="1509"/>
                </a:lnTo>
                <a:lnTo>
                  <a:pt x="4678" y="1588"/>
                </a:lnTo>
                <a:lnTo>
                  <a:pt x="4802" y="1667"/>
                </a:lnTo>
                <a:lnTo>
                  <a:pt x="4925" y="1707"/>
                </a:lnTo>
                <a:lnTo>
                  <a:pt x="5053" y="1747"/>
                </a:lnTo>
                <a:lnTo>
                  <a:pt x="5177" y="1747"/>
                </a:lnTo>
                <a:lnTo>
                  <a:pt x="5304" y="1786"/>
                </a:lnTo>
                <a:lnTo>
                  <a:pt x="5428" y="1826"/>
                </a:lnTo>
                <a:lnTo>
                  <a:pt x="5551" y="1826"/>
                </a:lnTo>
                <a:lnTo>
                  <a:pt x="5680" y="1866"/>
                </a:lnTo>
                <a:lnTo>
                  <a:pt x="5804" y="1866"/>
                </a:lnTo>
                <a:lnTo>
                  <a:pt x="6015" y="1945"/>
                </a:lnTo>
                <a:lnTo>
                  <a:pt x="6139" y="1985"/>
                </a:lnTo>
                <a:lnTo>
                  <a:pt x="6262" y="1985"/>
                </a:lnTo>
                <a:lnTo>
                  <a:pt x="6390" y="1985"/>
                </a:lnTo>
                <a:lnTo>
                  <a:pt x="6558" y="1985"/>
                </a:lnTo>
                <a:lnTo>
                  <a:pt x="6681" y="1945"/>
                </a:lnTo>
                <a:lnTo>
                  <a:pt x="6809" y="1906"/>
                </a:lnTo>
                <a:lnTo>
                  <a:pt x="6933" y="1826"/>
                </a:lnTo>
                <a:lnTo>
                  <a:pt x="7056" y="1826"/>
                </a:lnTo>
                <a:lnTo>
                  <a:pt x="7184" y="1747"/>
                </a:lnTo>
                <a:lnTo>
                  <a:pt x="7352" y="1707"/>
                </a:lnTo>
                <a:lnTo>
                  <a:pt x="7475" y="1667"/>
                </a:lnTo>
                <a:lnTo>
                  <a:pt x="7598" y="1628"/>
                </a:lnTo>
                <a:lnTo>
                  <a:pt x="7726" y="1588"/>
                </a:lnTo>
                <a:lnTo>
                  <a:pt x="7850" y="1588"/>
                </a:lnTo>
                <a:lnTo>
                  <a:pt x="7978" y="1588"/>
                </a:lnTo>
                <a:lnTo>
                  <a:pt x="8101" y="1588"/>
                </a:lnTo>
                <a:lnTo>
                  <a:pt x="8229" y="1588"/>
                </a:lnTo>
                <a:lnTo>
                  <a:pt x="8353" y="1588"/>
                </a:lnTo>
                <a:lnTo>
                  <a:pt x="8476" y="1588"/>
                </a:lnTo>
                <a:lnTo>
                  <a:pt x="8604" y="1588"/>
                </a:lnTo>
                <a:lnTo>
                  <a:pt x="8727" y="1667"/>
                </a:lnTo>
                <a:lnTo>
                  <a:pt x="8855" y="1667"/>
                </a:lnTo>
                <a:lnTo>
                  <a:pt x="8979" y="1707"/>
                </a:lnTo>
                <a:lnTo>
                  <a:pt x="9102" y="1707"/>
                </a:lnTo>
                <a:lnTo>
                  <a:pt x="9230" y="1747"/>
                </a:lnTo>
                <a:lnTo>
                  <a:pt x="9354" y="1747"/>
                </a:lnTo>
                <a:lnTo>
                  <a:pt x="9521" y="1747"/>
                </a:lnTo>
                <a:lnTo>
                  <a:pt x="9645" y="1747"/>
                </a:lnTo>
                <a:lnTo>
                  <a:pt x="9772" y="1747"/>
                </a:lnTo>
                <a:lnTo>
                  <a:pt x="9896" y="1786"/>
                </a:lnTo>
                <a:lnTo>
                  <a:pt x="10024" y="1786"/>
                </a:lnTo>
                <a:lnTo>
                  <a:pt x="10147" y="1786"/>
                </a:lnTo>
                <a:lnTo>
                  <a:pt x="10275" y="1826"/>
                </a:lnTo>
                <a:lnTo>
                  <a:pt x="10399" y="1826"/>
                </a:lnTo>
                <a:lnTo>
                  <a:pt x="10522" y="1826"/>
                </a:lnTo>
                <a:lnTo>
                  <a:pt x="10690" y="1826"/>
                </a:lnTo>
                <a:lnTo>
                  <a:pt x="10901" y="1826"/>
                </a:lnTo>
                <a:lnTo>
                  <a:pt x="11025" y="1826"/>
                </a:lnTo>
                <a:lnTo>
                  <a:pt x="11148" y="1826"/>
                </a:lnTo>
                <a:lnTo>
                  <a:pt x="11316" y="1826"/>
                </a:lnTo>
                <a:lnTo>
                  <a:pt x="11483" y="1826"/>
                </a:lnTo>
                <a:lnTo>
                  <a:pt x="11611" y="1826"/>
                </a:lnTo>
                <a:lnTo>
                  <a:pt x="11735" y="1786"/>
                </a:lnTo>
                <a:lnTo>
                  <a:pt x="11902" y="1747"/>
                </a:lnTo>
                <a:lnTo>
                  <a:pt x="12026" y="1747"/>
                </a:lnTo>
                <a:lnTo>
                  <a:pt x="12154" y="1747"/>
                </a:lnTo>
                <a:lnTo>
                  <a:pt x="12277" y="1747"/>
                </a:lnTo>
                <a:lnTo>
                  <a:pt x="12401" y="1707"/>
                </a:lnTo>
                <a:lnTo>
                  <a:pt x="12529" y="1667"/>
                </a:lnTo>
                <a:lnTo>
                  <a:pt x="12696" y="1667"/>
                </a:lnTo>
                <a:lnTo>
                  <a:pt x="12820" y="1628"/>
                </a:lnTo>
                <a:lnTo>
                  <a:pt x="12947" y="1588"/>
                </a:lnTo>
                <a:lnTo>
                  <a:pt x="13071" y="1548"/>
                </a:lnTo>
                <a:lnTo>
                  <a:pt x="13194" y="1509"/>
                </a:lnTo>
                <a:lnTo>
                  <a:pt x="13362" y="1429"/>
                </a:lnTo>
                <a:lnTo>
                  <a:pt x="13530" y="1350"/>
                </a:lnTo>
                <a:lnTo>
                  <a:pt x="13657" y="1271"/>
                </a:lnTo>
                <a:lnTo>
                  <a:pt x="13781" y="1191"/>
                </a:lnTo>
                <a:lnTo>
                  <a:pt x="13904" y="1112"/>
                </a:lnTo>
                <a:lnTo>
                  <a:pt x="14072" y="1031"/>
                </a:lnTo>
                <a:lnTo>
                  <a:pt x="14239" y="912"/>
                </a:lnTo>
                <a:lnTo>
                  <a:pt x="14367" y="793"/>
                </a:lnTo>
                <a:lnTo>
                  <a:pt x="14491" y="714"/>
                </a:lnTo>
                <a:lnTo>
                  <a:pt x="14614" y="635"/>
                </a:lnTo>
                <a:lnTo>
                  <a:pt x="14742" y="555"/>
                </a:lnTo>
                <a:lnTo>
                  <a:pt x="14866" y="674"/>
                </a:lnTo>
                <a:lnTo>
                  <a:pt x="14994" y="793"/>
                </a:lnTo>
                <a:lnTo>
                  <a:pt x="15077" y="912"/>
                </a:lnTo>
                <a:lnTo>
                  <a:pt x="15117" y="1031"/>
                </a:lnTo>
                <a:lnTo>
                  <a:pt x="15241" y="1072"/>
                </a:lnTo>
                <a:lnTo>
                  <a:pt x="15368" y="992"/>
                </a:lnTo>
                <a:lnTo>
                  <a:pt x="15492" y="873"/>
                </a:lnTo>
                <a:lnTo>
                  <a:pt x="15620" y="793"/>
                </a:lnTo>
                <a:lnTo>
                  <a:pt x="15743" y="793"/>
                </a:lnTo>
                <a:lnTo>
                  <a:pt x="15867" y="754"/>
                </a:lnTo>
                <a:lnTo>
                  <a:pt x="15995" y="714"/>
                </a:lnTo>
                <a:lnTo>
                  <a:pt x="16118" y="714"/>
                </a:lnTo>
                <a:lnTo>
                  <a:pt x="16246" y="674"/>
                </a:lnTo>
                <a:lnTo>
                  <a:pt x="16369" y="635"/>
                </a:lnTo>
                <a:lnTo>
                  <a:pt x="16493" y="635"/>
                </a:lnTo>
                <a:lnTo>
                  <a:pt x="16744" y="555"/>
                </a:lnTo>
                <a:lnTo>
                  <a:pt x="16912" y="515"/>
                </a:lnTo>
                <a:lnTo>
                  <a:pt x="17080" y="396"/>
                </a:lnTo>
                <a:lnTo>
                  <a:pt x="17204" y="396"/>
                </a:lnTo>
                <a:lnTo>
                  <a:pt x="17371" y="277"/>
                </a:lnTo>
                <a:lnTo>
                  <a:pt x="17539" y="238"/>
                </a:lnTo>
                <a:lnTo>
                  <a:pt x="17958" y="158"/>
                </a:lnTo>
                <a:lnTo>
                  <a:pt x="18081" y="79"/>
                </a:lnTo>
                <a:lnTo>
                  <a:pt x="18209" y="0"/>
                </a:lnTo>
                <a:lnTo>
                  <a:pt x="18249" y="119"/>
                </a:lnTo>
                <a:lnTo>
                  <a:pt x="18293" y="238"/>
                </a:lnTo>
                <a:lnTo>
                  <a:pt x="18377" y="357"/>
                </a:lnTo>
                <a:lnTo>
                  <a:pt x="18461" y="476"/>
                </a:lnTo>
                <a:lnTo>
                  <a:pt x="18584" y="595"/>
                </a:lnTo>
                <a:lnTo>
                  <a:pt x="18668" y="714"/>
                </a:lnTo>
                <a:lnTo>
                  <a:pt x="18791" y="714"/>
                </a:lnTo>
                <a:lnTo>
                  <a:pt x="18919" y="793"/>
                </a:lnTo>
                <a:lnTo>
                  <a:pt x="19043" y="833"/>
                </a:lnTo>
                <a:lnTo>
                  <a:pt x="19171" y="873"/>
                </a:lnTo>
                <a:lnTo>
                  <a:pt x="19294" y="873"/>
                </a:lnTo>
                <a:lnTo>
                  <a:pt x="19418" y="833"/>
                </a:lnTo>
                <a:lnTo>
                  <a:pt x="19545" y="873"/>
                </a:lnTo>
                <a:lnTo>
                  <a:pt x="19713" y="912"/>
                </a:lnTo>
                <a:lnTo>
                  <a:pt x="19836" y="912"/>
                </a:lnTo>
                <a:lnTo>
                  <a:pt x="19960" y="912"/>
                </a:lnTo>
                <a:lnTo>
                  <a:pt x="20127" y="912"/>
                </a:lnTo>
                <a:lnTo>
                  <a:pt x="20255" y="873"/>
                </a:lnTo>
                <a:lnTo>
                  <a:pt x="20379" y="833"/>
                </a:lnTo>
                <a:lnTo>
                  <a:pt x="20507" y="793"/>
                </a:lnTo>
                <a:lnTo>
                  <a:pt x="20670" y="793"/>
                </a:lnTo>
                <a:lnTo>
                  <a:pt x="20798" y="793"/>
                </a:lnTo>
                <a:lnTo>
                  <a:pt x="20921" y="873"/>
                </a:lnTo>
                <a:lnTo>
                  <a:pt x="21089" y="912"/>
                </a:lnTo>
                <a:lnTo>
                  <a:pt x="21217" y="992"/>
                </a:lnTo>
                <a:lnTo>
                  <a:pt x="21340" y="1072"/>
                </a:lnTo>
                <a:lnTo>
                  <a:pt x="21464" y="1112"/>
                </a:lnTo>
                <a:lnTo>
                  <a:pt x="21631" y="1231"/>
                </a:lnTo>
                <a:lnTo>
                  <a:pt x="21715" y="1350"/>
                </a:lnTo>
                <a:lnTo>
                  <a:pt x="21843" y="1390"/>
                </a:lnTo>
                <a:lnTo>
                  <a:pt x="21966" y="1469"/>
                </a:lnTo>
                <a:lnTo>
                  <a:pt x="22090" y="1548"/>
                </a:lnTo>
                <a:lnTo>
                  <a:pt x="22218" y="1628"/>
                </a:lnTo>
                <a:lnTo>
                  <a:pt x="22341" y="1667"/>
                </a:lnTo>
                <a:lnTo>
                  <a:pt x="22469" y="1667"/>
                </a:lnTo>
                <a:lnTo>
                  <a:pt x="22469" y="1786"/>
                </a:lnTo>
                <a:lnTo>
                  <a:pt x="22553" y="1906"/>
                </a:lnTo>
                <a:lnTo>
                  <a:pt x="22637" y="2025"/>
                </a:lnTo>
                <a:lnTo>
                  <a:pt x="22637" y="2144"/>
                </a:lnTo>
                <a:lnTo>
                  <a:pt x="22637" y="2263"/>
                </a:lnTo>
                <a:lnTo>
                  <a:pt x="22637" y="2382"/>
                </a:lnTo>
                <a:lnTo>
                  <a:pt x="22676" y="2501"/>
                </a:lnTo>
                <a:lnTo>
                  <a:pt x="22676" y="2620"/>
                </a:lnTo>
                <a:lnTo>
                  <a:pt x="22676" y="2739"/>
                </a:lnTo>
                <a:lnTo>
                  <a:pt x="22676" y="2858"/>
                </a:lnTo>
                <a:lnTo>
                  <a:pt x="22676" y="2977"/>
                </a:lnTo>
                <a:lnTo>
                  <a:pt x="22676" y="3096"/>
                </a:lnTo>
                <a:lnTo>
                  <a:pt x="22676" y="3216"/>
                </a:lnTo>
                <a:lnTo>
                  <a:pt x="22676" y="3335"/>
                </a:lnTo>
                <a:lnTo>
                  <a:pt x="22676" y="3454"/>
                </a:lnTo>
                <a:lnTo>
                  <a:pt x="22637" y="3573"/>
                </a:lnTo>
                <a:lnTo>
                  <a:pt x="22509" y="3653"/>
                </a:lnTo>
                <a:lnTo>
                  <a:pt x="22385" y="3732"/>
                </a:lnTo>
                <a:lnTo>
                  <a:pt x="22257" y="3692"/>
                </a:lnTo>
                <a:lnTo>
                  <a:pt x="22134" y="3653"/>
                </a:lnTo>
                <a:lnTo>
                  <a:pt x="22006" y="3613"/>
                </a:lnTo>
                <a:lnTo>
                  <a:pt x="21883" y="3613"/>
                </a:lnTo>
                <a:lnTo>
                  <a:pt x="21759" y="3573"/>
                </a:lnTo>
                <a:lnTo>
                  <a:pt x="21631" y="3573"/>
                </a:lnTo>
                <a:lnTo>
                  <a:pt x="21508" y="3573"/>
                </a:lnTo>
                <a:lnTo>
                  <a:pt x="21380" y="3613"/>
                </a:lnTo>
                <a:lnTo>
                  <a:pt x="21256" y="3653"/>
                </a:lnTo>
                <a:lnTo>
                  <a:pt x="21133" y="3732"/>
                </a:lnTo>
                <a:lnTo>
                  <a:pt x="21005" y="3772"/>
                </a:lnTo>
                <a:lnTo>
                  <a:pt x="20882" y="3891"/>
                </a:lnTo>
                <a:lnTo>
                  <a:pt x="20754" y="3970"/>
                </a:lnTo>
                <a:lnTo>
                  <a:pt x="20630" y="4050"/>
                </a:lnTo>
                <a:lnTo>
                  <a:pt x="20507" y="4129"/>
                </a:lnTo>
                <a:lnTo>
                  <a:pt x="20379" y="4129"/>
                </a:lnTo>
                <a:lnTo>
                  <a:pt x="20255" y="4129"/>
                </a:lnTo>
                <a:lnTo>
                  <a:pt x="20127" y="4129"/>
                </a:lnTo>
                <a:lnTo>
                  <a:pt x="20004" y="4129"/>
                </a:lnTo>
                <a:lnTo>
                  <a:pt x="19881" y="4050"/>
                </a:lnTo>
                <a:lnTo>
                  <a:pt x="19797" y="3931"/>
                </a:lnTo>
                <a:lnTo>
                  <a:pt x="19669" y="3891"/>
                </a:lnTo>
                <a:lnTo>
                  <a:pt x="19545" y="3772"/>
                </a:lnTo>
                <a:lnTo>
                  <a:pt x="19418" y="3772"/>
                </a:lnTo>
                <a:lnTo>
                  <a:pt x="19294" y="3812"/>
                </a:lnTo>
                <a:lnTo>
                  <a:pt x="19126" y="3891"/>
                </a:lnTo>
                <a:lnTo>
                  <a:pt x="19003" y="3970"/>
                </a:lnTo>
                <a:lnTo>
                  <a:pt x="18875" y="3931"/>
                </a:lnTo>
                <a:lnTo>
                  <a:pt x="18752" y="3891"/>
                </a:lnTo>
                <a:lnTo>
                  <a:pt x="18624" y="3851"/>
                </a:lnTo>
                <a:lnTo>
                  <a:pt x="18500" y="3772"/>
                </a:lnTo>
                <a:lnTo>
                  <a:pt x="18377" y="3732"/>
                </a:lnTo>
                <a:lnTo>
                  <a:pt x="18249" y="3732"/>
                </a:lnTo>
                <a:lnTo>
                  <a:pt x="18125" y="3653"/>
                </a:lnTo>
                <a:lnTo>
                  <a:pt x="17958" y="3613"/>
                </a:lnTo>
                <a:lnTo>
                  <a:pt x="17834" y="3534"/>
                </a:lnTo>
                <a:lnTo>
                  <a:pt x="17707" y="3454"/>
                </a:lnTo>
                <a:lnTo>
                  <a:pt x="17583" y="3415"/>
                </a:lnTo>
                <a:lnTo>
                  <a:pt x="17455" y="3375"/>
                </a:lnTo>
                <a:lnTo>
                  <a:pt x="17332" y="3296"/>
                </a:lnTo>
                <a:lnTo>
                  <a:pt x="17204" y="3256"/>
                </a:lnTo>
                <a:lnTo>
                  <a:pt x="17041" y="3177"/>
                </a:lnTo>
                <a:lnTo>
                  <a:pt x="16912" y="3177"/>
                </a:lnTo>
                <a:lnTo>
                  <a:pt x="16788" y="3137"/>
                </a:lnTo>
                <a:lnTo>
                  <a:pt x="16660" y="3137"/>
                </a:lnTo>
                <a:lnTo>
                  <a:pt x="16493" y="3096"/>
                </a:lnTo>
                <a:lnTo>
                  <a:pt x="16286" y="3096"/>
                </a:lnTo>
                <a:lnTo>
                  <a:pt x="16118" y="3017"/>
                </a:lnTo>
                <a:lnTo>
                  <a:pt x="15950" y="3017"/>
                </a:lnTo>
                <a:lnTo>
                  <a:pt x="15827" y="2977"/>
                </a:lnTo>
                <a:lnTo>
                  <a:pt x="15659" y="2937"/>
                </a:lnTo>
                <a:lnTo>
                  <a:pt x="15536" y="2937"/>
                </a:lnTo>
                <a:lnTo>
                  <a:pt x="15408" y="2937"/>
                </a:lnTo>
                <a:lnTo>
                  <a:pt x="15285" y="2898"/>
                </a:lnTo>
                <a:lnTo>
                  <a:pt x="15157" y="2818"/>
                </a:lnTo>
                <a:lnTo>
                  <a:pt x="15033" y="2779"/>
                </a:lnTo>
                <a:lnTo>
                  <a:pt x="14910" y="2739"/>
                </a:lnTo>
                <a:lnTo>
                  <a:pt x="14782" y="2699"/>
                </a:lnTo>
                <a:lnTo>
                  <a:pt x="14614" y="2660"/>
                </a:lnTo>
                <a:lnTo>
                  <a:pt x="14491" y="2660"/>
                </a:lnTo>
                <a:lnTo>
                  <a:pt x="14367" y="2660"/>
                </a:lnTo>
                <a:lnTo>
                  <a:pt x="14239" y="2699"/>
                </a:lnTo>
                <a:lnTo>
                  <a:pt x="14116" y="2699"/>
                </a:lnTo>
                <a:lnTo>
                  <a:pt x="13988" y="2699"/>
                </a:lnTo>
                <a:lnTo>
                  <a:pt x="13865" y="2699"/>
                </a:lnTo>
                <a:lnTo>
                  <a:pt x="13741" y="2699"/>
                </a:lnTo>
                <a:lnTo>
                  <a:pt x="13613" y="2699"/>
                </a:lnTo>
                <a:lnTo>
                  <a:pt x="13490" y="2739"/>
                </a:lnTo>
                <a:lnTo>
                  <a:pt x="13278" y="2779"/>
                </a:lnTo>
                <a:lnTo>
                  <a:pt x="13111" y="2818"/>
                </a:lnTo>
                <a:lnTo>
                  <a:pt x="12947" y="2818"/>
                </a:lnTo>
                <a:lnTo>
                  <a:pt x="12820" y="2818"/>
                </a:lnTo>
                <a:lnTo>
                  <a:pt x="12696" y="2858"/>
                </a:lnTo>
                <a:lnTo>
                  <a:pt x="12568" y="2858"/>
                </a:lnTo>
                <a:lnTo>
                  <a:pt x="12361" y="2858"/>
                </a:lnTo>
                <a:lnTo>
                  <a:pt x="12193" y="2898"/>
                </a:lnTo>
                <a:lnTo>
                  <a:pt x="12026" y="2937"/>
                </a:lnTo>
                <a:lnTo>
                  <a:pt x="11902" y="2937"/>
                </a:lnTo>
                <a:lnTo>
                  <a:pt x="11774" y="2937"/>
                </a:lnTo>
                <a:lnTo>
                  <a:pt x="11611" y="2937"/>
                </a:lnTo>
                <a:lnTo>
                  <a:pt x="11483" y="2898"/>
                </a:lnTo>
                <a:lnTo>
                  <a:pt x="11360" y="2898"/>
                </a:lnTo>
                <a:lnTo>
                  <a:pt x="11232" y="2858"/>
                </a:lnTo>
                <a:lnTo>
                  <a:pt x="11109" y="2858"/>
                </a:lnTo>
                <a:lnTo>
                  <a:pt x="10985" y="2818"/>
                </a:lnTo>
                <a:lnTo>
                  <a:pt x="10773" y="2779"/>
                </a:lnTo>
                <a:lnTo>
                  <a:pt x="10606" y="2699"/>
                </a:lnTo>
                <a:lnTo>
                  <a:pt x="10482" y="2660"/>
                </a:lnTo>
                <a:lnTo>
                  <a:pt x="10355" y="2620"/>
                </a:lnTo>
                <a:lnTo>
                  <a:pt x="10191" y="2541"/>
                </a:lnTo>
                <a:lnTo>
                  <a:pt x="10024" y="2501"/>
                </a:lnTo>
                <a:lnTo>
                  <a:pt x="9856" y="2461"/>
                </a:lnTo>
                <a:lnTo>
                  <a:pt x="9728" y="2461"/>
                </a:lnTo>
                <a:lnTo>
                  <a:pt x="9605" y="2461"/>
                </a:lnTo>
                <a:lnTo>
                  <a:pt x="9437" y="2421"/>
                </a:lnTo>
                <a:lnTo>
                  <a:pt x="9270" y="2382"/>
                </a:lnTo>
                <a:lnTo>
                  <a:pt x="9102" y="2382"/>
                </a:lnTo>
                <a:lnTo>
                  <a:pt x="8979" y="2382"/>
                </a:lnTo>
                <a:lnTo>
                  <a:pt x="8855" y="2382"/>
                </a:lnTo>
                <a:lnTo>
                  <a:pt x="8644" y="2382"/>
                </a:lnTo>
                <a:lnTo>
                  <a:pt x="8436" y="2421"/>
                </a:lnTo>
                <a:lnTo>
                  <a:pt x="8269" y="2421"/>
                </a:lnTo>
                <a:lnTo>
                  <a:pt x="8145" y="2421"/>
                </a:lnTo>
                <a:lnTo>
                  <a:pt x="8017" y="2461"/>
                </a:lnTo>
                <a:lnTo>
                  <a:pt x="7894" y="2461"/>
                </a:lnTo>
                <a:lnTo>
                  <a:pt x="7766" y="2461"/>
                </a:lnTo>
                <a:lnTo>
                  <a:pt x="7598" y="2461"/>
                </a:lnTo>
                <a:lnTo>
                  <a:pt x="7435" y="2501"/>
                </a:lnTo>
                <a:lnTo>
                  <a:pt x="7268" y="2501"/>
                </a:lnTo>
                <a:lnTo>
                  <a:pt x="7140" y="2501"/>
                </a:lnTo>
                <a:lnTo>
                  <a:pt x="6972" y="2501"/>
                </a:lnTo>
                <a:lnTo>
                  <a:pt x="6849" y="2541"/>
                </a:lnTo>
                <a:lnTo>
                  <a:pt x="6642" y="2541"/>
                </a:lnTo>
                <a:lnTo>
                  <a:pt x="6474" y="2541"/>
                </a:lnTo>
                <a:lnTo>
                  <a:pt x="6346" y="2541"/>
                </a:lnTo>
                <a:lnTo>
                  <a:pt x="6223" y="2501"/>
                </a:lnTo>
                <a:lnTo>
                  <a:pt x="6099" y="2501"/>
                </a:lnTo>
                <a:lnTo>
                  <a:pt x="5971" y="2461"/>
                </a:lnTo>
                <a:lnTo>
                  <a:pt x="5764" y="2421"/>
                </a:lnTo>
                <a:lnTo>
                  <a:pt x="5595" y="2382"/>
                </a:lnTo>
                <a:lnTo>
                  <a:pt x="5472" y="2382"/>
                </a:lnTo>
                <a:lnTo>
                  <a:pt x="5344" y="2342"/>
                </a:lnTo>
                <a:lnTo>
                  <a:pt x="5221" y="2342"/>
                </a:lnTo>
                <a:lnTo>
                  <a:pt x="5093" y="2302"/>
                </a:lnTo>
                <a:lnTo>
                  <a:pt x="4925" y="2302"/>
                </a:lnTo>
                <a:lnTo>
                  <a:pt x="4678" y="2263"/>
                </a:lnTo>
                <a:lnTo>
                  <a:pt x="4550" y="2223"/>
                </a:lnTo>
                <a:lnTo>
                  <a:pt x="4427" y="2223"/>
                </a:lnTo>
                <a:lnTo>
                  <a:pt x="4259" y="2223"/>
                </a:lnTo>
                <a:lnTo>
                  <a:pt x="4092" y="2223"/>
                </a:lnTo>
                <a:lnTo>
                  <a:pt x="3968" y="2223"/>
                </a:lnTo>
                <a:lnTo>
                  <a:pt x="3757" y="2223"/>
                </a:lnTo>
                <a:lnTo>
                  <a:pt x="3589" y="2302"/>
                </a:lnTo>
                <a:lnTo>
                  <a:pt x="3426" y="2302"/>
                </a:lnTo>
                <a:lnTo>
                  <a:pt x="3258" y="2302"/>
                </a:lnTo>
                <a:lnTo>
                  <a:pt x="3130" y="2302"/>
                </a:lnTo>
                <a:lnTo>
                  <a:pt x="2963" y="2302"/>
                </a:lnTo>
                <a:lnTo>
                  <a:pt x="2839" y="2302"/>
                </a:lnTo>
                <a:lnTo>
                  <a:pt x="2716" y="2302"/>
                </a:lnTo>
                <a:lnTo>
                  <a:pt x="2588" y="2302"/>
                </a:lnTo>
                <a:lnTo>
                  <a:pt x="2465" y="2302"/>
                </a:lnTo>
                <a:lnTo>
                  <a:pt x="2337" y="2302"/>
                </a:lnTo>
                <a:lnTo>
                  <a:pt x="2213" y="2302"/>
                </a:lnTo>
                <a:lnTo>
                  <a:pt x="2085" y="2302"/>
                </a:lnTo>
                <a:lnTo>
                  <a:pt x="1962" y="2302"/>
                </a:lnTo>
                <a:lnTo>
                  <a:pt x="1838" y="2342"/>
                </a:lnTo>
                <a:lnTo>
                  <a:pt x="1671" y="2342"/>
                </a:lnTo>
                <a:lnTo>
                  <a:pt x="1543" y="2382"/>
                </a:lnTo>
                <a:lnTo>
                  <a:pt x="1419" y="2382"/>
                </a:lnTo>
                <a:lnTo>
                  <a:pt x="1296" y="2382"/>
                </a:lnTo>
                <a:lnTo>
                  <a:pt x="1168" y="2461"/>
                </a:lnTo>
                <a:lnTo>
                  <a:pt x="1045" y="2461"/>
                </a:lnTo>
                <a:lnTo>
                  <a:pt x="917" y="2501"/>
                </a:lnTo>
                <a:lnTo>
                  <a:pt x="793" y="2501"/>
                </a:lnTo>
                <a:lnTo>
                  <a:pt x="670" y="2580"/>
                </a:lnTo>
                <a:lnTo>
                  <a:pt x="542" y="2620"/>
                </a:lnTo>
                <a:lnTo>
                  <a:pt x="418" y="2699"/>
                </a:lnTo>
                <a:lnTo>
                  <a:pt x="291" y="2739"/>
                </a:lnTo>
                <a:lnTo>
                  <a:pt x="167" y="2779"/>
                </a:lnTo>
                <a:lnTo>
                  <a:pt x="39" y="2699"/>
                </a:lnTo>
                <a:lnTo>
                  <a:pt x="39" y="2580"/>
                </a:lnTo>
                <a:lnTo>
                  <a:pt x="0" y="2461"/>
                </a:lnTo>
                <a:lnTo>
                  <a:pt x="0" y="2342"/>
                </a:lnTo>
                <a:lnTo>
                  <a:pt x="39" y="2223"/>
                </a:lnTo>
                <a:lnTo>
                  <a:pt x="39" y="2104"/>
                </a:lnTo>
                <a:lnTo>
                  <a:pt x="83" y="1985"/>
                </a:lnTo>
                <a:lnTo>
                  <a:pt x="207" y="1906"/>
                </a:lnTo>
                <a:lnTo>
                  <a:pt x="335" y="1866"/>
                </a:lnTo>
                <a:lnTo>
                  <a:pt x="374" y="1945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 txBox="1"/>
          <p:nvPr/>
        </p:nvSpPr>
        <p:spPr>
          <a:xfrm>
            <a:off x="2919240" y="104760"/>
            <a:ext cx="29894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Full Sort Syntax.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163440" y="5084640"/>
            <a:ext cx="8712360" cy="3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85000"/>
              </a:lnSpc>
              <a:spcBef>
                <a:spcPts val="36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ProcedureName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is the name of a section or paragraph.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"/>
          <p:cNvPicPr/>
          <p:nvPr/>
        </p:nvPicPr>
        <p:blipFill>
          <a:blip r:embed="rId1"/>
          <a:stretch/>
        </p:blipFill>
        <p:spPr>
          <a:xfrm>
            <a:off x="73080" y="760320"/>
            <a:ext cx="8854920" cy="3902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"/>
          <p:cNvSpPr txBox="1"/>
          <p:nvPr/>
        </p:nvSpPr>
        <p:spPr>
          <a:xfrm>
            <a:off x="6137280" y="3697200"/>
            <a:ext cx="2766960" cy="754200"/>
          </a:xfrm>
          <a:prstGeom prst="rect">
            <a:avLst/>
          </a:prstGeom>
          <a:solidFill>
            <a:srgbClr val="DADADA"/>
          </a:solidFill>
          <a:ln w="2556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95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SummariseSales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3171960" y="2857680"/>
            <a:ext cx="2300400" cy="11001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95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SORT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5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Process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3324240" y="4510080"/>
            <a:ext cx="2100240" cy="779400"/>
          </a:xfrm>
          <a:prstGeom prst="rect">
            <a:avLst/>
          </a:prstGeom>
          <a:solidFill>
            <a:srgbClr val="DADADA"/>
          </a:solidFill>
          <a:ln w="2556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95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WorkFile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1204920" y="162000"/>
            <a:ext cx="67248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How the OUTPUT PROCEDURE works.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585720" y="5467320"/>
            <a:ext cx="8064360" cy="107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1440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SORT WorkFile ON ASCENDING KEY WSalesmanNum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USING SalesFile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OUTPUT PROCEDURE IS SummariseSales.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652320" y="871560"/>
            <a:ext cx="2414520" cy="111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SalesFile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5867280" y="900000"/>
            <a:ext cx="2914560" cy="1100160"/>
          </a:xfrm>
          <a:prstGeom prst="rect">
            <a:avLst/>
          </a:prstGeom>
          <a:solidFill>
            <a:srgbClr val="DADADA"/>
          </a:solidFill>
          <a:ln w="2556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SalesSummaryFile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1643040" y="1847880"/>
            <a:ext cx="1657800" cy="1643400"/>
          </a:xfrm>
          <a:custGeom>
            <a:avLst/>
            <a:gdLst/>
            <a:ahLst/>
            <a:rect l="0" t="0" r="r" b="b"/>
            <a:pathLst>
              <a:path fill="none" w="4605" h="4565">
                <a:moveTo>
                  <a:pt x="0" y="0"/>
                </a:moveTo>
                <a:lnTo>
                  <a:pt x="0" y="0"/>
                </a:lnTo>
                <a:cubicBezTo>
                  <a:pt x="0" y="801"/>
                  <a:pt x="213" y="1589"/>
                  <a:pt x="617" y="2283"/>
                </a:cubicBezTo>
                <a:cubicBezTo>
                  <a:pt x="1021" y="2976"/>
                  <a:pt x="1602" y="3553"/>
                  <a:pt x="2303" y="3953"/>
                </a:cubicBezTo>
                <a:cubicBezTo>
                  <a:pt x="3003" y="4354"/>
                  <a:pt x="3797" y="4565"/>
                  <a:pt x="4605" y="4565"/>
                </a:cubicBezTo>
              </a:path>
            </a:pathLst>
          </a:custGeom>
          <a:ln w="25560">
            <a:solidFill>
              <a:srgbClr val="FFFFFF"/>
            </a:solidFill>
            <a:round/>
            <a:tailEnd len="med" type="triangle" w="med"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1494000" y="2532240"/>
            <a:ext cx="968400" cy="517680"/>
          </a:xfrm>
          <a:prstGeom prst="rect">
            <a:avLst/>
          </a:prstGeom>
          <a:solidFill>
            <a:srgbClr val="DADADA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Unsorted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Records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4295880" y="3852720"/>
            <a:ext cx="0" cy="771840"/>
          </a:xfrm>
          <a:prstGeom prst="line">
            <a:avLst/>
          </a:prstGeom>
          <a:ln w="25560">
            <a:solidFill>
              <a:srgbClr val="FFFFFF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300640" y="3071880"/>
            <a:ext cx="1872000" cy="729000"/>
          </a:xfrm>
          <a:custGeom>
            <a:avLst/>
            <a:gdLst/>
            <a:ahLst/>
            <a:rect l="0" t="0" r="r" b="b"/>
            <a:pathLst>
              <a:path fill="none" w="5200" h="2025">
                <a:moveTo>
                  <a:pt x="5200" y="2025"/>
                </a:moveTo>
                <a:lnTo>
                  <a:pt x="5200" y="2025"/>
                </a:lnTo>
                <a:lnTo>
                  <a:pt x="5200" y="2025"/>
                </a:lnTo>
                <a:cubicBezTo>
                  <a:pt x="5200" y="1670"/>
                  <a:pt x="4960" y="1320"/>
                  <a:pt x="4503" y="1012"/>
                </a:cubicBezTo>
                <a:cubicBezTo>
                  <a:pt x="4047" y="705"/>
                  <a:pt x="3390" y="449"/>
                  <a:pt x="2600" y="271"/>
                </a:cubicBezTo>
                <a:cubicBezTo>
                  <a:pt x="1810" y="94"/>
                  <a:pt x="913" y="0"/>
                  <a:pt x="0" y="0"/>
                </a:cubicBezTo>
              </a:path>
            </a:pathLst>
          </a:custGeom>
          <a:ln w="25560">
            <a:solidFill>
              <a:srgbClr val="FFFFFF"/>
            </a:solidFill>
            <a:round/>
            <a:headEnd len="med" type="triangle" w="med"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7343640" y="1800360"/>
            <a:ext cx="1143360" cy="2014920"/>
          </a:xfrm>
          <a:custGeom>
            <a:avLst/>
            <a:gdLst/>
            <a:ahLst/>
            <a:rect l="0" t="0" r="r" b="b"/>
            <a:pathLst>
              <a:path fill="none" w="3176" h="5597">
                <a:moveTo>
                  <a:pt x="3176" y="5597"/>
                </a:moveTo>
                <a:lnTo>
                  <a:pt x="3176" y="5597"/>
                </a:lnTo>
                <a:lnTo>
                  <a:pt x="3176" y="5597"/>
                </a:lnTo>
                <a:cubicBezTo>
                  <a:pt x="3176" y="4615"/>
                  <a:pt x="3029" y="3649"/>
                  <a:pt x="2750" y="2798"/>
                </a:cubicBezTo>
                <a:cubicBezTo>
                  <a:pt x="2472" y="1948"/>
                  <a:pt x="2071" y="1241"/>
                  <a:pt x="1588" y="750"/>
                </a:cubicBezTo>
                <a:cubicBezTo>
                  <a:pt x="1105" y="259"/>
                  <a:pt x="558" y="0"/>
                  <a:pt x="0" y="0"/>
                </a:cubicBezTo>
              </a:path>
            </a:pathLst>
          </a:custGeom>
          <a:ln w="25560">
            <a:solidFill>
              <a:srgbClr val="FFFFFF"/>
            </a:solidFill>
            <a:round/>
            <a:tailEnd len="med" type="triangle" w="med"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7813800" y="2463840"/>
            <a:ext cx="1025640" cy="662040"/>
          </a:xfrm>
          <a:prstGeom prst="rect">
            <a:avLst/>
          </a:prstGeom>
          <a:solidFill>
            <a:srgbClr val="DADADA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Salesman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Summary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Record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5872320" y="2913120"/>
            <a:ext cx="888840" cy="517680"/>
          </a:xfrm>
          <a:prstGeom prst="rect">
            <a:avLst/>
          </a:prstGeom>
          <a:solidFill>
            <a:srgbClr val="DADADA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Sorted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Records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 txBox="1"/>
          <p:nvPr/>
        </p:nvSpPr>
        <p:spPr>
          <a:xfrm>
            <a:off x="1209600" y="1590840"/>
            <a:ext cx="6488280" cy="309564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OPEN OUTPUT OutFile</a:t>
            </a:r>
            <a:br>
              <a:rPr sz="2800"/>
            </a:b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RETURN SDWorkFile RECORD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PERFORM UNTIL Condition</a:t>
            </a:r>
            <a:br>
              <a:rPr sz="2800"/>
            </a:b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      WRITE OutRec</a:t>
            </a:r>
            <a:br>
              <a:rPr sz="2800"/>
            </a:b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    </a:t>
            </a:r>
            <a:r>
              <a:rPr lang="en-US" sz="2800" b="1" u="none" strike="noStrike">
                <a:solidFill>
                  <a:srgbClr val="DC008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RETURN SDWorkFile RECORD</a:t>
            </a:r>
            <a:br>
              <a:rPr sz="1800"/>
            </a:b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END-PERFORM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CLOSE OutFile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1519200" y="247680"/>
            <a:ext cx="56768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OUTPUT PROCEDURE Template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"/>
          <p:cNvSpPr txBox="1"/>
          <p:nvPr/>
        </p:nvSpPr>
        <p:spPr>
          <a:xfrm>
            <a:off x="641520" y="588960"/>
            <a:ext cx="8023320" cy="5533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360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 SalesFile.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SalesRec            PIC X(10).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360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SD  WorkFile.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WorkRec.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88  EndOfWorkFile   VALUE HIGH-VALUES.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 WSalesmanNum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9(5).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 FILLER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X.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 WQtySold        PIC X(4).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360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 SalesSummaryFile.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SummaryRec.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 SalesmanNum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9(5).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 TotalQtySold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9(6).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360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Begin.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SORT WorkFile ON ASCENDING KEY WSalesmanNum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USING SalesFile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OUTPUT PROCEDURE IS </a:t>
            </a: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SummariseSales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OPEN INPUT SalesSummaryFile.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PERFORM PrintSummaryReport.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2228760" y="228600"/>
            <a:ext cx="4143240" cy="328680"/>
          </a:xfrm>
          <a:prstGeom prst="rect">
            <a:avLst/>
          </a:prstGeom>
          <a:solidFill>
            <a:srgbClr val="DADADA"/>
          </a:solidFill>
          <a:ln w="1260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063DE8"/>
                </a:solidFill>
                <a:effectLst/>
                <a:uFillTx/>
                <a:latin typeface="Arial"/>
                <a:ea typeface="Arial"/>
              </a:rPr>
              <a:t>Output PROCEDURE - Example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"/>
          <p:cNvSpPr txBox="1"/>
          <p:nvPr/>
        </p:nvSpPr>
        <p:spPr>
          <a:xfrm>
            <a:off x="387360" y="441360"/>
            <a:ext cx="8340840" cy="598500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SummariseSales.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OPEN OUTPUT SalesSummaryFile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RETURN WorkFile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AT END SET EndOfWorkFile TO TRUE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END-RETURN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PERFORM UNTIL EndOfWorkFile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MOVE WSalesmanNum TO SalesmanNum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MOVE ZEROS TO TotalQtySold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PERFORM UNTIL WSalesManNum NOT = SalesmanNum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       OR EndOfWorkFile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ADD WQtySold TO TotalQtySold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RETURN WorkFile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AT END SET EndOfWorkFile TO TRUE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END-RETURN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END-PERFORM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WRITE SummaryRec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END-PERFORM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CLOSE SalesSummaryFile.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"/>
          <p:cNvSpPr txBox="1"/>
          <p:nvPr/>
        </p:nvSpPr>
        <p:spPr>
          <a:xfrm>
            <a:off x="1657440" y="157320"/>
            <a:ext cx="54403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RELEASE and RETURN Syntax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1185840" y="1581120"/>
            <a:ext cx="946080" cy="2392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10800"/>
              </a:spcBef>
            </a:pP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Write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0800"/>
              </a:spcBef>
            </a:pP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Read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1" name=""/>
          <p:cNvPicPr/>
          <p:nvPr/>
        </p:nvPicPr>
        <p:blipFill>
          <a:blip r:embed="rId1"/>
          <a:stretch/>
        </p:blipFill>
        <p:spPr>
          <a:xfrm>
            <a:off x="914400" y="1905120"/>
            <a:ext cx="7483320" cy="773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" name=""/>
          <p:cNvPicPr/>
          <p:nvPr/>
        </p:nvPicPr>
        <p:blipFill>
          <a:blip r:embed="rId2"/>
          <a:stretch/>
        </p:blipFill>
        <p:spPr>
          <a:xfrm>
            <a:off x="914400" y="3875040"/>
            <a:ext cx="7554960" cy="1670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"/>
          <p:cNvPicPr/>
          <p:nvPr/>
        </p:nvPicPr>
        <p:blipFill>
          <a:blip r:embed="rId1"/>
          <a:stretch/>
        </p:blipFill>
        <p:spPr>
          <a:xfrm>
            <a:off x="343080" y="765000"/>
            <a:ext cx="2960640" cy="235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"/>
          <p:cNvSpPr txBox="1"/>
          <p:nvPr/>
        </p:nvSpPr>
        <p:spPr>
          <a:xfrm>
            <a:off x="1347840" y="133200"/>
            <a:ext cx="65660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Feeding the SORT from the keyboard.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285840" y="5738760"/>
            <a:ext cx="7699320" cy="91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75000"/>
              </a:lnSpc>
              <a:spcBef>
                <a:spcPts val="961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SORT WorkFile ON ASCENDING KEY WStudentId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INPUT PROCEDURE IS GetStudentDetails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GIVING StudentFile.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3987720" y="4770360"/>
            <a:ext cx="2075040" cy="75420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95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WorkFile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6684840" y="1386000"/>
            <a:ext cx="2085840" cy="8571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StudentFile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6008760" y="2100240"/>
            <a:ext cx="1686240" cy="1638720"/>
          </a:xfrm>
          <a:custGeom>
            <a:avLst/>
            <a:gdLst/>
            <a:ahLst/>
            <a:rect l="0" t="0" r="r" b="b"/>
            <a:pathLst>
              <a:path fill="none" w="4684" h="4552">
                <a:moveTo>
                  <a:pt x="0" y="4552"/>
                </a:moveTo>
                <a:lnTo>
                  <a:pt x="0" y="4552"/>
                </a:lnTo>
                <a:cubicBezTo>
                  <a:pt x="822" y="4552"/>
                  <a:pt x="1630" y="4342"/>
                  <a:pt x="2342" y="3942"/>
                </a:cubicBezTo>
                <a:cubicBezTo>
                  <a:pt x="3054" y="3543"/>
                  <a:pt x="3645" y="2968"/>
                  <a:pt x="4056" y="2276"/>
                </a:cubicBezTo>
                <a:cubicBezTo>
                  <a:pt x="4468" y="1584"/>
                  <a:pt x="4684" y="799"/>
                  <a:pt x="4684" y="0"/>
                </a:cubicBezTo>
              </a:path>
            </a:pathLst>
          </a:custGeom>
          <a:ln w="25560">
            <a:solidFill>
              <a:srgbClr val="FFFFFF"/>
            </a:solidFill>
            <a:round/>
            <a:headEnd len="med" type="triangle" w="med"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6989760" y="2730600"/>
            <a:ext cx="888840" cy="738360"/>
          </a:xfrm>
          <a:prstGeom prst="rect">
            <a:avLst/>
          </a:prstGeom>
          <a:solidFill>
            <a:srgbClr val="DADADA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Sorted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Student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Records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3817800" y="3114720"/>
            <a:ext cx="2300400" cy="11001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95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SORT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5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Process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4946760" y="4100400"/>
            <a:ext cx="0" cy="771480"/>
          </a:xfrm>
          <a:prstGeom prst="line">
            <a:avLst/>
          </a:prstGeom>
          <a:ln w="25560">
            <a:solidFill>
              <a:srgbClr val="FFFFFF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501480" y="4210200"/>
            <a:ext cx="2867040" cy="7286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95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GetStudentDetails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2079720" y="3257640"/>
            <a:ext cx="1924560" cy="1047960"/>
          </a:xfrm>
          <a:custGeom>
            <a:avLst/>
            <a:gdLst/>
            <a:ahLst/>
            <a:rect l="0" t="0" r="r" b="b"/>
            <a:pathLst>
              <a:path fill="none" w="5346" h="2911">
                <a:moveTo>
                  <a:pt x="5346" y="0"/>
                </a:moveTo>
                <a:lnTo>
                  <a:pt x="5346" y="0"/>
                </a:lnTo>
                <a:cubicBezTo>
                  <a:pt x="4408" y="0"/>
                  <a:pt x="3486" y="135"/>
                  <a:pt x="2673" y="390"/>
                </a:cubicBezTo>
                <a:cubicBezTo>
                  <a:pt x="1860" y="645"/>
                  <a:pt x="1185" y="1013"/>
                  <a:pt x="716" y="1456"/>
                </a:cubicBezTo>
                <a:cubicBezTo>
                  <a:pt x="247" y="1898"/>
                  <a:pt x="0" y="2400"/>
                  <a:pt x="0" y="2911"/>
                </a:cubicBezTo>
              </a:path>
            </a:pathLst>
          </a:custGeom>
          <a:ln w="25560">
            <a:solidFill>
              <a:srgbClr val="FFFFFF"/>
            </a:solidFill>
            <a:round/>
            <a:tailEnd len="med" type="triangle" w="med"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2320920" y="3259080"/>
            <a:ext cx="968400" cy="738360"/>
          </a:xfrm>
          <a:prstGeom prst="rect">
            <a:avLst/>
          </a:prstGeom>
          <a:solidFill>
            <a:srgbClr val="DADADA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Unsorted</a:t>
            </a:r>
            <a:br>
              <a:rPr sz="1600"/>
            </a:b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Student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Records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655560" y="1247760"/>
            <a:ext cx="633600" cy="3053160"/>
          </a:xfrm>
          <a:custGeom>
            <a:avLst/>
            <a:gdLst/>
            <a:ahLst/>
            <a:rect l="0" t="0" r="r" b="b"/>
            <a:pathLst>
              <a:path fill="none" w="1760" h="8481">
                <a:moveTo>
                  <a:pt x="1760" y="0"/>
                </a:moveTo>
                <a:lnTo>
                  <a:pt x="1760" y="0"/>
                </a:lnTo>
                <a:cubicBezTo>
                  <a:pt x="1451" y="0"/>
                  <a:pt x="1148" y="392"/>
                  <a:pt x="880" y="1136"/>
                </a:cubicBezTo>
                <a:cubicBezTo>
                  <a:pt x="612" y="1881"/>
                  <a:pt x="390" y="2951"/>
                  <a:pt x="236" y="4241"/>
                </a:cubicBezTo>
                <a:cubicBezTo>
                  <a:pt x="81" y="5530"/>
                  <a:pt x="0" y="6992"/>
                  <a:pt x="0" y="8481"/>
                </a:cubicBezTo>
              </a:path>
            </a:pathLst>
          </a:custGeom>
          <a:ln w="25560">
            <a:solidFill>
              <a:srgbClr val="FFFFFF"/>
            </a:solidFill>
            <a:round/>
            <a:headEnd len="med" type="triangle" w="med"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1359000" y="1200240"/>
            <a:ext cx="101124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8965125COUGHLAN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"/>
          <p:cNvSpPr txBox="1"/>
          <p:nvPr/>
        </p:nvSpPr>
        <p:spPr>
          <a:xfrm>
            <a:off x="380880" y="236520"/>
            <a:ext cx="8474040" cy="63277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360"/>
              </a:spcBef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ENVIRONMENT DIVISION.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INPUT-OUTPUT SECTION.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FILE-CONTROL.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SELECT StudentFile ASSIGN TO "SORTSTUD.DAT"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ORGANIZATION IS LINE SEQUENTIAL.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SELECT WorkFile ASSIGN TO "WORK.TMP".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  <a:spcBef>
                <a:spcPts val="360"/>
              </a:spcBef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StudentFile.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StudentDetails      PIC X(32).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  <a:spcBef>
                <a:spcPts val="360"/>
              </a:spcBef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SD WorkFile.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WorkRec.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WStudentId       PIC 9(7).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FILLER           PIC X(25).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  <a:spcBef>
                <a:spcPts val="360"/>
              </a:spcBef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Begin.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SORT WorkFile ON ASCENDING KEY WStudentId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INPUT PROCEDURE IS GetStudentDetails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GIVING StudentFile.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  <a:spcBef>
                <a:spcPts val="360"/>
              </a:spcBef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GetStudentDetails.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DISPLAY "Enter student details using template below."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DISPLAY "Enter no data to end.".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DISPLAY "NNNNNNNSSSSSSSSIIYYMMDDCCCCGGGGS".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ACCEPT  WorkRec.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PERFORM UNTIL WorkRec = SPACES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RELEASE WorkRec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ACCEPT WorkRec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END-PERFORM.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"/>
          <p:cNvSpPr txBox="1"/>
          <p:nvPr/>
        </p:nvSpPr>
        <p:spPr>
          <a:xfrm>
            <a:off x="2714760" y="133200"/>
            <a:ext cx="28512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MERGE Syntax.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157320" y="3710160"/>
            <a:ext cx="8377200" cy="266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Merge takes two or more identically sequenced files and combines them, according to the key values specified, to produce a combined file which is then output to an output file or OUTPUT PROCEDURE.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e.g.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MERGE WorkFile ON ASCENDING KEY StudentId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              USING InsertionsFile,  StudentFile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              GIVING NewStudentFile.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0" name=""/>
          <p:cNvPicPr/>
          <p:nvPr/>
        </p:nvPicPr>
        <p:blipFill>
          <a:blip r:embed="rId1"/>
          <a:stretch/>
        </p:blipFill>
        <p:spPr>
          <a:xfrm>
            <a:off x="554040" y="968400"/>
            <a:ext cx="7618320" cy="2579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 txBox="1"/>
          <p:nvPr/>
        </p:nvSpPr>
        <p:spPr>
          <a:xfrm>
            <a:off x="657360" y="219240"/>
            <a:ext cx="7265880" cy="64771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360"/>
              </a:spcBef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ENVIRONMENT DIVISION.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INPUT-OUTPUT SECTION.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FILE-CONTROL.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SELECT StudentFile    ASSIGN TO "STUDENTS.DAT"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ORGANIZATION IS LINE SEQUENTIAL.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  <a:spcBef>
                <a:spcPts val="360"/>
              </a:spcBef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SELECT InsertionsFile ASSIGN TO "TRANSINS.DAT"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ORGANIZATION IS LINE SEQUENTIAL.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  <a:spcBef>
                <a:spcPts val="360"/>
              </a:spcBef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SELECT NewStudentFile ASSIGN TO "STUDENTS.NEW"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ORGANIZATION IS LINE SEQUENTIAL.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  <a:spcBef>
                <a:spcPts val="360"/>
              </a:spcBef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SELECT WorkFile       ASSIGN TO "WORK.TMP".</a:t>
            </a:r>
            <a:br>
              <a:rPr sz="1800"/>
            </a:b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  <a:spcBef>
                <a:spcPts val="360"/>
              </a:spcBef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 StudentFile.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StudentRec             PIC X(32).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  <a:spcBef>
                <a:spcPts val="360"/>
              </a:spcBef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 InsertionsFile.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InsertionRec           PIC X(32).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  <a:spcBef>
                <a:spcPts val="360"/>
              </a:spcBef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 NewStudentFile.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NewStudentRec          PIC X(32).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  <a:spcBef>
                <a:spcPts val="360"/>
              </a:spcBef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SD  WorkFile.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WorkRec.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WStudentId          PIC 9(7).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FILLER              PIC X(25).</a:t>
            </a:r>
            <a:br>
              <a:rPr sz="1800"/>
            </a:b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  <a:spcBef>
                <a:spcPts val="360"/>
              </a:spcBef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Begin.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MERGE WorkFile ON ASCENDING KEY WStudentId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USING InsertionsFile,  StudentFile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GIVING NewStudentFile.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  <a:spcBef>
                <a:spcPts val="360"/>
              </a:spcBef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Coughlan</dc:creator>
  <dc:description/>
  <dc:language>en-US</dc:language>
  <cp:lastModifiedBy>Michael Coughlan</cp:lastModifiedBy>
  <cp:revision>0</cp:revision>
  <dc:subject/>
  <dc:title>Sort and Merge</dc:title>
</cp:coreProperties>
</file>