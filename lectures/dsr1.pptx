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Layouts/slideLayout2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presProps.xml" ContentType="application/vnd.openxmlformats-officedocument.presentationml.presProps+xml"/>
  <Override PartName="/ppt/slides/slide45.xml" ContentType="application/vnd.openxmlformats-officedocument.presentationml.slide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20.xml" ContentType="application/vnd.openxmlformats-officedocument.presentationml.slide+xml"/>
  <Override PartName="/ppt/slides/slide46.xml" ContentType="application/vnd.openxmlformats-officedocument.presentationml.slide+xml"/>
  <Override PartName="/ppt/slides/slide2.xml" ContentType="application/vnd.openxmlformats-officedocument.presentationml.slide+xml"/>
  <Override PartName="/ppt/slides/slide21.xml" ContentType="application/vnd.openxmlformats-officedocument.presentationml.slide+xml"/>
  <Override PartName="/ppt/slides/slide47.xml" ContentType="application/vnd.openxmlformats-officedocument.presentationml.slide+xml"/>
  <Override PartName="/ppt/slides/slide3.xml" ContentType="application/vnd.openxmlformats-officedocument.presentationml.slide+xml"/>
  <Override PartName="/ppt/slides/slide40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23.xml" ContentType="application/vnd.openxmlformats-officedocument.presentationml.slide+xml"/>
  <Override PartName="/ppt/slides/slide42.xml" ContentType="application/vnd.openxmlformats-officedocument.presentationml.slide+xml"/>
  <Override PartName="/ppt/slides/slide6.xml" ContentType="application/vnd.openxmlformats-officedocument.presentationml.slide+xml"/>
  <Override PartName="/ppt/slides/slide24.xml" ContentType="application/vnd.openxmlformats-officedocument.presentationml.slide+xml"/>
  <Override PartName="/ppt/slides/slide43.xml" ContentType="application/vnd.openxmlformats-officedocument.presentationml.slide+xml"/>
  <Override PartName="/ppt/slides/slide7.xml" ContentType="application/vnd.openxmlformats-officedocument.presentationml.slide+xml"/>
  <Override PartName="/ppt/slides/slide25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26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49.xml" ContentType="application/vnd.openxmlformats-officedocument.presentationml.slide+xml"/>
  <Override PartName="/ppt/slides/slide14.xml" ContentType="application/vnd.openxmlformats-officedocument.presentationml.slide+xml"/>
  <Override PartName="/ppt/slides/slide48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44.xml" ContentType="application/vnd.openxmlformats-officedocument.presentationml.slide+xml"/>
  <Override PartName="/ppt/slides/slide19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</p:sld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PM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gradFill rotWithShape="0">
            <a:gsLst>
              <a:gs pos="0">
                <a:srgbClr val="114FFB"/>
              </a:gs>
              <a:gs pos="100000">
                <a:srgbClr val="FFFFFF"/>
              </a:gs>
            </a:gsLst>
            <a:path path="rect">
              <a:fillToRect l="0" t="0" r="100000" b="100000"/>
            </a:path>
          </a:gra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3" name=""/>
          <p:cNvGrpSpPr/>
          <p:nvPr/>
        </p:nvGrpSpPr>
        <p:grpSpPr>
          <a:xfrm>
            <a:off x="6629400" y="4343400"/>
            <a:ext cx="2286000" cy="2286000"/>
            <a:chOff x="6629400" y="4343400"/>
            <a:chExt cx="2286000" cy="2286000"/>
          </a:xfrm>
        </p:grpSpPr>
        <p:sp>
          <p:nvSpPr>
            <p:cNvPr id="4" name=""/>
            <p:cNvSpPr/>
            <p:nvPr/>
          </p:nvSpPr>
          <p:spPr>
            <a:xfrm>
              <a:off x="8763120" y="6477120"/>
              <a:ext cx="152280" cy="152280"/>
            </a:xfrm>
            <a:prstGeom prst="rect">
              <a:avLst/>
            </a:prstGeom>
            <a:solidFill>
              <a:srgbClr val="FF0000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" name=""/>
            <p:cNvSpPr/>
            <p:nvPr/>
          </p:nvSpPr>
          <p:spPr>
            <a:xfrm>
              <a:off x="8458200" y="6477120"/>
              <a:ext cx="152280" cy="152280"/>
            </a:xfrm>
            <a:prstGeom prst="rect">
              <a:avLst/>
            </a:prstGeom>
            <a:solidFill>
              <a:srgbClr val="FF8000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" name=""/>
            <p:cNvSpPr/>
            <p:nvPr/>
          </p:nvSpPr>
          <p:spPr>
            <a:xfrm>
              <a:off x="8153280" y="6477120"/>
              <a:ext cx="152280" cy="152280"/>
            </a:xfrm>
            <a:prstGeom prst="rect">
              <a:avLst/>
            </a:prstGeom>
            <a:solidFill>
              <a:srgbClr val="FFFF00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" name=""/>
            <p:cNvSpPr/>
            <p:nvPr/>
          </p:nvSpPr>
          <p:spPr>
            <a:xfrm>
              <a:off x="7848720" y="6477120"/>
              <a:ext cx="152280" cy="152280"/>
            </a:xfrm>
            <a:prstGeom prst="rect">
              <a:avLst/>
            </a:prstGeom>
            <a:solidFill>
              <a:srgbClr val="00FF00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" name=""/>
            <p:cNvSpPr/>
            <p:nvPr/>
          </p:nvSpPr>
          <p:spPr>
            <a:xfrm>
              <a:off x="7543800" y="6477120"/>
              <a:ext cx="152280" cy="152280"/>
            </a:xfrm>
            <a:prstGeom prst="rect">
              <a:avLst/>
            </a:prstGeom>
            <a:solidFill>
              <a:srgbClr val="00FFFF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" name=""/>
            <p:cNvSpPr/>
            <p:nvPr/>
          </p:nvSpPr>
          <p:spPr>
            <a:xfrm>
              <a:off x="7238880" y="6477120"/>
              <a:ext cx="152280" cy="152280"/>
            </a:xfrm>
            <a:prstGeom prst="rect">
              <a:avLst/>
            </a:prstGeom>
            <a:solidFill>
              <a:srgbClr val="0000FF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" name=""/>
            <p:cNvSpPr/>
            <p:nvPr/>
          </p:nvSpPr>
          <p:spPr>
            <a:xfrm>
              <a:off x="6934320" y="6477120"/>
              <a:ext cx="152280" cy="152280"/>
            </a:xfrm>
            <a:prstGeom prst="rect">
              <a:avLst/>
            </a:prstGeom>
            <a:solidFill>
              <a:srgbClr val="FF00FF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" name=""/>
            <p:cNvSpPr/>
            <p:nvPr/>
          </p:nvSpPr>
          <p:spPr>
            <a:xfrm>
              <a:off x="6629400" y="6477120"/>
              <a:ext cx="152280" cy="152280"/>
            </a:xfrm>
            <a:prstGeom prst="rect">
              <a:avLst/>
            </a:prstGeom>
            <a:solidFill>
              <a:srgbClr val="A000A0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" name=""/>
            <p:cNvSpPr/>
            <p:nvPr/>
          </p:nvSpPr>
          <p:spPr>
            <a:xfrm>
              <a:off x="8763120" y="6172200"/>
              <a:ext cx="152280" cy="152280"/>
            </a:xfrm>
            <a:prstGeom prst="rect">
              <a:avLst/>
            </a:prstGeom>
            <a:solidFill>
              <a:srgbClr val="FF8000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" name=""/>
            <p:cNvSpPr/>
            <p:nvPr/>
          </p:nvSpPr>
          <p:spPr>
            <a:xfrm>
              <a:off x="8763120" y="5867280"/>
              <a:ext cx="152280" cy="152280"/>
            </a:xfrm>
            <a:prstGeom prst="rect">
              <a:avLst/>
            </a:prstGeom>
            <a:solidFill>
              <a:srgbClr val="FFFF00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" name=""/>
            <p:cNvSpPr/>
            <p:nvPr/>
          </p:nvSpPr>
          <p:spPr>
            <a:xfrm>
              <a:off x="8763120" y="5562720"/>
              <a:ext cx="152280" cy="152280"/>
            </a:xfrm>
            <a:prstGeom prst="rect">
              <a:avLst/>
            </a:prstGeom>
            <a:solidFill>
              <a:srgbClr val="00FF00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" name=""/>
            <p:cNvSpPr/>
            <p:nvPr/>
          </p:nvSpPr>
          <p:spPr>
            <a:xfrm>
              <a:off x="8763120" y="5257800"/>
              <a:ext cx="152280" cy="152280"/>
            </a:xfrm>
            <a:prstGeom prst="rect">
              <a:avLst/>
            </a:prstGeom>
            <a:solidFill>
              <a:srgbClr val="00FFFF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" name=""/>
            <p:cNvSpPr/>
            <p:nvPr/>
          </p:nvSpPr>
          <p:spPr>
            <a:xfrm>
              <a:off x="8763120" y="4952880"/>
              <a:ext cx="152280" cy="152280"/>
            </a:xfrm>
            <a:prstGeom prst="rect">
              <a:avLst/>
            </a:prstGeom>
            <a:solidFill>
              <a:srgbClr val="0000FF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" name=""/>
            <p:cNvSpPr/>
            <p:nvPr/>
          </p:nvSpPr>
          <p:spPr>
            <a:xfrm>
              <a:off x="8763120" y="4648320"/>
              <a:ext cx="152280" cy="152280"/>
            </a:xfrm>
            <a:prstGeom prst="rect">
              <a:avLst/>
            </a:prstGeom>
            <a:solidFill>
              <a:srgbClr val="FF00FF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" name=""/>
            <p:cNvSpPr/>
            <p:nvPr/>
          </p:nvSpPr>
          <p:spPr>
            <a:xfrm>
              <a:off x="8763120" y="4343400"/>
              <a:ext cx="152280" cy="152280"/>
            </a:xfrm>
            <a:prstGeom prst="rect">
              <a:avLst/>
            </a:prstGeom>
            <a:solidFill>
              <a:srgbClr val="A000A0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0" r:id="rId11"/>
    <p:sldLayoutId id="2147483661" r:id="rId12"/>
    <p:sldLayoutId id="2147483662" r:id="rId13"/>
    <p:sldLayoutId id="2147483663" r:id="rId14"/>
    <p:sldLayoutId id="2147483664" r:id="rId15"/>
    <p:sldLayoutId id="2147483665" r:id="rId16"/>
    <p:sldLayoutId id="2147483666" r:id="rId17"/>
    <p:sldLayoutId id="2147483667" r:id="rId18"/>
    <p:sldLayoutId id="2147483668" r:id="rId19"/>
    <p:sldLayoutId id="2147483669" r:id="rId20"/>
    <p:sldLayoutId id="2147483670" r:id="rId21"/>
    <p:sldLayoutId id="2147483671" r:id="rId22"/>
    <p:sldLayoutId id="2147483672" r:id="rId23"/>
    <p:sldLayoutId id="2147483673" r:id="rId24"/>
    <p:sldLayoutId id="2147483674" r:id="rId25"/>
    <p:sldLayoutId id="2147483675" r:id="rId26"/>
    <p:sldLayoutId id="2147483676" r:id="rId27"/>
    <p:sldLayoutId id="2147483677" r:id="rId28"/>
    <p:sldLayoutId id="2147483678" r:id="rId29"/>
    <p:sldLayoutId id="2147483679" r:id="rId30"/>
    <p:sldLayoutId id="2147483680" r:id="rId31"/>
    <p:sldLayoutId id="2147483681" r:id="rId32"/>
    <p:sldLayoutId id="2147483682" r:id="rId33"/>
    <p:sldLayoutId id="2147483683" r:id="rId34"/>
    <p:sldLayoutId id="2147483684" r:id="rId35"/>
    <p:sldLayoutId id="2147483685" r:id="rId36"/>
    <p:sldLayoutId id="2147483686" r:id="rId37"/>
    <p:sldLayoutId id="2147483687" r:id="rId38"/>
    <p:sldLayoutId id="2147483688" r:id="rId39"/>
    <p:sldLayoutId id="2147483689" r:id="rId40"/>
    <p:sldLayoutId id="2147483690" r:id="rId41"/>
    <p:sldLayoutId id="2147483691" r:id="rId42"/>
    <p:sldLayoutId id="2147483692" r:id="rId4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4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6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9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0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1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2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3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4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6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7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8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9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0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1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2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3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4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5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6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8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0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1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2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gradFill rotWithShape="0">
            <a:gsLst>
              <a:gs pos="0">
                <a:srgbClr val="114FFB"/>
              </a:gs>
              <a:gs pos="100000">
                <a:srgbClr val="FFFFFF"/>
              </a:gs>
            </a:gsLst>
            <a:path path="rect">
              <a:fillToRect l="0" t="0" r="100000" b="100000"/>
            </a:path>
          </a:gra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"/>
          <p:cNvSpPr/>
          <p:nvPr/>
        </p:nvSpPr>
        <p:spPr>
          <a:xfrm>
            <a:off x="0" y="0"/>
            <a:ext cx="9131400" cy="6845400"/>
          </a:xfrm>
          <a:prstGeom prst="rect">
            <a:avLst/>
          </a:prstGeom>
          <a:gradFill rotWithShape="0">
            <a:gsLst>
              <a:gs pos="0">
                <a:srgbClr val="063DE8"/>
              </a:gs>
              <a:gs pos="100000">
                <a:srgbClr val="FFFFFF"/>
              </a:gs>
            </a:gsLst>
            <a:path path="rect">
              <a:fillToRect l="50000" t="50000" r="50000" b="50000"/>
            </a:path>
          </a:gra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"/>
          <p:cNvSpPr txBox="1"/>
          <p:nvPr/>
        </p:nvSpPr>
        <p:spPr>
          <a:xfrm>
            <a:off x="2332080" y="2378160"/>
            <a:ext cx="4782960" cy="256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90000"/>
              </a:lnSpc>
            </a:pPr>
            <a:r>
              <a:rPr lang="en-US" sz="3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Introduction</a:t>
            </a:r>
            <a:br>
              <a:rPr sz="3600"/>
            </a:br>
            <a:r>
              <a:rPr lang="en-US" sz="3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to </a:t>
            </a:r>
            <a:br>
              <a:rPr sz="3600"/>
            </a:br>
            <a:r>
              <a:rPr lang="en-US" sz="3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Diagrammatic </a:t>
            </a:r>
            <a:br>
              <a:rPr sz="3600"/>
            </a:br>
            <a:r>
              <a:rPr lang="en-US" sz="3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Stepwise Refinement</a:t>
            </a:r>
            <a:br>
              <a:rPr sz="3600"/>
            </a:b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"/>
          <p:cNvSpPr txBox="1"/>
          <p:nvPr/>
        </p:nvSpPr>
        <p:spPr>
          <a:xfrm>
            <a:off x="733320" y="345960"/>
            <a:ext cx="7346880" cy="1406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90000"/>
              </a:lnSpc>
            </a:pPr>
            <a:r>
              <a:rPr lang="en-US" sz="2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DIAGRAMMATIC STEPWISE REFINEMENT (DSR).</a:t>
            </a:r>
            <a:br>
              <a:rPr sz="2400"/>
            </a:br>
            <a:br>
              <a:rPr sz="2400"/>
            </a:br>
            <a:br>
              <a:rPr sz="2400"/>
            </a:b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an approach to program design based on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480960" y="2757600"/>
            <a:ext cx="8153280" cy="1785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380880" indent="-380880">
              <a:lnSpc>
                <a:spcPct val="90000"/>
              </a:lnSpc>
              <a:spcBef>
                <a:spcPts val="1681"/>
              </a:spcBef>
              <a:buClr>
                <a:srgbClr val="FC0128"/>
              </a:buClr>
              <a:buSzPct val="75000"/>
              <a:buFont typeface="Wingdings"/>
              <a:buChar char="_x0000_"/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The Program Structure Diagrams used in the Jackson Method (JSP)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90000"/>
              </a:lnSpc>
              <a:spcBef>
                <a:spcPts val="1681"/>
              </a:spcBef>
              <a:buClr>
                <a:srgbClr val="FC0128"/>
              </a:buClr>
              <a:buSzPct val="75000"/>
              <a:buFont typeface="Wingdings"/>
              <a:buChar char="_x0000_"/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Wirth's Stepwise Refinement approach to program design.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"/>
          <p:cNvSpPr txBox="1"/>
          <p:nvPr/>
        </p:nvSpPr>
        <p:spPr>
          <a:xfrm>
            <a:off x="2076480" y="190440"/>
            <a:ext cx="474804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Steps in the DSR approach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"/>
          <p:cNvSpPr txBox="1"/>
          <p:nvPr/>
        </p:nvSpPr>
        <p:spPr>
          <a:xfrm>
            <a:off x="200160" y="866880"/>
            <a:ext cx="8758080" cy="5477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571680" indent="-571680">
              <a:lnSpc>
                <a:spcPct val="85000"/>
              </a:lnSpc>
              <a:spcBef>
                <a:spcPts val="1440"/>
              </a:spcBef>
            </a:pPr>
            <a:r>
              <a:rPr lang="en-US" sz="24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1.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Define the problem completely.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71680" indent="-571680">
              <a:lnSpc>
                <a:spcPct val="85000"/>
              </a:lnSpc>
              <a:spcBef>
                <a:spcPts val="1440"/>
              </a:spcBef>
            </a:pPr>
            <a:r>
              <a:rPr lang="en-US" sz="24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2.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Work out what needs to be done to solve the problem.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71680" indent="-571680">
              <a:lnSpc>
                <a:spcPct val="85000"/>
              </a:lnSpc>
              <a:spcBef>
                <a:spcPts val="1440"/>
              </a:spcBef>
            </a:pPr>
            <a:r>
              <a:rPr lang="en-US" sz="24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3.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Using Stepwise Refinement, design a Program Structure Diagram (</a:t>
            </a:r>
            <a:r>
              <a:rPr lang="en-US" sz="24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PSD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) to represent your solution to the problem.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71680" indent="-571680">
              <a:lnSpc>
                <a:spcPct val="85000"/>
              </a:lnSpc>
              <a:spcBef>
                <a:spcPts val="1440"/>
              </a:spcBef>
            </a:pPr>
            <a:r>
              <a:rPr lang="en-US" sz="24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4.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Write out the Executable Operations needed to produce the output from the input.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71680" indent="-571680">
              <a:lnSpc>
                <a:spcPct val="85000"/>
              </a:lnSpc>
              <a:spcBef>
                <a:spcPts val="1440"/>
              </a:spcBef>
            </a:pPr>
            <a:r>
              <a:rPr lang="en-US" sz="24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5.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Assign the</a:t>
            </a:r>
            <a:r>
              <a:rPr lang="en-US" sz="24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 Executable Operations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to the appropriate places in the PSD.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71680" indent="-571680">
              <a:lnSpc>
                <a:spcPct val="85000"/>
              </a:lnSpc>
              <a:spcBef>
                <a:spcPts val="1440"/>
              </a:spcBef>
            </a:pPr>
            <a:r>
              <a:rPr lang="en-US" sz="24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6.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Insert the </a:t>
            </a:r>
            <a:r>
              <a:rPr lang="en-US" sz="24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Iteration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and </a:t>
            </a:r>
            <a:r>
              <a:rPr lang="en-US" sz="24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Selection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conditions.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71680" indent="-571680">
              <a:lnSpc>
                <a:spcPct val="85000"/>
              </a:lnSpc>
              <a:spcBef>
                <a:spcPts val="1440"/>
              </a:spcBef>
            </a:pPr>
            <a:r>
              <a:rPr lang="en-US" sz="24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7.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Test your solution using test data.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71680" indent="-571680">
              <a:lnSpc>
                <a:spcPct val="85000"/>
              </a:lnSpc>
              <a:spcBef>
                <a:spcPts val="1440"/>
              </a:spcBef>
            </a:pPr>
            <a:r>
              <a:rPr lang="en-US" sz="24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8.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Translate the populated PSD into code.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"/>
          <p:cNvSpPr txBox="1"/>
          <p:nvPr/>
        </p:nvSpPr>
        <p:spPr>
          <a:xfrm>
            <a:off x="2676600" y="204840"/>
            <a:ext cx="376092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Stepwise Refinement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"/>
          <p:cNvSpPr txBox="1"/>
          <p:nvPr/>
        </p:nvSpPr>
        <p:spPr>
          <a:xfrm>
            <a:off x="399960" y="1481040"/>
            <a:ext cx="8286840" cy="2590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681"/>
              </a:spcBef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Is an approach to program design which involves breaking a task into sub-tasks.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681"/>
              </a:spcBef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Each sub-task is in turn broken into further sub-tasks.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681"/>
              </a:spcBef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This process continues until the sub-tasks are so simple that their implementation is straight forward.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"/>
          <p:cNvSpPr txBox="1"/>
          <p:nvPr/>
        </p:nvSpPr>
        <p:spPr>
          <a:xfrm>
            <a:off x="3073320" y="3565440"/>
            <a:ext cx="2448000" cy="210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471600" indent="-471600">
              <a:lnSpc>
                <a:spcPct val="90000"/>
              </a:lnSpc>
              <a:spcBef>
                <a:spcPts val="2401"/>
              </a:spcBef>
              <a:buClr>
                <a:srgbClr val="FC0128"/>
              </a:buClr>
              <a:buSzPct val="75000"/>
              <a:buFont typeface="Wingdings"/>
              <a:buChar char="_x0000_"/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Sequence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71600" indent="-471600">
              <a:lnSpc>
                <a:spcPct val="90000"/>
              </a:lnSpc>
              <a:spcBef>
                <a:spcPts val="2401"/>
              </a:spcBef>
              <a:buClr>
                <a:srgbClr val="FC0128"/>
              </a:buClr>
              <a:buSzPct val="75000"/>
              <a:buFont typeface="Wingdings"/>
              <a:buChar char="_x0000_"/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Selection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71600" indent="-471600">
              <a:lnSpc>
                <a:spcPct val="90000"/>
              </a:lnSpc>
              <a:spcBef>
                <a:spcPts val="2401"/>
              </a:spcBef>
              <a:buClr>
                <a:srgbClr val="FC0128"/>
              </a:buClr>
              <a:buSzPct val="75000"/>
              <a:buFont typeface="Wingdings"/>
              <a:buChar char="_x0000_"/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Iteration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"/>
          <p:cNvSpPr txBox="1"/>
          <p:nvPr/>
        </p:nvSpPr>
        <p:spPr>
          <a:xfrm>
            <a:off x="1962000" y="133200"/>
            <a:ext cx="504504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Program Structure Diagrams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"/>
          <p:cNvSpPr txBox="1"/>
          <p:nvPr/>
        </p:nvSpPr>
        <p:spPr>
          <a:xfrm>
            <a:off x="814320" y="954000"/>
            <a:ext cx="7669080" cy="1990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  <a:spcBef>
                <a:spcPts val="1681"/>
              </a:spcBef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Program Structure Diagrams (PSDs) are used to represent the hierarchy of tasks and sub-tasks created by Stepwise Refinement.  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1681"/>
              </a:spcBef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They are drawn using the three classic constructs of Structured Programming.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"/>
          <p:cNvSpPr/>
          <p:nvPr/>
        </p:nvSpPr>
        <p:spPr>
          <a:xfrm>
            <a:off x="3367080" y="1297080"/>
            <a:ext cx="2125800" cy="108576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"/>
          <p:cNvSpPr txBox="1"/>
          <p:nvPr/>
        </p:nvSpPr>
        <p:spPr>
          <a:xfrm>
            <a:off x="3367080" y="1297080"/>
            <a:ext cx="2125800" cy="108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0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20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REPORT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"/>
          <p:cNvSpPr txBox="1"/>
          <p:nvPr/>
        </p:nvSpPr>
        <p:spPr>
          <a:xfrm>
            <a:off x="3219480" y="176040"/>
            <a:ext cx="269388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Sequence PSD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"/>
          <p:cNvSpPr/>
          <p:nvPr/>
        </p:nvSpPr>
        <p:spPr>
          <a:xfrm>
            <a:off x="660240" y="4078440"/>
            <a:ext cx="2125800" cy="108576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"/>
          <p:cNvSpPr txBox="1"/>
          <p:nvPr/>
        </p:nvSpPr>
        <p:spPr>
          <a:xfrm>
            <a:off x="660240" y="4078440"/>
            <a:ext cx="2125800" cy="108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0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br>
              <a:rPr sz="2000"/>
            </a:br>
            <a:r>
              <a:rPr lang="en-US" sz="20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REPORT</a:t>
            </a:r>
            <a:br>
              <a:rPr sz="2000"/>
            </a:br>
            <a:r>
              <a:rPr lang="en-US" sz="20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HEADINGS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"/>
          <p:cNvSpPr/>
          <p:nvPr/>
        </p:nvSpPr>
        <p:spPr>
          <a:xfrm>
            <a:off x="3343320" y="4078440"/>
            <a:ext cx="2125800" cy="108576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"/>
          <p:cNvSpPr txBox="1"/>
          <p:nvPr/>
        </p:nvSpPr>
        <p:spPr>
          <a:xfrm>
            <a:off x="3343320" y="4078440"/>
            <a:ext cx="2125800" cy="108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0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br>
              <a:rPr sz="2000"/>
            </a:br>
            <a:r>
              <a:rPr lang="en-US" sz="20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REPORT</a:t>
            </a:r>
            <a:br>
              <a:rPr sz="2000"/>
            </a:br>
            <a:r>
              <a:rPr lang="en-US" sz="20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BODY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"/>
          <p:cNvSpPr/>
          <p:nvPr/>
        </p:nvSpPr>
        <p:spPr>
          <a:xfrm>
            <a:off x="6327720" y="4078440"/>
            <a:ext cx="2125800" cy="108576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"/>
          <p:cNvSpPr txBox="1"/>
          <p:nvPr/>
        </p:nvSpPr>
        <p:spPr>
          <a:xfrm>
            <a:off x="6327720" y="4078440"/>
            <a:ext cx="2125800" cy="108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0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br>
              <a:rPr sz="2000"/>
            </a:br>
            <a:r>
              <a:rPr lang="en-US" sz="20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REPORT</a:t>
            </a:r>
            <a:br>
              <a:rPr sz="2000"/>
            </a:br>
            <a:r>
              <a:rPr lang="en-US" sz="20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FOOTING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"/>
          <p:cNvSpPr/>
          <p:nvPr/>
        </p:nvSpPr>
        <p:spPr>
          <a:xfrm>
            <a:off x="4429080" y="2386080"/>
            <a:ext cx="0" cy="170028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"/>
          <p:cNvSpPr/>
          <p:nvPr/>
        </p:nvSpPr>
        <p:spPr>
          <a:xfrm flipH="1">
            <a:off x="1671480" y="2394000"/>
            <a:ext cx="2757600" cy="169236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"/>
          <p:cNvSpPr/>
          <p:nvPr/>
        </p:nvSpPr>
        <p:spPr>
          <a:xfrm>
            <a:off x="4429080" y="2400480"/>
            <a:ext cx="3014640" cy="168588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"/>
          <p:cNvSpPr/>
          <p:nvPr/>
        </p:nvSpPr>
        <p:spPr>
          <a:xfrm>
            <a:off x="3368520" y="4522680"/>
            <a:ext cx="2125800" cy="108576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"/>
          <p:cNvSpPr txBox="1"/>
          <p:nvPr/>
        </p:nvSpPr>
        <p:spPr>
          <a:xfrm>
            <a:off x="3368520" y="4522680"/>
            <a:ext cx="2125800" cy="108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0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ADD TO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20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FEMALES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"/>
          <p:cNvSpPr/>
          <p:nvPr/>
        </p:nvSpPr>
        <p:spPr>
          <a:xfrm>
            <a:off x="685800" y="4522680"/>
            <a:ext cx="2125800" cy="108576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"/>
          <p:cNvSpPr txBox="1"/>
          <p:nvPr/>
        </p:nvSpPr>
        <p:spPr>
          <a:xfrm>
            <a:off x="685800" y="4522680"/>
            <a:ext cx="2125800" cy="108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0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ADD TO</a:t>
            </a:r>
            <a:br>
              <a:rPr sz="2000"/>
            </a:br>
            <a:r>
              <a:rPr lang="en-US" sz="20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MALES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"/>
          <p:cNvSpPr txBox="1"/>
          <p:nvPr/>
        </p:nvSpPr>
        <p:spPr>
          <a:xfrm>
            <a:off x="3219480" y="176040"/>
            <a:ext cx="259560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Selection PSD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"/>
          <p:cNvSpPr/>
          <p:nvPr/>
        </p:nvSpPr>
        <p:spPr>
          <a:xfrm>
            <a:off x="4454640" y="2830680"/>
            <a:ext cx="0" cy="169992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"/>
          <p:cNvSpPr/>
          <p:nvPr/>
        </p:nvSpPr>
        <p:spPr>
          <a:xfrm flipH="1">
            <a:off x="1697040" y="2838600"/>
            <a:ext cx="2757600" cy="169200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"/>
          <p:cNvSpPr/>
          <p:nvPr/>
        </p:nvSpPr>
        <p:spPr>
          <a:xfrm>
            <a:off x="3395520" y="1449360"/>
            <a:ext cx="2125800" cy="108576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"/>
          <p:cNvSpPr txBox="1"/>
          <p:nvPr/>
        </p:nvSpPr>
        <p:spPr>
          <a:xfrm>
            <a:off x="3395520" y="1449360"/>
            <a:ext cx="2125800" cy="108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0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COUNT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20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STUDENT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"/>
          <p:cNvSpPr/>
          <p:nvPr/>
        </p:nvSpPr>
        <p:spPr>
          <a:xfrm>
            <a:off x="4287960" y="2513160"/>
            <a:ext cx="333360" cy="33012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"/>
          <p:cNvSpPr txBox="1"/>
          <p:nvPr/>
        </p:nvSpPr>
        <p:spPr>
          <a:xfrm>
            <a:off x="4287960" y="2513160"/>
            <a:ext cx="333360" cy="330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0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"/>
          <p:cNvSpPr txBox="1"/>
          <p:nvPr/>
        </p:nvSpPr>
        <p:spPr>
          <a:xfrm>
            <a:off x="2635200" y="239760"/>
            <a:ext cx="411624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Selection with Null part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"/>
          <p:cNvSpPr/>
          <p:nvPr/>
        </p:nvSpPr>
        <p:spPr>
          <a:xfrm>
            <a:off x="3465360" y="1576440"/>
            <a:ext cx="2125800" cy="108576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"/>
          <p:cNvSpPr txBox="1"/>
          <p:nvPr/>
        </p:nvSpPr>
        <p:spPr>
          <a:xfrm>
            <a:off x="3465360" y="1576440"/>
            <a:ext cx="2125800" cy="108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0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COUNT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20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STUDENT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"/>
          <p:cNvSpPr/>
          <p:nvPr/>
        </p:nvSpPr>
        <p:spPr>
          <a:xfrm>
            <a:off x="758880" y="4649760"/>
            <a:ext cx="2125800" cy="108576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"/>
          <p:cNvSpPr txBox="1"/>
          <p:nvPr/>
        </p:nvSpPr>
        <p:spPr>
          <a:xfrm>
            <a:off x="758880" y="4649760"/>
            <a:ext cx="2125800" cy="108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0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ADD TO</a:t>
            </a:r>
            <a:br>
              <a:rPr sz="2000"/>
            </a:br>
            <a:r>
              <a:rPr lang="en-US" sz="20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LM51 COUNT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"/>
          <p:cNvSpPr/>
          <p:nvPr/>
        </p:nvSpPr>
        <p:spPr>
          <a:xfrm>
            <a:off x="3441600" y="4649760"/>
            <a:ext cx="2125800" cy="108576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"/>
          <p:cNvSpPr txBox="1"/>
          <p:nvPr/>
        </p:nvSpPr>
        <p:spPr>
          <a:xfrm>
            <a:off x="3441600" y="4649760"/>
            <a:ext cx="2125800" cy="108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0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ADD TO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20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LM60 COUNT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"/>
          <p:cNvSpPr/>
          <p:nvPr/>
        </p:nvSpPr>
        <p:spPr>
          <a:xfrm>
            <a:off x="7032600" y="4649760"/>
            <a:ext cx="1066680" cy="1085760"/>
          </a:xfrm>
          <a:prstGeom prst="rect">
            <a:avLst/>
          </a:prstGeom>
          <a:gradFill rotWithShape="0">
            <a:gsLst>
              <a:gs pos="0">
                <a:srgbClr val="919191"/>
              </a:gs>
              <a:gs pos="50000">
                <a:srgbClr val="FFFFFF"/>
              </a:gs>
              <a:gs pos="100000">
                <a:srgbClr val="919191"/>
              </a:gs>
            </a:gsLst>
            <a:lin ang="2700000"/>
          </a:gradFill>
          <a:ln w="25560">
            <a:solidFill>
              <a:srgbClr val="919191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"/>
          <p:cNvSpPr/>
          <p:nvPr/>
        </p:nvSpPr>
        <p:spPr>
          <a:xfrm>
            <a:off x="4527720" y="2957400"/>
            <a:ext cx="0" cy="1700280"/>
          </a:xfrm>
          <a:prstGeom prst="line">
            <a:avLst/>
          </a:prstGeom>
          <a:ln w="2556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"/>
          <p:cNvSpPr/>
          <p:nvPr/>
        </p:nvSpPr>
        <p:spPr>
          <a:xfrm flipH="1">
            <a:off x="1770120" y="2965320"/>
            <a:ext cx="2757600" cy="169236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"/>
          <p:cNvSpPr/>
          <p:nvPr/>
        </p:nvSpPr>
        <p:spPr>
          <a:xfrm>
            <a:off x="4527720" y="2971800"/>
            <a:ext cx="3014640" cy="168588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"/>
          <p:cNvSpPr/>
          <p:nvPr/>
        </p:nvSpPr>
        <p:spPr>
          <a:xfrm>
            <a:off x="7362720" y="5168880"/>
            <a:ext cx="406440" cy="0"/>
          </a:xfrm>
          <a:prstGeom prst="line">
            <a:avLst/>
          </a:prstGeom>
          <a:ln w="38160">
            <a:solidFill>
              <a:srgbClr val="114FF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9080" tIns="-64080" rIns="109080" bIns="-640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"/>
          <p:cNvSpPr/>
          <p:nvPr/>
        </p:nvSpPr>
        <p:spPr>
          <a:xfrm>
            <a:off x="4361040" y="2639880"/>
            <a:ext cx="333360" cy="33012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"/>
          <p:cNvSpPr txBox="1"/>
          <p:nvPr/>
        </p:nvSpPr>
        <p:spPr>
          <a:xfrm>
            <a:off x="4361040" y="2639880"/>
            <a:ext cx="333360" cy="330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0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"/>
          <p:cNvSpPr txBox="1"/>
          <p:nvPr/>
        </p:nvSpPr>
        <p:spPr>
          <a:xfrm>
            <a:off x="3321000" y="252360"/>
            <a:ext cx="241632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Iteration PSD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"/>
          <p:cNvSpPr/>
          <p:nvPr/>
        </p:nvSpPr>
        <p:spPr>
          <a:xfrm>
            <a:off x="3336840" y="3824280"/>
            <a:ext cx="2125800" cy="108576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"/>
          <p:cNvSpPr txBox="1"/>
          <p:nvPr/>
        </p:nvSpPr>
        <p:spPr>
          <a:xfrm>
            <a:off x="3336840" y="3824280"/>
            <a:ext cx="2125800" cy="108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0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PROCESS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20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ACCOUNT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"/>
          <p:cNvSpPr/>
          <p:nvPr/>
        </p:nvSpPr>
        <p:spPr>
          <a:xfrm>
            <a:off x="3336840" y="1538280"/>
            <a:ext cx="2125800" cy="108576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"/>
          <p:cNvSpPr txBox="1"/>
          <p:nvPr/>
        </p:nvSpPr>
        <p:spPr>
          <a:xfrm>
            <a:off x="3336840" y="1538280"/>
            <a:ext cx="2125800" cy="108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0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PROCESS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20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ACCOUNTS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"/>
          <p:cNvSpPr/>
          <p:nvPr/>
        </p:nvSpPr>
        <p:spPr>
          <a:xfrm flipH="1">
            <a:off x="4394160" y="2944800"/>
            <a:ext cx="4680" cy="890640"/>
          </a:xfrm>
          <a:prstGeom prst="line">
            <a:avLst/>
          </a:prstGeom>
          <a:ln w="2556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"/>
          <p:cNvSpPr/>
          <p:nvPr/>
        </p:nvSpPr>
        <p:spPr>
          <a:xfrm>
            <a:off x="4235400" y="2630520"/>
            <a:ext cx="326880" cy="324000"/>
          </a:xfrm>
          <a:prstGeom prst="rect">
            <a:avLst/>
          </a:prstGeom>
          <a:gradFill rotWithShape="0">
            <a:gsLst>
              <a:gs pos="0">
                <a:srgbClr val="919191"/>
              </a:gs>
              <a:gs pos="50000">
                <a:srgbClr val="FFFFFF"/>
              </a:gs>
              <a:gs pos="100000">
                <a:srgbClr val="919191"/>
              </a:gs>
            </a:gsLst>
            <a:lin ang="2700000"/>
          </a:gra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"/>
          <p:cNvSpPr txBox="1"/>
          <p:nvPr/>
        </p:nvSpPr>
        <p:spPr>
          <a:xfrm>
            <a:off x="4335480" y="2685960"/>
            <a:ext cx="158760" cy="438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90000"/>
              </a:lnSpc>
            </a:pPr>
            <a:r>
              <a:rPr lang="en-US" sz="32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*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"/>
          <p:cNvSpPr/>
          <p:nvPr/>
        </p:nvSpPr>
        <p:spPr>
          <a:xfrm>
            <a:off x="3700440" y="5297400"/>
            <a:ext cx="2125800" cy="108576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"/>
          <p:cNvSpPr txBox="1"/>
          <p:nvPr/>
        </p:nvSpPr>
        <p:spPr>
          <a:xfrm>
            <a:off x="3700440" y="5297400"/>
            <a:ext cx="2125800" cy="108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0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PROCESS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20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ACCOUNT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"/>
          <p:cNvSpPr txBox="1"/>
          <p:nvPr/>
        </p:nvSpPr>
        <p:spPr>
          <a:xfrm>
            <a:off x="1886040" y="239760"/>
            <a:ext cx="624996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Iteration PSD - Explicit Repeat Loop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"/>
          <p:cNvSpPr/>
          <p:nvPr/>
        </p:nvSpPr>
        <p:spPr>
          <a:xfrm>
            <a:off x="3700440" y="3367080"/>
            <a:ext cx="2125800" cy="108576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"/>
          <p:cNvSpPr txBox="1"/>
          <p:nvPr/>
        </p:nvSpPr>
        <p:spPr>
          <a:xfrm>
            <a:off x="3700440" y="3367080"/>
            <a:ext cx="2125800" cy="108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0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PROCESS</a:t>
            </a:r>
            <a:br>
              <a:rPr sz="2000"/>
            </a:br>
            <a:r>
              <a:rPr lang="en-US" sz="20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REMAINING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20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ACCOUNTS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"/>
          <p:cNvSpPr/>
          <p:nvPr/>
        </p:nvSpPr>
        <p:spPr>
          <a:xfrm>
            <a:off x="4762440" y="4773600"/>
            <a:ext cx="0" cy="53496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"/>
          <p:cNvSpPr/>
          <p:nvPr/>
        </p:nvSpPr>
        <p:spPr>
          <a:xfrm>
            <a:off x="4599000" y="4459320"/>
            <a:ext cx="326880" cy="324000"/>
          </a:xfrm>
          <a:prstGeom prst="rect">
            <a:avLst/>
          </a:prstGeom>
          <a:gradFill rotWithShape="0">
            <a:gsLst>
              <a:gs pos="0">
                <a:srgbClr val="919191"/>
              </a:gs>
              <a:gs pos="50000">
                <a:srgbClr val="FFFFFF"/>
              </a:gs>
              <a:gs pos="100000">
                <a:srgbClr val="919191"/>
              </a:gs>
            </a:gsLst>
            <a:lin ang="2700000"/>
          </a:gra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"/>
          <p:cNvSpPr txBox="1"/>
          <p:nvPr/>
        </p:nvSpPr>
        <p:spPr>
          <a:xfrm>
            <a:off x="4699080" y="4514760"/>
            <a:ext cx="158760" cy="438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90000"/>
              </a:lnSpc>
            </a:pPr>
            <a:r>
              <a:rPr lang="en-US" sz="32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*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"/>
          <p:cNvSpPr/>
          <p:nvPr/>
        </p:nvSpPr>
        <p:spPr>
          <a:xfrm>
            <a:off x="3700440" y="1322280"/>
            <a:ext cx="2125800" cy="108576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"/>
          <p:cNvSpPr txBox="1"/>
          <p:nvPr/>
        </p:nvSpPr>
        <p:spPr>
          <a:xfrm>
            <a:off x="3700440" y="1322280"/>
            <a:ext cx="2125800" cy="108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0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PROCESS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20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ACCOUNTS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"/>
          <p:cNvSpPr/>
          <p:nvPr/>
        </p:nvSpPr>
        <p:spPr>
          <a:xfrm>
            <a:off x="880920" y="3365640"/>
            <a:ext cx="2125800" cy="108576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"/>
          <p:cNvSpPr txBox="1"/>
          <p:nvPr/>
        </p:nvSpPr>
        <p:spPr>
          <a:xfrm>
            <a:off x="880920" y="3365640"/>
            <a:ext cx="2125800" cy="108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0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PROCESS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20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FIRST ACCOUNT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"/>
          <p:cNvSpPr/>
          <p:nvPr/>
        </p:nvSpPr>
        <p:spPr>
          <a:xfrm flipH="1">
            <a:off x="1892160" y="2400480"/>
            <a:ext cx="2867040" cy="95220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"/>
          <p:cNvSpPr/>
          <p:nvPr/>
        </p:nvSpPr>
        <p:spPr>
          <a:xfrm>
            <a:off x="4759200" y="2398680"/>
            <a:ext cx="3240" cy="97956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"/>
          <p:cNvSpPr/>
          <p:nvPr/>
        </p:nvSpPr>
        <p:spPr>
          <a:xfrm>
            <a:off x="3649680" y="3430440"/>
            <a:ext cx="2125800" cy="108576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"/>
          <p:cNvSpPr txBox="1"/>
          <p:nvPr/>
        </p:nvSpPr>
        <p:spPr>
          <a:xfrm>
            <a:off x="3649680" y="3430440"/>
            <a:ext cx="2125800" cy="108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0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PROCESS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20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COUNTY</a:t>
            </a:r>
            <a:br>
              <a:rPr sz="2000"/>
            </a:br>
            <a:r>
              <a:rPr lang="en-US" sz="20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"/>
          <p:cNvSpPr txBox="1"/>
          <p:nvPr/>
        </p:nvSpPr>
        <p:spPr>
          <a:xfrm>
            <a:off x="3416400" y="184320"/>
            <a:ext cx="241632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Iteration PSD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"/>
          <p:cNvSpPr/>
          <p:nvPr/>
        </p:nvSpPr>
        <p:spPr>
          <a:xfrm>
            <a:off x="3637080" y="1220760"/>
            <a:ext cx="2125800" cy="108576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"/>
          <p:cNvSpPr txBox="1"/>
          <p:nvPr/>
        </p:nvSpPr>
        <p:spPr>
          <a:xfrm>
            <a:off x="3637080" y="1220760"/>
            <a:ext cx="2125800" cy="108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0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20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COUNTRY</a:t>
            </a:r>
            <a:br>
              <a:rPr sz="2000"/>
            </a:br>
            <a:r>
              <a:rPr lang="en-US" sz="20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BODY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"/>
          <p:cNvSpPr/>
          <p:nvPr/>
        </p:nvSpPr>
        <p:spPr>
          <a:xfrm>
            <a:off x="4699080" y="2602080"/>
            <a:ext cx="0" cy="83952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"/>
          <p:cNvSpPr/>
          <p:nvPr/>
        </p:nvSpPr>
        <p:spPr>
          <a:xfrm>
            <a:off x="6472080" y="3430440"/>
            <a:ext cx="2125800" cy="108576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"/>
          <p:cNvSpPr txBox="1"/>
          <p:nvPr/>
        </p:nvSpPr>
        <p:spPr>
          <a:xfrm>
            <a:off x="6472080" y="3430440"/>
            <a:ext cx="2125800" cy="108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0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20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COUNTY</a:t>
            </a:r>
            <a:br>
              <a:rPr sz="2000"/>
            </a:br>
            <a:r>
              <a:rPr lang="en-US" sz="20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TOTALS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"/>
          <p:cNvSpPr/>
          <p:nvPr/>
        </p:nvSpPr>
        <p:spPr>
          <a:xfrm>
            <a:off x="843120" y="3430440"/>
            <a:ext cx="2125800" cy="108576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"/>
          <p:cNvSpPr txBox="1"/>
          <p:nvPr/>
        </p:nvSpPr>
        <p:spPr>
          <a:xfrm>
            <a:off x="843120" y="3430440"/>
            <a:ext cx="2125800" cy="108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0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INITIALIZE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20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COUNTY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20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TOTALS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"/>
          <p:cNvSpPr/>
          <p:nvPr/>
        </p:nvSpPr>
        <p:spPr>
          <a:xfrm flipH="1">
            <a:off x="1892160" y="2603520"/>
            <a:ext cx="2829240" cy="81288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"/>
          <p:cNvSpPr/>
          <p:nvPr/>
        </p:nvSpPr>
        <p:spPr>
          <a:xfrm flipH="1" flipV="1">
            <a:off x="4699080" y="2603520"/>
            <a:ext cx="2870280" cy="83808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"/>
          <p:cNvSpPr/>
          <p:nvPr/>
        </p:nvSpPr>
        <p:spPr>
          <a:xfrm>
            <a:off x="4535640" y="2287440"/>
            <a:ext cx="326880" cy="324000"/>
          </a:xfrm>
          <a:prstGeom prst="rect">
            <a:avLst/>
          </a:prstGeom>
          <a:gradFill rotWithShape="0">
            <a:gsLst>
              <a:gs pos="0">
                <a:srgbClr val="919191"/>
              </a:gs>
              <a:gs pos="50000">
                <a:srgbClr val="FFFFFF"/>
              </a:gs>
              <a:gs pos="100000">
                <a:srgbClr val="919191"/>
              </a:gs>
            </a:gsLst>
            <a:lin ang="2700000"/>
          </a:gra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"/>
          <p:cNvSpPr txBox="1"/>
          <p:nvPr/>
        </p:nvSpPr>
        <p:spPr>
          <a:xfrm>
            <a:off x="4635360" y="2343240"/>
            <a:ext cx="158760" cy="438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90000"/>
              </a:lnSpc>
            </a:pPr>
            <a:r>
              <a:rPr lang="en-US" sz="32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*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"/>
          <p:cNvSpPr txBox="1"/>
          <p:nvPr/>
        </p:nvSpPr>
        <p:spPr>
          <a:xfrm>
            <a:off x="317520" y="4863960"/>
            <a:ext cx="8724960" cy="1930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90000"/>
              </a:lnSpc>
              <a:spcBef>
                <a:spcPts val="1681"/>
              </a:spcBef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Print-Country-Body is an iteration of three components.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90000"/>
              </a:lnSpc>
              <a:spcBef>
                <a:spcPts val="1681"/>
              </a:spcBef>
            </a:pPr>
            <a:r>
              <a:rPr lang="en-US" sz="2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This is equivalent to ;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90000"/>
              </a:lnSpc>
              <a:spcBef>
                <a:spcPts val="1681"/>
              </a:spcBef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an iteration of one component which is in turn a sequence of three.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"/>
          <p:cNvSpPr/>
          <p:nvPr/>
        </p:nvSpPr>
        <p:spPr>
          <a:xfrm>
            <a:off x="3637080" y="4883040"/>
            <a:ext cx="2125800" cy="108576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"/>
          <p:cNvSpPr txBox="1"/>
          <p:nvPr/>
        </p:nvSpPr>
        <p:spPr>
          <a:xfrm>
            <a:off x="3637080" y="4883040"/>
            <a:ext cx="2125800" cy="108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0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PROCESS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20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COUNTY</a:t>
            </a:r>
            <a:br>
              <a:rPr sz="2000"/>
            </a:br>
            <a:r>
              <a:rPr lang="en-US" sz="20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"/>
          <p:cNvSpPr txBox="1"/>
          <p:nvPr/>
        </p:nvSpPr>
        <p:spPr>
          <a:xfrm>
            <a:off x="3530520" y="184320"/>
            <a:ext cx="241632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Iteration PSD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"/>
          <p:cNvSpPr/>
          <p:nvPr/>
        </p:nvSpPr>
        <p:spPr>
          <a:xfrm>
            <a:off x="3624120" y="1219320"/>
            <a:ext cx="2125800" cy="108576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"/>
          <p:cNvSpPr txBox="1"/>
          <p:nvPr/>
        </p:nvSpPr>
        <p:spPr>
          <a:xfrm>
            <a:off x="3624120" y="1219320"/>
            <a:ext cx="2125800" cy="108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0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20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COUNTRY</a:t>
            </a:r>
            <a:br>
              <a:rPr sz="2000"/>
            </a:br>
            <a:r>
              <a:rPr lang="en-US" sz="20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BODY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"/>
          <p:cNvSpPr/>
          <p:nvPr/>
        </p:nvSpPr>
        <p:spPr>
          <a:xfrm>
            <a:off x="4686480" y="4068720"/>
            <a:ext cx="0" cy="82548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"/>
          <p:cNvSpPr/>
          <p:nvPr/>
        </p:nvSpPr>
        <p:spPr>
          <a:xfrm>
            <a:off x="6459480" y="4883040"/>
            <a:ext cx="2125800" cy="108576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"/>
          <p:cNvSpPr txBox="1"/>
          <p:nvPr/>
        </p:nvSpPr>
        <p:spPr>
          <a:xfrm>
            <a:off x="6459480" y="4883040"/>
            <a:ext cx="2125800" cy="108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0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20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COUNTY</a:t>
            </a:r>
            <a:br>
              <a:rPr sz="2000"/>
            </a:br>
            <a:r>
              <a:rPr lang="en-US" sz="20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TOTALS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"/>
          <p:cNvSpPr/>
          <p:nvPr/>
        </p:nvSpPr>
        <p:spPr>
          <a:xfrm>
            <a:off x="830160" y="4883040"/>
            <a:ext cx="2125800" cy="108576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"/>
          <p:cNvSpPr txBox="1"/>
          <p:nvPr/>
        </p:nvSpPr>
        <p:spPr>
          <a:xfrm>
            <a:off x="830160" y="4883040"/>
            <a:ext cx="2125800" cy="108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0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INITIALIZE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20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COUNTY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20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TOTALS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"/>
          <p:cNvSpPr/>
          <p:nvPr/>
        </p:nvSpPr>
        <p:spPr>
          <a:xfrm flipH="1">
            <a:off x="1879560" y="4068720"/>
            <a:ext cx="2806920" cy="80028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"/>
          <p:cNvSpPr/>
          <p:nvPr/>
        </p:nvSpPr>
        <p:spPr>
          <a:xfrm flipH="1" flipV="1">
            <a:off x="4686480" y="4068720"/>
            <a:ext cx="2869920" cy="82548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"/>
          <p:cNvSpPr/>
          <p:nvPr/>
        </p:nvSpPr>
        <p:spPr>
          <a:xfrm>
            <a:off x="4522680" y="2286000"/>
            <a:ext cx="326880" cy="324000"/>
          </a:xfrm>
          <a:prstGeom prst="rect">
            <a:avLst/>
          </a:prstGeom>
          <a:gradFill rotWithShape="0">
            <a:gsLst>
              <a:gs pos="0">
                <a:srgbClr val="919191"/>
              </a:gs>
              <a:gs pos="50000">
                <a:srgbClr val="FFFFFF"/>
              </a:gs>
              <a:gs pos="100000">
                <a:srgbClr val="919191"/>
              </a:gs>
            </a:gsLst>
            <a:lin ang="2700000"/>
          </a:gra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"/>
          <p:cNvSpPr txBox="1"/>
          <p:nvPr/>
        </p:nvSpPr>
        <p:spPr>
          <a:xfrm>
            <a:off x="4622760" y="2341440"/>
            <a:ext cx="158760" cy="438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90000"/>
              </a:lnSpc>
            </a:pPr>
            <a:r>
              <a:rPr lang="en-US" sz="32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*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"/>
          <p:cNvSpPr/>
          <p:nvPr/>
        </p:nvSpPr>
        <p:spPr>
          <a:xfrm>
            <a:off x="3637080" y="2965320"/>
            <a:ext cx="2125800" cy="108576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"/>
          <p:cNvSpPr txBox="1"/>
          <p:nvPr/>
        </p:nvSpPr>
        <p:spPr>
          <a:xfrm>
            <a:off x="3637080" y="2965320"/>
            <a:ext cx="2125800" cy="108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0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20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COUNTY</a:t>
            </a:r>
            <a:br>
              <a:rPr sz="2000"/>
            </a:br>
            <a:r>
              <a:rPr lang="en-US" sz="20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REPORT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"/>
          <p:cNvSpPr/>
          <p:nvPr/>
        </p:nvSpPr>
        <p:spPr>
          <a:xfrm>
            <a:off x="4686480" y="2608200"/>
            <a:ext cx="0" cy="36216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"/>
          <p:cNvSpPr txBox="1"/>
          <p:nvPr/>
        </p:nvSpPr>
        <p:spPr>
          <a:xfrm>
            <a:off x="952560" y="196920"/>
            <a:ext cx="741672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Payroll Proof Totals Program Specification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"/>
          <p:cNvSpPr txBox="1"/>
          <p:nvPr/>
        </p:nvSpPr>
        <p:spPr>
          <a:xfrm>
            <a:off x="343080" y="914400"/>
            <a:ext cx="8559720" cy="378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  <a:spcBef>
                <a:spcPts val="1681"/>
              </a:spcBef>
              <a:tabLst>
                <a:tab pos="2006640" algn="l"/>
                <a:tab pos="438156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Write a program to produce proof totals for a weekly payroll. The payroll file consists of records with the following format:-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>
              <a:lnSpc>
                <a:spcPct val="90000"/>
              </a:lnSpc>
              <a:spcBef>
                <a:spcPts val="479"/>
              </a:spcBef>
              <a:tabLst>
                <a:tab pos="1625760" algn="l"/>
                <a:tab pos="4000680" algn="l"/>
              </a:tabLs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COL 1</a:t>
            </a: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Record-Type</a:t>
            </a: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PIC 9.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06640">
              <a:lnSpc>
                <a:spcPct val="90000"/>
              </a:lnSpc>
              <a:spcBef>
                <a:spcPts val="479"/>
              </a:spcBef>
              <a:tabLst>
                <a:tab pos="0" algn="l"/>
                <a:tab pos="2374920" algn="l"/>
              </a:tabLs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1  =  Regular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06640">
              <a:lnSpc>
                <a:spcPct val="90000"/>
              </a:lnSpc>
              <a:spcBef>
                <a:spcPts val="479"/>
              </a:spcBef>
              <a:tabLst>
                <a:tab pos="0" algn="l"/>
                <a:tab pos="2374920" algn="l"/>
              </a:tabLs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2  =  Overtime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06640">
              <a:lnSpc>
                <a:spcPct val="90000"/>
              </a:lnSpc>
              <a:spcBef>
                <a:spcPts val="479"/>
              </a:spcBef>
              <a:tabLst>
                <a:tab pos="0" algn="l"/>
                <a:tab pos="2374920" algn="l"/>
              </a:tabLs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3  =  Bonus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>
              <a:lnSpc>
                <a:spcPct val="90000"/>
              </a:lnSpc>
              <a:spcBef>
                <a:spcPts val="479"/>
              </a:spcBef>
              <a:tabLst>
                <a:tab pos="1625760" algn="l"/>
                <a:tab pos="4000680" algn="l"/>
              </a:tabLs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COLS 2-6</a:t>
            </a: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Employee-Number</a:t>
            </a: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PIC 9(5).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>
              <a:lnSpc>
                <a:spcPct val="90000"/>
              </a:lnSpc>
              <a:spcBef>
                <a:spcPts val="479"/>
              </a:spcBef>
              <a:tabLst>
                <a:tab pos="1625760" algn="l"/>
                <a:tab pos="4000680" algn="l"/>
              </a:tabLs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COLS 7-11</a:t>
            </a: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Earnings</a:t>
            </a: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PIC 9(3)V99.</a:t>
            </a:r>
            <a:br>
              <a:rPr sz="1800"/>
            </a:b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(in pounds and pence)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1681"/>
              </a:spcBef>
              <a:tabLst>
                <a:tab pos="2006640" algn="l"/>
                <a:tab pos="438156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The print layout should be as follows: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"/>
          <p:cNvSpPr txBox="1"/>
          <p:nvPr/>
        </p:nvSpPr>
        <p:spPr>
          <a:xfrm>
            <a:off x="2120760" y="4818240"/>
            <a:ext cx="4943520" cy="149220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marL="457200">
              <a:lnSpc>
                <a:spcPct val="90000"/>
              </a:lnSpc>
              <a:spcBef>
                <a:spcPts val="720"/>
              </a:spcBef>
              <a:tabLst>
                <a:tab pos="2502000" algn="dec"/>
                <a:tab pos="3543120" algn="dec"/>
              </a:tabLs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PAYROLL PROOF TOTALS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>
              <a:lnSpc>
                <a:spcPct val="90000"/>
              </a:lnSpc>
              <a:spcBef>
                <a:spcPts val="720"/>
              </a:spcBef>
              <a:tabLst>
                <a:tab pos="2502000" algn="dec"/>
                <a:tab pos="3543120" algn="dec"/>
              </a:tabLs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Regular Earnings :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25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$2,111.23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>
              <a:lnSpc>
                <a:spcPct val="90000"/>
              </a:lnSpc>
              <a:spcBef>
                <a:spcPts val="720"/>
              </a:spcBef>
              <a:tabLst>
                <a:tab pos="2502000" algn="dec"/>
                <a:tab pos="3543120" algn="dec"/>
              </a:tabLs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Overtime Earnings :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 2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$21.50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>
              <a:lnSpc>
                <a:spcPct val="90000"/>
              </a:lnSpc>
              <a:spcBef>
                <a:spcPts val="720"/>
              </a:spcBef>
              <a:tabLst>
                <a:tab pos="2502000" algn="dec"/>
                <a:tab pos="3543120" algn="dec"/>
              </a:tabLs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Bonus Earnings :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 6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$123.45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"/>
          <p:cNvSpPr txBox="1"/>
          <p:nvPr/>
        </p:nvSpPr>
        <p:spPr>
          <a:xfrm>
            <a:off x="343080" y="120600"/>
            <a:ext cx="864072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Applying DSR to the Payroll Proof Totals Program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"/>
          <p:cNvSpPr txBox="1"/>
          <p:nvPr/>
        </p:nvSpPr>
        <p:spPr>
          <a:xfrm>
            <a:off x="622440" y="1333440"/>
            <a:ext cx="7696080" cy="292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380880" indent="-380880">
              <a:lnSpc>
                <a:spcPct val="90000"/>
              </a:lnSpc>
              <a:spcBef>
                <a:spcPts val="1681"/>
              </a:spcBef>
            </a:pPr>
            <a:r>
              <a:rPr lang="en-US" sz="24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1.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Define the problem completely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90000"/>
              </a:lnSpc>
              <a:spcBef>
                <a:spcPts val="1681"/>
              </a:spcBef>
            </a:pPr>
            <a:r>
              <a:rPr lang="en-US" sz="24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2.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Work out what needs to be done to solve the problem.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90000"/>
              </a:lnSpc>
              <a:spcBef>
                <a:spcPts val="1681"/>
              </a:spcBef>
            </a:pPr>
            <a:r>
              <a:rPr lang="en-US" sz="24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3.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Using Stepwise Refinement design a Program Structure Diagram (PSD) to represent your solution to the problem.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"/>
          <p:cNvSpPr/>
          <p:nvPr/>
        </p:nvSpPr>
        <p:spPr>
          <a:xfrm>
            <a:off x="3228840" y="25416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"/>
          <p:cNvSpPr txBox="1"/>
          <p:nvPr/>
        </p:nvSpPr>
        <p:spPr>
          <a:xfrm>
            <a:off x="3228840" y="25416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Proof Totals</a:t>
            </a:r>
            <a:br>
              <a:rPr sz="1600"/>
            </a:b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Report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"/>
          <p:cNvSpPr/>
          <p:nvPr/>
        </p:nvSpPr>
        <p:spPr>
          <a:xfrm>
            <a:off x="3228840" y="25416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"/>
          <p:cNvSpPr txBox="1"/>
          <p:nvPr/>
        </p:nvSpPr>
        <p:spPr>
          <a:xfrm>
            <a:off x="3228840" y="25416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Proof Totals</a:t>
            </a:r>
            <a:br>
              <a:rPr sz="1600"/>
            </a:b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Report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"/>
          <p:cNvSpPr/>
          <p:nvPr/>
        </p:nvSpPr>
        <p:spPr>
          <a:xfrm>
            <a:off x="4813200" y="175248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"/>
          <p:cNvSpPr txBox="1"/>
          <p:nvPr/>
        </p:nvSpPr>
        <p:spPr>
          <a:xfrm>
            <a:off x="4813200" y="175248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Proof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Totals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"/>
          <p:cNvSpPr/>
          <p:nvPr/>
        </p:nvSpPr>
        <p:spPr>
          <a:xfrm>
            <a:off x="1501920" y="173988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"/>
          <p:cNvSpPr txBox="1"/>
          <p:nvPr/>
        </p:nvSpPr>
        <p:spPr>
          <a:xfrm>
            <a:off x="1501920" y="173988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Process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Payroll</a:t>
            </a:r>
            <a:br>
              <a:rPr sz="1600"/>
            </a:b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Records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"/>
          <p:cNvSpPr/>
          <p:nvPr/>
        </p:nvSpPr>
        <p:spPr>
          <a:xfrm flipH="1">
            <a:off x="2273400" y="1092240"/>
            <a:ext cx="1612800" cy="64764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"/>
          <p:cNvSpPr/>
          <p:nvPr/>
        </p:nvSpPr>
        <p:spPr>
          <a:xfrm>
            <a:off x="3898800" y="1092240"/>
            <a:ext cx="1575000" cy="66024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"/>
          <p:cNvSpPr/>
          <p:nvPr/>
        </p:nvSpPr>
        <p:spPr>
          <a:xfrm>
            <a:off x="3228840" y="25416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"/>
          <p:cNvSpPr txBox="1"/>
          <p:nvPr/>
        </p:nvSpPr>
        <p:spPr>
          <a:xfrm>
            <a:off x="3228840" y="25416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Proof Totals</a:t>
            </a:r>
            <a:br>
              <a:rPr sz="1600"/>
            </a:b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Report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"/>
          <p:cNvSpPr/>
          <p:nvPr/>
        </p:nvSpPr>
        <p:spPr>
          <a:xfrm>
            <a:off x="4813200" y="175248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"/>
          <p:cNvSpPr txBox="1"/>
          <p:nvPr/>
        </p:nvSpPr>
        <p:spPr>
          <a:xfrm>
            <a:off x="4813200" y="175248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Proof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Totals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27" name=""/>
          <p:cNvGrpSpPr/>
          <p:nvPr/>
        </p:nvGrpSpPr>
        <p:grpSpPr>
          <a:xfrm>
            <a:off x="1996920" y="2557440"/>
            <a:ext cx="301680" cy="433440"/>
            <a:chOff x="1996920" y="2557440"/>
            <a:chExt cx="301680" cy="433440"/>
          </a:xfrm>
        </p:grpSpPr>
        <p:sp>
          <p:nvSpPr>
            <p:cNvPr id="228" name=""/>
            <p:cNvSpPr/>
            <p:nvPr/>
          </p:nvSpPr>
          <p:spPr>
            <a:xfrm>
              <a:off x="1996920" y="2557440"/>
              <a:ext cx="301680" cy="293760"/>
            </a:xfrm>
            <a:prstGeom prst="rect">
              <a:avLst/>
            </a:prstGeom>
            <a:gradFill rotWithShape="0">
              <a:gsLst>
                <a:gs pos="0">
                  <a:srgbClr val="919191"/>
                </a:gs>
                <a:gs pos="50000">
                  <a:srgbClr val="FFFFFF"/>
                </a:gs>
                <a:gs pos="100000">
                  <a:srgbClr val="919191"/>
                </a:gs>
              </a:gsLst>
              <a:lin ang="2700000"/>
            </a:gra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29" name=""/>
            <p:cNvSpPr txBox="1"/>
            <p:nvPr/>
          </p:nvSpPr>
          <p:spPr>
            <a:xfrm>
              <a:off x="2095560" y="2606760"/>
              <a:ext cx="138240" cy="38412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90000"/>
                </a:lnSpc>
              </a:pPr>
              <a:r>
                <a:rPr lang="en-US" sz="2800" b="1" u="none" strike="noStrike">
                  <a:solidFill>
                    <a:srgbClr val="FC0128"/>
                  </a:solidFill>
                  <a:effectLst/>
                  <a:uFillTx/>
                  <a:latin typeface="Arial"/>
                  <a:ea typeface="Arial"/>
                </a:rPr>
                <a:t>*</a:t>
              </a:r>
              <a:endPara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30" name=""/>
          <p:cNvSpPr/>
          <p:nvPr/>
        </p:nvSpPr>
        <p:spPr>
          <a:xfrm>
            <a:off x="2162160" y="2857680"/>
            <a:ext cx="3240" cy="29196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"/>
          <p:cNvSpPr/>
          <p:nvPr/>
        </p:nvSpPr>
        <p:spPr>
          <a:xfrm>
            <a:off x="1501920" y="173988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"/>
          <p:cNvSpPr txBox="1"/>
          <p:nvPr/>
        </p:nvSpPr>
        <p:spPr>
          <a:xfrm>
            <a:off x="1501920" y="173988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Process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Payroll</a:t>
            </a:r>
            <a:br>
              <a:rPr sz="1600"/>
            </a:b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Records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"/>
          <p:cNvSpPr/>
          <p:nvPr/>
        </p:nvSpPr>
        <p:spPr>
          <a:xfrm>
            <a:off x="1501920" y="31370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"/>
          <p:cNvSpPr txBox="1"/>
          <p:nvPr/>
        </p:nvSpPr>
        <p:spPr>
          <a:xfrm>
            <a:off x="1501920" y="31370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Process 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Payroll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Record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"/>
          <p:cNvSpPr/>
          <p:nvPr/>
        </p:nvSpPr>
        <p:spPr>
          <a:xfrm flipH="1">
            <a:off x="2273400" y="1092240"/>
            <a:ext cx="1612800" cy="64764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"/>
          <p:cNvSpPr/>
          <p:nvPr/>
        </p:nvSpPr>
        <p:spPr>
          <a:xfrm>
            <a:off x="3898800" y="1092240"/>
            <a:ext cx="1575000" cy="66024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"/>
          <p:cNvSpPr/>
          <p:nvPr/>
        </p:nvSpPr>
        <p:spPr>
          <a:xfrm>
            <a:off x="3228840" y="25416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"/>
          <p:cNvSpPr txBox="1"/>
          <p:nvPr/>
        </p:nvSpPr>
        <p:spPr>
          <a:xfrm>
            <a:off x="3228840" y="25416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Proof Totals</a:t>
            </a:r>
            <a:br>
              <a:rPr sz="1600"/>
            </a:b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Report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39" name=""/>
          <p:cNvGrpSpPr/>
          <p:nvPr/>
        </p:nvGrpSpPr>
        <p:grpSpPr>
          <a:xfrm>
            <a:off x="2014560" y="3954600"/>
            <a:ext cx="299880" cy="303120"/>
            <a:chOff x="2014560" y="3954600"/>
            <a:chExt cx="299880" cy="303120"/>
          </a:xfrm>
        </p:grpSpPr>
        <p:sp>
          <p:nvSpPr>
            <p:cNvPr id="240" name=""/>
            <p:cNvSpPr/>
            <p:nvPr/>
          </p:nvSpPr>
          <p:spPr>
            <a:xfrm>
              <a:off x="2014560" y="3954600"/>
              <a:ext cx="299880" cy="303120"/>
            </a:xfrm>
            <a:prstGeom prst="rect">
              <a:avLst/>
            </a:prstGeom>
            <a:gradFill rotWithShape="0">
              <a:gsLst>
                <a:gs pos="0">
                  <a:srgbClr val="919191"/>
                </a:gs>
                <a:gs pos="50000">
                  <a:srgbClr val="FFFFFF"/>
                </a:gs>
                <a:gs pos="100000">
                  <a:srgbClr val="919191"/>
                </a:gs>
              </a:gsLst>
              <a:lin ang="2700000"/>
            </a:gra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41" name=""/>
            <p:cNvSpPr txBox="1"/>
            <p:nvPr/>
          </p:nvSpPr>
          <p:spPr>
            <a:xfrm>
              <a:off x="2090880" y="3989520"/>
              <a:ext cx="139680" cy="24768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90000"/>
                </a:lnSpc>
              </a:pPr>
              <a:r>
                <a:rPr lang="en-US" sz="1800" b="1" u="none" strike="noStrike">
                  <a:solidFill>
                    <a:srgbClr val="FC0128"/>
                  </a:solidFill>
                  <a:effectLst/>
                  <a:uFillTx/>
                  <a:latin typeface="Arial"/>
                  <a:ea typeface="Arial"/>
                </a:rPr>
                <a:t>o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42" name=""/>
          <p:cNvSpPr/>
          <p:nvPr/>
        </p:nvSpPr>
        <p:spPr>
          <a:xfrm>
            <a:off x="4813200" y="175248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"/>
          <p:cNvSpPr txBox="1"/>
          <p:nvPr/>
        </p:nvSpPr>
        <p:spPr>
          <a:xfrm>
            <a:off x="4813200" y="175248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Proof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Totals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44" name=""/>
          <p:cNvGrpSpPr/>
          <p:nvPr/>
        </p:nvGrpSpPr>
        <p:grpSpPr>
          <a:xfrm>
            <a:off x="1996920" y="2557440"/>
            <a:ext cx="301680" cy="433440"/>
            <a:chOff x="1996920" y="2557440"/>
            <a:chExt cx="301680" cy="433440"/>
          </a:xfrm>
        </p:grpSpPr>
        <p:sp>
          <p:nvSpPr>
            <p:cNvPr id="245" name=""/>
            <p:cNvSpPr/>
            <p:nvPr/>
          </p:nvSpPr>
          <p:spPr>
            <a:xfrm>
              <a:off x="1996920" y="2557440"/>
              <a:ext cx="301680" cy="293760"/>
            </a:xfrm>
            <a:prstGeom prst="rect">
              <a:avLst/>
            </a:prstGeom>
            <a:gradFill rotWithShape="0">
              <a:gsLst>
                <a:gs pos="0">
                  <a:srgbClr val="919191"/>
                </a:gs>
                <a:gs pos="50000">
                  <a:srgbClr val="FFFFFF"/>
                </a:gs>
                <a:gs pos="100000">
                  <a:srgbClr val="919191"/>
                </a:gs>
              </a:gsLst>
              <a:lin ang="2700000"/>
            </a:gra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46" name=""/>
            <p:cNvSpPr txBox="1"/>
            <p:nvPr/>
          </p:nvSpPr>
          <p:spPr>
            <a:xfrm>
              <a:off x="2095560" y="2606760"/>
              <a:ext cx="138240" cy="38412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90000"/>
                </a:lnSpc>
              </a:pPr>
              <a:r>
                <a:rPr lang="en-US" sz="2800" b="1" u="none" strike="noStrike">
                  <a:solidFill>
                    <a:srgbClr val="FC0128"/>
                  </a:solidFill>
                  <a:effectLst/>
                  <a:uFillTx/>
                  <a:latin typeface="Arial"/>
                  <a:ea typeface="Arial"/>
                </a:rPr>
                <a:t>*</a:t>
              </a:r>
              <a:endPara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47" name=""/>
          <p:cNvSpPr/>
          <p:nvPr/>
        </p:nvSpPr>
        <p:spPr>
          <a:xfrm>
            <a:off x="2162160" y="2857680"/>
            <a:ext cx="3240" cy="29196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"/>
          <p:cNvSpPr/>
          <p:nvPr/>
        </p:nvSpPr>
        <p:spPr>
          <a:xfrm>
            <a:off x="1501920" y="173988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"/>
          <p:cNvSpPr txBox="1"/>
          <p:nvPr/>
        </p:nvSpPr>
        <p:spPr>
          <a:xfrm>
            <a:off x="1501920" y="173988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Process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Payroll</a:t>
            </a:r>
            <a:br>
              <a:rPr sz="1600"/>
            </a:b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Records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"/>
          <p:cNvSpPr/>
          <p:nvPr/>
        </p:nvSpPr>
        <p:spPr>
          <a:xfrm>
            <a:off x="1501920" y="31370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"/>
          <p:cNvSpPr txBox="1"/>
          <p:nvPr/>
        </p:nvSpPr>
        <p:spPr>
          <a:xfrm>
            <a:off x="1501920" y="31370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Process 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Payroll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Record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"/>
          <p:cNvSpPr/>
          <p:nvPr/>
        </p:nvSpPr>
        <p:spPr>
          <a:xfrm flipH="1">
            <a:off x="2273400" y="1092240"/>
            <a:ext cx="1612800" cy="64764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"/>
          <p:cNvSpPr/>
          <p:nvPr/>
        </p:nvSpPr>
        <p:spPr>
          <a:xfrm>
            <a:off x="3898800" y="1092240"/>
            <a:ext cx="1575000" cy="66024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"/>
          <p:cNvSpPr/>
          <p:nvPr/>
        </p:nvSpPr>
        <p:spPr>
          <a:xfrm>
            <a:off x="1473120" y="478800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"/>
          <p:cNvSpPr txBox="1"/>
          <p:nvPr/>
        </p:nvSpPr>
        <p:spPr>
          <a:xfrm>
            <a:off x="1473120" y="478800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Add To 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Overtime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"/>
          <p:cNvSpPr/>
          <p:nvPr/>
        </p:nvSpPr>
        <p:spPr>
          <a:xfrm>
            <a:off x="25560" y="478800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"/>
          <p:cNvSpPr txBox="1"/>
          <p:nvPr/>
        </p:nvSpPr>
        <p:spPr>
          <a:xfrm>
            <a:off x="25560" y="478800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Add To 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Regular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"/>
          <p:cNvSpPr/>
          <p:nvPr/>
        </p:nvSpPr>
        <p:spPr>
          <a:xfrm>
            <a:off x="2921040" y="478800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"/>
          <p:cNvSpPr txBox="1"/>
          <p:nvPr/>
        </p:nvSpPr>
        <p:spPr>
          <a:xfrm>
            <a:off x="2921040" y="478800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Add To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Bonus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"/>
          <p:cNvSpPr/>
          <p:nvPr/>
        </p:nvSpPr>
        <p:spPr>
          <a:xfrm>
            <a:off x="2158920" y="4254480"/>
            <a:ext cx="0" cy="54612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"/>
          <p:cNvSpPr/>
          <p:nvPr/>
        </p:nvSpPr>
        <p:spPr>
          <a:xfrm flipH="1">
            <a:off x="711360" y="4267080"/>
            <a:ext cx="1447560" cy="53352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"/>
          <p:cNvSpPr/>
          <p:nvPr/>
        </p:nvSpPr>
        <p:spPr>
          <a:xfrm>
            <a:off x="2158920" y="4267080"/>
            <a:ext cx="1409760" cy="53352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"/>
          <p:cNvSpPr/>
          <p:nvPr/>
        </p:nvSpPr>
        <p:spPr>
          <a:xfrm>
            <a:off x="3228840" y="25416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"/>
          <p:cNvSpPr txBox="1"/>
          <p:nvPr/>
        </p:nvSpPr>
        <p:spPr>
          <a:xfrm>
            <a:off x="3228840" y="25416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Proof Totals</a:t>
            </a:r>
            <a:br>
              <a:rPr sz="1600"/>
            </a:b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Report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65" name=""/>
          <p:cNvGrpSpPr/>
          <p:nvPr/>
        </p:nvGrpSpPr>
        <p:grpSpPr>
          <a:xfrm>
            <a:off x="2014560" y="3954600"/>
            <a:ext cx="299880" cy="303120"/>
            <a:chOff x="2014560" y="3954600"/>
            <a:chExt cx="299880" cy="303120"/>
          </a:xfrm>
        </p:grpSpPr>
        <p:sp>
          <p:nvSpPr>
            <p:cNvPr id="266" name=""/>
            <p:cNvSpPr/>
            <p:nvPr/>
          </p:nvSpPr>
          <p:spPr>
            <a:xfrm>
              <a:off x="2014560" y="3954600"/>
              <a:ext cx="299880" cy="303120"/>
            </a:xfrm>
            <a:prstGeom prst="rect">
              <a:avLst/>
            </a:prstGeom>
            <a:gradFill rotWithShape="0">
              <a:gsLst>
                <a:gs pos="0">
                  <a:srgbClr val="919191"/>
                </a:gs>
                <a:gs pos="50000">
                  <a:srgbClr val="FFFFFF"/>
                </a:gs>
                <a:gs pos="100000">
                  <a:srgbClr val="919191"/>
                </a:gs>
              </a:gsLst>
              <a:lin ang="2700000"/>
            </a:gra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67" name=""/>
            <p:cNvSpPr txBox="1"/>
            <p:nvPr/>
          </p:nvSpPr>
          <p:spPr>
            <a:xfrm>
              <a:off x="2090880" y="3989520"/>
              <a:ext cx="139680" cy="24768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90000"/>
                </a:lnSpc>
              </a:pPr>
              <a:r>
                <a:rPr lang="en-US" sz="1800" b="1" u="none" strike="noStrike">
                  <a:solidFill>
                    <a:srgbClr val="FC0128"/>
                  </a:solidFill>
                  <a:effectLst/>
                  <a:uFillTx/>
                  <a:latin typeface="Arial"/>
                  <a:ea typeface="Arial"/>
                </a:rPr>
                <a:t>o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68" name=""/>
          <p:cNvSpPr/>
          <p:nvPr/>
        </p:nvSpPr>
        <p:spPr>
          <a:xfrm>
            <a:off x="4813200" y="175248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"/>
          <p:cNvSpPr txBox="1"/>
          <p:nvPr/>
        </p:nvSpPr>
        <p:spPr>
          <a:xfrm>
            <a:off x="4813200" y="175248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Proof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Totals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70" name=""/>
          <p:cNvGrpSpPr/>
          <p:nvPr/>
        </p:nvGrpSpPr>
        <p:grpSpPr>
          <a:xfrm>
            <a:off x="1996920" y="2557440"/>
            <a:ext cx="301680" cy="433440"/>
            <a:chOff x="1996920" y="2557440"/>
            <a:chExt cx="301680" cy="433440"/>
          </a:xfrm>
        </p:grpSpPr>
        <p:sp>
          <p:nvSpPr>
            <p:cNvPr id="271" name=""/>
            <p:cNvSpPr/>
            <p:nvPr/>
          </p:nvSpPr>
          <p:spPr>
            <a:xfrm>
              <a:off x="1996920" y="2557440"/>
              <a:ext cx="301680" cy="293760"/>
            </a:xfrm>
            <a:prstGeom prst="rect">
              <a:avLst/>
            </a:prstGeom>
            <a:gradFill rotWithShape="0">
              <a:gsLst>
                <a:gs pos="0">
                  <a:srgbClr val="919191"/>
                </a:gs>
                <a:gs pos="50000">
                  <a:srgbClr val="FFFFFF"/>
                </a:gs>
                <a:gs pos="100000">
                  <a:srgbClr val="919191"/>
                </a:gs>
              </a:gsLst>
              <a:lin ang="2700000"/>
            </a:gra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72" name=""/>
            <p:cNvSpPr txBox="1"/>
            <p:nvPr/>
          </p:nvSpPr>
          <p:spPr>
            <a:xfrm>
              <a:off x="2095560" y="2606760"/>
              <a:ext cx="138240" cy="38412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90000"/>
                </a:lnSpc>
              </a:pPr>
              <a:r>
                <a:rPr lang="en-US" sz="2800" b="1" u="none" strike="noStrike">
                  <a:solidFill>
                    <a:srgbClr val="FC0128"/>
                  </a:solidFill>
                  <a:effectLst/>
                  <a:uFillTx/>
                  <a:latin typeface="Arial"/>
                  <a:ea typeface="Arial"/>
                </a:rPr>
                <a:t>*</a:t>
              </a:r>
              <a:endPara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73" name=""/>
          <p:cNvSpPr/>
          <p:nvPr/>
        </p:nvSpPr>
        <p:spPr>
          <a:xfrm>
            <a:off x="2162160" y="2857680"/>
            <a:ext cx="3240" cy="29196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"/>
          <p:cNvSpPr/>
          <p:nvPr/>
        </p:nvSpPr>
        <p:spPr>
          <a:xfrm>
            <a:off x="1501920" y="173988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"/>
          <p:cNvSpPr txBox="1"/>
          <p:nvPr/>
        </p:nvSpPr>
        <p:spPr>
          <a:xfrm>
            <a:off x="1501920" y="173988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Process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Payroll</a:t>
            </a:r>
            <a:br>
              <a:rPr sz="1600"/>
            </a:b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Records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"/>
          <p:cNvSpPr/>
          <p:nvPr/>
        </p:nvSpPr>
        <p:spPr>
          <a:xfrm>
            <a:off x="1501920" y="31370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"/>
          <p:cNvSpPr txBox="1"/>
          <p:nvPr/>
        </p:nvSpPr>
        <p:spPr>
          <a:xfrm>
            <a:off x="1501920" y="31370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Process 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Payroll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Record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"/>
          <p:cNvSpPr/>
          <p:nvPr/>
        </p:nvSpPr>
        <p:spPr>
          <a:xfrm flipH="1">
            <a:off x="2273400" y="1092240"/>
            <a:ext cx="1612800" cy="64764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"/>
          <p:cNvSpPr/>
          <p:nvPr/>
        </p:nvSpPr>
        <p:spPr>
          <a:xfrm>
            <a:off x="3898800" y="1092240"/>
            <a:ext cx="1575000" cy="66024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"/>
          <p:cNvSpPr/>
          <p:nvPr/>
        </p:nvSpPr>
        <p:spPr>
          <a:xfrm>
            <a:off x="1473120" y="478800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"/>
          <p:cNvSpPr txBox="1"/>
          <p:nvPr/>
        </p:nvSpPr>
        <p:spPr>
          <a:xfrm>
            <a:off x="1473120" y="478800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Add To 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Overtime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"/>
          <p:cNvSpPr/>
          <p:nvPr/>
        </p:nvSpPr>
        <p:spPr>
          <a:xfrm>
            <a:off x="25560" y="478800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"/>
          <p:cNvSpPr txBox="1"/>
          <p:nvPr/>
        </p:nvSpPr>
        <p:spPr>
          <a:xfrm>
            <a:off x="25560" y="478800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Add To 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Regular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"/>
          <p:cNvSpPr/>
          <p:nvPr/>
        </p:nvSpPr>
        <p:spPr>
          <a:xfrm>
            <a:off x="2921040" y="478800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"/>
          <p:cNvSpPr txBox="1"/>
          <p:nvPr/>
        </p:nvSpPr>
        <p:spPr>
          <a:xfrm>
            <a:off x="2921040" y="478800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Add To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Bonus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"/>
          <p:cNvSpPr/>
          <p:nvPr/>
        </p:nvSpPr>
        <p:spPr>
          <a:xfrm>
            <a:off x="2158920" y="4254480"/>
            <a:ext cx="0" cy="54612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"/>
          <p:cNvSpPr/>
          <p:nvPr/>
        </p:nvSpPr>
        <p:spPr>
          <a:xfrm flipH="1">
            <a:off x="711360" y="4267080"/>
            <a:ext cx="1447560" cy="53352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"/>
          <p:cNvSpPr/>
          <p:nvPr/>
        </p:nvSpPr>
        <p:spPr>
          <a:xfrm>
            <a:off x="2158920" y="4267080"/>
            <a:ext cx="1409760" cy="53352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"/>
          <p:cNvSpPr/>
          <p:nvPr/>
        </p:nvSpPr>
        <p:spPr>
          <a:xfrm>
            <a:off x="3390840" y="31496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"/>
          <p:cNvSpPr txBox="1"/>
          <p:nvPr/>
        </p:nvSpPr>
        <p:spPr>
          <a:xfrm>
            <a:off x="3390840" y="31496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Report</a:t>
            </a:r>
            <a:br>
              <a:rPr sz="1600"/>
            </a:b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Headings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"/>
          <p:cNvSpPr/>
          <p:nvPr/>
        </p:nvSpPr>
        <p:spPr>
          <a:xfrm>
            <a:off x="4838760" y="31496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"/>
          <p:cNvSpPr txBox="1"/>
          <p:nvPr/>
        </p:nvSpPr>
        <p:spPr>
          <a:xfrm>
            <a:off x="4838760" y="31496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Regular Totals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"/>
          <p:cNvSpPr/>
          <p:nvPr/>
        </p:nvSpPr>
        <p:spPr>
          <a:xfrm>
            <a:off x="6286680" y="31496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"/>
          <p:cNvSpPr txBox="1"/>
          <p:nvPr/>
        </p:nvSpPr>
        <p:spPr>
          <a:xfrm>
            <a:off x="6286680" y="31496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Overtime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Totals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"/>
          <p:cNvSpPr/>
          <p:nvPr/>
        </p:nvSpPr>
        <p:spPr>
          <a:xfrm>
            <a:off x="7734240" y="31496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"/>
          <p:cNvSpPr txBox="1"/>
          <p:nvPr/>
        </p:nvSpPr>
        <p:spPr>
          <a:xfrm>
            <a:off x="7734240" y="31496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Bonus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Totals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"/>
          <p:cNvSpPr/>
          <p:nvPr/>
        </p:nvSpPr>
        <p:spPr>
          <a:xfrm>
            <a:off x="5511960" y="2577960"/>
            <a:ext cx="0" cy="59688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"/>
          <p:cNvSpPr/>
          <p:nvPr/>
        </p:nvSpPr>
        <p:spPr>
          <a:xfrm flipH="1">
            <a:off x="4089240" y="2577960"/>
            <a:ext cx="1422720" cy="57168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"/>
          <p:cNvSpPr/>
          <p:nvPr/>
        </p:nvSpPr>
        <p:spPr>
          <a:xfrm>
            <a:off x="5511960" y="2577960"/>
            <a:ext cx="1460520" cy="57168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"/>
          <p:cNvSpPr/>
          <p:nvPr/>
        </p:nvSpPr>
        <p:spPr>
          <a:xfrm>
            <a:off x="5511960" y="2577960"/>
            <a:ext cx="2920680" cy="57168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"/>
          <p:cNvSpPr txBox="1"/>
          <p:nvPr/>
        </p:nvSpPr>
        <p:spPr>
          <a:xfrm>
            <a:off x="822240" y="1050840"/>
            <a:ext cx="7728120" cy="56246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marL="190440">
              <a:lnSpc>
                <a:spcPct val="85000"/>
              </a:lnSpc>
              <a:spcBef>
                <a:spcPts val="720"/>
              </a:spcBef>
              <a:tabLst>
                <a:tab pos="482760" algn="l"/>
              </a:tabLst>
            </a:pPr>
            <a:r>
              <a:rPr lang="en-US" sz="1600" b="1" u="none" strike="noStrike">
                <a:solidFill>
                  <a:srgbClr val="790015"/>
                </a:solidFill>
                <a:effectLst/>
                <a:uFillTx/>
                <a:latin typeface="Arial"/>
                <a:ea typeface="Arial"/>
              </a:rPr>
              <a:t>1.</a:t>
            </a:r>
            <a:r>
              <a:rPr lang="en-US" sz="1600" b="1" u="none" strike="noStrike">
                <a:solidFill>
                  <a:srgbClr val="790015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790015"/>
                </a:solidFill>
                <a:effectLst/>
                <a:uFillTx/>
                <a:latin typeface="Arial"/>
                <a:ea typeface="Arial"/>
              </a:rPr>
              <a:t>OPEN OUTPUT Print-File.</a:t>
            </a:r>
            <a:br>
              <a:rPr sz="1600"/>
            </a:br>
            <a:r>
              <a:rPr lang="en-US" sz="1600" b="1" u="none" strike="noStrike">
                <a:solidFill>
                  <a:srgbClr val="790015"/>
                </a:solidFill>
                <a:effectLst/>
                <a:uFillTx/>
                <a:latin typeface="Arial"/>
                <a:ea typeface="Arial"/>
              </a:rPr>
              <a:t>2.</a:t>
            </a:r>
            <a:r>
              <a:rPr lang="en-US" sz="1600" b="1" u="none" strike="noStrike">
                <a:solidFill>
                  <a:srgbClr val="790015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790015"/>
                </a:solidFill>
                <a:effectLst/>
                <a:uFillTx/>
                <a:latin typeface="Arial"/>
                <a:ea typeface="Arial"/>
              </a:rPr>
              <a:t>CLOSE Print-File.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>
              <a:lnSpc>
                <a:spcPct val="85000"/>
              </a:lnSpc>
              <a:spcBef>
                <a:spcPts val="720"/>
              </a:spcBef>
              <a:tabLst>
                <a:tab pos="482760" algn="l"/>
              </a:tabLst>
            </a:pPr>
            <a:r>
              <a:rPr lang="en-US" sz="1600" b="1" u="none" strike="noStrike">
                <a:solidFill>
                  <a:srgbClr val="790015"/>
                </a:solidFill>
                <a:effectLst/>
                <a:uFillTx/>
                <a:latin typeface="Arial"/>
                <a:ea typeface="Arial"/>
              </a:rPr>
              <a:t>3.</a:t>
            </a:r>
            <a:r>
              <a:rPr lang="en-US" sz="1600" b="1" u="none" strike="noStrike">
                <a:solidFill>
                  <a:srgbClr val="790015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790015"/>
                </a:solidFill>
                <a:effectLst/>
                <a:uFillTx/>
                <a:latin typeface="Arial"/>
                <a:ea typeface="Arial"/>
              </a:rPr>
              <a:t>WRITE Print-Line FROM Heading-Line AFTER ADVANCING PAGE.</a:t>
            </a:r>
            <a:br>
              <a:rPr sz="1600"/>
            </a:br>
            <a:r>
              <a:rPr lang="en-US" sz="1600" b="1" u="none" strike="noStrike">
                <a:solidFill>
                  <a:srgbClr val="790015"/>
                </a:solidFill>
                <a:effectLst/>
                <a:uFillTx/>
                <a:latin typeface="Arial"/>
                <a:ea typeface="Arial"/>
              </a:rPr>
              <a:t>4.</a:t>
            </a:r>
            <a:r>
              <a:rPr lang="en-US" sz="1600" b="1" u="none" strike="noStrike">
                <a:solidFill>
                  <a:srgbClr val="790015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790015"/>
                </a:solidFill>
                <a:effectLst/>
                <a:uFillTx/>
                <a:latin typeface="Arial"/>
                <a:ea typeface="Arial"/>
              </a:rPr>
              <a:t>WRITE Print-Line FROM Regular-Line AFTER ADVANCING 1 LINE.</a:t>
            </a:r>
            <a:br>
              <a:rPr sz="1600"/>
            </a:br>
            <a:r>
              <a:rPr lang="en-US" sz="1600" b="1" u="none" strike="noStrike">
                <a:solidFill>
                  <a:srgbClr val="790015"/>
                </a:solidFill>
                <a:effectLst/>
                <a:uFillTx/>
                <a:latin typeface="Arial"/>
                <a:ea typeface="Arial"/>
              </a:rPr>
              <a:t>5.</a:t>
            </a:r>
            <a:r>
              <a:rPr lang="en-US" sz="1600" b="1" u="none" strike="noStrike">
                <a:solidFill>
                  <a:srgbClr val="790015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790015"/>
                </a:solidFill>
                <a:effectLst/>
                <a:uFillTx/>
                <a:latin typeface="Arial"/>
                <a:ea typeface="Arial"/>
              </a:rPr>
              <a:t>WRITE Print-Line FROM Overtime-Line AFTER ADVANCING 1 LINE.</a:t>
            </a:r>
            <a:br>
              <a:rPr sz="1600"/>
            </a:br>
            <a:r>
              <a:rPr lang="en-US" sz="1600" b="1" u="none" strike="noStrike">
                <a:solidFill>
                  <a:srgbClr val="790015"/>
                </a:solidFill>
                <a:effectLst/>
                <a:uFillTx/>
                <a:latin typeface="Arial"/>
                <a:ea typeface="Arial"/>
              </a:rPr>
              <a:t>6.</a:t>
            </a:r>
            <a:r>
              <a:rPr lang="en-US" sz="1600" b="1" u="none" strike="noStrike">
                <a:solidFill>
                  <a:srgbClr val="790015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790015"/>
                </a:solidFill>
                <a:effectLst/>
                <a:uFillTx/>
                <a:latin typeface="Arial"/>
                <a:ea typeface="Arial"/>
              </a:rPr>
              <a:t>WRITE Print-Line FROM Bonus-Line AFTER ADVANCING 1 LINE.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>
              <a:lnSpc>
                <a:spcPct val="85000"/>
              </a:lnSpc>
              <a:spcBef>
                <a:spcPts val="720"/>
              </a:spcBef>
              <a:tabLst>
                <a:tab pos="482760" algn="l"/>
              </a:tabLst>
            </a:pPr>
            <a:r>
              <a:rPr lang="en-US" sz="1600" b="1" u="none" strike="noStrike">
                <a:solidFill>
                  <a:srgbClr val="790015"/>
                </a:solidFill>
                <a:effectLst/>
                <a:uFillTx/>
                <a:latin typeface="Arial"/>
                <a:ea typeface="Arial"/>
              </a:rPr>
              <a:t>7.</a:t>
            </a:r>
            <a:r>
              <a:rPr lang="en-US" sz="1600" b="1" u="none" strike="noStrike">
                <a:solidFill>
                  <a:srgbClr val="790015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790015"/>
                </a:solidFill>
                <a:effectLst/>
                <a:uFillTx/>
                <a:latin typeface="Arial"/>
                <a:ea typeface="Arial"/>
              </a:rPr>
              <a:t>MOVE Regular-Total TO Print-Reg-Total.</a:t>
            </a:r>
            <a:br>
              <a:rPr sz="1600"/>
            </a:br>
            <a:r>
              <a:rPr lang="en-US" sz="1600" b="1" u="none" strike="noStrike">
                <a:solidFill>
                  <a:srgbClr val="790015"/>
                </a:solidFill>
                <a:effectLst/>
                <a:uFillTx/>
                <a:latin typeface="Arial"/>
                <a:ea typeface="Arial"/>
              </a:rPr>
              <a:t>8.</a:t>
            </a:r>
            <a:r>
              <a:rPr lang="en-US" sz="1600" b="1" u="none" strike="noStrike">
                <a:solidFill>
                  <a:srgbClr val="790015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790015"/>
                </a:solidFill>
                <a:effectLst/>
                <a:uFillTx/>
                <a:latin typeface="Arial"/>
                <a:ea typeface="Arial"/>
              </a:rPr>
              <a:t>MOVE Overtime-Total TO Print-Overtime-Total.</a:t>
            </a:r>
            <a:br>
              <a:rPr sz="1600"/>
            </a:br>
            <a:r>
              <a:rPr lang="en-US" sz="1600" b="1" u="none" strike="noStrike">
                <a:solidFill>
                  <a:srgbClr val="790015"/>
                </a:solidFill>
                <a:effectLst/>
                <a:uFillTx/>
                <a:latin typeface="Arial"/>
                <a:ea typeface="Arial"/>
              </a:rPr>
              <a:t>9.</a:t>
            </a:r>
            <a:r>
              <a:rPr lang="en-US" sz="1600" b="1" u="none" strike="noStrike">
                <a:solidFill>
                  <a:srgbClr val="790015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790015"/>
                </a:solidFill>
                <a:effectLst/>
                <a:uFillTx/>
                <a:latin typeface="Arial"/>
                <a:ea typeface="Arial"/>
              </a:rPr>
              <a:t>MOVE Bonus-Total TO Print-Bonus-Total.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>
              <a:lnSpc>
                <a:spcPct val="85000"/>
              </a:lnSpc>
              <a:spcBef>
                <a:spcPts val="720"/>
              </a:spcBef>
              <a:tabLst>
                <a:tab pos="482760" algn="l"/>
              </a:tabLst>
            </a:pPr>
            <a:r>
              <a:rPr lang="en-US" sz="1600" b="1" u="none" strike="noStrike">
                <a:solidFill>
                  <a:srgbClr val="790015"/>
                </a:solidFill>
                <a:effectLst/>
                <a:uFillTx/>
                <a:latin typeface="Arial"/>
                <a:ea typeface="Arial"/>
              </a:rPr>
              <a:t>10.</a:t>
            </a:r>
            <a:r>
              <a:rPr lang="en-US" sz="1600" b="1" u="none" strike="noStrike">
                <a:solidFill>
                  <a:srgbClr val="790015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790015"/>
                </a:solidFill>
                <a:effectLst/>
                <a:uFillTx/>
                <a:latin typeface="Arial"/>
                <a:ea typeface="Arial"/>
              </a:rPr>
              <a:t>MOVE Regular-Count TO Print-Reg-Count.</a:t>
            </a:r>
            <a:br>
              <a:rPr sz="1600"/>
            </a:br>
            <a:r>
              <a:rPr lang="en-US" sz="1600" b="1" u="none" strike="noStrike">
                <a:solidFill>
                  <a:srgbClr val="790015"/>
                </a:solidFill>
                <a:effectLst/>
                <a:uFillTx/>
                <a:latin typeface="Arial"/>
                <a:ea typeface="Arial"/>
              </a:rPr>
              <a:t>11.</a:t>
            </a:r>
            <a:r>
              <a:rPr lang="en-US" sz="1600" b="1" u="none" strike="noStrike">
                <a:solidFill>
                  <a:srgbClr val="790015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790015"/>
                </a:solidFill>
                <a:effectLst/>
                <a:uFillTx/>
                <a:latin typeface="Arial"/>
                <a:ea typeface="Arial"/>
              </a:rPr>
              <a:t>MOVE Overtime-Count TO Print-Over-Count.</a:t>
            </a:r>
            <a:br>
              <a:rPr sz="1600"/>
            </a:br>
            <a:r>
              <a:rPr lang="en-US" sz="1600" b="1" u="none" strike="noStrike">
                <a:solidFill>
                  <a:srgbClr val="790015"/>
                </a:solidFill>
                <a:effectLst/>
                <a:uFillTx/>
                <a:latin typeface="Arial"/>
                <a:ea typeface="Arial"/>
              </a:rPr>
              <a:t>12.</a:t>
            </a:r>
            <a:r>
              <a:rPr lang="en-US" sz="1600" b="1" u="none" strike="noStrike">
                <a:solidFill>
                  <a:srgbClr val="790015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790015"/>
                </a:solidFill>
                <a:effectLst/>
                <a:uFillTx/>
                <a:latin typeface="Arial"/>
                <a:ea typeface="Arial"/>
              </a:rPr>
              <a:t>MOVE Bonus-Count TO Print-Bonus-Count.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>
              <a:lnSpc>
                <a:spcPct val="85000"/>
              </a:lnSpc>
              <a:spcBef>
                <a:spcPts val="720"/>
              </a:spcBef>
              <a:tabLst>
                <a:tab pos="482760" algn="l"/>
              </a:tabLst>
            </a:pPr>
            <a:r>
              <a:rPr lang="en-US" sz="1600" b="1" u="none" strike="noStrike">
                <a:solidFill>
                  <a:srgbClr val="790015"/>
                </a:solidFill>
                <a:effectLst/>
                <a:uFillTx/>
                <a:latin typeface="Arial"/>
                <a:ea typeface="Arial"/>
              </a:rPr>
              <a:t>13.</a:t>
            </a:r>
            <a:r>
              <a:rPr lang="en-US" sz="1600" b="1" u="none" strike="noStrike">
                <a:solidFill>
                  <a:srgbClr val="790015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790015"/>
                </a:solidFill>
                <a:effectLst/>
                <a:uFillTx/>
                <a:latin typeface="Arial"/>
                <a:ea typeface="Arial"/>
              </a:rPr>
              <a:t>ADD Earnings TO Regular-Total.</a:t>
            </a:r>
            <a:br>
              <a:rPr sz="1600"/>
            </a:br>
            <a:r>
              <a:rPr lang="en-US" sz="1600" b="1" u="none" strike="noStrike">
                <a:solidFill>
                  <a:srgbClr val="790015"/>
                </a:solidFill>
                <a:effectLst/>
                <a:uFillTx/>
                <a:latin typeface="Arial"/>
                <a:ea typeface="Arial"/>
              </a:rPr>
              <a:t>14.</a:t>
            </a:r>
            <a:r>
              <a:rPr lang="en-US" sz="1600" b="1" u="none" strike="noStrike">
                <a:solidFill>
                  <a:srgbClr val="790015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790015"/>
                </a:solidFill>
                <a:effectLst/>
                <a:uFillTx/>
                <a:latin typeface="Arial"/>
                <a:ea typeface="Arial"/>
              </a:rPr>
              <a:t>ADD Earnings TO Overtime-Total.</a:t>
            </a:r>
            <a:br>
              <a:rPr sz="1600"/>
            </a:br>
            <a:r>
              <a:rPr lang="en-US" sz="1600" b="1" u="none" strike="noStrike">
                <a:solidFill>
                  <a:srgbClr val="790015"/>
                </a:solidFill>
                <a:effectLst/>
                <a:uFillTx/>
                <a:latin typeface="Arial"/>
                <a:ea typeface="Arial"/>
              </a:rPr>
              <a:t>15.</a:t>
            </a:r>
            <a:r>
              <a:rPr lang="en-US" sz="1600" b="1" u="none" strike="noStrike">
                <a:solidFill>
                  <a:srgbClr val="790015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790015"/>
                </a:solidFill>
                <a:effectLst/>
                <a:uFillTx/>
                <a:latin typeface="Arial"/>
                <a:ea typeface="Arial"/>
              </a:rPr>
              <a:t>ADD Earnings TO Bonus-Total.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>
              <a:lnSpc>
                <a:spcPct val="85000"/>
              </a:lnSpc>
              <a:spcBef>
                <a:spcPts val="720"/>
              </a:spcBef>
              <a:tabLst>
                <a:tab pos="482760" algn="l"/>
              </a:tabLst>
            </a:pPr>
            <a:r>
              <a:rPr lang="en-US" sz="1600" b="1" u="none" strike="noStrike">
                <a:solidFill>
                  <a:srgbClr val="790015"/>
                </a:solidFill>
                <a:effectLst/>
                <a:uFillTx/>
                <a:latin typeface="Arial"/>
                <a:ea typeface="Arial"/>
              </a:rPr>
              <a:t>16.</a:t>
            </a:r>
            <a:r>
              <a:rPr lang="en-US" sz="1600" b="1" u="none" strike="noStrike">
                <a:solidFill>
                  <a:srgbClr val="790015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790015"/>
                </a:solidFill>
                <a:effectLst/>
                <a:uFillTx/>
                <a:latin typeface="Arial"/>
                <a:ea typeface="Arial"/>
              </a:rPr>
              <a:t>ADD 1 TO Regular-Count.</a:t>
            </a:r>
            <a:br>
              <a:rPr sz="1600"/>
            </a:br>
            <a:r>
              <a:rPr lang="en-US" sz="1600" b="1" u="none" strike="noStrike">
                <a:solidFill>
                  <a:srgbClr val="790015"/>
                </a:solidFill>
                <a:effectLst/>
                <a:uFillTx/>
                <a:latin typeface="Arial"/>
                <a:ea typeface="Arial"/>
              </a:rPr>
              <a:t>17.</a:t>
            </a:r>
            <a:r>
              <a:rPr lang="en-US" sz="1600" b="1" u="none" strike="noStrike">
                <a:solidFill>
                  <a:srgbClr val="790015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790015"/>
                </a:solidFill>
                <a:effectLst/>
                <a:uFillTx/>
                <a:latin typeface="Arial"/>
                <a:ea typeface="Arial"/>
              </a:rPr>
              <a:t>ADD 1 TO Overtime-Count.</a:t>
            </a:r>
            <a:br>
              <a:rPr sz="1600"/>
            </a:br>
            <a:r>
              <a:rPr lang="en-US" sz="1600" b="1" u="none" strike="noStrike">
                <a:solidFill>
                  <a:srgbClr val="790015"/>
                </a:solidFill>
                <a:effectLst/>
                <a:uFillTx/>
                <a:latin typeface="Arial"/>
                <a:ea typeface="Arial"/>
              </a:rPr>
              <a:t>18.</a:t>
            </a:r>
            <a:r>
              <a:rPr lang="en-US" sz="1600" b="1" u="none" strike="noStrike">
                <a:solidFill>
                  <a:srgbClr val="790015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790015"/>
                </a:solidFill>
                <a:effectLst/>
                <a:uFillTx/>
                <a:latin typeface="Arial"/>
                <a:ea typeface="Arial"/>
              </a:rPr>
              <a:t>ADD 1 TO Bonus-Count.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>
              <a:lnSpc>
                <a:spcPct val="85000"/>
              </a:lnSpc>
              <a:spcBef>
                <a:spcPts val="720"/>
              </a:spcBef>
              <a:tabLst>
                <a:tab pos="482760" algn="l"/>
              </a:tabLst>
            </a:pPr>
            <a:r>
              <a:rPr lang="en-US" sz="1600" b="1" u="none" strike="noStrike">
                <a:solidFill>
                  <a:srgbClr val="790015"/>
                </a:solidFill>
                <a:effectLst/>
                <a:uFillTx/>
                <a:latin typeface="Arial"/>
                <a:ea typeface="Arial"/>
              </a:rPr>
              <a:t>19.</a:t>
            </a:r>
            <a:r>
              <a:rPr lang="en-US" sz="1600" b="1" u="none" strike="noStrike">
                <a:solidFill>
                  <a:srgbClr val="790015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790015"/>
                </a:solidFill>
                <a:effectLst/>
                <a:uFillTx/>
                <a:latin typeface="Arial"/>
                <a:ea typeface="Arial"/>
              </a:rPr>
              <a:t>READ Payroll-File</a:t>
            </a:r>
            <a:br>
              <a:rPr sz="1600"/>
            </a:br>
            <a:r>
              <a:rPr lang="en-US" sz="1600" b="1" u="none" strike="noStrike">
                <a:solidFill>
                  <a:srgbClr val="790015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790015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790015"/>
                </a:solidFill>
                <a:effectLst/>
                <a:uFillTx/>
                <a:latin typeface="Arial"/>
                <a:ea typeface="Arial"/>
              </a:rPr>
              <a:t>AT END SET End-of-File TO TRUE</a:t>
            </a:r>
            <a:br>
              <a:rPr sz="1600"/>
            </a:br>
            <a:r>
              <a:rPr lang="en-US" sz="1600" b="1" u="none" strike="noStrike">
                <a:solidFill>
                  <a:srgbClr val="790015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790015"/>
                </a:solidFill>
                <a:effectLst/>
                <a:uFillTx/>
                <a:latin typeface="Arial"/>
                <a:ea typeface="Arial"/>
              </a:rPr>
              <a:t>END-READ.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>
              <a:lnSpc>
                <a:spcPct val="85000"/>
              </a:lnSpc>
              <a:spcBef>
                <a:spcPts val="720"/>
              </a:spcBef>
              <a:tabLst>
                <a:tab pos="482760" algn="l"/>
              </a:tabLst>
            </a:pPr>
            <a:r>
              <a:rPr lang="en-US" sz="1600" b="1" u="none" strike="noStrike">
                <a:solidFill>
                  <a:srgbClr val="790015"/>
                </a:solidFill>
                <a:effectLst/>
                <a:uFillTx/>
                <a:latin typeface="Arial"/>
                <a:ea typeface="Arial"/>
              </a:rPr>
              <a:t>20.</a:t>
            </a:r>
            <a:r>
              <a:rPr lang="en-US" sz="1600" b="1" u="none" strike="noStrike">
                <a:solidFill>
                  <a:srgbClr val="790015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790015"/>
                </a:solidFill>
                <a:effectLst/>
                <a:uFillTx/>
                <a:latin typeface="Arial"/>
                <a:ea typeface="Arial"/>
              </a:rPr>
              <a:t>OPEN INPUT Payroll-File.</a:t>
            </a:r>
            <a:br>
              <a:rPr sz="1600"/>
            </a:br>
            <a:r>
              <a:rPr lang="en-US" sz="1600" b="1" u="none" strike="noStrike">
                <a:solidFill>
                  <a:srgbClr val="790015"/>
                </a:solidFill>
                <a:effectLst/>
                <a:uFillTx/>
                <a:latin typeface="Arial"/>
                <a:ea typeface="Arial"/>
              </a:rPr>
              <a:t>21.</a:t>
            </a:r>
            <a:r>
              <a:rPr lang="en-US" sz="1600" b="1" u="none" strike="noStrike">
                <a:solidFill>
                  <a:srgbClr val="790015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790015"/>
                </a:solidFill>
                <a:effectLst/>
                <a:uFillTx/>
                <a:latin typeface="Arial"/>
                <a:ea typeface="Arial"/>
              </a:rPr>
              <a:t>CLOSE Payroll-File.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"/>
          <p:cNvSpPr txBox="1"/>
          <p:nvPr/>
        </p:nvSpPr>
        <p:spPr>
          <a:xfrm>
            <a:off x="266760" y="130320"/>
            <a:ext cx="8629560" cy="860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476280" indent="-476280">
              <a:lnSpc>
                <a:spcPct val="90000"/>
              </a:lnSpc>
            </a:pPr>
            <a:r>
              <a:rPr lang="en-US" sz="28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4.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Write out the Executable Operations needed to produce the </a:t>
            </a:r>
            <a:r>
              <a:rPr lang="en-US" sz="28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output</a:t>
            </a: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 from the</a:t>
            </a:r>
            <a:r>
              <a:rPr lang="en-US" sz="28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 input</a:t>
            </a: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"/>
          <p:cNvSpPr txBox="1"/>
          <p:nvPr/>
        </p:nvSpPr>
        <p:spPr>
          <a:xfrm>
            <a:off x="317520" y="139680"/>
            <a:ext cx="8432640" cy="74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380880" indent="-380880">
              <a:lnSpc>
                <a:spcPct val="90000"/>
              </a:lnSpc>
            </a:pPr>
            <a:r>
              <a:rPr lang="en-US" sz="24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5.</a:t>
            </a:r>
            <a:r>
              <a:rPr lang="en-US" sz="2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Assign the Executable Operations to the appropriate places in the PSD.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"/>
          <p:cNvSpPr txBox="1"/>
          <p:nvPr/>
        </p:nvSpPr>
        <p:spPr>
          <a:xfrm>
            <a:off x="406440" y="1219320"/>
            <a:ext cx="8153280" cy="354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380880" indent="-380880" algn="ctr">
              <a:lnSpc>
                <a:spcPct val="90000"/>
              </a:lnSpc>
              <a:spcBef>
                <a:spcPts val="1681"/>
              </a:spcBef>
            </a:pPr>
            <a:r>
              <a:rPr lang="en-US" sz="24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Algorithm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90000"/>
              </a:lnSpc>
              <a:spcBef>
                <a:spcPts val="1681"/>
              </a:spcBef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For all Executable Operations.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52560" lvl="1" indent="-380880">
              <a:lnSpc>
                <a:spcPct val="90000"/>
              </a:lnSpc>
              <a:spcBef>
                <a:spcPts val="720"/>
              </a:spcBef>
              <a:buClr>
                <a:srgbClr val="00FF00"/>
              </a:buClr>
              <a:buSzPct val="65000"/>
              <a:buFont typeface="Monotype Sorts"/>
              <a:buChar char="_x0000_"/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Get an Executable Operation.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52560" lvl="1" indent="-380880">
              <a:lnSpc>
                <a:spcPct val="90000"/>
              </a:lnSpc>
              <a:spcBef>
                <a:spcPts val="720"/>
              </a:spcBef>
              <a:buClr>
                <a:srgbClr val="00FF00"/>
              </a:buClr>
              <a:buSzPct val="65000"/>
              <a:buFont typeface="Monotype Sorts"/>
              <a:buChar char="_x0000_"/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Ask "To what component/components must I attach this operation to get the program to work?".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52560" lvl="1" indent="-380880">
              <a:lnSpc>
                <a:spcPct val="90000"/>
              </a:lnSpc>
              <a:spcBef>
                <a:spcPts val="720"/>
              </a:spcBef>
              <a:buClr>
                <a:srgbClr val="00FF00"/>
              </a:buClr>
              <a:buSzPct val="65000"/>
              <a:buFont typeface="Monotype Sorts"/>
              <a:buChar char="_x0000_"/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If there are already operations attached to a target component then a further question must be asked ; "Where, in relation to the existing operations, does this operation go?".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"/>
          <p:cNvSpPr/>
          <p:nvPr/>
        </p:nvSpPr>
        <p:spPr>
          <a:xfrm>
            <a:off x="3228840" y="25416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"/>
          <p:cNvSpPr txBox="1"/>
          <p:nvPr/>
        </p:nvSpPr>
        <p:spPr>
          <a:xfrm>
            <a:off x="3228840" y="25416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Proof Totals</a:t>
            </a:r>
            <a:br>
              <a:rPr sz="1600"/>
            </a:b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Report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307" name=""/>
          <p:cNvGrpSpPr/>
          <p:nvPr/>
        </p:nvGrpSpPr>
        <p:grpSpPr>
          <a:xfrm>
            <a:off x="2014560" y="3954600"/>
            <a:ext cx="299880" cy="303120"/>
            <a:chOff x="2014560" y="3954600"/>
            <a:chExt cx="299880" cy="303120"/>
          </a:xfrm>
        </p:grpSpPr>
        <p:sp>
          <p:nvSpPr>
            <p:cNvPr id="308" name=""/>
            <p:cNvSpPr/>
            <p:nvPr/>
          </p:nvSpPr>
          <p:spPr>
            <a:xfrm>
              <a:off x="2014560" y="3954600"/>
              <a:ext cx="299880" cy="303120"/>
            </a:xfrm>
            <a:prstGeom prst="rect">
              <a:avLst/>
            </a:prstGeom>
            <a:gradFill rotWithShape="0">
              <a:gsLst>
                <a:gs pos="0">
                  <a:srgbClr val="919191"/>
                </a:gs>
                <a:gs pos="50000">
                  <a:srgbClr val="FFFFFF"/>
                </a:gs>
                <a:gs pos="100000">
                  <a:srgbClr val="919191"/>
                </a:gs>
              </a:gsLst>
              <a:lin ang="2700000"/>
            </a:gra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09" name=""/>
            <p:cNvSpPr txBox="1"/>
            <p:nvPr/>
          </p:nvSpPr>
          <p:spPr>
            <a:xfrm>
              <a:off x="2090880" y="3989520"/>
              <a:ext cx="139680" cy="24768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90000"/>
                </a:lnSpc>
              </a:pPr>
              <a:r>
                <a:rPr lang="en-US" sz="1800" b="1" u="none" strike="noStrike">
                  <a:solidFill>
                    <a:srgbClr val="FC0128"/>
                  </a:solidFill>
                  <a:effectLst/>
                  <a:uFillTx/>
                  <a:latin typeface="Arial"/>
                  <a:ea typeface="Arial"/>
                </a:rPr>
                <a:t>o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310" name=""/>
          <p:cNvSpPr/>
          <p:nvPr/>
        </p:nvSpPr>
        <p:spPr>
          <a:xfrm>
            <a:off x="4813200" y="175248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"/>
          <p:cNvSpPr txBox="1"/>
          <p:nvPr/>
        </p:nvSpPr>
        <p:spPr>
          <a:xfrm>
            <a:off x="4813200" y="175248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Proof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Totals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312" name=""/>
          <p:cNvGrpSpPr/>
          <p:nvPr/>
        </p:nvGrpSpPr>
        <p:grpSpPr>
          <a:xfrm>
            <a:off x="1996920" y="2557440"/>
            <a:ext cx="301680" cy="433440"/>
            <a:chOff x="1996920" y="2557440"/>
            <a:chExt cx="301680" cy="433440"/>
          </a:xfrm>
        </p:grpSpPr>
        <p:sp>
          <p:nvSpPr>
            <p:cNvPr id="313" name=""/>
            <p:cNvSpPr/>
            <p:nvPr/>
          </p:nvSpPr>
          <p:spPr>
            <a:xfrm>
              <a:off x="1996920" y="2557440"/>
              <a:ext cx="301680" cy="293760"/>
            </a:xfrm>
            <a:prstGeom prst="rect">
              <a:avLst/>
            </a:prstGeom>
            <a:gradFill rotWithShape="0">
              <a:gsLst>
                <a:gs pos="0">
                  <a:srgbClr val="919191"/>
                </a:gs>
                <a:gs pos="50000">
                  <a:srgbClr val="FFFFFF"/>
                </a:gs>
                <a:gs pos="100000">
                  <a:srgbClr val="919191"/>
                </a:gs>
              </a:gsLst>
              <a:lin ang="2700000"/>
            </a:gra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14" name=""/>
            <p:cNvSpPr txBox="1"/>
            <p:nvPr/>
          </p:nvSpPr>
          <p:spPr>
            <a:xfrm>
              <a:off x="2095560" y="2606760"/>
              <a:ext cx="138240" cy="38412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90000"/>
                </a:lnSpc>
              </a:pPr>
              <a:r>
                <a:rPr lang="en-US" sz="2800" b="1" u="none" strike="noStrike">
                  <a:solidFill>
                    <a:srgbClr val="FC0128"/>
                  </a:solidFill>
                  <a:effectLst/>
                  <a:uFillTx/>
                  <a:latin typeface="Arial"/>
                  <a:ea typeface="Arial"/>
                </a:rPr>
                <a:t>*</a:t>
              </a:r>
              <a:endPara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315" name=""/>
          <p:cNvSpPr/>
          <p:nvPr/>
        </p:nvSpPr>
        <p:spPr>
          <a:xfrm>
            <a:off x="2162160" y="2857680"/>
            <a:ext cx="3240" cy="29196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"/>
          <p:cNvSpPr/>
          <p:nvPr/>
        </p:nvSpPr>
        <p:spPr>
          <a:xfrm>
            <a:off x="1501920" y="173988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"/>
          <p:cNvSpPr txBox="1"/>
          <p:nvPr/>
        </p:nvSpPr>
        <p:spPr>
          <a:xfrm>
            <a:off x="1501920" y="173988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Process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Payroll</a:t>
            </a:r>
            <a:br>
              <a:rPr sz="1600"/>
            </a:b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Records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"/>
          <p:cNvSpPr/>
          <p:nvPr/>
        </p:nvSpPr>
        <p:spPr>
          <a:xfrm>
            <a:off x="1501920" y="31370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"/>
          <p:cNvSpPr txBox="1"/>
          <p:nvPr/>
        </p:nvSpPr>
        <p:spPr>
          <a:xfrm>
            <a:off x="1501920" y="31370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Process 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Payroll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Record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"/>
          <p:cNvSpPr/>
          <p:nvPr/>
        </p:nvSpPr>
        <p:spPr>
          <a:xfrm flipH="1">
            <a:off x="2273400" y="1092240"/>
            <a:ext cx="1612800" cy="64764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"/>
          <p:cNvSpPr/>
          <p:nvPr/>
        </p:nvSpPr>
        <p:spPr>
          <a:xfrm>
            <a:off x="3898800" y="1092240"/>
            <a:ext cx="1575000" cy="66024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"/>
          <p:cNvSpPr/>
          <p:nvPr/>
        </p:nvSpPr>
        <p:spPr>
          <a:xfrm>
            <a:off x="1473120" y="478800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"/>
          <p:cNvSpPr txBox="1"/>
          <p:nvPr/>
        </p:nvSpPr>
        <p:spPr>
          <a:xfrm>
            <a:off x="1473120" y="478800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Add To 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Overtime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"/>
          <p:cNvSpPr/>
          <p:nvPr/>
        </p:nvSpPr>
        <p:spPr>
          <a:xfrm>
            <a:off x="25560" y="478800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"/>
          <p:cNvSpPr txBox="1"/>
          <p:nvPr/>
        </p:nvSpPr>
        <p:spPr>
          <a:xfrm>
            <a:off x="25560" y="478800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Add To 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Regular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"/>
          <p:cNvSpPr/>
          <p:nvPr/>
        </p:nvSpPr>
        <p:spPr>
          <a:xfrm>
            <a:off x="2921040" y="478800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"/>
          <p:cNvSpPr txBox="1"/>
          <p:nvPr/>
        </p:nvSpPr>
        <p:spPr>
          <a:xfrm>
            <a:off x="2921040" y="478800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Add To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Bonus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"/>
          <p:cNvSpPr/>
          <p:nvPr/>
        </p:nvSpPr>
        <p:spPr>
          <a:xfrm>
            <a:off x="2158920" y="4254480"/>
            <a:ext cx="0" cy="54612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"/>
          <p:cNvSpPr/>
          <p:nvPr/>
        </p:nvSpPr>
        <p:spPr>
          <a:xfrm flipH="1">
            <a:off x="711360" y="4267080"/>
            <a:ext cx="1447560" cy="53352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"/>
          <p:cNvSpPr/>
          <p:nvPr/>
        </p:nvSpPr>
        <p:spPr>
          <a:xfrm>
            <a:off x="2158920" y="4267080"/>
            <a:ext cx="1409760" cy="53352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"/>
          <p:cNvSpPr/>
          <p:nvPr/>
        </p:nvSpPr>
        <p:spPr>
          <a:xfrm>
            <a:off x="3390840" y="31496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"/>
          <p:cNvSpPr txBox="1"/>
          <p:nvPr/>
        </p:nvSpPr>
        <p:spPr>
          <a:xfrm>
            <a:off x="3390840" y="31496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Report</a:t>
            </a:r>
            <a:br>
              <a:rPr sz="1600"/>
            </a:b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Headings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"/>
          <p:cNvSpPr/>
          <p:nvPr/>
        </p:nvSpPr>
        <p:spPr>
          <a:xfrm>
            <a:off x="4838760" y="31496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"/>
          <p:cNvSpPr txBox="1"/>
          <p:nvPr/>
        </p:nvSpPr>
        <p:spPr>
          <a:xfrm>
            <a:off x="4838760" y="31496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Regular Totals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"/>
          <p:cNvSpPr/>
          <p:nvPr/>
        </p:nvSpPr>
        <p:spPr>
          <a:xfrm>
            <a:off x="6286680" y="31496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"/>
          <p:cNvSpPr txBox="1"/>
          <p:nvPr/>
        </p:nvSpPr>
        <p:spPr>
          <a:xfrm>
            <a:off x="6286680" y="31496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Overtime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Totals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"/>
          <p:cNvSpPr/>
          <p:nvPr/>
        </p:nvSpPr>
        <p:spPr>
          <a:xfrm>
            <a:off x="7734240" y="31496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"/>
          <p:cNvSpPr txBox="1"/>
          <p:nvPr/>
        </p:nvSpPr>
        <p:spPr>
          <a:xfrm>
            <a:off x="7734240" y="31496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Bonus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Totals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"/>
          <p:cNvSpPr/>
          <p:nvPr/>
        </p:nvSpPr>
        <p:spPr>
          <a:xfrm>
            <a:off x="5511960" y="2577960"/>
            <a:ext cx="0" cy="59688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"/>
          <p:cNvSpPr/>
          <p:nvPr/>
        </p:nvSpPr>
        <p:spPr>
          <a:xfrm flipH="1">
            <a:off x="4089240" y="2577960"/>
            <a:ext cx="1422720" cy="57168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"/>
          <p:cNvSpPr/>
          <p:nvPr/>
        </p:nvSpPr>
        <p:spPr>
          <a:xfrm>
            <a:off x="5511960" y="2577960"/>
            <a:ext cx="1460520" cy="57168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"/>
          <p:cNvSpPr/>
          <p:nvPr/>
        </p:nvSpPr>
        <p:spPr>
          <a:xfrm>
            <a:off x="5511960" y="2577960"/>
            <a:ext cx="2920680" cy="57168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"/>
          <p:cNvSpPr txBox="1"/>
          <p:nvPr/>
        </p:nvSpPr>
        <p:spPr>
          <a:xfrm>
            <a:off x="4356000" y="4876920"/>
            <a:ext cx="4648320" cy="698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  <a:spcBef>
                <a:spcPts val="720"/>
              </a:spcBef>
              <a:tabLst>
                <a:tab pos="380880" algn="l"/>
              </a:tabLst>
            </a:pP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1.  OPEN OUTPUT Print-File.</a:t>
            </a:r>
            <a:br>
              <a:rPr sz="1400"/>
            </a:b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2.</a:t>
            </a:r>
            <a:r>
              <a:rPr lang="en-US" sz="14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CLOSE Print-File.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"/>
          <p:cNvSpPr/>
          <p:nvPr/>
        </p:nvSpPr>
        <p:spPr>
          <a:xfrm>
            <a:off x="3228840" y="25416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"/>
          <p:cNvSpPr txBox="1"/>
          <p:nvPr/>
        </p:nvSpPr>
        <p:spPr>
          <a:xfrm>
            <a:off x="3228840" y="25416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Proof Totals</a:t>
            </a:r>
            <a:br>
              <a:rPr sz="1600"/>
            </a:b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Report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346" name=""/>
          <p:cNvGrpSpPr/>
          <p:nvPr/>
        </p:nvGrpSpPr>
        <p:grpSpPr>
          <a:xfrm>
            <a:off x="2014560" y="3954600"/>
            <a:ext cx="299880" cy="303120"/>
            <a:chOff x="2014560" y="3954600"/>
            <a:chExt cx="299880" cy="303120"/>
          </a:xfrm>
        </p:grpSpPr>
        <p:sp>
          <p:nvSpPr>
            <p:cNvPr id="347" name=""/>
            <p:cNvSpPr/>
            <p:nvPr/>
          </p:nvSpPr>
          <p:spPr>
            <a:xfrm>
              <a:off x="2014560" y="3954600"/>
              <a:ext cx="299880" cy="303120"/>
            </a:xfrm>
            <a:prstGeom prst="rect">
              <a:avLst/>
            </a:prstGeom>
            <a:gradFill rotWithShape="0">
              <a:gsLst>
                <a:gs pos="0">
                  <a:srgbClr val="919191"/>
                </a:gs>
                <a:gs pos="50000">
                  <a:srgbClr val="FFFFFF"/>
                </a:gs>
                <a:gs pos="100000">
                  <a:srgbClr val="919191"/>
                </a:gs>
              </a:gsLst>
              <a:lin ang="2700000"/>
            </a:gra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48" name=""/>
            <p:cNvSpPr txBox="1"/>
            <p:nvPr/>
          </p:nvSpPr>
          <p:spPr>
            <a:xfrm>
              <a:off x="2090880" y="3989520"/>
              <a:ext cx="139680" cy="24768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90000"/>
                </a:lnSpc>
              </a:pPr>
              <a:r>
                <a:rPr lang="en-US" sz="1800" b="1" u="none" strike="noStrike">
                  <a:solidFill>
                    <a:srgbClr val="FC0128"/>
                  </a:solidFill>
                  <a:effectLst/>
                  <a:uFillTx/>
                  <a:latin typeface="Arial"/>
                  <a:ea typeface="Arial"/>
                </a:rPr>
                <a:t>o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349" name=""/>
          <p:cNvSpPr/>
          <p:nvPr/>
        </p:nvSpPr>
        <p:spPr>
          <a:xfrm>
            <a:off x="4813200" y="175248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"/>
          <p:cNvSpPr txBox="1"/>
          <p:nvPr/>
        </p:nvSpPr>
        <p:spPr>
          <a:xfrm>
            <a:off x="4813200" y="175248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Proof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Totals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351" name=""/>
          <p:cNvGrpSpPr/>
          <p:nvPr/>
        </p:nvGrpSpPr>
        <p:grpSpPr>
          <a:xfrm>
            <a:off x="1996920" y="2557440"/>
            <a:ext cx="301680" cy="433440"/>
            <a:chOff x="1996920" y="2557440"/>
            <a:chExt cx="301680" cy="433440"/>
          </a:xfrm>
        </p:grpSpPr>
        <p:sp>
          <p:nvSpPr>
            <p:cNvPr id="352" name=""/>
            <p:cNvSpPr/>
            <p:nvPr/>
          </p:nvSpPr>
          <p:spPr>
            <a:xfrm>
              <a:off x="1996920" y="2557440"/>
              <a:ext cx="301680" cy="293760"/>
            </a:xfrm>
            <a:prstGeom prst="rect">
              <a:avLst/>
            </a:prstGeom>
            <a:gradFill rotWithShape="0">
              <a:gsLst>
                <a:gs pos="0">
                  <a:srgbClr val="919191"/>
                </a:gs>
                <a:gs pos="50000">
                  <a:srgbClr val="FFFFFF"/>
                </a:gs>
                <a:gs pos="100000">
                  <a:srgbClr val="919191"/>
                </a:gs>
              </a:gsLst>
              <a:lin ang="2700000"/>
            </a:gra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53" name=""/>
            <p:cNvSpPr txBox="1"/>
            <p:nvPr/>
          </p:nvSpPr>
          <p:spPr>
            <a:xfrm>
              <a:off x="2095560" y="2606760"/>
              <a:ext cx="138240" cy="38412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90000"/>
                </a:lnSpc>
              </a:pPr>
              <a:r>
                <a:rPr lang="en-US" sz="2800" b="1" u="none" strike="noStrike">
                  <a:solidFill>
                    <a:srgbClr val="FC0128"/>
                  </a:solidFill>
                  <a:effectLst/>
                  <a:uFillTx/>
                  <a:latin typeface="Arial"/>
                  <a:ea typeface="Arial"/>
                </a:rPr>
                <a:t>*</a:t>
              </a:r>
              <a:endPara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354" name=""/>
          <p:cNvSpPr/>
          <p:nvPr/>
        </p:nvSpPr>
        <p:spPr>
          <a:xfrm>
            <a:off x="2162160" y="2857680"/>
            <a:ext cx="3240" cy="29196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"/>
          <p:cNvSpPr/>
          <p:nvPr/>
        </p:nvSpPr>
        <p:spPr>
          <a:xfrm>
            <a:off x="1501920" y="173988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"/>
          <p:cNvSpPr txBox="1"/>
          <p:nvPr/>
        </p:nvSpPr>
        <p:spPr>
          <a:xfrm>
            <a:off x="1501920" y="173988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Process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Payroll</a:t>
            </a:r>
            <a:br>
              <a:rPr sz="1600"/>
            </a:b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Records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"/>
          <p:cNvSpPr/>
          <p:nvPr/>
        </p:nvSpPr>
        <p:spPr>
          <a:xfrm>
            <a:off x="1501920" y="31370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8" name=""/>
          <p:cNvSpPr txBox="1"/>
          <p:nvPr/>
        </p:nvSpPr>
        <p:spPr>
          <a:xfrm>
            <a:off x="1501920" y="31370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Process 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Payroll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Record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"/>
          <p:cNvSpPr/>
          <p:nvPr/>
        </p:nvSpPr>
        <p:spPr>
          <a:xfrm flipH="1">
            <a:off x="2273400" y="1092240"/>
            <a:ext cx="1612800" cy="64764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"/>
          <p:cNvSpPr/>
          <p:nvPr/>
        </p:nvSpPr>
        <p:spPr>
          <a:xfrm>
            <a:off x="3898800" y="1092240"/>
            <a:ext cx="1575000" cy="66024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"/>
          <p:cNvSpPr/>
          <p:nvPr/>
        </p:nvSpPr>
        <p:spPr>
          <a:xfrm>
            <a:off x="1473120" y="478800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2" name=""/>
          <p:cNvSpPr txBox="1"/>
          <p:nvPr/>
        </p:nvSpPr>
        <p:spPr>
          <a:xfrm>
            <a:off x="1473120" y="478800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Add To 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Overtime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"/>
          <p:cNvSpPr/>
          <p:nvPr/>
        </p:nvSpPr>
        <p:spPr>
          <a:xfrm>
            <a:off x="25560" y="478800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"/>
          <p:cNvSpPr txBox="1"/>
          <p:nvPr/>
        </p:nvSpPr>
        <p:spPr>
          <a:xfrm>
            <a:off x="25560" y="478800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Add To 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Regular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5" name=""/>
          <p:cNvSpPr/>
          <p:nvPr/>
        </p:nvSpPr>
        <p:spPr>
          <a:xfrm>
            <a:off x="2921040" y="478800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"/>
          <p:cNvSpPr txBox="1"/>
          <p:nvPr/>
        </p:nvSpPr>
        <p:spPr>
          <a:xfrm>
            <a:off x="2921040" y="478800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Add To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Bonus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"/>
          <p:cNvSpPr/>
          <p:nvPr/>
        </p:nvSpPr>
        <p:spPr>
          <a:xfrm>
            <a:off x="2158920" y="4254480"/>
            <a:ext cx="0" cy="54612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"/>
          <p:cNvSpPr/>
          <p:nvPr/>
        </p:nvSpPr>
        <p:spPr>
          <a:xfrm flipH="1">
            <a:off x="711360" y="4267080"/>
            <a:ext cx="1447560" cy="53352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"/>
          <p:cNvSpPr/>
          <p:nvPr/>
        </p:nvSpPr>
        <p:spPr>
          <a:xfrm>
            <a:off x="2158920" y="4267080"/>
            <a:ext cx="1409760" cy="53352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"/>
          <p:cNvSpPr/>
          <p:nvPr/>
        </p:nvSpPr>
        <p:spPr>
          <a:xfrm>
            <a:off x="3390840" y="31496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1" name=""/>
          <p:cNvSpPr txBox="1"/>
          <p:nvPr/>
        </p:nvSpPr>
        <p:spPr>
          <a:xfrm>
            <a:off x="3390840" y="31496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Report</a:t>
            </a:r>
            <a:br>
              <a:rPr sz="1600"/>
            </a:b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Headings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2" name=""/>
          <p:cNvSpPr/>
          <p:nvPr/>
        </p:nvSpPr>
        <p:spPr>
          <a:xfrm>
            <a:off x="4838760" y="31496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3" name=""/>
          <p:cNvSpPr txBox="1"/>
          <p:nvPr/>
        </p:nvSpPr>
        <p:spPr>
          <a:xfrm>
            <a:off x="4838760" y="31496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Regular Totals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"/>
          <p:cNvSpPr/>
          <p:nvPr/>
        </p:nvSpPr>
        <p:spPr>
          <a:xfrm>
            <a:off x="6286680" y="31496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5" name=""/>
          <p:cNvSpPr txBox="1"/>
          <p:nvPr/>
        </p:nvSpPr>
        <p:spPr>
          <a:xfrm>
            <a:off x="6286680" y="31496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Overtime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Totals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6" name=""/>
          <p:cNvSpPr/>
          <p:nvPr/>
        </p:nvSpPr>
        <p:spPr>
          <a:xfrm>
            <a:off x="7734240" y="31496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7" name=""/>
          <p:cNvSpPr txBox="1"/>
          <p:nvPr/>
        </p:nvSpPr>
        <p:spPr>
          <a:xfrm>
            <a:off x="7734240" y="31496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Bonus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Totals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8" name=""/>
          <p:cNvSpPr/>
          <p:nvPr/>
        </p:nvSpPr>
        <p:spPr>
          <a:xfrm>
            <a:off x="5511960" y="2577960"/>
            <a:ext cx="0" cy="59688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"/>
          <p:cNvSpPr/>
          <p:nvPr/>
        </p:nvSpPr>
        <p:spPr>
          <a:xfrm flipH="1">
            <a:off x="4089240" y="2577960"/>
            <a:ext cx="1422720" cy="57168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0" name=""/>
          <p:cNvSpPr/>
          <p:nvPr/>
        </p:nvSpPr>
        <p:spPr>
          <a:xfrm>
            <a:off x="5511960" y="2577960"/>
            <a:ext cx="1460520" cy="57168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1" name=""/>
          <p:cNvSpPr/>
          <p:nvPr/>
        </p:nvSpPr>
        <p:spPr>
          <a:xfrm>
            <a:off x="5511960" y="2577960"/>
            <a:ext cx="2920680" cy="57168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2" name=""/>
          <p:cNvSpPr txBox="1"/>
          <p:nvPr/>
        </p:nvSpPr>
        <p:spPr>
          <a:xfrm>
            <a:off x="685800" y="1714680"/>
            <a:ext cx="361800" cy="417600"/>
          </a:xfrm>
          <a:prstGeom prst="rect">
            <a:avLst/>
          </a:prstGeom>
          <a:solidFill>
            <a:srgbClr val="DADADA"/>
          </a:solidFill>
          <a:ln w="25560">
            <a:solidFill>
              <a:srgbClr val="00FF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"/>
          <p:cNvSpPr txBox="1"/>
          <p:nvPr/>
        </p:nvSpPr>
        <p:spPr>
          <a:xfrm>
            <a:off x="6858000" y="1736640"/>
            <a:ext cx="361800" cy="417600"/>
          </a:xfrm>
          <a:prstGeom prst="rect">
            <a:avLst/>
          </a:prstGeom>
          <a:solidFill>
            <a:srgbClr val="DADADA"/>
          </a:solidFill>
          <a:ln w="25560">
            <a:solidFill>
              <a:srgbClr val="00FF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4" name=""/>
          <p:cNvSpPr/>
          <p:nvPr/>
        </p:nvSpPr>
        <p:spPr>
          <a:xfrm flipH="1">
            <a:off x="876240" y="1066680"/>
            <a:ext cx="3048120" cy="67320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"/>
          <p:cNvSpPr/>
          <p:nvPr/>
        </p:nvSpPr>
        <p:spPr>
          <a:xfrm>
            <a:off x="3911760" y="1079640"/>
            <a:ext cx="3124080" cy="67284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"/>
          <p:cNvSpPr txBox="1"/>
          <p:nvPr/>
        </p:nvSpPr>
        <p:spPr>
          <a:xfrm>
            <a:off x="4356000" y="4876920"/>
            <a:ext cx="4648320" cy="148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  <a:spcBef>
                <a:spcPts val="720"/>
              </a:spcBef>
              <a:tabLst>
                <a:tab pos="380880" algn="l"/>
              </a:tabLst>
            </a:pP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1.  OPEN OUTPUT Print-File.</a:t>
            </a:r>
            <a:br>
              <a:rPr sz="1400"/>
            </a:b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2.</a:t>
            </a:r>
            <a:r>
              <a:rPr lang="en-US" sz="14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CLOSE Print-File.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spcBef>
                <a:spcPts val="720"/>
              </a:spcBef>
              <a:tabLst>
                <a:tab pos="38088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3.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WRITE Print-Line FROM Heading-Line ... </a:t>
            </a:r>
            <a:br>
              <a:rPr sz="1400"/>
            </a:b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4.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WRITE Print-Line FROM Regular-Line ... </a:t>
            </a:r>
            <a:br>
              <a:rPr sz="1400"/>
            </a:b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5.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WRITE Print-Line FROM Overtime-Line ... </a:t>
            </a:r>
            <a:br>
              <a:rPr sz="1400"/>
            </a:b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6.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WRITE Print-Line FROM Bonus-Line ...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"/>
          <p:cNvSpPr/>
          <p:nvPr/>
        </p:nvSpPr>
        <p:spPr>
          <a:xfrm>
            <a:off x="3228840" y="25416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"/>
          <p:cNvSpPr txBox="1"/>
          <p:nvPr/>
        </p:nvSpPr>
        <p:spPr>
          <a:xfrm>
            <a:off x="3228840" y="25416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Proof Totals</a:t>
            </a:r>
            <a:br>
              <a:rPr sz="1600"/>
            </a:b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Report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389" name=""/>
          <p:cNvGrpSpPr/>
          <p:nvPr/>
        </p:nvGrpSpPr>
        <p:grpSpPr>
          <a:xfrm>
            <a:off x="2014560" y="3954600"/>
            <a:ext cx="299880" cy="303120"/>
            <a:chOff x="2014560" y="3954600"/>
            <a:chExt cx="299880" cy="303120"/>
          </a:xfrm>
        </p:grpSpPr>
        <p:sp>
          <p:nvSpPr>
            <p:cNvPr id="390" name=""/>
            <p:cNvSpPr/>
            <p:nvPr/>
          </p:nvSpPr>
          <p:spPr>
            <a:xfrm>
              <a:off x="2014560" y="3954600"/>
              <a:ext cx="299880" cy="303120"/>
            </a:xfrm>
            <a:prstGeom prst="rect">
              <a:avLst/>
            </a:prstGeom>
            <a:gradFill rotWithShape="0">
              <a:gsLst>
                <a:gs pos="0">
                  <a:srgbClr val="919191"/>
                </a:gs>
                <a:gs pos="50000">
                  <a:srgbClr val="FFFFFF"/>
                </a:gs>
                <a:gs pos="100000">
                  <a:srgbClr val="919191"/>
                </a:gs>
              </a:gsLst>
              <a:lin ang="2700000"/>
            </a:gra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91" name=""/>
            <p:cNvSpPr txBox="1"/>
            <p:nvPr/>
          </p:nvSpPr>
          <p:spPr>
            <a:xfrm>
              <a:off x="2090880" y="3989520"/>
              <a:ext cx="139680" cy="24768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90000"/>
                </a:lnSpc>
              </a:pPr>
              <a:r>
                <a:rPr lang="en-US" sz="1800" b="1" u="none" strike="noStrike">
                  <a:solidFill>
                    <a:srgbClr val="FC0128"/>
                  </a:solidFill>
                  <a:effectLst/>
                  <a:uFillTx/>
                  <a:latin typeface="Arial"/>
                  <a:ea typeface="Arial"/>
                </a:rPr>
                <a:t>o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392" name=""/>
          <p:cNvSpPr/>
          <p:nvPr/>
        </p:nvSpPr>
        <p:spPr>
          <a:xfrm>
            <a:off x="4813200" y="175248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3" name=""/>
          <p:cNvSpPr txBox="1"/>
          <p:nvPr/>
        </p:nvSpPr>
        <p:spPr>
          <a:xfrm>
            <a:off x="4813200" y="175248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Proof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Totals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394" name=""/>
          <p:cNvGrpSpPr/>
          <p:nvPr/>
        </p:nvGrpSpPr>
        <p:grpSpPr>
          <a:xfrm>
            <a:off x="1996920" y="2557440"/>
            <a:ext cx="301680" cy="433440"/>
            <a:chOff x="1996920" y="2557440"/>
            <a:chExt cx="301680" cy="433440"/>
          </a:xfrm>
        </p:grpSpPr>
        <p:sp>
          <p:nvSpPr>
            <p:cNvPr id="395" name=""/>
            <p:cNvSpPr/>
            <p:nvPr/>
          </p:nvSpPr>
          <p:spPr>
            <a:xfrm>
              <a:off x="1996920" y="2557440"/>
              <a:ext cx="301680" cy="293760"/>
            </a:xfrm>
            <a:prstGeom prst="rect">
              <a:avLst/>
            </a:prstGeom>
            <a:gradFill rotWithShape="0">
              <a:gsLst>
                <a:gs pos="0">
                  <a:srgbClr val="919191"/>
                </a:gs>
                <a:gs pos="50000">
                  <a:srgbClr val="FFFFFF"/>
                </a:gs>
                <a:gs pos="100000">
                  <a:srgbClr val="919191"/>
                </a:gs>
              </a:gsLst>
              <a:lin ang="2700000"/>
            </a:gra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96" name=""/>
            <p:cNvSpPr txBox="1"/>
            <p:nvPr/>
          </p:nvSpPr>
          <p:spPr>
            <a:xfrm>
              <a:off x="2095560" y="2606760"/>
              <a:ext cx="138240" cy="38412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90000"/>
                </a:lnSpc>
              </a:pPr>
              <a:r>
                <a:rPr lang="en-US" sz="2800" b="1" u="none" strike="noStrike">
                  <a:solidFill>
                    <a:srgbClr val="FC0128"/>
                  </a:solidFill>
                  <a:effectLst/>
                  <a:uFillTx/>
                  <a:latin typeface="Arial"/>
                  <a:ea typeface="Arial"/>
                </a:rPr>
                <a:t>*</a:t>
              </a:r>
              <a:endPara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397" name=""/>
          <p:cNvSpPr/>
          <p:nvPr/>
        </p:nvSpPr>
        <p:spPr>
          <a:xfrm>
            <a:off x="2162160" y="2857680"/>
            <a:ext cx="3240" cy="29196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8" name=""/>
          <p:cNvSpPr/>
          <p:nvPr/>
        </p:nvSpPr>
        <p:spPr>
          <a:xfrm>
            <a:off x="1501920" y="173988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9" name=""/>
          <p:cNvSpPr txBox="1"/>
          <p:nvPr/>
        </p:nvSpPr>
        <p:spPr>
          <a:xfrm>
            <a:off x="1501920" y="173988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Process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Payroll</a:t>
            </a:r>
            <a:br>
              <a:rPr sz="1600"/>
            </a:b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Records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0" name=""/>
          <p:cNvSpPr/>
          <p:nvPr/>
        </p:nvSpPr>
        <p:spPr>
          <a:xfrm>
            <a:off x="1501920" y="31370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1" name=""/>
          <p:cNvSpPr txBox="1"/>
          <p:nvPr/>
        </p:nvSpPr>
        <p:spPr>
          <a:xfrm>
            <a:off x="1501920" y="31370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Process 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Payroll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Record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2" name=""/>
          <p:cNvSpPr/>
          <p:nvPr/>
        </p:nvSpPr>
        <p:spPr>
          <a:xfrm flipH="1">
            <a:off x="2273400" y="1092240"/>
            <a:ext cx="1612800" cy="64764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3" name=""/>
          <p:cNvSpPr/>
          <p:nvPr/>
        </p:nvSpPr>
        <p:spPr>
          <a:xfrm>
            <a:off x="3898800" y="1092240"/>
            <a:ext cx="1575000" cy="66024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"/>
          <p:cNvSpPr/>
          <p:nvPr/>
        </p:nvSpPr>
        <p:spPr>
          <a:xfrm>
            <a:off x="1473120" y="478800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5" name=""/>
          <p:cNvSpPr txBox="1"/>
          <p:nvPr/>
        </p:nvSpPr>
        <p:spPr>
          <a:xfrm>
            <a:off x="1473120" y="478800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Add To 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Overtime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6" name=""/>
          <p:cNvSpPr/>
          <p:nvPr/>
        </p:nvSpPr>
        <p:spPr>
          <a:xfrm>
            <a:off x="25560" y="478800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7" name=""/>
          <p:cNvSpPr txBox="1"/>
          <p:nvPr/>
        </p:nvSpPr>
        <p:spPr>
          <a:xfrm>
            <a:off x="25560" y="478800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Add To 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Regular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8" name=""/>
          <p:cNvSpPr/>
          <p:nvPr/>
        </p:nvSpPr>
        <p:spPr>
          <a:xfrm>
            <a:off x="2921040" y="478800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9" name=""/>
          <p:cNvSpPr txBox="1"/>
          <p:nvPr/>
        </p:nvSpPr>
        <p:spPr>
          <a:xfrm>
            <a:off x="2921040" y="478800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Add To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Bonus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0" name=""/>
          <p:cNvSpPr/>
          <p:nvPr/>
        </p:nvSpPr>
        <p:spPr>
          <a:xfrm>
            <a:off x="2158920" y="4254480"/>
            <a:ext cx="0" cy="54612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1" name=""/>
          <p:cNvSpPr/>
          <p:nvPr/>
        </p:nvSpPr>
        <p:spPr>
          <a:xfrm flipH="1">
            <a:off x="711360" y="4267080"/>
            <a:ext cx="1447560" cy="53352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2" name=""/>
          <p:cNvSpPr/>
          <p:nvPr/>
        </p:nvSpPr>
        <p:spPr>
          <a:xfrm>
            <a:off x="2158920" y="4267080"/>
            <a:ext cx="1409760" cy="53352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3" name=""/>
          <p:cNvSpPr/>
          <p:nvPr/>
        </p:nvSpPr>
        <p:spPr>
          <a:xfrm>
            <a:off x="3390840" y="31496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4" name=""/>
          <p:cNvSpPr txBox="1"/>
          <p:nvPr/>
        </p:nvSpPr>
        <p:spPr>
          <a:xfrm>
            <a:off x="3390840" y="31496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Report</a:t>
            </a:r>
            <a:br>
              <a:rPr sz="1600"/>
            </a:b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Headings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5" name=""/>
          <p:cNvSpPr/>
          <p:nvPr/>
        </p:nvSpPr>
        <p:spPr>
          <a:xfrm>
            <a:off x="4838760" y="31496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6" name=""/>
          <p:cNvSpPr txBox="1"/>
          <p:nvPr/>
        </p:nvSpPr>
        <p:spPr>
          <a:xfrm>
            <a:off x="4838760" y="31496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Regular Totals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7" name=""/>
          <p:cNvSpPr/>
          <p:nvPr/>
        </p:nvSpPr>
        <p:spPr>
          <a:xfrm>
            <a:off x="6286680" y="31496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8" name=""/>
          <p:cNvSpPr txBox="1"/>
          <p:nvPr/>
        </p:nvSpPr>
        <p:spPr>
          <a:xfrm>
            <a:off x="6286680" y="31496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Overtime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Totals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9" name=""/>
          <p:cNvSpPr/>
          <p:nvPr/>
        </p:nvSpPr>
        <p:spPr>
          <a:xfrm>
            <a:off x="7734240" y="31496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0" name=""/>
          <p:cNvSpPr txBox="1"/>
          <p:nvPr/>
        </p:nvSpPr>
        <p:spPr>
          <a:xfrm>
            <a:off x="7734240" y="31496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Bonus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Totals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1" name=""/>
          <p:cNvSpPr/>
          <p:nvPr/>
        </p:nvSpPr>
        <p:spPr>
          <a:xfrm>
            <a:off x="5511960" y="2577960"/>
            <a:ext cx="0" cy="59688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2" name=""/>
          <p:cNvSpPr/>
          <p:nvPr/>
        </p:nvSpPr>
        <p:spPr>
          <a:xfrm flipH="1">
            <a:off x="4089240" y="2577960"/>
            <a:ext cx="1422720" cy="57168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3" name=""/>
          <p:cNvSpPr/>
          <p:nvPr/>
        </p:nvSpPr>
        <p:spPr>
          <a:xfrm>
            <a:off x="5511960" y="2577960"/>
            <a:ext cx="1460520" cy="57168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4" name=""/>
          <p:cNvSpPr/>
          <p:nvPr/>
        </p:nvSpPr>
        <p:spPr>
          <a:xfrm>
            <a:off x="5511960" y="2577960"/>
            <a:ext cx="2920680" cy="57168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5" name=""/>
          <p:cNvSpPr txBox="1"/>
          <p:nvPr/>
        </p:nvSpPr>
        <p:spPr>
          <a:xfrm>
            <a:off x="698400" y="1727280"/>
            <a:ext cx="33660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6" name=""/>
          <p:cNvSpPr txBox="1"/>
          <p:nvPr/>
        </p:nvSpPr>
        <p:spPr>
          <a:xfrm>
            <a:off x="6870600" y="1749600"/>
            <a:ext cx="33660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7" name=""/>
          <p:cNvSpPr/>
          <p:nvPr/>
        </p:nvSpPr>
        <p:spPr>
          <a:xfrm flipH="1">
            <a:off x="876240" y="1066680"/>
            <a:ext cx="3048120" cy="67320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8" name=""/>
          <p:cNvSpPr/>
          <p:nvPr/>
        </p:nvSpPr>
        <p:spPr>
          <a:xfrm>
            <a:off x="3911760" y="1079640"/>
            <a:ext cx="3124080" cy="67284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9" name=""/>
          <p:cNvSpPr txBox="1"/>
          <p:nvPr/>
        </p:nvSpPr>
        <p:spPr>
          <a:xfrm>
            <a:off x="4356000" y="4876920"/>
            <a:ext cx="4648320" cy="166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  <a:spcBef>
                <a:spcPts val="720"/>
              </a:spcBef>
              <a:tabLst>
                <a:tab pos="380880" algn="l"/>
              </a:tabLst>
            </a:pP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3.</a:t>
            </a: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WRITE Print-Line FROM Heading-Line ... </a:t>
            </a:r>
            <a:br>
              <a:rPr sz="1400"/>
            </a:b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4.</a:t>
            </a: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WRITE Print-Line FROM Regular-Line ... </a:t>
            </a:r>
            <a:br>
              <a:rPr sz="1400"/>
            </a:b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5.</a:t>
            </a: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WRITE Print-Line FROM Overtime-Line ... </a:t>
            </a:r>
            <a:br>
              <a:rPr sz="1400"/>
            </a:b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6.</a:t>
            </a: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WRITE Print-Line FROM Bonus-Line ...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spcBef>
                <a:spcPts val="720"/>
              </a:spcBef>
              <a:tabLst>
                <a:tab pos="38088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7.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MOVE Regular-Total TO Print-Reg-Total.</a:t>
            </a:r>
            <a:br>
              <a:rPr sz="1400"/>
            </a:b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8.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MOVE Overtime-Total TO Print-Overtime-Total.</a:t>
            </a:r>
            <a:br>
              <a:rPr sz="1400"/>
            </a:b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9.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MOVE Bonus-Total TO Print-Bonus-Total.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0" name=""/>
          <p:cNvSpPr/>
          <p:nvPr/>
        </p:nvSpPr>
        <p:spPr>
          <a:xfrm>
            <a:off x="5524560" y="3962520"/>
            <a:ext cx="0" cy="3045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1" name=""/>
          <p:cNvSpPr/>
          <p:nvPr/>
        </p:nvSpPr>
        <p:spPr>
          <a:xfrm flipH="1">
            <a:off x="4111560" y="3975120"/>
            <a:ext cx="3240" cy="2667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2" name=""/>
          <p:cNvSpPr/>
          <p:nvPr/>
        </p:nvSpPr>
        <p:spPr>
          <a:xfrm>
            <a:off x="6978600" y="3975120"/>
            <a:ext cx="0" cy="27612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3" name=""/>
          <p:cNvSpPr/>
          <p:nvPr/>
        </p:nvSpPr>
        <p:spPr>
          <a:xfrm>
            <a:off x="8445600" y="3984480"/>
            <a:ext cx="0" cy="2667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4" name=""/>
          <p:cNvSpPr txBox="1"/>
          <p:nvPr/>
        </p:nvSpPr>
        <p:spPr>
          <a:xfrm>
            <a:off x="3946680" y="4213080"/>
            <a:ext cx="361800" cy="417600"/>
          </a:xfrm>
          <a:prstGeom prst="rect">
            <a:avLst/>
          </a:prstGeom>
          <a:solidFill>
            <a:srgbClr val="DADADA"/>
          </a:solidFill>
          <a:ln w="25560">
            <a:solidFill>
              <a:srgbClr val="00FF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3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5" name=""/>
          <p:cNvSpPr txBox="1"/>
          <p:nvPr/>
        </p:nvSpPr>
        <p:spPr>
          <a:xfrm>
            <a:off x="5353200" y="4233960"/>
            <a:ext cx="361800" cy="417600"/>
          </a:xfrm>
          <a:prstGeom prst="rect">
            <a:avLst/>
          </a:prstGeom>
          <a:solidFill>
            <a:srgbClr val="DADADA"/>
          </a:solidFill>
          <a:ln w="25560">
            <a:solidFill>
              <a:srgbClr val="00FF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6" name=""/>
          <p:cNvSpPr txBox="1"/>
          <p:nvPr/>
        </p:nvSpPr>
        <p:spPr>
          <a:xfrm>
            <a:off x="8286840" y="4233960"/>
            <a:ext cx="361800" cy="417600"/>
          </a:xfrm>
          <a:prstGeom prst="rect">
            <a:avLst/>
          </a:prstGeom>
          <a:solidFill>
            <a:srgbClr val="DADADA"/>
          </a:solidFill>
          <a:ln w="25560">
            <a:solidFill>
              <a:srgbClr val="00FF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7" name=""/>
          <p:cNvSpPr txBox="1"/>
          <p:nvPr/>
        </p:nvSpPr>
        <p:spPr>
          <a:xfrm>
            <a:off x="6778800" y="4233960"/>
            <a:ext cx="361800" cy="417600"/>
          </a:xfrm>
          <a:prstGeom prst="rect">
            <a:avLst/>
          </a:prstGeom>
          <a:solidFill>
            <a:srgbClr val="DADADA"/>
          </a:solidFill>
          <a:ln w="25560">
            <a:solidFill>
              <a:srgbClr val="00FF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5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"/>
          <p:cNvSpPr/>
          <p:nvPr/>
        </p:nvSpPr>
        <p:spPr>
          <a:xfrm>
            <a:off x="3228840" y="25416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9" name=""/>
          <p:cNvSpPr txBox="1"/>
          <p:nvPr/>
        </p:nvSpPr>
        <p:spPr>
          <a:xfrm>
            <a:off x="3228840" y="25416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Proof Totals</a:t>
            </a:r>
            <a:br>
              <a:rPr sz="1600"/>
            </a:b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Report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440" name=""/>
          <p:cNvGrpSpPr/>
          <p:nvPr/>
        </p:nvGrpSpPr>
        <p:grpSpPr>
          <a:xfrm>
            <a:off x="2014560" y="3954600"/>
            <a:ext cx="299880" cy="303120"/>
            <a:chOff x="2014560" y="3954600"/>
            <a:chExt cx="299880" cy="303120"/>
          </a:xfrm>
        </p:grpSpPr>
        <p:sp>
          <p:nvSpPr>
            <p:cNvPr id="441" name=""/>
            <p:cNvSpPr/>
            <p:nvPr/>
          </p:nvSpPr>
          <p:spPr>
            <a:xfrm>
              <a:off x="2014560" y="3954600"/>
              <a:ext cx="299880" cy="303120"/>
            </a:xfrm>
            <a:prstGeom prst="rect">
              <a:avLst/>
            </a:prstGeom>
            <a:gradFill rotWithShape="0">
              <a:gsLst>
                <a:gs pos="0">
                  <a:srgbClr val="919191"/>
                </a:gs>
                <a:gs pos="50000">
                  <a:srgbClr val="FFFFFF"/>
                </a:gs>
                <a:gs pos="100000">
                  <a:srgbClr val="919191"/>
                </a:gs>
              </a:gsLst>
              <a:lin ang="2700000"/>
            </a:gra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42" name=""/>
            <p:cNvSpPr txBox="1"/>
            <p:nvPr/>
          </p:nvSpPr>
          <p:spPr>
            <a:xfrm>
              <a:off x="2090880" y="3989520"/>
              <a:ext cx="139680" cy="24768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90000"/>
                </a:lnSpc>
              </a:pPr>
              <a:r>
                <a:rPr lang="en-US" sz="1800" b="1" u="none" strike="noStrike">
                  <a:solidFill>
                    <a:srgbClr val="FC0128"/>
                  </a:solidFill>
                  <a:effectLst/>
                  <a:uFillTx/>
                  <a:latin typeface="Arial"/>
                  <a:ea typeface="Arial"/>
                </a:rPr>
                <a:t>o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443" name=""/>
          <p:cNvSpPr/>
          <p:nvPr/>
        </p:nvSpPr>
        <p:spPr>
          <a:xfrm>
            <a:off x="4813200" y="175248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"/>
          <p:cNvSpPr txBox="1"/>
          <p:nvPr/>
        </p:nvSpPr>
        <p:spPr>
          <a:xfrm>
            <a:off x="4813200" y="175248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Proof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Totals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445" name=""/>
          <p:cNvGrpSpPr/>
          <p:nvPr/>
        </p:nvGrpSpPr>
        <p:grpSpPr>
          <a:xfrm>
            <a:off x="1996920" y="2557440"/>
            <a:ext cx="301680" cy="433440"/>
            <a:chOff x="1996920" y="2557440"/>
            <a:chExt cx="301680" cy="433440"/>
          </a:xfrm>
        </p:grpSpPr>
        <p:sp>
          <p:nvSpPr>
            <p:cNvPr id="446" name=""/>
            <p:cNvSpPr/>
            <p:nvPr/>
          </p:nvSpPr>
          <p:spPr>
            <a:xfrm>
              <a:off x="1996920" y="2557440"/>
              <a:ext cx="301680" cy="293760"/>
            </a:xfrm>
            <a:prstGeom prst="rect">
              <a:avLst/>
            </a:prstGeom>
            <a:gradFill rotWithShape="0">
              <a:gsLst>
                <a:gs pos="0">
                  <a:srgbClr val="919191"/>
                </a:gs>
                <a:gs pos="50000">
                  <a:srgbClr val="FFFFFF"/>
                </a:gs>
                <a:gs pos="100000">
                  <a:srgbClr val="919191"/>
                </a:gs>
              </a:gsLst>
              <a:lin ang="2700000"/>
            </a:gra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47" name=""/>
            <p:cNvSpPr txBox="1"/>
            <p:nvPr/>
          </p:nvSpPr>
          <p:spPr>
            <a:xfrm>
              <a:off x="2095560" y="2606760"/>
              <a:ext cx="138240" cy="38412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90000"/>
                </a:lnSpc>
              </a:pPr>
              <a:r>
                <a:rPr lang="en-US" sz="2800" b="1" u="none" strike="noStrike">
                  <a:solidFill>
                    <a:srgbClr val="FC0128"/>
                  </a:solidFill>
                  <a:effectLst/>
                  <a:uFillTx/>
                  <a:latin typeface="Arial"/>
                  <a:ea typeface="Arial"/>
                </a:rPr>
                <a:t>*</a:t>
              </a:r>
              <a:endPara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448" name=""/>
          <p:cNvSpPr/>
          <p:nvPr/>
        </p:nvSpPr>
        <p:spPr>
          <a:xfrm>
            <a:off x="2162160" y="2857680"/>
            <a:ext cx="3240" cy="29196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9" name=""/>
          <p:cNvSpPr/>
          <p:nvPr/>
        </p:nvSpPr>
        <p:spPr>
          <a:xfrm>
            <a:off x="1501920" y="173988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0" name=""/>
          <p:cNvSpPr txBox="1"/>
          <p:nvPr/>
        </p:nvSpPr>
        <p:spPr>
          <a:xfrm>
            <a:off x="1501920" y="173988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Process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Payroll</a:t>
            </a:r>
            <a:br>
              <a:rPr sz="1600"/>
            </a:b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Records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1" name=""/>
          <p:cNvSpPr/>
          <p:nvPr/>
        </p:nvSpPr>
        <p:spPr>
          <a:xfrm>
            <a:off x="1501920" y="31370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2" name=""/>
          <p:cNvSpPr txBox="1"/>
          <p:nvPr/>
        </p:nvSpPr>
        <p:spPr>
          <a:xfrm>
            <a:off x="1501920" y="31370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Process 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Payroll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Record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3" name=""/>
          <p:cNvSpPr/>
          <p:nvPr/>
        </p:nvSpPr>
        <p:spPr>
          <a:xfrm flipH="1">
            <a:off x="2273400" y="1092240"/>
            <a:ext cx="1612800" cy="64764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4" name=""/>
          <p:cNvSpPr/>
          <p:nvPr/>
        </p:nvSpPr>
        <p:spPr>
          <a:xfrm>
            <a:off x="3898800" y="1092240"/>
            <a:ext cx="1575000" cy="66024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5" name=""/>
          <p:cNvSpPr/>
          <p:nvPr/>
        </p:nvSpPr>
        <p:spPr>
          <a:xfrm>
            <a:off x="1473120" y="478800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6" name=""/>
          <p:cNvSpPr txBox="1"/>
          <p:nvPr/>
        </p:nvSpPr>
        <p:spPr>
          <a:xfrm>
            <a:off x="1473120" y="478800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Add To 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Overtime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7" name=""/>
          <p:cNvSpPr/>
          <p:nvPr/>
        </p:nvSpPr>
        <p:spPr>
          <a:xfrm>
            <a:off x="25560" y="478800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8" name=""/>
          <p:cNvSpPr txBox="1"/>
          <p:nvPr/>
        </p:nvSpPr>
        <p:spPr>
          <a:xfrm>
            <a:off x="25560" y="478800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Add To 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Regular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9" name=""/>
          <p:cNvSpPr/>
          <p:nvPr/>
        </p:nvSpPr>
        <p:spPr>
          <a:xfrm>
            <a:off x="2921040" y="478800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0" name=""/>
          <p:cNvSpPr txBox="1"/>
          <p:nvPr/>
        </p:nvSpPr>
        <p:spPr>
          <a:xfrm>
            <a:off x="2921040" y="478800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Add To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Bonus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1" name=""/>
          <p:cNvSpPr/>
          <p:nvPr/>
        </p:nvSpPr>
        <p:spPr>
          <a:xfrm>
            <a:off x="2158920" y="4254480"/>
            <a:ext cx="0" cy="54612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2" name=""/>
          <p:cNvSpPr/>
          <p:nvPr/>
        </p:nvSpPr>
        <p:spPr>
          <a:xfrm flipH="1">
            <a:off x="711360" y="4267080"/>
            <a:ext cx="1447560" cy="53352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3" name=""/>
          <p:cNvSpPr/>
          <p:nvPr/>
        </p:nvSpPr>
        <p:spPr>
          <a:xfrm>
            <a:off x="2158920" y="4267080"/>
            <a:ext cx="1409760" cy="53352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4" name=""/>
          <p:cNvSpPr/>
          <p:nvPr/>
        </p:nvSpPr>
        <p:spPr>
          <a:xfrm>
            <a:off x="3390840" y="31496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5" name=""/>
          <p:cNvSpPr txBox="1"/>
          <p:nvPr/>
        </p:nvSpPr>
        <p:spPr>
          <a:xfrm>
            <a:off x="3390840" y="31496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Report</a:t>
            </a:r>
            <a:br>
              <a:rPr sz="1600"/>
            </a:b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Headings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6" name=""/>
          <p:cNvSpPr/>
          <p:nvPr/>
        </p:nvSpPr>
        <p:spPr>
          <a:xfrm>
            <a:off x="4838760" y="31496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7" name=""/>
          <p:cNvSpPr txBox="1"/>
          <p:nvPr/>
        </p:nvSpPr>
        <p:spPr>
          <a:xfrm>
            <a:off x="4838760" y="31496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Regular Totals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8" name=""/>
          <p:cNvSpPr/>
          <p:nvPr/>
        </p:nvSpPr>
        <p:spPr>
          <a:xfrm>
            <a:off x="6286680" y="31496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9" name=""/>
          <p:cNvSpPr txBox="1"/>
          <p:nvPr/>
        </p:nvSpPr>
        <p:spPr>
          <a:xfrm>
            <a:off x="6286680" y="31496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Overtime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Totals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0" name=""/>
          <p:cNvSpPr/>
          <p:nvPr/>
        </p:nvSpPr>
        <p:spPr>
          <a:xfrm>
            <a:off x="7734240" y="31496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1" name=""/>
          <p:cNvSpPr txBox="1"/>
          <p:nvPr/>
        </p:nvSpPr>
        <p:spPr>
          <a:xfrm>
            <a:off x="7734240" y="31496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Bonus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Totals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2" name=""/>
          <p:cNvSpPr/>
          <p:nvPr/>
        </p:nvSpPr>
        <p:spPr>
          <a:xfrm>
            <a:off x="5511960" y="2577960"/>
            <a:ext cx="0" cy="59688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3" name=""/>
          <p:cNvSpPr/>
          <p:nvPr/>
        </p:nvSpPr>
        <p:spPr>
          <a:xfrm flipH="1">
            <a:off x="4089240" y="2577960"/>
            <a:ext cx="1422720" cy="57168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4" name=""/>
          <p:cNvSpPr/>
          <p:nvPr/>
        </p:nvSpPr>
        <p:spPr>
          <a:xfrm>
            <a:off x="5511960" y="2577960"/>
            <a:ext cx="1460520" cy="57168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5" name=""/>
          <p:cNvSpPr/>
          <p:nvPr/>
        </p:nvSpPr>
        <p:spPr>
          <a:xfrm>
            <a:off x="5511960" y="2577960"/>
            <a:ext cx="2920680" cy="57168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6" name=""/>
          <p:cNvSpPr txBox="1"/>
          <p:nvPr/>
        </p:nvSpPr>
        <p:spPr>
          <a:xfrm>
            <a:off x="698400" y="1727280"/>
            <a:ext cx="33660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7" name=""/>
          <p:cNvSpPr txBox="1"/>
          <p:nvPr/>
        </p:nvSpPr>
        <p:spPr>
          <a:xfrm>
            <a:off x="6870600" y="1749600"/>
            <a:ext cx="33660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8" name=""/>
          <p:cNvSpPr/>
          <p:nvPr/>
        </p:nvSpPr>
        <p:spPr>
          <a:xfrm flipH="1">
            <a:off x="876240" y="1066680"/>
            <a:ext cx="3048120" cy="67320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9" name=""/>
          <p:cNvSpPr/>
          <p:nvPr/>
        </p:nvSpPr>
        <p:spPr>
          <a:xfrm>
            <a:off x="3911760" y="1079640"/>
            <a:ext cx="3124080" cy="67284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0" name=""/>
          <p:cNvSpPr txBox="1"/>
          <p:nvPr/>
        </p:nvSpPr>
        <p:spPr>
          <a:xfrm>
            <a:off x="4356000" y="4876920"/>
            <a:ext cx="4648320" cy="148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  <a:spcBef>
                <a:spcPts val="720"/>
              </a:spcBef>
              <a:tabLst>
                <a:tab pos="380880" algn="l"/>
              </a:tabLst>
            </a:pP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7.</a:t>
            </a: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MOVE Regular-Total TO Print-Reg-Total.</a:t>
            </a:r>
            <a:br>
              <a:rPr sz="1400"/>
            </a:b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8.</a:t>
            </a: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MOVE Overtime-Total TO Print-Overtime-Total.</a:t>
            </a:r>
            <a:br>
              <a:rPr sz="1400"/>
            </a:b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9.</a:t>
            </a: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MOVE Bonus-Total TO Print-Bonus-Total.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spcBef>
                <a:spcPts val="720"/>
              </a:spcBef>
              <a:tabLst>
                <a:tab pos="38088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MOVE Regular-Count TO Print-Reg-Count.</a:t>
            </a:r>
            <a:br>
              <a:rPr sz="1400"/>
            </a:b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11.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MOVE Overtime-Count TO Print-Over-Count.</a:t>
            </a:r>
            <a:br>
              <a:rPr sz="1400"/>
            </a:b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12.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MOVE Bonus-Count TO Print-Bonus-Count.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1" name=""/>
          <p:cNvSpPr/>
          <p:nvPr/>
        </p:nvSpPr>
        <p:spPr>
          <a:xfrm>
            <a:off x="5524560" y="3962520"/>
            <a:ext cx="0" cy="3045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2" name=""/>
          <p:cNvSpPr/>
          <p:nvPr/>
        </p:nvSpPr>
        <p:spPr>
          <a:xfrm flipH="1">
            <a:off x="4111560" y="3975120"/>
            <a:ext cx="3240" cy="2667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3" name=""/>
          <p:cNvSpPr/>
          <p:nvPr/>
        </p:nvSpPr>
        <p:spPr>
          <a:xfrm>
            <a:off x="6978600" y="3975120"/>
            <a:ext cx="0" cy="27612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4" name=""/>
          <p:cNvSpPr/>
          <p:nvPr/>
        </p:nvSpPr>
        <p:spPr>
          <a:xfrm>
            <a:off x="8445600" y="3984480"/>
            <a:ext cx="0" cy="2667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5" name=""/>
          <p:cNvSpPr txBox="1"/>
          <p:nvPr/>
        </p:nvSpPr>
        <p:spPr>
          <a:xfrm>
            <a:off x="3959280" y="4226040"/>
            <a:ext cx="33660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3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6" name=""/>
          <p:cNvSpPr txBox="1"/>
          <p:nvPr/>
        </p:nvSpPr>
        <p:spPr>
          <a:xfrm>
            <a:off x="5251320" y="4208400"/>
            <a:ext cx="552600" cy="417600"/>
          </a:xfrm>
          <a:prstGeom prst="rect">
            <a:avLst/>
          </a:prstGeom>
          <a:solidFill>
            <a:srgbClr val="DADADA"/>
          </a:solidFill>
          <a:ln w="25560">
            <a:solidFill>
              <a:srgbClr val="00FF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7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,4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7" name=""/>
          <p:cNvSpPr txBox="1"/>
          <p:nvPr/>
        </p:nvSpPr>
        <p:spPr>
          <a:xfrm>
            <a:off x="8185320" y="4208400"/>
            <a:ext cx="552600" cy="417600"/>
          </a:xfrm>
          <a:prstGeom prst="rect">
            <a:avLst/>
          </a:prstGeom>
          <a:solidFill>
            <a:srgbClr val="DADADA"/>
          </a:solidFill>
          <a:ln w="25560">
            <a:solidFill>
              <a:srgbClr val="00FF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9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,6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8" name=""/>
          <p:cNvSpPr txBox="1"/>
          <p:nvPr/>
        </p:nvSpPr>
        <p:spPr>
          <a:xfrm>
            <a:off x="6676920" y="4208400"/>
            <a:ext cx="552600" cy="417600"/>
          </a:xfrm>
          <a:prstGeom prst="rect">
            <a:avLst/>
          </a:prstGeom>
          <a:solidFill>
            <a:srgbClr val="DADADA"/>
          </a:solidFill>
          <a:ln w="25560">
            <a:solidFill>
              <a:srgbClr val="00FF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8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,5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"/>
          <p:cNvSpPr/>
          <p:nvPr/>
        </p:nvSpPr>
        <p:spPr>
          <a:xfrm>
            <a:off x="3228840" y="25416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0" name=""/>
          <p:cNvSpPr txBox="1"/>
          <p:nvPr/>
        </p:nvSpPr>
        <p:spPr>
          <a:xfrm>
            <a:off x="3228840" y="25416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Proof Totals</a:t>
            </a:r>
            <a:br>
              <a:rPr sz="1600"/>
            </a:b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Report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491" name=""/>
          <p:cNvGrpSpPr/>
          <p:nvPr/>
        </p:nvGrpSpPr>
        <p:grpSpPr>
          <a:xfrm>
            <a:off x="2014560" y="3954600"/>
            <a:ext cx="299880" cy="303120"/>
            <a:chOff x="2014560" y="3954600"/>
            <a:chExt cx="299880" cy="303120"/>
          </a:xfrm>
        </p:grpSpPr>
        <p:sp>
          <p:nvSpPr>
            <p:cNvPr id="492" name=""/>
            <p:cNvSpPr/>
            <p:nvPr/>
          </p:nvSpPr>
          <p:spPr>
            <a:xfrm>
              <a:off x="2014560" y="3954600"/>
              <a:ext cx="299880" cy="303120"/>
            </a:xfrm>
            <a:prstGeom prst="rect">
              <a:avLst/>
            </a:prstGeom>
            <a:gradFill rotWithShape="0">
              <a:gsLst>
                <a:gs pos="0">
                  <a:srgbClr val="919191"/>
                </a:gs>
                <a:gs pos="50000">
                  <a:srgbClr val="FFFFFF"/>
                </a:gs>
                <a:gs pos="100000">
                  <a:srgbClr val="919191"/>
                </a:gs>
              </a:gsLst>
              <a:lin ang="2700000"/>
            </a:gra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93" name=""/>
            <p:cNvSpPr txBox="1"/>
            <p:nvPr/>
          </p:nvSpPr>
          <p:spPr>
            <a:xfrm>
              <a:off x="2090880" y="3989520"/>
              <a:ext cx="139680" cy="24768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90000"/>
                </a:lnSpc>
              </a:pPr>
              <a:r>
                <a:rPr lang="en-US" sz="1800" b="1" u="none" strike="noStrike">
                  <a:solidFill>
                    <a:srgbClr val="FC0128"/>
                  </a:solidFill>
                  <a:effectLst/>
                  <a:uFillTx/>
                  <a:latin typeface="Arial"/>
                  <a:ea typeface="Arial"/>
                </a:rPr>
                <a:t>o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494" name=""/>
          <p:cNvSpPr/>
          <p:nvPr/>
        </p:nvSpPr>
        <p:spPr>
          <a:xfrm>
            <a:off x="4813200" y="175248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5" name=""/>
          <p:cNvSpPr txBox="1"/>
          <p:nvPr/>
        </p:nvSpPr>
        <p:spPr>
          <a:xfrm>
            <a:off x="4813200" y="175248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Proof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Totals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496" name=""/>
          <p:cNvGrpSpPr/>
          <p:nvPr/>
        </p:nvGrpSpPr>
        <p:grpSpPr>
          <a:xfrm>
            <a:off x="1996920" y="2557440"/>
            <a:ext cx="301680" cy="433440"/>
            <a:chOff x="1996920" y="2557440"/>
            <a:chExt cx="301680" cy="433440"/>
          </a:xfrm>
        </p:grpSpPr>
        <p:sp>
          <p:nvSpPr>
            <p:cNvPr id="497" name=""/>
            <p:cNvSpPr/>
            <p:nvPr/>
          </p:nvSpPr>
          <p:spPr>
            <a:xfrm>
              <a:off x="1996920" y="2557440"/>
              <a:ext cx="301680" cy="293760"/>
            </a:xfrm>
            <a:prstGeom prst="rect">
              <a:avLst/>
            </a:prstGeom>
            <a:gradFill rotWithShape="0">
              <a:gsLst>
                <a:gs pos="0">
                  <a:srgbClr val="919191"/>
                </a:gs>
                <a:gs pos="50000">
                  <a:srgbClr val="FFFFFF"/>
                </a:gs>
                <a:gs pos="100000">
                  <a:srgbClr val="919191"/>
                </a:gs>
              </a:gsLst>
              <a:lin ang="2700000"/>
            </a:gra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98" name=""/>
            <p:cNvSpPr txBox="1"/>
            <p:nvPr/>
          </p:nvSpPr>
          <p:spPr>
            <a:xfrm>
              <a:off x="2095560" y="2606760"/>
              <a:ext cx="138240" cy="38412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90000"/>
                </a:lnSpc>
              </a:pPr>
              <a:r>
                <a:rPr lang="en-US" sz="2800" b="1" u="none" strike="noStrike">
                  <a:solidFill>
                    <a:srgbClr val="FC0128"/>
                  </a:solidFill>
                  <a:effectLst/>
                  <a:uFillTx/>
                  <a:latin typeface="Arial"/>
                  <a:ea typeface="Arial"/>
                </a:rPr>
                <a:t>*</a:t>
              </a:r>
              <a:endPara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499" name=""/>
          <p:cNvSpPr/>
          <p:nvPr/>
        </p:nvSpPr>
        <p:spPr>
          <a:xfrm>
            <a:off x="2162160" y="2857680"/>
            <a:ext cx="3240" cy="29196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0" name=""/>
          <p:cNvSpPr/>
          <p:nvPr/>
        </p:nvSpPr>
        <p:spPr>
          <a:xfrm>
            <a:off x="1501920" y="173988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1" name=""/>
          <p:cNvSpPr txBox="1"/>
          <p:nvPr/>
        </p:nvSpPr>
        <p:spPr>
          <a:xfrm>
            <a:off x="1501920" y="173988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Process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Payroll</a:t>
            </a:r>
            <a:br>
              <a:rPr sz="1600"/>
            </a:b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Records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2" name=""/>
          <p:cNvSpPr/>
          <p:nvPr/>
        </p:nvSpPr>
        <p:spPr>
          <a:xfrm>
            <a:off x="1501920" y="31370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3" name=""/>
          <p:cNvSpPr txBox="1"/>
          <p:nvPr/>
        </p:nvSpPr>
        <p:spPr>
          <a:xfrm>
            <a:off x="1501920" y="31370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Process 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Payroll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Record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4" name=""/>
          <p:cNvSpPr/>
          <p:nvPr/>
        </p:nvSpPr>
        <p:spPr>
          <a:xfrm flipH="1">
            <a:off x="2273400" y="1092240"/>
            <a:ext cx="1612800" cy="64764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5" name=""/>
          <p:cNvSpPr/>
          <p:nvPr/>
        </p:nvSpPr>
        <p:spPr>
          <a:xfrm>
            <a:off x="3898800" y="1092240"/>
            <a:ext cx="1575000" cy="66024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6" name=""/>
          <p:cNvSpPr/>
          <p:nvPr/>
        </p:nvSpPr>
        <p:spPr>
          <a:xfrm>
            <a:off x="1473120" y="478800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7" name=""/>
          <p:cNvSpPr txBox="1"/>
          <p:nvPr/>
        </p:nvSpPr>
        <p:spPr>
          <a:xfrm>
            <a:off x="1473120" y="478800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Add To 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Overtime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8" name=""/>
          <p:cNvSpPr/>
          <p:nvPr/>
        </p:nvSpPr>
        <p:spPr>
          <a:xfrm>
            <a:off x="25560" y="478800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9" name=""/>
          <p:cNvSpPr txBox="1"/>
          <p:nvPr/>
        </p:nvSpPr>
        <p:spPr>
          <a:xfrm>
            <a:off x="25560" y="478800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Add To 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Regular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0" name=""/>
          <p:cNvSpPr/>
          <p:nvPr/>
        </p:nvSpPr>
        <p:spPr>
          <a:xfrm>
            <a:off x="2921040" y="478800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1" name=""/>
          <p:cNvSpPr txBox="1"/>
          <p:nvPr/>
        </p:nvSpPr>
        <p:spPr>
          <a:xfrm>
            <a:off x="2921040" y="478800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Add To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Bonus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2" name=""/>
          <p:cNvSpPr/>
          <p:nvPr/>
        </p:nvSpPr>
        <p:spPr>
          <a:xfrm>
            <a:off x="2158920" y="4254480"/>
            <a:ext cx="0" cy="54612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3" name=""/>
          <p:cNvSpPr/>
          <p:nvPr/>
        </p:nvSpPr>
        <p:spPr>
          <a:xfrm flipH="1">
            <a:off x="711360" y="4267080"/>
            <a:ext cx="1447560" cy="53352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4" name=""/>
          <p:cNvSpPr/>
          <p:nvPr/>
        </p:nvSpPr>
        <p:spPr>
          <a:xfrm>
            <a:off x="2158920" y="4267080"/>
            <a:ext cx="1409760" cy="53352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5" name=""/>
          <p:cNvSpPr/>
          <p:nvPr/>
        </p:nvSpPr>
        <p:spPr>
          <a:xfrm>
            <a:off x="3390840" y="31496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6" name=""/>
          <p:cNvSpPr txBox="1"/>
          <p:nvPr/>
        </p:nvSpPr>
        <p:spPr>
          <a:xfrm>
            <a:off x="3390840" y="31496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Report</a:t>
            </a:r>
            <a:br>
              <a:rPr sz="1600"/>
            </a:b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Headings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7" name=""/>
          <p:cNvSpPr/>
          <p:nvPr/>
        </p:nvSpPr>
        <p:spPr>
          <a:xfrm>
            <a:off x="4838760" y="31496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8" name=""/>
          <p:cNvSpPr txBox="1"/>
          <p:nvPr/>
        </p:nvSpPr>
        <p:spPr>
          <a:xfrm>
            <a:off x="4838760" y="31496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Regular Totals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9" name=""/>
          <p:cNvSpPr/>
          <p:nvPr/>
        </p:nvSpPr>
        <p:spPr>
          <a:xfrm>
            <a:off x="6286680" y="31496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0" name=""/>
          <p:cNvSpPr txBox="1"/>
          <p:nvPr/>
        </p:nvSpPr>
        <p:spPr>
          <a:xfrm>
            <a:off x="6286680" y="31496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Overtime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Totals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1" name=""/>
          <p:cNvSpPr/>
          <p:nvPr/>
        </p:nvSpPr>
        <p:spPr>
          <a:xfrm>
            <a:off x="7734240" y="31496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2" name=""/>
          <p:cNvSpPr txBox="1"/>
          <p:nvPr/>
        </p:nvSpPr>
        <p:spPr>
          <a:xfrm>
            <a:off x="7734240" y="31496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Bonus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Totals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3" name=""/>
          <p:cNvSpPr/>
          <p:nvPr/>
        </p:nvSpPr>
        <p:spPr>
          <a:xfrm>
            <a:off x="5511960" y="2577960"/>
            <a:ext cx="0" cy="59688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4" name=""/>
          <p:cNvSpPr/>
          <p:nvPr/>
        </p:nvSpPr>
        <p:spPr>
          <a:xfrm flipH="1">
            <a:off x="4089240" y="2577960"/>
            <a:ext cx="1422720" cy="57168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5" name=""/>
          <p:cNvSpPr/>
          <p:nvPr/>
        </p:nvSpPr>
        <p:spPr>
          <a:xfrm>
            <a:off x="5511960" y="2577960"/>
            <a:ext cx="1460520" cy="57168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6" name=""/>
          <p:cNvSpPr/>
          <p:nvPr/>
        </p:nvSpPr>
        <p:spPr>
          <a:xfrm>
            <a:off x="5511960" y="2577960"/>
            <a:ext cx="2920680" cy="57168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7" name=""/>
          <p:cNvSpPr txBox="1"/>
          <p:nvPr/>
        </p:nvSpPr>
        <p:spPr>
          <a:xfrm>
            <a:off x="698400" y="1727280"/>
            <a:ext cx="33660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8" name=""/>
          <p:cNvSpPr txBox="1"/>
          <p:nvPr/>
        </p:nvSpPr>
        <p:spPr>
          <a:xfrm>
            <a:off x="6870600" y="1749600"/>
            <a:ext cx="33660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9" name=""/>
          <p:cNvSpPr/>
          <p:nvPr/>
        </p:nvSpPr>
        <p:spPr>
          <a:xfrm flipH="1">
            <a:off x="876240" y="1066680"/>
            <a:ext cx="3048120" cy="67320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0" name=""/>
          <p:cNvSpPr/>
          <p:nvPr/>
        </p:nvSpPr>
        <p:spPr>
          <a:xfrm>
            <a:off x="3911760" y="1079640"/>
            <a:ext cx="3124080" cy="67284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1" name=""/>
          <p:cNvSpPr txBox="1"/>
          <p:nvPr/>
        </p:nvSpPr>
        <p:spPr>
          <a:xfrm>
            <a:off x="4356000" y="4876920"/>
            <a:ext cx="4648320" cy="1847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  <a:spcBef>
                <a:spcPts val="720"/>
              </a:spcBef>
              <a:tabLst>
                <a:tab pos="380880" algn="l"/>
              </a:tabLst>
            </a:pP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10.</a:t>
            </a: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MOVE Regular-Count TO Print-Reg-Count.</a:t>
            </a:r>
            <a:br>
              <a:rPr sz="1400"/>
            </a:b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11.</a:t>
            </a: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MOVE Overtime-Count TO Print-Over-Count.</a:t>
            </a:r>
            <a:br>
              <a:rPr sz="1400"/>
            </a:b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12.</a:t>
            </a: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MOVE Bonus-Count TO Print-Bonus-Count.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spcBef>
                <a:spcPts val="720"/>
              </a:spcBef>
              <a:tabLst>
                <a:tab pos="38088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13.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ADD Earnings TO Regular-Total.</a:t>
            </a:r>
            <a:br>
              <a:rPr sz="1400"/>
            </a:b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14.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ADD Earnings TO Overtime-Total.</a:t>
            </a:r>
            <a:br>
              <a:rPr sz="1400"/>
            </a:b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15.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ADD Earnings TO Bonus-Total.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spcBef>
                <a:spcPts val="720"/>
              </a:spcBef>
              <a:tabLst>
                <a:tab pos="38088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16.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ADD 1 TO Regular-Count.</a:t>
            </a:r>
            <a:br>
              <a:rPr sz="1400"/>
            </a:b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17.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ADD 1 TO Overtime-Count.</a:t>
            </a:r>
            <a:br>
              <a:rPr sz="1400"/>
            </a:b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18.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ADD 1 TO Bonus-Count.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2" name=""/>
          <p:cNvSpPr/>
          <p:nvPr/>
        </p:nvSpPr>
        <p:spPr>
          <a:xfrm>
            <a:off x="5524560" y="3962520"/>
            <a:ext cx="0" cy="3045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3" name=""/>
          <p:cNvSpPr/>
          <p:nvPr/>
        </p:nvSpPr>
        <p:spPr>
          <a:xfrm flipH="1">
            <a:off x="4111560" y="3975120"/>
            <a:ext cx="3240" cy="2667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4" name=""/>
          <p:cNvSpPr/>
          <p:nvPr/>
        </p:nvSpPr>
        <p:spPr>
          <a:xfrm>
            <a:off x="6978600" y="3975120"/>
            <a:ext cx="0" cy="27612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5" name=""/>
          <p:cNvSpPr/>
          <p:nvPr/>
        </p:nvSpPr>
        <p:spPr>
          <a:xfrm>
            <a:off x="8445600" y="3984480"/>
            <a:ext cx="0" cy="2667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6" name=""/>
          <p:cNvSpPr txBox="1"/>
          <p:nvPr/>
        </p:nvSpPr>
        <p:spPr>
          <a:xfrm>
            <a:off x="5099040" y="4221000"/>
            <a:ext cx="870120" cy="417600"/>
          </a:xfrm>
          <a:prstGeom prst="rect">
            <a:avLst/>
          </a:prstGeom>
          <a:solidFill>
            <a:srgbClr val="DADADA"/>
          </a:solidFill>
          <a:ln w="25560">
            <a:solidFill>
              <a:srgbClr val="00FF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7,</a:t>
            </a:r>
            <a:r>
              <a:rPr lang="en-US" sz="18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10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,4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7" name=""/>
          <p:cNvSpPr txBox="1"/>
          <p:nvPr/>
        </p:nvSpPr>
        <p:spPr>
          <a:xfrm>
            <a:off x="8032680" y="4221000"/>
            <a:ext cx="870120" cy="417600"/>
          </a:xfrm>
          <a:prstGeom prst="rect">
            <a:avLst/>
          </a:prstGeom>
          <a:solidFill>
            <a:srgbClr val="DADADA"/>
          </a:solidFill>
          <a:ln w="25560">
            <a:solidFill>
              <a:srgbClr val="00FF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12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,9,6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8" name=""/>
          <p:cNvSpPr txBox="1"/>
          <p:nvPr/>
        </p:nvSpPr>
        <p:spPr>
          <a:xfrm>
            <a:off x="6524640" y="4221000"/>
            <a:ext cx="870120" cy="417600"/>
          </a:xfrm>
          <a:prstGeom prst="rect">
            <a:avLst/>
          </a:prstGeom>
          <a:solidFill>
            <a:srgbClr val="DADADA"/>
          </a:solidFill>
          <a:ln w="25560">
            <a:solidFill>
              <a:srgbClr val="00FF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11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,8,5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9" name=""/>
          <p:cNvSpPr txBox="1"/>
          <p:nvPr/>
        </p:nvSpPr>
        <p:spPr>
          <a:xfrm>
            <a:off x="3959280" y="4226040"/>
            <a:ext cx="33660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3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"/>
          <p:cNvSpPr/>
          <p:nvPr/>
        </p:nvSpPr>
        <p:spPr>
          <a:xfrm>
            <a:off x="3228840" y="25416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1" name=""/>
          <p:cNvSpPr txBox="1"/>
          <p:nvPr/>
        </p:nvSpPr>
        <p:spPr>
          <a:xfrm>
            <a:off x="3228840" y="25416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Proof Totals</a:t>
            </a:r>
            <a:br>
              <a:rPr sz="1600"/>
            </a:b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Report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542" name=""/>
          <p:cNvGrpSpPr/>
          <p:nvPr/>
        </p:nvGrpSpPr>
        <p:grpSpPr>
          <a:xfrm>
            <a:off x="2014560" y="3954600"/>
            <a:ext cx="299880" cy="303120"/>
            <a:chOff x="2014560" y="3954600"/>
            <a:chExt cx="299880" cy="303120"/>
          </a:xfrm>
        </p:grpSpPr>
        <p:sp>
          <p:nvSpPr>
            <p:cNvPr id="543" name=""/>
            <p:cNvSpPr/>
            <p:nvPr/>
          </p:nvSpPr>
          <p:spPr>
            <a:xfrm>
              <a:off x="2014560" y="3954600"/>
              <a:ext cx="299880" cy="303120"/>
            </a:xfrm>
            <a:prstGeom prst="rect">
              <a:avLst/>
            </a:prstGeom>
            <a:gradFill rotWithShape="0">
              <a:gsLst>
                <a:gs pos="0">
                  <a:srgbClr val="919191"/>
                </a:gs>
                <a:gs pos="50000">
                  <a:srgbClr val="FFFFFF"/>
                </a:gs>
                <a:gs pos="100000">
                  <a:srgbClr val="919191"/>
                </a:gs>
              </a:gsLst>
              <a:lin ang="2700000"/>
            </a:gra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44" name=""/>
            <p:cNvSpPr txBox="1"/>
            <p:nvPr/>
          </p:nvSpPr>
          <p:spPr>
            <a:xfrm>
              <a:off x="2090880" y="3989520"/>
              <a:ext cx="139680" cy="24768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90000"/>
                </a:lnSpc>
              </a:pPr>
              <a:r>
                <a:rPr lang="en-US" sz="1800" b="1" u="none" strike="noStrike">
                  <a:solidFill>
                    <a:srgbClr val="FC0128"/>
                  </a:solidFill>
                  <a:effectLst/>
                  <a:uFillTx/>
                  <a:latin typeface="Arial"/>
                  <a:ea typeface="Arial"/>
                </a:rPr>
                <a:t>o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545" name=""/>
          <p:cNvSpPr/>
          <p:nvPr/>
        </p:nvSpPr>
        <p:spPr>
          <a:xfrm>
            <a:off x="4813200" y="175248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6" name=""/>
          <p:cNvSpPr txBox="1"/>
          <p:nvPr/>
        </p:nvSpPr>
        <p:spPr>
          <a:xfrm>
            <a:off x="4813200" y="175248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Proof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Totals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547" name=""/>
          <p:cNvGrpSpPr/>
          <p:nvPr/>
        </p:nvGrpSpPr>
        <p:grpSpPr>
          <a:xfrm>
            <a:off x="1996920" y="2557440"/>
            <a:ext cx="301680" cy="433440"/>
            <a:chOff x="1996920" y="2557440"/>
            <a:chExt cx="301680" cy="433440"/>
          </a:xfrm>
        </p:grpSpPr>
        <p:sp>
          <p:nvSpPr>
            <p:cNvPr id="548" name=""/>
            <p:cNvSpPr/>
            <p:nvPr/>
          </p:nvSpPr>
          <p:spPr>
            <a:xfrm>
              <a:off x="1996920" y="2557440"/>
              <a:ext cx="301680" cy="293760"/>
            </a:xfrm>
            <a:prstGeom prst="rect">
              <a:avLst/>
            </a:prstGeom>
            <a:gradFill rotWithShape="0">
              <a:gsLst>
                <a:gs pos="0">
                  <a:srgbClr val="919191"/>
                </a:gs>
                <a:gs pos="50000">
                  <a:srgbClr val="FFFFFF"/>
                </a:gs>
                <a:gs pos="100000">
                  <a:srgbClr val="919191"/>
                </a:gs>
              </a:gsLst>
              <a:lin ang="2700000"/>
            </a:gra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49" name=""/>
            <p:cNvSpPr txBox="1"/>
            <p:nvPr/>
          </p:nvSpPr>
          <p:spPr>
            <a:xfrm>
              <a:off x="2095560" y="2606760"/>
              <a:ext cx="138240" cy="38412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90000"/>
                </a:lnSpc>
              </a:pPr>
              <a:r>
                <a:rPr lang="en-US" sz="2800" b="1" u="none" strike="noStrike">
                  <a:solidFill>
                    <a:srgbClr val="FC0128"/>
                  </a:solidFill>
                  <a:effectLst/>
                  <a:uFillTx/>
                  <a:latin typeface="Arial"/>
                  <a:ea typeface="Arial"/>
                </a:rPr>
                <a:t>*</a:t>
              </a:r>
              <a:endPara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550" name=""/>
          <p:cNvSpPr/>
          <p:nvPr/>
        </p:nvSpPr>
        <p:spPr>
          <a:xfrm>
            <a:off x="2162160" y="2857680"/>
            <a:ext cx="3240" cy="29196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1" name=""/>
          <p:cNvSpPr/>
          <p:nvPr/>
        </p:nvSpPr>
        <p:spPr>
          <a:xfrm>
            <a:off x="1501920" y="173988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2" name=""/>
          <p:cNvSpPr txBox="1"/>
          <p:nvPr/>
        </p:nvSpPr>
        <p:spPr>
          <a:xfrm>
            <a:off x="1501920" y="173988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Process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Payroll</a:t>
            </a:r>
            <a:br>
              <a:rPr sz="1600"/>
            </a:b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Records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3" name=""/>
          <p:cNvSpPr/>
          <p:nvPr/>
        </p:nvSpPr>
        <p:spPr>
          <a:xfrm>
            <a:off x="1501920" y="31370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4" name=""/>
          <p:cNvSpPr txBox="1"/>
          <p:nvPr/>
        </p:nvSpPr>
        <p:spPr>
          <a:xfrm>
            <a:off x="1501920" y="31370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Process 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Payroll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Record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5" name=""/>
          <p:cNvSpPr/>
          <p:nvPr/>
        </p:nvSpPr>
        <p:spPr>
          <a:xfrm flipH="1">
            <a:off x="2273400" y="1092240"/>
            <a:ext cx="1612800" cy="64764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6" name=""/>
          <p:cNvSpPr/>
          <p:nvPr/>
        </p:nvSpPr>
        <p:spPr>
          <a:xfrm>
            <a:off x="3898800" y="1092240"/>
            <a:ext cx="1575000" cy="66024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7" name=""/>
          <p:cNvSpPr/>
          <p:nvPr/>
        </p:nvSpPr>
        <p:spPr>
          <a:xfrm>
            <a:off x="1473120" y="478800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8" name=""/>
          <p:cNvSpPr txBox="1"/>
          <p:nvPr/>
        </p:nvSpPr>
        <p:spPr>
          <a:xfrm>
            <a:off x="1473120" y="478800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Add To 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Overtime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9" name=""/>
          <p:cNvSpPr/>
          <p:nvPr/>
        </p:nvSpPr>
        <p:spPr>
          <a:xfrm>
            <a:off x="25560" y="478800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0" name=""/>
          <p:cNvSpPr txBox="1"/>
          <p:nvPr/>
        </p:nvSpPr>
        <p:spPr>
          <a:xfrm>
            <a:off x="25560" y="478800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Add To 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Regular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1" name=""/>
          <p:cNvSpPr/>
          <p:nvPr/>
        </p:nvSpPr>
        <p:spPr>
          <a:xfrm>
            <a:off x="2921040" y="478800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2" name=""/>
          <p:cNvSpPr txBox="1"/>
          <p:nvPr/>
        </p:nvSpPr>
        <p:spPr>
          <a:xfrm>
            <a:off x="2921040" y="478800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Add To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Bonus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3" name=""/>
          <p:cNvSpPr/>
          <p:nvPr/>
        </p:nvSpPr>
        <p:spPr>
          <a:xfrm>
            <a:off x="2158920" y="4254480"/>
            <a:ext cx="0" cy="54612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4" name=""/>
          <p:cNvSpPr/>
          <p:nvPr/>
        </p:nvSpPr>
        <p:spPr>
          <a:xfrm flipH="1">
            <a:off x="711360" y="4267080"/>
            <a:ext cx="1447560" cy="53352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5" name=""/>
          <p:cNvSpPr/>
          <p:nvPr/>
        </p:nvSpPr>
        <p:spPr>
          <a:xfrm>
            <a:off x="2158920" y="4267080"/>
            <a:ext cx="1409760" cy="53352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6" name=""/>
          <p:cNvSpPr/>
          <p:nvPr/>
        </p:nvSpPr>
        <p:spPr>
          <a:xfrm>
            <a:off x="3390840" y="31496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7" name=""/>
          <p:cNvSpPr txBox="1"/>
          <p:nvPr/>
        </p:nvSpPr>
        <p:spPr>
          <a:xfrm>
            <a:off x="3390840" y="31496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Report</a:t>
            </a:r>
            <a:br>
              <a:rPr sz="1600"/>
            </a:b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Headings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8" name=""/>
          <p:cNvSpPr/>
          <p:nvPr/>
        </p:nvSpPr>
        <p:spPr>
          <a:xfrm>
            <a:off x="4838760" y="31496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9" name=""/>
          <p:cNvSpPr txBox="1"/>
          <p:nvPr/>
        </p:nvSpPr>
        <p:spPr>
          <a:xfrm>
            <a:off x="4838760" y="31496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Regular Totals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0" name=""/>
          <p:cNvSpPr/>
          <p:nvPr/>
        </p:nvSpPr>
        <p:spPr>
          <a:xfrm>
            <a:off x="6286680" y="31496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1" name=""/>
          <p:cNvSpPr txBox="1"/>
          <p:nvPr/>
        </p:nvSpPr>
        <p:spPr>
          <a:xfrm>
            <a:off x="6286680" y="31496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Overtime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Totals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2" name=""/>
          <p:cNvSpPr/>
          <p:nvPr/>
        </p:nvSpPr>
        <p:spPr>
          <a:xfrm>
            <a:off x="7734240" y="31496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3" name=""/>
          <p:cNvSpPr txBox="1"/>
          <p:nvPr/>
        </p:nvSpPr>
        <p:spPr>
          <a:xfrm>
            <a:off x="7734240" y="31496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Bonus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Totals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4" name=""/>
          <p:cNvSpPr/>
          <p:nvPr/>
        </p:nvSpPr>
        <p:spPr>
          <a:xfrm>
            <a:off x="5511960" y="2577960"/>
            <a:ext cx="0" cy="59688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5" name=""/>
          <p:cNvSpPr/>
          <p:nvPr/>
        </p:nvSpPr>
        <p:spPr>
          <a:xfrm flipH="1">
            <a:off x="4089240" y="2577960"/>
            <a:ext cx="1422720" cy="57168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6" name=""/>
          <p:cNvSpPr/>
          <p:nvPr/>
        </p:nvSpPr>
        <p:spPr>
          <a:xfrm>
            <a:off x="5511960" y="2577960"/>
            <a:ext cx="1460520" cy="57168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7" name=""/>
          <p:cNvSpPr/>
          <p:nvPr/>
        </p:nvSpPr>
        <p:spPr>
          <a:xfrm>
            <a:off x="5511960" y="2577960"/>
            <a:ext cx="2920680" cy="57168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8" name=""/>
          <p:cNvSpPr txBox="1"/>
          <p:nvPr/>
        </p:nvSpPr>
        <p:spPr>
          <a:xfrm>
            <a:off x="698400" y="1727280"/>
            <a:ext cx="33660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9" name=""/>
          <p:cNvSpPr txBox="1"/>
          <p:nvPr/>
        </p:nvSpPr>
        <p:spPr>
          <a:xfrm>
            <a:off x="6870600" y="1749600"/>
            <a:ext cx="33660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0" name=""/>
          <p:cNvSpPr/>
          <p:nvPr/>
        </p:nvSpPr>
        <p:spPr>
          <a:xfrm flipH="1">
            <a:off x="876240" y="1066680"/>
            <a:ext cx="3048120" cy="67320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1" name=""/>
          <p:cNvSpPr/>
          <p:nvPr/>
        </p:nvSpPr>
        <p:spPr>
          <a:xfrm>
            <a:off x="3911760" y="1079640"/>
            <a:ext cx="3124080" cy="67284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2" name=""/>
          <p:cNvSpPr txBox="1"/>
          <p:nvPr/>
        </p:nvSpPr>
        <p:spPr>
          <a:xfrm>
            <a:off x="4356000" y="4876920"/>
            <a:ext cx="4648320" cy="1847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  <a:spcBef>
                <a:spcPts val="720"/>
              </a:spcBef>
              <a:tabLst>
                <a:tab pos="380880" algn="l"/>
              </a:tabLst>
            </a:pP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13.</a:t>
            </a: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ADD Earnings TO Regular-Total.</a:t>
            </a:r>
            <a:br>
              <a:rPr sz="1400"/>
            </a:b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14.</a:t>
            </a: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ADD Earnings TO Overtime-Total.</a:t>
            </a:r>
            <a:br>
              <a:rPr sz="1400"/>
            </a:b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15.</a:t>
            </a: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ADD Earnings TO Bonus-Total.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spcBef>
                <a:spcPts val="720"/>
              </a:spcBef>
              <a:tabLst>
                <a:tab pos="380880" algn="l"/>
              </a:tabLst>
            </a:pP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16.</a:t>
            </a: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ADD 1 TO Regular-Count.</a:t>
            </a:r>
            <a:br>
              <a:rPr sz="1400"/>
            </a:b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17.</a:t>
            </a: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ADD 1 TO Overtime-Count.</a:t>
            </a:r>
            <a:br>
              <a:rPr sz="1400"/>
            </a:b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18.</a:t>
            </a: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ADD 1 TO Bonus-Count.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spcBef>
                <a:spcPts val="720"/>
              </a:spcBef>
              <a:tabLst>
                <a:tab pos="38088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19.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READ Payroll-File</a:t>
            </a:r>
            <a:br>
              <a:rPr sz="1400"/>
            </a:b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AT END SET End-of-File TO TRUE</a:t>
            </a:r>
            <a:br>
              <a:rPr sz="1400"/>
            </a:b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END-READ.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3" name=""/>
          <p:cNvSpPr/>
          <p:nvPr/>
        </p:nvSpPr>
        <p:spPr>
          <a:xfrm>
            <a:off x="5524560" y="3962520"/>
            <a:ext cx="0" cy="3045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4" name=""/>
          <p:cNvSpPr/>
          <p:nvPr/>
        </p:nvSpPr>
        <p:spPr>
          <a:xfrm flipH="1">
            <a:off x="4111560" y="3975120"/>
            <a:ext cx="3240" cy="2667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5" name=""/>
          <p:cNvSpPr/>
          <p:nvPr/>
        </p:nvSpPr>
        <p:spPr>
          <a:xfrm>
            <a:off x="6978600" y="3975120"/>
            <a:ext cx="0" cy="27612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6" name=""/>
          <p:cNvSpPr/>
          <p:nvPr/>
        </p:nvSpPr>
        <p:spPr>
          <a:xfrm>
            <a:off x="8445600" y="3984480"/>
            <a:ext cx="0" cy="2667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7" name=""/>
          <p:cNvSpPr/>
          <p:nvPr/>
        </p:nvSpPr>
        <p:spPr>
          <a:xfrm>
            <a:off x="650880" y="5616720"/>
            <a:ext cx="0" cy="3045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8" name=""/>
          <p:cNvSpPr/>
          <p:nvPr/>
        </p:nvSpPr>
        <p:spPr>
          <a:xfrm>
            <a:off x="2155680" y="5616720"/>
            <a:ext cx="0" cy="3045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9" name=""/>
          <p:cNvSpPr/>
          <p:nvPr/>
        </p:nvSpPr>
        <p:spPr>
          <a:xfrm>
            <a:off x="3613320" y="5616720"/>
            <a:ext cx="0" cy="3045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0" name=""/>
          <p:cNvSpPr txBox="1"/>
          <p:nvPr/>
        </p:nvSpPr>
        <p:spPr>
          <a:xfrm>
            <a:off x="244440" y="5884920"/>
            <a:ext cx="806400" cy="417600"/>
          </a:xfrm>
          <a:prstGeom prst="rect">
            <a:avLst/>
          </a:prstGeom>
          <a:solidFill>
            <a:srgbClr val="DADADA"/>
          </a:solidFill>
          <a:ln w="25560">
            <a:solidFill>
              <a:srgbClr val="00FF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13,16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1" name=""/>
          <p:cNvSpPr txBox="1"/>
          <p:nvPr/>
        </p:nvSpPr>
        <p:spPr>
          <a:xfrm>
            <a:off x="1749600" y="5884920"/>
            <a:ext cx="806400" cy="417600"/>
          </a:xfrm>
          <a:prstGeom prst="rect">
            <a:avLst/>
          </a:prstGeom>
          <a:solidFill>
            <a:srgbClr val="DADADA"/>
          </a:solidFill>
          <a:ln w="25560">
            <a:solidFill>
              <a:srgbClr val="00FF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14,17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2" name=""/>
          <p:cNvSpPr txBox="1"/>
          <p:nvPr/>
        </p:nvSpPr>
        <p:spPr>
          <a:xfrm>
            <a:off x="3206880" y="5884920"/>
            <a:ext cx="806400" cy="417600"/>
          </a:xfrm>
          <a:prstGeom prst="rect">
            <a:avLst/>
          </a:prstGeom>
          <a:solidFill>
            <a:srgbClr val="DADADA"/>
          </a:solidFill>
          <a:ln w="25560">
            <a:solidFill>
              <a:srgbClr val="00FF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15,18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3" name=""/>
          <p:cNvSpPr txBox="1"/>
          <p:nvPr/>
        </p:nvSpPr>
        <p:spPr>
          <a:xfrm>
            <a:off x="5111640" y="4233960"/>
            <a:ext cx="84456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7,10,4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4" name=""/>
          <p:cNvSpPr txBox="1"/>
          <p:nvPr/>
        </p:nvSpPr>
        <p:spPr>
          <a:xfrm>
            <a:off x="8045280" y="4233960"/>
            <a:ext cx="84456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12,9,6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5" name=""/>
          <p:cNvSpPr txBox="1"/>
          <p:nvPr/>
        </p:nvSpPr>
        <p:spPr>
          <a:xfrm>
            <a:off x="6537240" y="4233960"/>
            <a:ext cx="84456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11,8,5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6" name=""/>
          <p:cNvSpPr txBox="1"/>
          <p:nvPr/>
        </p:nvSpPr>
        <p:spPr>
          <a:xfrm>
            <a:off x="3959280" y="4226040"/>
            <a:ext cx="33660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3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"/>
          <p:cNvSpPr/>
          <p:nvPr/>
        </p:nvSpPr>
        <p:spPr>
          <a:xfrm>
            <a:off x="3228840" y="25416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8" name=""/>
          <p:cNvSpPr txBox="1"/>
          <p:nvPr/>
        </p:nvSpPr>
        <p:spPr>
          <a:xfrm>
            <a:off x="3228840" y="25416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Proof Totals</a:t>
            </a:r>
            <a:br>
              <a:rPr sz="1600"/>
            </a:b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Report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599" name=""/>
          <p:cNvGrpSpPr/>
          <p:nvPr/>
        </p:nvGrpSpPr>
        <p:grpSpPr>
          <a:xfrm>
            <a:off x="2014560" y="3954600"/>
            <a:ext cx="299880" cy="303120"/>
            <a:chOff x="2014560" y="3954600"/>
            <a:chExt cx="299880" cy="303120"/>
          </a:xfrm>
        </p:grpSpPr>
        <p:sp>
          <p:nvSpPr>
            <p:cNvPr id="600" name=""/>
            <p:cNvSpPr/>
            <p:nvPr/>
          </p:nvSpPr>
          <p:spPr>
            <a:xfrm>
              <a:off x="2014560" y="3954600"/>
              <a:ext cx="299880" cy="303120"/>
            </a:xfrm>
            <a:prstGeom prst="rect">
              <a:avLst/>
            </a:prstGeom>
            <a:gradFill rotWithShape="0">
              <a:gsLst>
                <a:gs pos="0">
                  <a:srgbClr val="919191"/>
                </a:gs>
                <a:gs pos="50000">
                  <a:srgbClr val="FFFFFF"/>
                </a:gs>
                <a:gs pos="100000">
                  <a:srgbClr val="919191"/>
                </a:gs>
              </a:gsLst>
              <a:lin ang="2700000"/>
            </a:gra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01" name=""/>
            <p:cNvSpPr txBox="1"/>
            <p:nvPr/>
          </p:nvSpPr>
          <p:spPr>
            <a:xfrm>
              <a:off x="2090880" y="3989520"/>
              <a:ext cx="139680" cy="24768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90000"/>
                </a:lnSpc>
              </a:pPr>
              <a:r>
                <a:rPr lang="en-US" sz="1800" b="1" u="none" strike="noStrike">
                  <a:solidFill>
                    <a:srgbClr val="FC0128"/>
                  </a:solidFill>
                  <a:effectLst/>
                  <a:uFillTx/>
                  <a:latin typeface="Arial"/>
                  <a:ea typeface="Arial"/>
                </a:rPr>
                <a:t>o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02" name=""/>
          <p:cNvSpPr/>
          <p:nvPr/>
        </p:nvSpPr>
        <p:spPr>
          <a:xfrm>
            <a:off x="4813200" y="175248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3" name=""/>
          <p:cNvSpPr txBox="1"/>
          <p:nvPr/>
        </p:nvSpPr>
        <p:spPr>
          <a:xfrm>
            <a:off x="4813200" y="175248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Proof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Totals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04" name=""/>
          <p:cNvGrpSpPr/>
          <p:nvPr/>
        </p:nvGrpSpPr>
        <p:grpSpPr>
          <a:xfrm>
            <a:off x="1996920" y="2557440"/>
            <a:ext cx="301680" cy="433440"/>
            <a:chOff x="1996920" y="2557440"/>
            <a:chExt cx="301680" cy="433440"/>
          </a:xfrm>
        </p:grpSpPr>
        <p:sp>
          <p:nvSpPr>
            <p:cNvPr id="605" name=""/>
            <p:cNvSpPr/>
            <p:nvPr/>
          </p:nvSpPr>
          <p:spPr>
            <a:xfrm>
              <a:off x="1996920" y="2557440"/>
              <a:ext cx="301680" cy="293760"/>
            </a:xfrm>
            <a:prstGeom prst="rect">
              <a:avLst/>
            </a:prstGeom>
            <a:gradFill rotWithShape="0">
              <a:gsLst>
                <a:gs pos="0">
                  <a:srgbClr val="919191"/>
                </a:gs>
                <a:gs pos="50000">
                  <a:srgbClr val="FFFFFF"/>
                </a:gs>
                <a:gs pos="100000">
                  <a:srgbClr val="919191"/>
                </a:gs>
              </a:gsLst>
              <a:lin ang="2700000"/>
            </a:gra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06" name=""/>
            <p:cNvSpPr txBox="1"/>
            <p:nvPr/>
          </p:nvSpPr>
          <p:spPr>
            <a:xfrm>
              <a:off x="2095560" y="2606760"/>
              <a:ext cx="138240" cy="38412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90000"/>
                </a:lnSpc>
              </a:pPr>
              <a:r>
                <a:rPr lang="en-US" sz="2800" b="1" u="none" strike="noStrike">
                  <a:solidFill>
                    <a:srgbClr val="FC0128"/>
                  </a:solidFill>
                  <a:effectLst/>
                  <a:uFillTx/>
                  <a:latin typeface="Arial"/>
                  <a:ea typeface="Arial"/>
                </a:rPr>
                <a:t>*</a:t>
              </a:r>
              <a:endPara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07" name=""/>
          <p:cNvSpPr/>
          <p:nvPr/>
        </p:nvSpPr>
        <p:spPr>
          <a:xfrm>
            <a:off x="2162160" y="2857680"/>
            <a:ext cx="3240" cy="29196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8" name=""/>
          <p:cNvSpPr/>
          <p:nvPr/>
        </p:nvSpPr>
        <p:spPr>
          <a:xfrm>
            <a:off x="1501920" y="173988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9" name=""/>
          <p:cNvSpPr txBox="1"/>
          <p:nvPr/>
        </p:nvSpPr>
        <p:spPr>
          <a:xfrm>
            <a:off x="1501920" y="173988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Process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Payroll</a:t>
            </a:r>
            <a:br>
              <a:rPr sz="1600"/>
            </a:b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Records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0" name=""/>
          <p:cNvSpPr/>
          <p:nvPr/>
        </p:nvSpPr>
        <p:spPr>
          <a:xfrm>
            <a:off x="1501920" y="31370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1" name=""/>
          <p:cNvSpPr txBox="1"/>
          <p:nvPr/>
        </p:nvSpPr>
        <p:spPr>
          <a:xfrm>
            <a:off x="1501920" y="31370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Process 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Payroll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Record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2" name=""/>
          <p:cNvSpPr/>
          <p:nvPr/>
        </p:nvSpPr>
        <p:spPr>
          <a:xfrm flipH="1">
            <a:off x="2273400" y="1092240"/>
            <a:ext cx="1612800" cy="64764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3" name=""/>
          <p:cNvSpPr/>
          <p:nvPr/>
        </p:nvSpPr>
        <p:spPr>
          <a:xfrm>
            <a:off x="3898800" y="1092240"/>
            <a:ext cx="1575000" cy="66024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4" name=""/>
          <p:cNvSpPr/>
          <p:nvPr/>
        </p:nvSpPr>
        <p:spPr>
          <a:xfrm>
            <a:off x="1473120" y="478800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5" name=""/>
          <p:cNvSpPr txBox="1"/>
          <p:nvPr/>
        </p:nvSpPr>
        <p:spPr>
          <a:xfrm>
            <a:off x="1473120" y="478800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Add To 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Overtime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6" name=""/>
          <p:cNvSpPr/>
          <p:nvPr/>
        </p:nvSpPr>
        <p:spPr>
          <a:xfrm>
            <a:off x="25560" y="478800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7" name=""/>
          <p:cNvSpPr txBox="1"/>
          <p:nvPr/>
        </p:nvSpPr>
        <p:spPr>
          <a:xfrm>
            <a:off x="25560" y="478800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Add To 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Regular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8" name=""/>
          <p:cNvSpPr/>
          <p:nvPr/>
        </p:nvSpPr>
        <p:spPr>
          <a:xfrm>
            <a:off x="2921040" y="478800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9" name=""/>
          <p:cNvSpPr txBox="1"/>
          <p:nvPr/>
        </p:nvSpPr>
        <p:spPr>
          <a:xfrm>
            <a:off x="2921040" y="478800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Add To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Bonus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0" name=""/>
          <p:cNvSpPr/>
          <p:nvPr/>
        </p:nvSpPr>
        <p:spPr>
          <a:xfrm>
            <a:off x="2158920" y="4254480"/>
            <a:ext cx="0" cy="54612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1" name=""/>
          <p:cNvSpPr/>
          <p:nvPr/>
        </p:nvSpPr>
        <p:spPr>
          <a:xfrm flipH="1">
            <a:off x="711360" y="4267080"/>
            <a:ext cx="1447560" cy="53352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2" name=""/>
          <p:cNvSpPr/>
          <p:nvPr/>
        </p:nvSpPr>
        <p:spPr>
          <a:xfrm>
            <a:off x="2158920" y="4267080"/>
            <a:ext cx="1409760" cy="53352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3" name=""/>
          <p:cNvSpPr/>
          <p:nvPr/>
        </p:nvSpPr>
        <p:spPr>
          <a:xfrm>
            <a:off x="3390840" y="31496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4" name=""/>
          <p:cNvSpPr txBox="1"/>
          <p:nvPr/>
        </p:nvSpPr>
        <p:spPr>
          <a:xfrm>
            <a:off x="3390840" y="31496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Report</a:t>
            </a:r>
            <a:br>
              <a:rPr sz="1600"/>
            </a:b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Headings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5" name=""/>
          <p:cNvSpPr/>
          <p:nvPr/>
        </p:nvSpPr>
        <p:spPr>
          <a:xfrm>
            <a:off x="4838760" y="31496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6" name=""/>
          <p:cNvSpPr txBox="1"/>
          <p:nvPr/>
        </p:nvSpPr>
        <p:spPr>
          <a:xfrm>
            <a:off x="4838760" y="31496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Regular Totals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7" name=""/>
          <p:cNvSpPr/>
          <p:nvPr/>
        </p:nvSpPr>
        <p:spPr>
          <a:xfrm>
            <a:off x="6286680" y="31496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8" name=""/>
          <p:cNvSpPr txBox="1"/>
          <p:nvPr/>
        </p:nvSpPr>
        <p:spPr>
          <a:xfrm>
            <a:off x="6286680" y="31496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Overtime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Totals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9" name=""/>
          <p:cNvSpPr/>
          <p:nvPr/>
        </p:nvSpPr>
        <p:spPr>
          <a:xfrm>
            <a:off x="7734240" y="31496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0" name=""/>
          <p:cNvSpPr txBox="1"/>
          <p:nvPr/>
        </p:nvSpPr>
        <p:spPr>
          <a:xfrm>
            <a:off x="7734240" y="31496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Bonus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Totals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1" name=""/>
          <p:cNvSpPr/>
          <p:nvPr/>
        </p:nvSpPr>
        <p:spPr>
          <a:xfrm>
            <a:off x="5511960" y="2577960"/>
            <a:ext cx="0" cy="59688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2" name=""/>
          <p:cNvSpPr/>
          <p:nvPr/>
        </p:nvSpPr>
        <p:spPr>
          <a:xfrm flipH="1">
            <a:off x="4089240" y="2577960"/>
            <a:ext cx="1422720" cy="57168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3" name=""/>
          <p:cNvSpPr/>
          <p:nvPr/>
        </p:nvSpPr>
        <p:spPr>
          <a:xfrm>
            <a:off x="5511960" y="2577960"/>
            <a:ext cx="1460520" cy="57168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4" name=""/>
          <p:cNvSpPr/>
          <p:nvPr/>
        </p:nvSpPr>
        <p:spPr>
          <a:xfrm>
            <a:off x="5511960" y="2577960"/>
            <a:ext cx="2920680" cy="57168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5" name=""/>
          <p:cNvSpPr txBox="1"/>
          <p:nvPr/>
        </p:nvSpPr>
        <p:spPr>
          <a:xfrm>
            <a:off x="507960" y="1739880"/>
            <a:ext cx="679320" cy="417600"/>
          </a:xfrm>
          <a:prstGeom prst="rect">
            <a:avLst/>
          </a:prstGeom>
          <a:solidFill>
            <a:srgbClr val="DADADA"/>
          </a:solidFill>
          <a:ln w="25560">
            <a:solidFill>
              <a:srgbClr val="00FF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1,</a:t>
            </a:r>
            <a:r>
              <a:rPr lang="en-US" sz="18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19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6" name=""/>
          <p:cNvSpPr txBox="1"/>
          <p:nvPr/>
        </p:nvSpPr>
        <p:spPr>
          <a:xfrm>
            <a:off x="6870600" y="1749600"/>
            <a:ext cx="33660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7" name=""/>
          <p:cNvSpPr/>
          <p:nvPr/>
        </p:nvSpPr>
        <p:spPr>
          <a:xfrm flipH="1">
            <a:off x="876240" y="1066680"/>
            <a:ext cx="3048120" cy="67320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8" name=""/>
          <p:cNvSpPr/>
          <p:nvPr/>
        </p:nvSpPr>
        <p:spPr>
          <a:xfrm>
            <a:off x="3911760" y="1079640"/>
            <a:ext cx="3124080" cy="67284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9" name=""/>
          <p:cNvSpPr txBox="1"/>
          <p:nvPr/>
        </p:nvSpPr>
        <p:spPr>
          <a:xfrm>
            <a:off x="4356000" y="4876920"/>
            <a:ext cx="4648320" cy="915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  <a:spcBef>
                <a:spcPts val="720"/>
              </a:spcBef>
              <a:tabLst>
                <a:tab pos="380880" algn="l"/>
              </a:tabLst>
            </a:pP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19.</a:t>
            </a: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READ Payroll-File</a:t>
            </a:r>
            <a:br>
              <a:rPr sz="1400"/>
            </a:b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AT END SET End-of-File TO TRUE</a:t>
            </a:r>
            <a:br>
              <a:rPr sz="1400"/>
            </a:b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END-READ.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0" name=""/>
          <p:cNvSpPr/>
          <p:nvPr/>
        </p:nvSpPr>
        <p:spPr>
          <a:xfrm>
            <a:off x="5524560" y="3962520"/>
            <a:ext cx="0" cy="3045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1" name=""/>
          <p:cNvSpPr/>
          <p:nvPr/>
        </p:nvSpPr>
        <p:spPr>
          <a:xfrm flipH="1">
            <a:off x="4111560" y="3975120"/>
            <a:ext cx="3240" cy="2667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2" name=""/>
          <p:cNvSpPr/>
          <p:nvPr/>
        </p:nvSpPr>
        <p:spPr>
          <a:xfrm>
            <a:off x="6978600" y="3975120"/>
            <a:ext cx="0" cy="27612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3" name=""/>
          <p:cNvSpPr/>
          <p:nvPr/>
        </p:nvSpPr>
        <p:spPr>
          <a:xfrm>
            <a:off x="8445600" y="3984480"/>
            <a:ext cx="0" cy="2667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4" name=""/>
          <p:cNvSpPr txBox="1"/>
          <p:nvPr/>
        </p:nvSpPr>
        <p:spPr>
          <a:xfrm>
            <a:off x="257040" y="5897520"/>
            <a:ext cx="78120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13,16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5" name=""/>
          <p:cNvSpPr/>
          <p:nvPr/>
        </p:nvSpPr>
        <p:spPr>
          <a:xfrm>
            <a:off x="650880" y="5616720"/>
            <a:ext cx="0" cy="3045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6" name=""/>
          <p:cNvSpPr txBox="1"/>
          <p:nvPr/>
        </p:nvSpPr>
        <p:spPr>
          <a:xfrm>
            <a:off x="1762200" y="5897520"/>
            <a:ext cx="78120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14,17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7" name=""/>
          <p:cNvSpPr/>
          <p:nvPr/>
        </p:nvSpPr>
        <p:spPr>
          <a:xfrm>
            <a:off x="2155680" y="5616720"/>
            <a:ext cx="0" cy="3045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8" name=""/>
          <p:cNvSpPr txBox="1"/>
          <p:nvPr/>
        </p:nvSpPr>
        <p:spPr>
          <a:xfrm>
            <a:off x="3219480" y="5897520"/>
            <a:ext cx="78120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15,18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9" name=""/>
          <p:cNvSpPr/>
          <p:nvPr/>
        </p:nvSpPr>
        <p:spPr>
          <a:xfrm>
            <a:off x="3613320" y="5616720"/>
            <a:ext cx="0" cy="3045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0" name=""/>
          <p:cNvSpPr txBox="1"/>
          <p:nvPr/>
        </p:nvSpPr>
        <p:spPr>
          <a:xfrm>
            <a:off x="5111640" y="4233960"/>
            <a:ext cx="84456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7,10,4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1" name=""/>
          <p:cNvSpPr txBox="1"/>
          <p:nvPr/>
        </p:nvSpPr>
        <p:spPr>
          <a:xfrm>
            <a:off x="8045280" y="4233960"/>
            <a:ext cx="84456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12,9,6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2" name=""/>
          <p:cNvSpPr txBox="1"/>
          <p:nvPr/>
        </p:nvSpPr>
        <p:spPr>
          <a:xfrm>
            <a:off x="6537240" y="4233960"/>
            <a:ext cx="84456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11,8,5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3" name=""/>
          <p:cNvSpPr txBox="1"/>
          <p:nvPr/>
        </p:nvSpPr>
        <p:spPr>
          <a:xfrm>
            <a:off x="3959280" y="4226040"/>
            <a:ext cx="33660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3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"/>
          <p:cNvSpPr/>
          <p:nvPr/>
        </p:nvSpPr>
        <p:spPr>
          <a:xfrm>
            <a:off x="3228840" y="25416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5" name=""/>
          <p:cNvSpPr txBox="1"/>
          <p:nvPr/>
        </p:nvSpPr>
        <p:spPr>
          <a:xfrm>
            <a:off x="3228840" y="25416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Proof Totals</a:t>
            </a:r>
            <a:br>
              <a:rPr sz="1600"/>
            </a:b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Report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56" name=""/>
          <p:cNvGrpSpPr/>
          <p:nvPr/>
        </p:nvGrpSpPr>
        <p:grpSpPr>
          <a:xfrm>
            <a:off x="2014560" y="3954600"/>
            <a:ext cx="299880" cy="303120"/>
            <a:chOff x="2014560" y="3954600"/>
            <a:chExt cx="299880" cy="303120"/>
          </a:xfrm>
        </p:grpSpPr>
        <p:sp>
          <p:nvSpPr>
            <p:cNvPr id="657" name=""/>
            <p:cNvSpPr/>
            <p:nvPr/>
          </p:nvSpPr>
          <p:spPr>
            <a:xfrm>
              <a:off x="2014560" y="3954600"/>
              <a:ext cx="299880" cy="303120"/>
            </a:xfrm>
            <a:prstGeom prst="rect">
              <a:avLst/>
            </a:prstGeom>
            <a:gradFill rotWithShape="0">
              <a:gsLst>
                <a:gs pos="0">
                  <a:srgbClr val="919191"/>
                </a:gs>
                <a:gs pos="50000">
                  <a:srgbClr val="FFFFFF"/>
                </a:gs>
                <a:gs pos="100000">
                  <a:srgbClr val="919191"/>
                </a:gs>
              </a:gsLst>
              <a:lin ang="2700000"/>
            </a:gra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58" name=""/>
            <p:cNvSpPr txBox="1"/>
            <p:nvPr/>
          </p:nvSpPr>
          <p:spPr>
            <a:xfrm>
              <a:off x="2090880" y="3989520"/>
              <a:ext cx="139680" cy="24768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90000"/>
                </a:lnSpc>
              </a:pPr>
              <a:r>
                <a:rPr lang="en-US" sz="1800" b="1" u="none" strike="noStrike">
                  <a:solidFill>
                    <a:srgbClr val="FC0128"/>
                  </a:solidFill>
                  <a:effectLst/>
                  <a:uFillTx/>
                  <a:latin typeface="Arial"/>
                  <a:ea typeface="Arial"/>
                </a:rPr>
                <a:t>o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59" name=""/>
          <p:cNvSpPr/>
          <p:nvPr/>
        </p:nvSpPr>
        <p:spPr>
          <a:xfrm>
            <a:off x="4813200" y="175248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0" name=""/>
          <p:cNvSpPr txBox="1"/>
          <p:nvPr/>
        </p:nvSpPr>
        <p:spPr>
          <a:xfrm>
            <a:off x="4813200" y="175248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Proof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Totals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61" name=""/>
          <p:cNvGrpSpPr/>
          <p:nvPr/>
        </p:nvGrpSpPr>
        <p:grpSpPr>
          <a:xfrm>
            <a:off x="1996920" y="2557440"/>
            <a:ext cx="301680" cy="433440"/>
            <a:chOff x="1996920" y="2557440"/>
            <a:chExt cx="301680" cy="433440"/>
          </a:xfrm>
        </p:grpSpPr>
        <p:sp>
          <p:nvSpPr>
            <p:cNvPr id="662" name=""/>
            <p:cNvSpPr/>
            <p:nvPr/>
          </p:nvSpPr>
          <p:spPr>
            <a:xfrm>
              <a:off x="1996920" y="2557440"/>
              <a:ext cx="301680" cy="293760"/>
            </a:xfrm>
            <a:prstGeom prst="rect">
              <a:avLst/>
            </a:prstGeom>
            <a:gradFill rotWithShape="0">
              <a:gsLst>
                <a:gs pos="0">
                  <a:srgbClr val="919191"/>
                </a:gs>
                <a:gs pos="50000">
                  <a:srgbClr val="FFFFFF"/>
                </a:gs>
                <a:gs pos="100000">
                  <a:srgbClr val="919191"/>
                </a:gs>
              </a:gsLst>
              <a:lin ang="2700000"/>
            </a:gra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63" name=""/>
            <p:cNvSpPr txBox="1"/>
            <p:nvPr/>
          </p:nvSpPr>
          <p:spPr>
            <a:xfrm>
              <a:off x="2095560" y="2606760"/>
              <a:ext cx="138240" cy="38412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90000"/>
                </a:lnSpc>
              </a:pPr>
              <a:r>
                <a:rPr lang="en-US" sz="2800" b="1" u="none" strike="noStrike">
                  <a:solidFill>
                    <a:srgbClr val="FC0128"/>
                  </a:solidFill>
                  <a:effectLst/>
                  <a:uFillTx/>
                  <a:latin typeface="Arial"/>
                  <a:ea typeface="Arial"/>
                </a:rPr>
                <a:t>*</a:t>
              </a:r>
              <a:endPara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64" name=""/>
          <p:cNvSpPr/>
          <p:nvPr/>
        </p:nvSpPr>
        <p:spPr>
          <a:xfrm>
            <a:off x="2162160" y="2857680"/>
            <a:ext cx="3240" cy="29196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5" name=""/>
          <p:cNvSpPr/>
          <p:nvPr/>
        </p:nvSpPr>
        <p:spPr>
          <a:xfrm>
            <a:off x="1501920" y="173988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6" name=""/>
          <p:cNvSpPr txBox="1"/>
          <p:nvPr/>
        </p:nvSpPr>
        <p:spPr>
          <a:xfrm>
            <a:off x="1501920" y="173988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Process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Payroll</a:t>
            </a:r>
            <a:br>
              <a:rPr sz="1600"/>
            </a:b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Records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7" name=""/>
          <p:cNvSpPr/>
          <p:nvPr/>
        </p:nvSpPr>
        <p:spPr>
          <a:xfrm>
            <a:off x="1501920" y="31370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8" name=""/>
          <p:cNvSpPr txBox="1"/>
          <p:nvPr/>
        </p:nvSpPr>
        <p:spPr>
          <a:xfrm>
            <a:off x="1501920" y="31370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Process 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Payroll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Record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9" name=""/>
          <p:cNvSpPr/>
          <p:nvPr/>
        </p:nvSpPr>
        <p:spPr>
          <a:xfrm flipH="1">
            <a:off x="2273400" y="1092240"/>
            <a:ext cx="1612800" cy="64764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0" name=""/>
          <p:cNvSpPr/>
          <p:nvPr/>
        </p:nvSpPr>
        <p:spPr>
          <a:xfrm>
            <a:off x="3898800" y="1092240"/>
            <a:ext cx="1575000" cy="66024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1" name=""/>
          <p:cNvSpPr/>
          <p:nvPr/>
        </p:nvSpPr>
        <p:spPr>
          <a:xfrm>
            <a:off x="1473120" y="478800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2" name=""/>
          <p:cNvSpPr txBox="1"/>
          <p:nvPr/>
        </p:nvSpPr>
        <p:spPr>
          <a:xfrm>
            <a:off x="1473120" y="478800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Add To 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Overtime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3" name=""/>
          <p:cNvSpPr/>
          <p:nvPr/>
        </p:nvSpPr>
        <p:spPr>
          <a:xfrm>
            <a:off x="25560" y="478800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4" name=""/>
          <p:cNvSpPr txBox="1"/>
          <p:nvPr/>
        </p:nvSpPr>
        <p:spPr>
          <a:xfrm>
            <a:off x="25560" y="478800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Add To 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Regular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5" name=""/>
          <p:cNvSpPr/>
          <p:nvPr/>
        </p:nvSpPr>
        <p:spPr>
          <a:xfrm>
            <a:off x="2921040" y="478800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6" name=""/>
          <p:cNvSpPr txBox="1"/>
          <p:nvPr/>
        </p:nvSpPr>
        <p:spPr>
          <a:xfrm>
            <a:off x="2921040" y="478800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Add To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Bonus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7" name=""/>
          <p:cNvSpPr/>
          <p:nvPr/>
        </p:nvSpPr>
        <p:spPr>
          <a:xfrm>
            <a:off x="2158920" y="4254480"/>
            <a:ext cx="0" cy="54612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8" name=""/>
          <p:cNvSpPr/>
          <p:nvPr/>
        </p:nvSpPr>
        <p:spPr>
          <a:xfrm flipH="1">
            <a:off x="711360" y="4267080"/>
            <a:ext cx="1447560" cy="53352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9" name=""/>
          <p:cNvSpPr/>
          <p:nvPr/>
        </p:nvSpPr>
        <p:spPr>
          <a:xfrm>
            <a:off x="2158920" y="4267080"/>
            <a:ext cx="1409760" cy="53352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0" name=""/>
          <p:cNvSpPr/>
          <p:nvPr/>
        </p:nvSpPr>
        <p:spPr>
          <a:xfrm>
            <a:off x="3390840" y="31496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1" name=""/>
          <p:cNvSpPr txBox="1"/>
          <p:nvPr/>
        </p:nvSpPr>
        <p:spPr>
          <a:xfrm>
            <a:off x="3390840" y="31496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Report</a:t>
            </a:r>
            <a:br>
              <a:rPr sz="1600"/>
            </a:b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Headings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2" name=""/>
          <p:cNvSpPr/>
          <p:nvPr/>
        </p:nvSpPr>
        <p:spPr>
          <a:xfrm>
            <a:off x="4838760" y="31496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3" name=""/>
          <p:cNvSpPr txBox="1"/>
          <p:nvPr/>
        </p:nvSpPr>
        <p:spPr>
          <a:xfrm>
            <a:off x="4838760" y="31496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Regular Totals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4" name=""/>
          <p:cNvSpPr/>
          <p:nvPr/>
        </p:nvSpPr>
        <p:spPr>
          <a:xfrm>
            <a:off x="6286680" y="31496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5" name=""/>
          <p:cNvSpPr txBox="1"/>
          <p:nvPr/>
        </p:nvSpPr>
        <p:spPr>
          <a:xfrm>
            <a:off x="6286680" y="31496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Overtime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Totals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6" name=""/>
          <p:cNvSpPr/>
          <p:nvPr/>
        </p:nvSpPr>
        <p:spPr>
          <a:xfrm>
            <a:off x="7734240" y="31496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7" name=""/>
          <p:cNvSpPr txBox="1"/>
          <p:nvPr/>
        </p:nvSpPr>
        <p:spPr>
          <a:xfrm>
            <a:off x="7734240" y="31496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Bonus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Totals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8" name=""/>
          <p:cNvSpPr/>
          <p:nvPr/>
        </p:nvSpPr>
        <p:spPr>
          <a:xfrm>
            <a:off x="5511960" y="2577960"/>
            <a:ext cx="0" cy="59688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9" name=""/>
          <p:cNvSpPr/>
          <p:nvPr/>
        </p:nvSpPr>
        <p:spPr>
          <a:xfrm flipH="1">
            <a:off x="4089240" y="2577960"/>
            <a:ext cx="1422720" cy="57168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0" name=""/>
          <p:cNvSpPr/>
          <p:nvPr/>
        </p:nvSpPr>
        <p:spPr>
          <a:xfrm>
            <a:off x="5511960" y="2577960"/>
            <a:ext cx="1460520" cy="57168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1" name=""/>
          <p:cNvSpPr/>
          <p:nvPr/>
        </p:nvSpPr>
        <p:spPr>
          <a:xfrm>
            <a:off x="5511960" y="2577960"/>
            <a:ext cx="2920680" cy="57168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2" name=""/>
          <p:cNvSpPr txBox="1"/>
          <p:nvPr/>
        </p:nvSpPr>
        <p:spPr>
          <a:xfrm>
            <a:off x="520560" y="1752480"/>
            <a:ext cx="65412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1,19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3" name=""/>
          <p:cNvSpPr txBox="1"/>
          <p:nvPr/>
        </p:nvSpPr>
        <p:spPr>
          <a:xfrm>
            <a:off x="6870600" y="1749600"/>
            <a:ext cx="33660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4" name=""/>
          <p:cNvSpPr/>
          <p:nvPr/>
        </p:nvSpPr>
        <p:spPr>
          <a:xfrm flipH="1">
            <a:off x="876240" y="1066680"/>
            <a:ext cx="3048120" cy="67320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5" name=""/>
          <p:cNvSpPr/>
          <p:nvPr/>
        </p:nvSpPr>
        <p:spPr>
          <a:xfrm>
            <a:off x="3911760" y="1079640"/>
            <a:ext cx="3124080" cy="67284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6" name=""/>
          <p:cNvSpPr txBox="1"/>
          <p:nvPr/>
        </p:nvSpPr>
        <p:spPr>
          <a:xfrm>
            <a:off x="4356000" y="4876920"/>
            <a:ext cx="4648320" cy="1341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  <a:spcBef>
                <a:spcPts val="720"/>
              </a:spcBef>
              <a:tabLst>
                <a:tab pos="380880" algn="l"/>
              </a:tabLst>
            </a:pP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19.</a:t>
            </a: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READ Payroll-File</a:t>
            </a:r>
            <a:br>
              <a:rPr sz="1400"/>
            </a:b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AT END SET End-of-File TO TRUE</a:t>
            </a:r>
            <a:br>
              <a:rPr sz="1400"/>
            </a:b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END-READ.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spcBef>
                <a:spcPts val="720"/>
              </a:spcBef>
              <a:tabLst>
                <a:tab pos="38088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20.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OPEN INPUT Payroll-File.</a:t>
            </a:r>
            <a:br>
              <a:rPr sz="1400"/>
            </a:b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21.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CLOSE Payroll-File.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7" name=""/>
          <p:cNvSpPr/>
          <p:nvPr/>
        </p:nvSpPr>
        <p:spPr>
          <a:xfrm>
            <a:off x="5524560" y="3962520"/>
            <a:ext cx="0" cy="3045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8" name=""/>
          <p:cNvSpPr/>
          <p:nvPr/>
        </p:nvSpPr>
        <p:spPr>
          <a:xfrm flipH="1">
            <a:off x="4111560" y="3975120"/>
            <a:ext cx="3240" cy="2667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9" name=""/>
          <p:cNvSpPr/>
          <p:nvPr/>
        </p:nvSpPr>
        <p:spPr>
          <a:xfrm>
            <a:off x="6978600" y="3975120"/>
            <a:ext cx="0" cy="27612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0" name=""/>
          <p:cNvSpPr/>
          <p:nvPr/>
        </p:nvSpPr>
        <p:spPr>
          <a:xfrm>
            <a:off x="8445600" y="3984480"/>
            <a:ext cx="0" cy="2667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1" name=""/>
          <p:cNvSpPr txBox="1"/>
          <p:nvPr/>
        </p:nvSpPr>
        <p:spPr>
          <a:xfrm>
            <a:off x="257040" y="5897520"/>
            <a:ext cx="78120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13,16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2" name=""/>
          <p:cNvSpPr/>
          <p:nvPr/>
        </p:nvSpPr>
        <p:spPr>
          <a:xfrm>
            <a:off x="650880" y="5616720"/>
            <a:ext cx="0" cy="3045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3" name=""/>
          <p:cNvSpPr txBox="1"/>
          <p:nvPr/>
        </p:nvSpPr>
        <p:spPr>
          <a:xfrm>
            <a:off x="1762200" y="5897520"/>
            <a:ext cx="78120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14,17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4" name=""/>
          <p:cNvSpPr/>
          <p:nvPr/>
        </p:nvSpPr>
        <p:spPr>
          <a:xfrm>
            <a:off x="2155680" y="5616720"/>
            <a:ext cx="0" cy="3045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5" name=""/>
          <p:cNvSpPr txBox="1"/>
          <p:nvPr/>
        </p:nvSpPr>
        <p:spPr>
          <a:xfrm>
            <a:off x="3219480" y="5897520"/>
            <a:ext cx="78120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15,18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6" name=""/>
          <p:cNvSpPr/>
          <p:nvPr/>
        </p:nvSpPr>
        <p:spPr>
          <a:xfrm>
            <a:off x="3613320" y="5616720"/>
            <a:ext cx="0" cy="3045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7" name=""/>
          <p:cNvSpPr txBox="1"/>
          <p:nvPr/>
        </p:nvSpPr>
        <p:spPr>
          <a:xfrm>
            <a:off x="2870280" y="3133800"/>
            <a:ext cx="488880" cy="417600"/>
          </a:xfrm>
          <a:prstGeom prst="rect">
            <a:avLst/>
          </a:prstGeom>
          <a:solidFill>
            <a:srgbClr val="DADADA"/>
          </a:solidFill>
          <a:ln w="25560">
            <a:solidFill>
              <a:srgbClr val="00FF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19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8" name=""/>
          <p:cNvSpPr/>
          <p:nvPr/>
        </p:nvSpPr>
        <p:spPr>
          <a:xfrm>
            <a:off x="2158920" y="2844720"/>
            <a:ext cx="939960" cy="292320"/>
          </a:xfrm>
          <a:prstGeom prst="line">
            <a:avLst/>
          </a:prstGeom>
          <a:ln w="12600">
            <a:solidFill>
              <a:srgbClr val="00F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9" name=""/>
          <p:cNvSpPr txBox="1"/>
          <p:nvPr/>
        </p:nvSpPr>
        <p:spPr>
          <a:xfrm>
            <a:off x="5111640" y="4233960"/>
            <a:ext cx="84456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7,10,4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0" name=""/>
          <p:cNvSpPr txBox="1"/>
          <p:nvPr/>
        </p:nvSpPr>
        <p:spPr>
          <a:xfrm>
            <a:off x="8045280" y="4233960"/>
            <a:ext cx="84456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12,9,6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1" name=""/>
          <p:cNvSpPr txBox="1"/>
          <p:nvPr/>
        </p:nvSpPr>
        <p:spPr>
          <a:xfrm>
            <a:off x="6537240" y="4233960"/>
            <a:ext cx="84456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11,8,5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2" name=""/>
          <p:cNvSpPr txBox="1"/>
          <p:nvPr/>
        </p:nvSpPr>
        <p:spPr>
          <a:xfrm>
            <a:off x="3959280" y="4226040"/>
            <a:ext cx="33660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3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3" name=""/>
          <p:cNvSpPr/>
          <p:nvPr/>
        </p:nvSpPr>
        <p:spPr>
          <a:xfrm>
            <a:off x="3228840" y="25416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4" name=""/>
          <p:cNvSpPr txBox="1"/>
          <p:nvPr/>
        </p:nvSpPr>
        <p:spPr>
          <a:xfrm>
            <a:off x="3228840" y="25416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Proof Totals</a:t>
            </a:r>
            <a:br>
              <a:rPr sz="1600"/>
            </a:b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Report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15" name=""/>
          <p:cNvGrpSpPr/>
          <p:nvPr/>
        </p:nvGrpSpPr>
        <p:grpSpPr>
          <a:xfrm>
            <a:off x="2014560" y="3954600"/>
            <a:ext cx="299880" cy="303120"/>
            <a:chOff x="2014560" y="3954600"/>
            <a:chExt cx="299880" cy="303120"/>
          </a:xfrm>
        </p:grpSpPr>
        <p:sp>
          <p:nvSpPr>
            <p:cNvPr id="716" name=""/>
            <p:cNvSpPr/>
            <p:nvPr/>
          </p:nvSpPr>
          <p:spPr>
            <a:xfrm>
              <a:off x="2014560" y="3954600"/>
              <a:ext cx="299880" cy="303120"/>
            </a:xfrm>
            <a:prstGeom prst="rect">
              <a:avLst/>
            </a:prstGeom>
            <a:gradFill rotWithShape="0">
              <a:gsLst>
                <a:gs pos="0">
                  <a:srgbClr val="919191"/>
                </a:gs>
                <a:gs pos="50000">
                  <a:srgbClr val="FFFFFF"/>
                </a:gs>
                <a:gs pos="100000">
                  <a:srgbClr val="919191"/>
                </a:gs>
              </a:gsLst>
              <a:lin ang="2700000"/>
            </a:gra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17" name=""/>
            <p:cNvSpPr txBox="1"/>
            <p:nvPr/>
          </p:nvSpPr>
          <p:spPr>
            <a:xfrm>
              <a:off x="2090880" y="3989520"/>
              <a:ext cx="139680" cy="24768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90000"/>
                </a:lnSpc>
              </a:pPr>
              <a:r>
                <a:rPr lang="en-US" sz="1800" b="1" u="none" strike="noStrike">
                  <a:solidFill>
                    <a:srgbClr val="FC0128"/>
                  </a:solidFill>
                  <a:effectLst/>
                  <a:uFillTx/>
                  <a:latin typeface="Arial"/>
                  <a:ea typeface="Arial"/>
                </a:rPr>
                <a:t>o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18" name=""/>
          <p:cNvSpPr/>
          <p:nvPr/>
        </p:nvSpPr>
        <p:spPr>
          <a:xfrm>
            <a:off x="4813200" y="175248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9" name=""/>
          <p:cNvSpPr txBox="1"/>
          <p:nvPr/>
        </p:nvSpPr>
        <p:spPr>
          <a:xfrm>
            <a:off x="4813200" y="175248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Proof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Totals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20" name=""/>
          <p:cNvGrpSpPr/>
          <p:nvPr/>
        </p:nvGrpSpPr>
        <p:grpSpPr>
          <a:xfrm>
            <a:off x="1996920" y="2557440"/>
            <a:ext cx="301680" cy="433440"/>
            <a:chOff x="1996920" y="2557440"/>
            <a:chExt cx="301680" cy="433440"/>
          </a:xfrm>
        </p:grpSpPr>
        <p:sp>
          <p:nvSpPr>
            <p:cNvPr id="721" name=""/>
            <p:cNvSpPr/>
            <p:nvPr/>
          </p:nvSpPr>
          <p:spPr>
            <a:xfrm>
              <a:off x="1996920" y="2557440"/>
              <a:ext cx="301680" cy="293760"/>
            </a:xfrm>
            <a:prstGeom prst="rect">
              <a:avLst/>
            </a:prstGeom>
            <a:gradFill rotWithShape="0">
              <a:gsLst>
                <a:gs pos="0">
                  <a:srgbClr val="919191"/>
                </a:gs>
                <a:gs pos="50000">
                  <a:srgbClr val="FFFFFF"/>
                </a:gs>
                <a:gs pos="100000">
                  <a:srgbClr val="919191"/>
                </a:gs>
              </a:gsLst>
              <a:lin ang="2700000"/>
            </a:gra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22" name=""/>
            <p:cNvSpPr txBox="1"/>
            <p:nvPr/>
          </p:nvSpPr>
          <p:spPr>
            <a:xfrm>
              <a:off x="2095560" y="2606760"/>
              <a:ext cx="138240" cy="38412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90000"/>
                </a:lnSpc>
              </a:pPr>
              <a:r>
                <a:rPr lang="en-US" sz="2800" b="1" u="none" strike="noStrike">
                  <a:solidFill>
                    <a:srgbClr val="FC0128"/>
                  </a:solidFill>
                  <a:effectLst/>
                  <a:uFillTx/>
                  <a:latin typeface="Arial"/>
                  <a:ea typeface="Arial"/>
                </a:rPr>
                <a:t>*</a:t>
              </a:r>
              <a:endPara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23" name=""/>
          <p:cNvSpPr/>
          <p:nvPr/>
        </p:nvSpPr>
        <p:spPr>
          <a:xfrm>
            <a:off x="2162160" y="2857680"/>
            <a:ext cx="3240" cy="29196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4" name=""/>
          <p:cNvSpPr/>
          <p:nvPr/>
        </p:nvSpPr>
        <p:spPr>
          <a:xfrm>
            <a:off x="1501920" y="173988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5" name=""/>
          <p:cNvSpPr txBox="1"/>
          <p:nvPr/>
        </p:nvSpPr>
        <p:spPr>
          <a:xfrm>
            <a:off x="1501920" y="173988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Process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Payroll</a:t>
            </a:r>
            <a:br>
              <a:rPr sz="1600"/>
            </a:b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Records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6" name=""/>
          <p:cNvSpPr/>
          <p:nvPr/>
        </p:nvSpPr>
        <p:spPr>
          <a:xfrm>
            <a:off x="1501920" y="31370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7" name=""/>
          <p:cNvSpPr txBox="1"/>
          <p:nvPr/>
        </p:nvSpPr>
        <p:spPr>
          <a:xfrm>
            <a:off x="1501920" y="31370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Process 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Payroll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Record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8" name=""/>
          <p:cNvSpPr/>
          <p:nvPr/>
        </p:nvSpPr>
        <p:spPr>
          <a:xfrm flipH="1">
            <a:off x="2273400" y="1092240"/>
            <a:ext cx="1612800" cy="64764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9" name=""/>
          <p:cNvSpPr/>
          <p:nvPr/>
        </p:nvSpPr>
        <p:spPr>
          <a:xfrm>
            <a:off x="3898800" y="1092240"/>
            <a:ext cx="1575000" cy="66024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0" name=""/>
          <p:cNvSpPr/>
          <p:nvPr/>
        </p:nvSpPr>
        <p:spPr>
          <a:xfrm>
            <a:off x="1473120" y="478800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1" name=""/>
          <p:cNvSpPr txBox="1"/>
          <p:nvPr/>
        </p:nvSpPr>
        <p:spPr>
          <a:xfrm>
            <a:off x="1473120" y="478800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Add To 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Overtime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2" name=""/>
          <p:cNvSpPr/>
          <p:nvPr/>
        </p:nvSpPr>
        <p:spPr>
          <a:xfrm>
            <a:off x="25560" y="478800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3" name=""/>
          <p:cNvSpPr txBox="1"/>
          <p:nvPr/>
        </p:nvSpPr>
        <p:spPr>
          <a:xfrm>
            <a:off x="25560" y="478800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Add To 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Regular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4" name=""/>
          <p:cNvSpPr/>
          <p:nvPr/>
        </p:nvSpPr>
        <p:spPr>
          <a:xfrm>
            <a:off x="2921040" y="478800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5" name=""/>
          <p:cNvSpPr txBox="1"/>
          <p:nvPr/>
        </p:nvSpPr>
        <p:spPr>
          <a:xfrm>
            <a:off x="2921040" y="478800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Add To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Bonus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6" name=""/>
          <p:cNvSpPr/>
          <p:nvPr/>
        </p:nvSpPr>
        <p:spPr>
          <a:xfrm>
            <a:off x="2158920" y="4254480"/>
            <a:ext cx="0" cy="54612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7" name=""/>
          <p:cNvSpPr/>
          <p:nvPr/>
        </p:nvSpPr>
        <p:spPr>
          <a:xfrm flipH="1">
            <a:off x="711360" y="4267080"/>
            <a:ext cx="1447560" cy="53352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8" name=""/>
          <p:cNvSpPr/>
          <p:nvPr/>
        </p:nvSpPr>
        <p:spPr>
          <a:xfrm>
            <a:off x="2158920" y="4267080"/>
            <a:ext cx="1409760" cy="53352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9" name=""/>
          <p:cNvSpPr/>
          <p:nvPr/>
        </p:nvSpPr>
        <p:spPr>
          <a:xfrm>
            <a:off x="3390840" y="31496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0" name=""/>
          <p:cNvSpPr txBox="1"/>
          <p:nvPr/>
        </p:nvSpPr>
        <p:spPr>
          <a:xfrm>
            <a:off x="3390840" y="31496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Report</a:t>
            </a:r>
            <a:br>
              <a:rPr sz="1600"/>
            </a:b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Headings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1" name=""/>
          <p:cNvSpPr/>
          <p:nvPr/>
        </p:nvSpPr>
        <p:spPr>
          <a:xfrm>
            <a:off x="4838760" y="31496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2" name=""/>
          <p:cNvSpPr txBox="1"/>
          <p:nvPr/>
        </p:nvSpPr>
        <p:spPr>
          <a:xfrm>
            <a:off x="4838760" y="31496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Regular Totals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3" name=""/>
          <p:cNvSpPr/>
          <p:nvPr/>
        </p:nvSpPr>
        <p:spPr>
          <a:xfrm>
            <a:off x="6286680" y="31496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4" name=""/>
          <p:cNvSpPr txBox="1"/>
          <p:nvPr/>
        </p:nvSpPr>
        <p:spPr>
          <a:xfrm>
            <a:off x="6286680" y="31496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Overtime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Totals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5" name=""/>
          <p:cNvSpPr/>
          <p:nvPr/>
        </p:nvSpPr>
        <p:spPr>
          <a:xfrm>
            <a:off x="7734240" y="31496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6" name=""/>
          <p:cNvSpPr txBox="1"/>
          <p:nvPr/>
        </p:nvSpPr>
        <p:spPr>
          <a:xfrm>
            <a:off x="7734240" y="31496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Bonus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Totals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7" name=""/>
          <p:cNvSpPr/>
          <p:nvPr/>
        </p:nvSpPr>
        <p:spPr>
          <a:xfrm>
            <a:off x="5511960" y="2577960"/>
            <a:ext cx="0" cy="59688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8" name=""/>
          <p:cNvSpPr/>
          <p:nvPr/>
        </p:nvSpPr>
        <p:spPr>
          <a:xfrm flipH="1">
            <a:off x="4089240" y="2577960"/>
            <a:ext cx="1422720" cy="57168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9" name=""/>
          <p:cNvSpPr/>
          <p:nvPr/>
        </p:nvSpPr>
        <p:spPr>
          <a:xfrm>
            <a:off x="5511960" y="2577960"/>
            <a:ext cx="1460520" cy="57168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0" name=""/>
          <p:cNvSpPr/>
          <p:nvPr/>
        </p:nvSpPr>
        <p:spPr>
          <a:xfrm>
            <a:off x="5511960" y="2577960"/>
            <a:ext cx="2920680" cy="57168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1" name=""/>
          <p:cNvSpPr/>
          <p:nvPr/>
        </p:nvSpPr>
        <p:spPr>
          <a:xfrm flipH="1">
            <a:off x="876240" y="1066680"/>
            <a:ext cx="3048120" cy="67320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2" name=""/>
          <p:cNvSpPr/>
          <p:nvPr/>
        </p:nvSpPr>
        <p:spPr>
          <a:xfrm>
            <a:off x="3911760" y="1079640"/>
            <a:ext cx="3124080" cy="67284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3" name=""/>
          <p:cNvSpPr txBox="1"/>
          <p:nvPr/>
        </p:nvSpPr>
        <p:spPr>
          <a:xfrm>
            <a:off x="4356000" y="4876920"/>
            <a:ext cx="4648320" cy="735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  <a:spcBef>
                <a:spcPts val="720"/>
              </a:spcBef>
              <a:tabLst>
                <a:tab pos="380880" algn="l"/>
              </a:tabLst>
            </a:pP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20.</a:t>
            </a: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OPEN INPUT Payroll-File.</a:t>
            </a:r>
            <a:br>
              <a:rPr sz="1400"/>
            </a:b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21.</a:t>
            </a: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CLOSE Payroll-File.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4" name=""/>
          <p:cNvSpPr/>
          <p:nvPr/>
        </p:nvSpPr>
        <p:spPr>
          <a:xfrm>
            <a:off x="5524560" y="3962520"/>
            <a:ext cx="0" cy="3045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5" name=""/>
          <p:cNvSpPr/>
          <p:nvPr/>
        </p:nvSpPr>
        <p:spPr>
          <a:xfrm flipH="1">
            <a:off x="4111560" y="3975120"/>
            <a:ext cx="3240" cy="2667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6" name=""/>
          <p:cNvSpPr/>
          <p:nvPr/>
        </p:nvSpPr>
        <p:spPr>
          <a:xfrm>
            <a:off x="6978600" y="3975120"/>
            <a:ext cx="0" cy="27612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7" name=""/>
          <p:cNvSpPr/>
          <p:nvPr/>
        </p:nvSpPr>
        <p:spPr>
          <a:xfrm>
            <a:off x="8445600" y="3984480"/>
            <a:ext cx="0" cy="2667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8" name=""/>
          <p:cNvSpPr/>
          <p:nvPr/>
        </p:nvSpPr>
        <p:spPr>
          <a:xfrm>
            <a:off x="650880" y="5616720"/>
            <a:ext cx="0" cy="3045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9" name=""/>
          <p:cNvSpPr/>
          <p:nvPr/>
        </p:nvSpPr>
        <p:spPr>
          <a:xfrm>
            <a:off x="2155680" y="5616720"/>
            <a:ext cx="0" cy="3045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0" name=""/>
          <p:cNvSpPr/>
          <p:nvPr/>
        </p:nvSpPr>
        <p:spPr>
          <a:xfrm>
            <a:off x="3613320" y="5616720"/>
            <a:ext cx="0" cy="3045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1" name=""/>
          <p:cNvSpPr/>
          <p:nvPr/>
        </p:nvSpPr>
        <p:spPr>
          <a:xfrm>
            <a:off x="2158920" y="2844720"/>
            <a:ext cx="952560" cy="31752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2" name=""/>
          <p:cNvSpPr txBox="1"/>
          <p:nvPr/>
        </p:nvSpPr>
        <p:spPr>
          <a:xfrm>
            <a:off x="393840" y="1727280"/>
            <a:ext cx="996840" cy="417600"/>
          </a:xfrm>
          <a:prstGeom prst="rect">
            <a:avLst/>
          </a:prstGeom>
          <a:solidFill>
            <a:srgbClr val="DADADA"/>
          </a:solidFill>
          <a:ln w="25560">
            <a:solidFill>
              <a:srgbClr val="00FF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1,</a:t>
            </a:r>
            <a:r>
              <a:rPr lang="en-US" sz="18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20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,19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3" name=""/>
          <p:cNvSpPr txBox="1"/>
          <p:nvPr/>
        </p:nvSpPr>
        <p:spPr>
          <a:xfrm>
            <a:off x="6705720" y="1736640"/>
            <a:ext cx="679320" cy="417600"/>
          </a:xfrm>
          <a:prstGeom prst="rect">
            <a:avLst/>
          </a:prstGeom>
          <a:solidFill>
            <a:srgbClr val="DADADA"/>
          </a:solidFill>
          <a:ln w="25560">
            <a:solidFill>
              <a:srgbClr val="00FF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2,</a:t>
            </a:r>
            <a:r>
              <a:rPr lang="en-US" sz="18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21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4" name=""/>
          <p:cNvSpPr txBox="1"/>
          <p:nvPr/>
        </p:nvSpPr>
        <p:spPr>
          <a:xfrm>
            <a:off x="2882880" y="3146400"/>
            <a:ext cx="46368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19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5" name=""/>
          <p:cNvSpPr txBox="1"/>
          <p:nvPr/>
        </p:nvSpPr>
        <p:spPr>
          <a:xfrm>
            <a:off x="257040" y="5897520"/>
            <a:ext cx="78120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13,16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6" name=""/>
          <p:cNvSpPr txBox="1"/>
          <p:nvPr/>
        </p:nvSpPr>
        <p:spPr>
          <a:xfrm>
            <a:off x="1762200" y="5897520"/>
            <a:ext cx="78120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14,17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7" name=""/>
          <p:cNvSpPr txBox="1"/>
          <p:nvPr/>
        </p:nvSpPr>
        <p:spPr>
          <a:xfrm>
            <a:off x="3219480" y="5897520"/>
            <a:ext cx="78120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15,18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8" name=""/>
          <p:cNvSpPr txBox="1"/>
          <p:nvPr/>
        </p:nvSpPr>
        <p:spPr>
          <a:xfrm>
            <a:off x="3959280" y="4226040"/>
            <a:ext cx="33660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3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9" name=""/>
          <p:cNvSpPr txBox="1"/>
          <p:nvPr/>
        </p:nvSpPr>
        <p:spPr>
          <a:xfrm>
            <a:off x="5111640" y="4233960"/>
            <a:ext cx="84456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7,10,4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0" name=""/>
          <p:cNvSpPr txBox="1"/>
          <p:nvPr/>
        </p:nvSpPr>
        <p:spPr>
          <a:xfrm>
            <a:off x="8045280" y="4233960"/>
            <a:ext cx="84456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12,9,6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1" name=""/>
          <p:cNvSpPr txBox="1"/>
          <p:nvPr/>
        </p:nvSpPr>
        <p:spPr>
          <a:xfrm>
            <a:off x="6537240" y="4233960"/>
            <a:ext cx="84456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11,8,5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2" name=""/>
          <p:cNvSpPr txBox="1"/>
          <p:nvPr/>
        </p:nvSpPr>
        <p:spPr>
          <a:xfrm>
            <a:off x="971640" y="165240"/>
            <a:ext cx="7095960" cy="74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  <a:tabLst>
                <a:tab pos="476280" algn="l"/>
              </a:tabLst>
            </a:pPr>
            <a:r>
              <a:rPr lang="en-US" sz="24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6.</a:t>
            </a:r>
            <a:r>
              <a:rPr lang="en-US" sz="2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Insert the Iteration and Selection conditions.</a:t>
            </a:r>
            <a:br>
              <a:rPr sz="2400"/>
            </a:b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3" name=""/>
          <p:cNvSpPr txBox="1"/>
          <p:nvPr/>
        </p:nvSpPr>
        <p:spPr>
          <a:xfrm>
            <a:off x="438120" y="1200240"/>
            <a:ext cx="8153280" cy="382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380880" indent="-380880">
              <a:lnSpc>
                <a:spcPct val="90000"/>
              </a:lnSpc>
              <a:spcBef>
                <a:spcPts val="2401"/>
              </a:spcBef>
              <a:buClr>
                <a:srgbClr val="FC0128"/>
              </a:buClr>
              <a:buSzPct val="75000"/>
              <a:buFont typeface="Wingdings"/>
              <a:buChar char="_x0000_"/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Go to each iteration component and ask;</a:t>
            </a:r>
            <a:br>
              <a:rPr sz="2400"/>
            </a:b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"What iteration statement must I use here to get the program to work correctly?".  </a:t>
            </a:r>
            <a:br>
              <a:rPr sz="2400"/>
            </a:b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Write the Iteration statement, give it a number and  insert its number into the diagram.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90000"/>
              </a:lnSpc>
              <a:spcBef>
                <a:spcPts val="2401"/>
              </a:spcBef>
              <a:buClr>
                <a:srgbClr val="FC0128"/>
              </a:buClr>
              <a:buSzPct val="75000"/>
              <a:buFont typeface="Wingdings"/>
              <a:buChar char="_x0000_"/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Go to each selection component and ask;</a:t>
            </a:r>
            <a:br>
              <a:rPr sz="2400"/>
            </a:b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" What selection statement must I use here to get the program to work correctly?".  </a:t>
            </a:r>
            <a:br>
              <a:rPr sz="2400"/>
            </a:b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Write the Selection statement, give it a number and insert its number into the diagram.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"/>
          <p:cNvSpPr/>
          <p:nvPr/>
        </p:nvSpPr>
        <p:spPr>
          <a:xfrm>
            <a:off x="3228840" y="25416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5" name=""/>
          <p:cNvSpPr txBox="1"/>
          <p:nvPr/>
        </p:nvSpPr>
        <p:spPr>
          <a:xfrm>
            <a:off x="3228840" y="25416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Proof Totals</a:t>
            </a:r>
            <a:br>
              <a:rPr sz="1600"/>
            </a:b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Report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76" name=""/>
          <p:cNvGrpSpPr/>
          <p:nvPr/>
        </p:nvGrpSpPr>
        <p:grpSpPr>
          <a:xfrm>
            <a:off x="2014560" y="3954600"/>
            <a:ext cx="299880" cy="303120"/>
            <a:chOff x="2014560" y="3954600"/>
            <a:chExt cx="299880" cy="303120"/>
          </a:xfrm>
        </p:grpSpPr>
        <p:sp>
          <p:nvSpPr>
            <p:cNvPr id="777" name=""/>
            <p:cNvSpPr/>
            <p:nvPr/>
          </p:nvSpPr>
          <p:spPr>
            <a:xfrm>
              <a:off x="2014560" y="3954600"/>
              <a:ext cx="299880" cy="303120"/>
            </a:xfrm>
            <a:prstGeom prst="rect">
              <a:avLst/>
            </a:prstGeom>
            <a:gradFill rotWithShape="0">
              <a:gsLst>
                <a:gs pos="0">
                  <a:srgbClr val="919191"/>
                </a:gs>
                <a:gs pos="50000">
                  <a:srgbClr val="FFFFFF"/>
                </a:gs>
                <a:gs pos="100000">
                  <a:srgbClr val="919191"/>
                </a:gs>
              </a:gsLst>
              <a:lin ang="2700000"/>
            </a:gra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78" name=""/>
            <p:cNvSpPr txBox="1"/>
            <p:nvPr/>
          </p:nvSpPr>
          <p:spPr>
            <a:xfrm>
              <a:off x="2090880" y="3989520"/>
              <a:ext cx="139680" cy="24768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90000"/>
                </a:lnSpc>
              </a:pPr>
              <a:r>
                <a:rPr lang="en-US" sz="1800" b="1" u="none" strike="noStrike">
                  <a:solidFill>
                    <a:srgbClr val="FC0128"/>
                  </a:solidFill>
                  <a:effectLst/>
                  <a:uFillTx/>
                  <a:latin typeface="Arial"/>
                  <a:ea typeface="Arial"/>
                </a:rPr>
                <a:t>o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79" name=""/>
          <p:cNvSpPr/>
          <p:nvPr/>
        </p:nvSpPr>
        <p:spPr>
          <a:xfrm>
            <a:off x="4813200" y="175248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0" name=""/>
          <p:cNvSpPr txBox="1"/>
          <p:nvPr/>
        </p:nvSpPr>
        <p:spPr>
          <a:xfrm>
            <a:off x="4813200" y="175248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Proof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Totals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1" name=""/>
          <p:cNvSpPr/>
          <p:nvPr/>
        </p:nvSpPr>
        <p:spPr>
          <a:xfrm>
            <a:off x="2162160" y="2857680"/>
            <a:ext cx="3240" cy="29196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2" name=""/>
          <p:cNvSpPr/>
          <p:nvPr/>
        </p:nvSpPr>
        <p:spPr>
          <a:xfrm>
            <a:off x="1501920" y="173988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3" name=""/>
          <p:cNvSpPr txBox="1"/>
          <p:nvPr/>
        </p:nvSpPr>
        <p:spPr>
          <a:xfrm>
            <a:off x="1501920" y="173988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Process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Payroll</a:t>
            </a:r>
            <a:br>
              <a:rPr sz="1600"/>
            </a:b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Records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4" name=""/>
          <p:cNvSpPr/>
          <p:nvPr/>
        </p:nvSpPr>
        <p:spPr>
          <a:xfrm>
            <a:off x="1501920" y="31370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5" name=""/>
          <p:cNvSpPr txBox="1"/>
          <p:nvPr/>
        </p:nvSpPr>
        <p:spPr>
          <a:xfrm>
            <a:off x="1501920" y="31370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Process 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Payroll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Record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6" name=""/>
          <p:cNvSpPr/>
          <p:nvPr/>
        </p:nvSpPr>
        <p:spPr>
          <a:xfrm flipH="1">
            <a:off x="2273400" y="1092240"/>
            <a:ext cx="1612800" cy="64764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7" name=""/>
          <p:cNvSpPr/>
          <p:nvPr/>
        </p:nvSpPr>
        <p:spPr>
          <a:xfrm>
            <a:off x="3898800" y="1092240"/>
            <a:ext cx="1575000" cy="66024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8" name=""/>
          <p:cNvSpPr/>
          <p:nvPr/>
        </p:nvSpPr>
        <p:spPr>
          <a:xfrm>
            <a:off x="1473120" y="478800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9" name=""/>
          <p:cNvSpPr txBox="1"/>
          <p:nvPr/>
        </p:nvSpPr>
        <p:spPr>
          <a:xfrm>
            <a:off x="1473120" y="478800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Add To 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Overtime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0" name=""/>
          <p:cNvSpPr/>
          <p:nvPr/>
        </p:nvSpPr>
        <p:spPr>
          <a:xfrm>
            <a:off x="25560" y="478800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1" name=""/>
          <p:cNvSpPr txBox="1"/>
          <p:nvPr/>
        </p:nvSpPr>
        <p:spPr>
          <a:xfrm>
            <a:off x="25560" y="478800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Add To 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Regular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2" name=""/>
          <p:cNvSpPr/>
          <p:nvPr/>
        </p:nvSpPr>
        <p:spPr>
          <a:xfrm>
            <a:off x="2921040" y="478800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3" name=""/>
          <p:cNvSpPr txBox="1"/>
          <p:nvPr/>
        </p:nvSpPr>
        <p:spPr>
          <a:xfrm>
            <a:off x="2921040" y="478800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Add To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Bonus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4" name=""/>
          <p:cNvSpPr/>
          <p:nvPr/>
        </p:nvSpPr>
        <p:spPr>
          <a:xfrm>
            <a:off x="2158920" y="4254480"/>
            <a:ext cx="0" cy="54612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5" name=""/>
          <p:cNvSpPr/>
          <p:nvPr/>
        </p:nvSpPr>
        <p:spPr>
          <a:xfrm flipH="1">
            <a:off x="711360" y="4267080"/>
            <a:ext cx="1447560" cy="53352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6" name=""/>
          <p:cNvSpPr/>
          <p:nvPr/>
        </p:nvSpPr>
        <p:spPr>
          <a:xfrm>
            <a:off x="2158920" y="4267080"/>
            <a:ext cx="1409760" cy="53352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7" name=""/>
          <p:cNvSpPr/>
          <p:nvPr/>
        </p:nvSpPr>
        <p:spPr>
          <a:xfrm>
            <a:off x="3390840" y="31496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8" name=""/>
          <p:cNvSpPr txBox="1"/>
          <p:nvPr/>
        </p:nvSpPr>
        <p:spPr>
          <a:xfrm>
            <a:off x="3390840" y="31496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Report</a:t>
            </a:r>
            <a:br>
              <a:rPr sz="1600"/>
            </a:b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Headings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9" name=""/>
          <p:cNvSpPr/>
          <p:nvPr/>
        </p:nvSpPr>
        <p:spPr>
          <a:xfrm>
            <a:off x="4838760" y="31496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0" name=""/>
          <p:cNvSpPr txBox="1"/>
          <p:nvPr/>
        </p:nvSpPr>
        <p:spPr>
          <a:xfrm>
            <a:off x="4838760" y="31496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Regular Totals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1" name=""/>
          <p:cNvSpPr/>
          <p:nvPr/>
        </p:nvSpPr>
        <p:spPr>
          <a:xfrm>
            <a:off x="6286680" y="31496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2" name=""/>
          <p:cNvSpPr txBox="1"/>
          <p:nvPr/>
        </p:nvSpPr>
        <p:spPr>
          <a:xfrm>
            <a:off x="6286680" y="31496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Overtime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Totals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3" name=""/>
          <p:cNvSpPr/>
          <p:nvPr/>
        </p:nvSpPr>
        <p:spPr>
          <a:xfrm>
            <a:off x="7734240" y="31496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4" name=""/>
          <p:cNvSpPr txBox="1"/>
          <p:nvPr/>
        </p:nvSpPr>
        <p:spPr>
          <a:xfrm>
            <a:off x="7734240" y="31496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Bonus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Totals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5" name=""/>
          <p:cNvSpPr/>
          <p:nvPr/>
        </p:nvSpPr>
        <p:spPr>
          <a:xfrm>
            <a:off x="5511960" y="2577960"/>
            <a:ext cx="0" cy="59688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6" name=""/>
          <p:cNvSpPr/>
          <p:nvPr/>
        </p:nvSpPr>
        <p:spPr>
          <a:xfrm flipH="1">
            <a:off x="4089240" y="2577960"/>
            <a:ext cx="1422720" cy="57168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7" name=""/>
          <p:cNvSpPr/>
          <p:nvPr/>
        </p:nvSpPr>
        <p:spPr>
          <a:xfrm>
            <a:off x="5511960" y="2577960"/>
            <a:ext cx="1460520" cy="57168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8" name=""/>
          <p:cNvSpPr/>
          <p:nvPr/>
        </p:nvSpPr>
        <p:spPr>
          <a:xfrm>
            <a:off x="5511960" y="2577960"/>
            <a:ext cx="2920680" cy="57168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9" name=""/>
          <p:cNvSpPr txBox="1"/>
          <p:nvPr/>
        </p:nvSpPr>
        <p:spPr>
          <a:xfrm>
            <a:off x="406440" y="1739880"/>
            <a:ext cx="97164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1,20,19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0" name=""/>
          <p:cNvSpPr txBox="1"/>
          <p:nvPr/>
        </p:nvSpPr>
        <p:spPr>
          <a:xfrm>
            <a:off x="6718320" y="1749600"/>
            <a:ext cx="65412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2,21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1" name=""/>
          <p:cNvSpPr/>
          <p:nvPr/>
        </p:nvSpPr>
        <p:spPr>
          <a:xfrm flipH="1">
            <a:off x="876240" y="1066680"/>
            <a:ext cx="3048120" cy="67320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2" name=""/>
          <p:cNvSpPr/>
          <p:nvPr/>
        </p:nvSpPr>
        <p:spPr>
          <a:xfrm>
            <a:off x="3911760" y="1079640"/>
            <a:ext cx="3124080" cy="67284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3" name=""/>
          <p:cNvSpPr txBox="1"/>
          <p:nvPr/>
        </p:nvSpPr>
        <p:spPr>
          <a:xfrm>
            <a:off x="4280040" y="5079960"/>
            <a:ext cx="4813200" cy="731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291960" indent="-291960">
              <a:lnSpc>
                <a:spcPct val="90000"/>
              </a:lnSpc>
              <a:spcBef>
                <a:spcPts val="720"/>
              </a:spcBef>
              <a:tabLst>
                <a:tab pos="190440" algn="l"/>
                <a:tab pos="1994040" algn="l"/>
                <a:tab pos="2095560" algn="l"/>
              </a:tabLst>
            </a:pP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1. </a:t>
            </a: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PERFORM Process-Payroll-Records </a:t>
            </a:r>
            <a:br>
              <a:rPr sz="1400"/>
            </a:b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UNTIL End-of-File.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4" name=""/>
          <p:cNvSpPr/>
          <p:nvPr/>
        </p:nvSpPr>
        <p:spPr>
          <a:xfrm>
            <a:off x="5524560" y="3962520"/>
            <a:ext cx="0" cy="3045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5" name=""/>
          <p:cNvSpPr/>
          <p:nvPr/>
        </p:nvSpPr>
        <p:spPr>
          <a:xfrm flipH="1">
            <a:off x="4111560" y="3975120"/>
            <a:ext cx="3240" cy="2667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6" name=""/>
          <p:cNvSpPr/>
          <p:nvPr/>
        </p:nvSpPr>
        <p:spPr>
          <a:xfrm>
            <a:off x="6978600" y="3975120"/>
            <a:ext cx="0" cy="27612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7" name=""/>
          <p:cNvSpPr/>
          <p:nvPr/>
        </p:nvSpPr>
        <p:spPr>
          <a:xfrm>
            <a:off x="8445600" y="3984480"/>
            <a:ext cx="0" cy="2667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8" name=""/>
          <p:cNvSpPr txBox="1"/>
          <p:nvPr/>
        </p:nvSpPr>
        <p:spPr>
          <a:xfrm>
            <a:off x="257040" y="5897520"/>
            <a:ext cx="78120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13,16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9" name=""/>
          <p:cNvSpPr/>
          <p:nvPr/>
        </p:nvSpPr>
        <p:spPr>
          <a:xfrm>
            <a:off x="650880" y="5616720"/>
            <a:ext cx="0" cy="3045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0" name=""/>
          <p:cNvSpPr txBox="1"/>
          <p:nvPr/>
        </p:nvSpPr>
        <p:spPr>
          <a:xfrm>
            <a:off x="1762200" y="5897520"/>
            <a:ext cx="78120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14,17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1" name=""/>
          <p:cNvSpPr/>
          <p:nvPr/>
        </p:nvSpPr>
        <p:spPr>
          <a:xfrm>
            <a:off x="2155680" y="5616720"/>
            <a:ext cx="0" cy="3045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2" name=""/>
          <p:cNvSpPr txBox="1"/>
          <p:nvPr/>
        </p:nvSpPr>
        <p:spPr>
          <a:xfrm>
            <a:off x="3219480" y="5897520"/>
            <a:ext cx="78120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15,18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3" name=""/>
          <p:cNvSpPr/>
          <p:nvPr/>
        </p:nvSpPr>
        <p:spPr>
          <a:xfrm>
            <a:off x="3613320" y="5616720"/>
            <a:ext cx="0" cy="3045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4" name=""/>
          <p:cNvSpPr txBox="1"/>
          <p:nvPr/>
        </p:nvSpPr>
        <p:spPr>
          <a:xfrm>
            <a:off x="2882880" y="3146400"/>
            <a:ext cx="46368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19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5" name=""/>
          <p:cNvSpPr/>
          <p:nvPr/>
        </p:nvSpPr>
        <p:spPr>
          <a:xfrm>
            <a:off x="2158920" y="2844720"/>
            <a:ext cx="952560" cy="31752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6" name=""/>
          <p:cNvSpPr txBox="1"/>
          <p:nvPr/>
        </p:nvSpPr>
        <p:spPr>
          <a:xfrm>
            <a:off x="2270160" y="2523960"/>
            <a:ext cx="311040" cy="36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7" name=""/>
          <p:cNvSpPr txBox="1"/>
          <p:nvPr/>
        </p:nvSpPr>
        <p:spPr>
          <a:xfrm>
            <a:off x="5111640" y="4233960"/>
            <a:ext cx="84456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7,10,4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8" name=""/>
          <p:cNvSpPr txBox="1"/>
          <p:nvPr/>
        </p:nvSpPr>
        <p:spPr>
          <a:xfrm>
            <a:off x="8045280" y="4233960"/>
            <a:ext cx="84456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12,9,6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9" name=""/>
          <p:cNvSpPr txBox="1"/>
          <p:nvPr/>
        </p:nvSpPr>
        <p:spPr>
          <a:xfrm>
            <a:off x="6537240" y="4233960"/>
            <a:ext cx="84456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11,8,5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0" name=""/>
          <p:cNvSpPr txBox="1"/>
          <p:nvPr/>
        </p:nvSpPr>
        <p:spPr>
          <a:xfrm>
            <a:off x="3959280" y="4226040"/>
            <a:ext cx="33660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3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1" name=""/>
          <p:cNvSpPr/>
          <p:nvPr/>
        </p:nvSpPr>
        <p:spPr>
          <a:xfrm>
            <a:off x="1996920" y="2557440"/>
            <a:ext cx="301680" cy="293760"/>
          </a:xfrm>
          <a:prstGeom prst="rect">
            <a:avLst/>
          </a:prstGeom>
          <a:gradFill rotWithShape="0">
            <a:gsLst>
              <a:gs pos="0">
                <a:srgbClr val="919191"/>
              </a:gs>
              <a:gs pos="50000">
                <a:srgbClr val="FFFFFF"/>
              </a:gs>
              <a:gs pos="100000">
                <a:srgbClr val="919191"/>
              </a:gs>
            </a:gsLst>
            <a:lin ang="2700000"/>
          </a:gradFill>
          <a:ln w="25560">
            <a:solidFill>
              <a:srgbClr val="00FF00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2" name=""/>
          <p:cNvSpPr txBox="1"/>
          <p:nvPr/>
        </p:nvSpPr>
        <p:spPr>
          <a:xfrm>
            <a:off x="2095560" y="2606760"/>
            <a:ext cx="138240" cy="384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90000"/>
              </a:lnSpc>
            </a:pP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*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3" name=""/>
          <p:cNvSpPr/>
          <p:nvPr/>
        </p:nvSpPr>
        <p:spPr>
          <a:xfrm>
            <a:off x="3228840" y="25416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4" name=""/>
          <p:cNvSpPr txBox="1"/>
          <p:nvPr/>
        </p:nvSpPr>
        <p:spPr>
          <a:xfrm>
            <a:off x="3228840" y="25416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Proof Totals</a:t>
            </a:r>
            <a:br>
              <a:rPr sz="1600"/>
            </a:b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Report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5" name=""/>
          <p:cNvSpPr/>
          <p:nvPr/>
        </p:nvSpPr>
        <p:spPr>
          <a:xfrm>
            <a:off x="4813200" y="175248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6" name=""/>
          <p:cNvSpPr txBox="1"/>
          <p:nvPr/>
        </p:nvSpPr>
        <p:spPr>
          <a:xfrm>
            <a:off x="4813200" y="175248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Proof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Totals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37" name=""/>
          <p:cNvGrpSpPr/>
          <p:nvPr/>
        </p:nvGrpSpPr>
        <p:grpSpPr>
          <a:xfrm>
            <a:off x="1996920" y="2557440"/>
            <a:ext cx="301680" cy="433440"/>
            <a:chOff x="1996920" y="2557440"/>
            <a:chExt cx="301680" cy="433440"/>
          </a:xfrm>
        </p:grpSpPr>
        <p:sp>
          <p:nvSpPr>
            <p:cNvPr id="838" name=""/>
            <p:cNvSpPr/>
            <p:nvPr/>
          </p:nvSpPr>
          <p:spPr>
            <a:xfrm>
              <a:off x="1996920" y="2557440"/>
              <a:ext cx="301680" cy="293760"/>
            </a:xfrm>
            <a:prstGeom prst="rect">
              <a:avLst/>
            </a:prstGeom>
            <a:gradFill rotWithShape="0">
              <a:gsLst>
                <a:gs pos="0">
                  <a:srgbClr val="919191"/>
                </a:gs>
                <a:gs pos="50000">
                  <a:srgbClr val="FFFFFF"/>
                </a:gs>
                <a:gs pos="100000">
                  <a:srgbClr val="919191"/>
                </a:gs>
              </a:gsLst>
              <a:lin ang="2700000"/>
            </a:gra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39" name=""/>
            <p:cNvSpPr txBox="1"/>
            <p:nvPr/>
          </p:nvSpPr>
          <p:spPr>
            <a:xfrm>
              <a:off x="2095560" y="2606760"/>
              <a:ext cx="138240" cy="38412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90000"/>
                </a:lnSpc>
              </a:pPr>
              <a:r>
                <a:rPr lang="en-US" sz="2800" b="1" u="none" strike="noStrike">
                  <a:solidFill>
                    <a:srgbClr val="FC0128"/>
                  </a:solidFill>
                  <a:effectLst/>
                  <a:uFillTx/>
                  <a:latin typeface="Arial"/>
                  <a:ea typeface="Arial"/>
                </a:rPr>
                <a:t>*</a:t>
              </a:r>
              <a:endPara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40" name=""/>
          <p:cNvSpPr/>
          <p:nvPr/>
        </p:nvSpPr>
        <p:spPr>
          <a:xfrm>
            <a:off x="2162160" y="2857680"/>
            <a:ext cx="3240" cy="29196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1" name=""/>
          <p:cNvSpPr/>
          <p:nvPr/>
        </p:nvSpPr>
        <p:spPr>
          <a:xfrm>
            <a:off x="1501920" y="173988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2" name=""/>
          <p:cNvSpPr txBox="1"/>
          <p:nvPr/>
        </p:nvSpPr>
        <p:spPr>
          <a:xfrm>
            <a:off x="1501920" y="173988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Process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Payroll</a:t>
            </a:r>
            <a:br>
              <a:rPr sz="1600"/>
            </a:b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Records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3" name=""/>
          <p:cNvSpPr/>
          <p:nvPr/>
        </p:nvSpPr>
        <p:spPr>
          <a:xfrm>
            <a:off x="1501920" y="31370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4" name=""/>
          <p:cNvSpPr txBox="1"/>
          <p:nvPr/>
        </p:nvSpPr>
        <p:spPr>
          <a:xfrm>
            <a:off x="1501920" y="31370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Process 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Payroll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Record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5" name=""/>
          <p:cNvSpPr/>
          <p:nvPr/>
        </p:nvSpPr>
        <p:spPr>
          <a:xfrm flipH="1">
            <a:off x="2273400" y="1092240"/>
            <a:ext cx="1612800" cy="64764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6" name=""/>
          <p:cNvSpPr/>
          <p:nvPr/>
        </p:nvSpPr>
        <p:spPr>
          <a:xfrm>
            <a:off x="3898800" y="1092240"/>
            <a:ext cx="1575000" cy="66024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7" name=""/>
          <p:cNvSpPr/>
          <p:nvPr/>
        </p:nvSpPr>
        <p:spPr>
          <a:xfrm>
            <a:off x="1473120" y="478800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8" name=""/>
          <p:cNvSpPr txBox="1"/>
          <p:nvPr/>
        </p:nvSpPr>
        <p:spPr>
          <a:xfrm>
            <a:off x="1473120" y="478800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Add To 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Overtime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9" name=""/>
          <p:cNvSpPr/>
          <p:nvPr/>
        </p:nvSpPr>
        <p:spPr>
          <a:xfrm>
            <a:off x="25560" y="478800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0" name=""/>
          <p:cNvSpPr txBox="1"/>
          <p:nvPr/>
        </p:nvSpPr>
        <p:spPr>
          <a:xfrm>
            <a:off x="25560" y="478800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Add To 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Regular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1" name=""/>
          <p:cNvSpPr/>
          <p:nvPr/>
        </p:nvSpPr>
        <p:spPr>
          <a:xfrm>
            <a:off x="2921040" y="478800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2" name=""/>
          <p:cNvSpPr txBox="1"/>
          <p:nvPr/>
        </p:nvSpPr>
        <p:spPr>
          <a:xfrm>
            <a:off x="2921040" y="478800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Add To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Bonus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3" name=""/>
          <p:cNvSpPr/>
          <p:nvPr/>
        </p:nvSpPr>
        <p:spPr>
          <a:xfrm>
            <a:off x="2158920" y="4254480"/>
            <a:ext cx="0" cy="54612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4" name=""/>
          <p:cNvSpPr/>
          <p:nvPr/>
        </p:nvSpPr>
        <p:spPr>
          <a:xfrm flipH="1">
            <a:off x="711360" y="4267080"/>
            <a:ext cx="1447560" cy="53352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5" name=""/>
          <p:cNvSpPr/>
          <p:nvPr/>
        </p:nvSpPr>
        <p:spPr>
          <a:xfrm>
            <a:off x="2158920" y="4267080"/>
            <a:ext cx="1409760" cy="53352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6" name=""/>
          <p:cNvSpPr/>
          <p:nvPr/>
        </p:nvSpPr>
        <p:spPr>
          <a:xfrm>
            <a:off x="3390840" y="31496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7" name=""/>
          <p:cNvSpPr txBox="1"/>
          <p:nvPr/>
        </p:nvSpPr>
        <p:spPr>
          <a:xfrm>
            <a:off x="3390840" y="31496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Report</a:t>
            </a:r>
            <a:br>
              <a:rPr sz="1600"/>
            </a:b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Headings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8" name=""/>
          <p:cNvSpPr/>
          <p:nvPr/>
        </p:nvSpPr>
        <p:spPr>
          <a:xfrm>
            <a:off x="4838760" y="31496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9" name=""/>
          <p:cNvSpPr txBox="1"/>
          <p:nvPr/>
        </p:nvSpPr>
        <p:spPr>
          <a:xfrm>
            <a:off x="4838760" y="31496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Regular Totals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0" name=""/>
          <p:cNvSpPr/>
          <p:nvPr/>
        </p:nvSpPr>
        <p:spPr>
          <a:xfrm>
            <a:off x="6286680" y="31496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1" name=""/>
          <p:cNvSpPr txBox="1"/>
          <p:nvPr/>
        </p:nvSpPr>
        <p:spPr>
          <a:xfrm>
            <a:off x="6286680" y="31496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Overtime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Totals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2" name=""/>
          <p:cNvSpPr/>
          <p:nvPr/>
        </p:nvSpPr>
        <p:spPr>
          <a:xfrm>
            <a:off x="7734240" y="31496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3" name=""/>
          <p:cNvSpPr txBox="1"/>
          <p:nvPr/>
        </p:nvSpPr>
        <p:spPr>
          <a:xfrm>
            <a:off x="7734240" y="31496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Bonus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Totals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4" name=""/>
          <p:cNvSpPr/>
          <p:nvPr/>
        </p:nvSpPr>
        <p:spPr>
          <a:xfrm>
            <a:off x="5511960" y="2577960"/>
            <a:ext cx="0" cy="59688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5" name=""/>
          <p:cNvSpPr/>
          <p:nvPr/>
        </p:nvSpPr>
        <p:spPr>
          <a:xfrm flipH="1">
            <a:off x="4089240" y="2577960"/>
            <a:ext cx="1422720" cy="57168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6" name=""/>
          <p:cNvSpPr/>
          <p:nvPr/>
        </p:nvSpPr>
        <p:spPr>
          <a:xfrm>
            <a:off x="5511960" y="2577960"/>
            <a:ext cx="1460520" cy="57168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7" name=""/>
          <p:cNvSpPr/>
          <p:nvPr/>
        </p:nvSpPr>
        <p:spPr>
          <a:xfrm>
            <a:off x="5511960" y="2577960"/>
            <a:ext cx="2920680" cy="57168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8" name=""/>
          <p:cNvSpPr txBox="1"/>
          <p:nvPr/>
        </p:nvSpPr>
        <p:spPr>
          <a:xfrm>
            <a:off x="406440" y="1739880"/>
            <a:ext cx="97164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1,20,19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9" name=""/>
          <p:cNvSpPr txBox="1"/>
          <p:nvPr/>
        </p:nvSpPr>
        <p:spPr>
          <a:xfrm>
            <a:off x="6718320" y="1749600"/>
            <a:ext cx="65412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2,21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0" name=""/>
          <p:cNvSpPr/>
          <p:nvPr/>
        </p:nvSpPr>
        <p:spPr>
          <a:xfrm flipH="1">
            <a:off x="876240" y="1066680"/>
            <a:ext cx="3048120" cy="67320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1" name=""/>
          <p:cNvSpPr/>
          <p:nvPr/>
        </p:nvSpPr>
        <p:spPr>
          <a:xfrm>
            <a:off x="3911760" y="1079640"/>
            <a:ext cx="3124080" cy="67284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2" name=""/>
          <p:cNvSpPr txBox="1"/>
          <p:nvPr/>
        </p:nvSpPr>
        <p:spPr>
          <a:xfrm>
            <a:off x="4280040" y="5079960"/>
            <a:ext cx="4813200" cy="1692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291960" indent="-291960">
              <a:lnSpc>
                <a:spcPct val="90000"/>
              </a:lnSpc>
              <a:spcBef>
                <a:spcPts val="720"/>
              </a:spcBef>
              <a:tabLst>
                <a:tab pos="190440" algn="l"/>
                <a:tab pos="380880" algn="l"/>
                <a:tab pos="57168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1. 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PERFORM Process-Payroll-Records </a:t>
            </a:r>
            <a:br>
              <a:rPr sz="1400"/>
            </a:b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UNTIL End-of-File.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91960" indent="-291960">
              <a:lnSpc>
                <a:spcPct val="90000"/>
              </a:lnSpc>
              <a:spcBef>
                <a:spcPts val="720"/>
              </a:spcBef>
              <a:tabLst>
                <a:tab pos="190440" algn="l"/>
                <a:tab pos="380880" algn="l"/>
                <a:tab pos="571680" algn="l"/>
              </a:tabLst>
            </a:pP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2.</a:t>
            </a: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IF Regular-Rec PERFORM Add-to-Regular</a:t>
            </a:r>
            <a:br>
              <a:rPr sz="1400"/>
            </a:b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ELSE</a:t>
            </a:r>
            <a:br>
              <a:rPr sz="1400"/>
            </a:b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IF Overtime-Rec PERFORM Add-to-Overtime</a:t>
            </a:r>
            <a:br>
              <a:rPr sz="1400"/>
            </a:b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ELSE PERFORM Add-to-Bonus</a:t>
            </a:r>
            <a:br>
              <a:rPr sz="1400"/>
            </a:b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END-IF</a:t>
            </a:r>
            <a:br>
              <a:rPr sz="1400"/>
            </a:b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END-IF.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3" name=""/>
          <p:cNvSpPr/>
          <p:nvPr/>
        </p:nvSpPr>
        <p:spPr>
          <a:xfrm>
            <a:off x="5524560" y="3962520"/>
            <a:ext cx="0" cy="3045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4" name=""/>
          <p:cNvSpPr/>
          <p:nvPr/>
        </p:nvSpPr>
        <p:spPr>
          <a:xfrm flipH="1">
            <a:off x="4111560" y="3975120"/>
            <a:ext cx="3240" cy="2667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5" name=""/>
          <p:cNvSpPr/>
          <p:nvPr/>
        </p:nvSpPr>
        <p:spPr>
          <a:xfrm>
            <a:off x="6978600" y="3975120"/>
            <a:ext cx="0" cy="27612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6" name=""/>
          <p:cNvSpPr/>
          <p:nvPr/>
        </p:nvSpPr>
        <p:spPr>
          <a:xfrm>
            <a:off x="8445600" y="3984480"/>
            <a:ext cx="0" cy="2667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7" name=""/>
          <p:cNvSpPr txBox="1"/>
          <p:nvPr/>
        </p:nvSpPr>
        <p:spPr>
          <a:xfrm>
            <a:off x="257040" y="5897520"/>
            <a:ext cx="78120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13,16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8" name=""/>
          <p:cNvSpPr/>
          <p:nvPr/>
        </p:nvSpPr>
        <p:spPr>
          <a:xfrm>
            <a:off x="650880" y="5616720"/>
            <a:ext cx="0" cy="3045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9" name=""/>
          <p:cNvSpPr txBox="1"/>
          <p:nvPr/>
        </p:nvSpPr>
        <p:spPr>
          <a:xfrm>
            <a:off x="1762200" y="5897520"/>
            <a:ext cx="78120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14,17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0" name=""/>
          <p:cNvSpPr/>
          <p:nvPr/>
        </p:nvSpPr>
        <p:spPr>
          <a:xfrm>
            <a:off x="2155680" y="5616720"/>
            <a:ext cx="0" cy="3045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1" name=""/>
          <p:cNvSpPr txBox="1"/>
          <p:nvPr/>
        </p:nvSpPr>
        <p:spPr>
          <a:xfrm>
            <a:off x="3219480" y="5897520"/>
            <a:ext cx="78120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15,18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2" name=""/>
          <p:cNvSpPr/>
          <p:nvPr/>
        </p:nvSpPr>
        <p:spPr>
          <a:xfrm>
            <a:off x="3613320" y="5616720"/>
            <a:ext cx="0" cy="3045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3" name=""/>
          <p:cNvSpPr txBox="1"/>
          <p:nvPr/>
        </p:nvSpPr>
        <p:spPr>
          <a:xfrm>
            <a:off x="2882880" y="3146400"/>
            <a:ext cx="46368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19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4" name=""/>
          <p:cNvSpPr/>
          <p:nvPr/>
        </p:nvSpPr>
        <p:spPr>
          <a:xfrm>
            <a:off x="2158920" y="2844720"/>
            <a:ext cx="952560" cy="31752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5" name=""/>
          <p:cNvSpPr txBox="1"/>
          <p:nvPr/>
        </p:nvSpPr>
        <p:spPr>
          <a:xfrm>
            <a:off x="2270160" y="2523960"/>
            <a:ext cx="311040" cy="36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6" name=""/>
          <p:cNvSpPr txBox="1"/>
          <p:nvPr/>
        </p:nvSpPr>
        <p:spPr>
          <a:xfrm>
            <a:off x="2257560" y="3933720"/>
            <a:ext cx="311040" cy="36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7" name=""/>
          <p:cNvSpPr txBox="1"/>
          <p:nvPr/>
        </p:nvSpPr>
        <p:spPr>
          <a:xfrm>
            <a:off x="5111640" y="4233960"/>
            <a:ext cx="84456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7,10,4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8" name=""/>
          <p:cNvSpPr txBox="1"/>
          <p:nvPr/>
        </p:nvSpPr>
        <p:spPr>
          <a:xfrm>
            <a:off x="8045280" y="4233960"/>
            <a:ext cx="84456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12,9,6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9" name=""/>
          <p:cNvSpPr txBox="1"/>
          <p:nvPr/>
        </p:nvSpPr>
        <p:spPr>
          <a:xfrm>
            <a:off x="6537240" y="4233960"/>
            <a:ext cx="84456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11,8,5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0" name=""/>
          <p:cNvSpPr txBox="1"/>
          <p:nvPr/>
        </p:nvSpPr>
        <p:spPr>
          <a:xfrm>
            <a:off x="3959280" y="4226040"/>
            <a:ext cx="33660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3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1" name=""/>
          <p:cNvSpPr/>
          <p:nvPr/>
        </p:nvSpPr>
        <p:spPr>
          <a:xfrm>
            <a:off x="2014560" y="3954600"/>
            <a:ext cx="299880" cy="303120"/>
          </a:xfrm>
          <a:prstGeom prst="rect">
            <a:avLst/>
          </a:prstGeom>
          <a:gradFill rotWithShape="0">
            <a:gsLst>
              <a:gs pos="0">
                <a:srgbClr val="919191"/>
              </a:gs>
              <a:gs pos="50000">
                <a:srgbClr val="FFFFFF"/>
              </a:gs>
              <a:gs pos="100000">
                <a:srgbClr val="919191"/>
              </a:gs>
            </a:gsLst>
            <a:lin ang="2700000"/>
          </a:gradFill>
          <a:ln w="25560">
            <a:solidFill>
              <a:srgbClr val="00FF00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2" name=""/>
          <p:cNvSpPr txBox="1"/>
          <p:nvPr/>
        </p:nvSpPr>
        <p:spPr>
          <a:xfrm>
            <a:off x="2090880" y="3989520"/>
            <a:ext cx="139680" cy="247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90000"/>
              </a:lnSpc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3" name=""/>
          <p:cNvSpPr txBox="1"/>
          <p:nvPr/>
        </p:nvSpPr>
        <p:spPr>
          <a:xfrm>
            <a:off x="6464160" y="203040"/>
            <a:ext cx="2565360" cy="36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Using IF...ELSE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"/>
          <p:cNvSpPr/>
          <p:nvPr/>
        </p:nvSpPr>
        <p:spPr>
          <a:xfrm>
            <a:off x="3228840" y="25416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5" name=""/>
          <p:cNvSpPr txBox="1"/>
          <p:nvPr/>
        </p:nvSpPr>
        <p:spPr>
          <a:xfrm>
            <a:off x="3228840" y="25416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Proof Totals</a:t>
            </a:r>
            <a:br>
              <a:rPr sz="1600"/>
            </a:b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Report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6" name=""/>
          <p:cNvSpPr/>
          <p:nvPr/>
        </p:nvSpPr>
        <p:spPr>
          <a:xfrm>
            <a:off x="4813200" y="175248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7" name=""/>
          <p:cNvSpPr txBox="1"/>
          <p:nvPr/>
        </p:nvSpPr>
        <p:spPr>
          <a:xfrm>
            <a:off x="4813200" y="175248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Proof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Totals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98" name=""/>
          <p:cNvGrpSpPr/>
          <p:nvPr/>
        </p:nvGrpSpPr>
        <p:grpSpPr>
          <a:xfrm>
            <a:off x="1996920" y="2557440"/>
            <a:ext cx="301680" cy="433440"/>
            <a:chOff x="1996920" y="2557440"/>
            <a:chExt cx="301680" cy="433440"/>
          </a:xfrm>
        </p:grpSpPr>
        <p:sp>
          <p:nvSpPr>
            <p:cNvPr id="899" name=""/>
            <p:cNvSpPr/>
            <p:nvPr/>
          </p:nvSpPr>
          <p:spPr>
            <a:xfrm>
              <a:off x="1996920" y="2557440"/>
              <a:ext cx="301680" cy="293760"/>
            </a:xfrm>
            <a:prstGeom prst="rect">
              <a:avLst/>
            </a:prstGeom>
            <a:gradFill rotWithShape="0">
              <a:gsLst>
                <a:gs pos="0">
                  <a:srgbClr val="919191"/>
                </a:gs>
                <a:gs pos="50000">
                  <a:srgbClr val="FFFFFF"/>
                </a:gs>
                <a:gs pos="100000">
                  <a:srgbClr val="919191"/>
                </a:gs>
              </a:gsLst>
              <a:lin ang="2700000"/>
            </a:gra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00" name=""/>
            <p:cNvSpPr txBox="1"/>
            <p:nvPr/>
          </p:nvSpPr>
          <p:spPr>
            <a:xfrm>
              <a:off x="2095560" y="2606760"/>
              <a:ext cx="138240" cy="38412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90000"/>
                </a:lnSpc>
              </a:pPr>
              <a:r>
                <a:rPr lang="en-US" sz="2800" b="1" u="none" strike="noStrike">
                  <a:solidFill>
                    <a:srgbClr val="FC0128"/>
                  </a:solidFill>
                  <a:effectLst/>
                  <a:uFillTx/>
                  <a:latin typeface="Arial"/>
                  <a:ea typeface="Arial"/>
                </a:rPr>
                <a:t>*</a:t>
              </a:r>
              <a:endPara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901" name=""/>
          <p:cNvSpPr/>
          <p:nvPr/>
        </p:nvSpPr>
        <p:spPr>
          <a:xfrm>
            <a:off x="2162160" y="2857680"/>
            <a:ext cx="3240" cy="29196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2" name=""/>
          <p:cNvSpPr/>
          <p:nvPr/>
        </p:nvSpPr>
        <p:spPr>
          <a:xfrm>
            <a:off x="1501920" y="173988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3" name=""/>
          <p:cNvSpPr txBox="1"/>
          <p:nvPr/>
        </p:nvSpPr>
        <p:spPr>
          <a:xfrm>
            <a:off x="1501920" y="173988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Process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Payroll</a:t>
            </a:r>
            <a:br>
              <a:rPr sz="1600"/>
            </a:b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Records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4" name=""/>
          <p:cNvSpPr/>
          <p:nvPr/>
        </p:nvSpPr>
        <p:spPr>
          <a:xfrm>
            <a:off x="1501920" y="31370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5" name=""/>
          <p:cNvSpPr txBox="1"/>
          <p:nvPr/>
        </p:nvSpPr>
        <p:spPr>
          <a:xfrm>
            <a:off x="1501920" y="31370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Process 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Payroll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Record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6" name=""/>
          <p:cNvSpPr/>
          <p:nvPr/>
        </p:nvSpPr>
        <p:spPr>
          <a:xfrm flipH="1">
            <a:off x="2273400" y="1092240"/>
            <a:ext cx="1612800" cy="64764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7" name=""/>
          <p:cNvSpPr/>
          <p:nvPr/>
        </p:nvSpPr>
        <p:spPr>
          <a:xfrm>
            <a:off x="3898800" y="1092240"/>
            <a:ext cx="1575000" cy="66024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8" name=""/>
          <p:cNvSpPr/>
          <p:nvPr/>
        </p:nvSpPr>
        <p:spPr>
          <a:xfrm>
            <a:off x="1473120" y="478800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9" name=""/>
          <p:cNvSpPr txBox="1"/>
          <p:nvPr/>
        </p:nvSpPr>
        <p:spPr>
          <a:xfrm>
            <a:off x="1473120" y="478800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Add To 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Overtime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0" name=""/>
          <p:cNvSpPr/>
          <p:nvPr/>
        </p:nvSpPr>
        <p:spPr>
          <a:xfrm>
            <a:off x="25560" y="478800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1" name=""/>
          <p:cNvSpPr txBox="1"/>
          <p:nvPr/>
        </p:nvSpPr>
        <p:spPr>
          <a:xfrm>
            <a:off x="25560" y="478800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Add To 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Regular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2" name=""/>
          <p:cNvSpPr/>
          <p:nvPr/>
        </p:nvSpPr>
        <p:spPr>
          <a:xfrm>
            <a:off x="2921040" y="478800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3" name=""/>
          <p:cNvSpPr txBox="1"/>
          <p:nvPr/>
        </p:nvSpPr>
        <p:spPr>
          <a:xfrm>
            <a:off x="2921040" y="478800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Add To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Bonus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4" name=""/>
          <p:cNvSpPr/>
          <p:nvPr/>
        </p:nvSpPr>
        <p:spPr>
          <a:xfrm>
            <a:off x="2158920" y="4254480"/>
            <a:ext cx="0" cy="54612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5" name=""/>
          <p:cNvSpPr/>
          <p:nvPr/>
        </p:nvSpPr>
        <p:spPr>
          <a:xfrm flipH="1">
            <a:off x="711360" y="4267080"/>
            <a:ext cx="1447560" cy="53352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6" name=""/>
          <p:cNvSpPr/>
          <p:nvPr/>
        </p:nvSpPr>
        <p:spPr>
          <a:xfrm>
            <a:off x="2158920" y="4267080"/>
            <a:ext cx="1409760" cy="53352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7" name=""/>
          <p:cNvSpPr/>
          <p:nvPr/>
        </p:nvSpPr>
        <p:spPr>
          <a:xfrm>
            <a:off x="3390840" y="31496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8" name=""/>
          <p:cNvSpPr txBox="1"/>
          <p:nvPr/>
        </p:nvSpPr>
        <p:spPr>
          <a:xfrm>
            <a:off x="3390840" y="31496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Report</a:t>
            </a:r>
            <a:br>
              <a:rPr sz="1600"/>
            </a:b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Headings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9" name=""/>
          <p:cNvSpPr/>
          <p:nvPr/>
        </p:nvSpPr>
        <p:spPr>
          <a:xfrm>
            <a:off x="4838760" y="31496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0" name=""/>
          <p:cNvSpPr txBox="1"/>
          <p:nvPr/>
        </p:nvSpPr>
        <p:spPr>
          <a:xfrm>
            <a:off x="4838760" y="31496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Regular Totals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1" name=""/>
          <p:cNvSpPr/>
          <p:nvPr/>
        </p:nvSpPr>
        <p:spPr>
          <a:xfrm>
            <a:off x="6286680" y="31496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2" name=""/>
          <p:cNvSpPr txBox="1"/>
          <p:nvPr/>
        </p:nvSpPr>
        <p:spPr>
          <a:xfrm>
            <a:off x="6286680" y="31496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Overtime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Totals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3" name=""/>
          <p:cNvSpPr/>
          <p:nvPr/>
        </p:nvSpPr>
        <p:spPr>
          <a:xfrm>
            <a:off x="7734240" y="31496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4" name=""/>
          <p:cNvSpPr txBox="1"/>
          <p:nvPr/>
        </p:nvSpPr>
        <p:spPr>
          <a:xfrm>
            <a:off x="7734240" y="31496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Bonus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Totals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5" name=""/>
          <p:cNvSpPr/>
          <p:nvPr/>
        </p:nvSpPr>
        <p:spPr>
          <a:xfrm>
            <a:off x="5511960" y="2577960"/>
            <a:ext cx="0" cy="59688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6" name=""/>
          <p:cNvSpPr/>
          <p:nvPr/>
        </p:nvSpPr>
        <p:spPr>
          <a:xfrm flipH="1">
            <a:off x="4089240" y="2577960"/>
            <a:ext cx="1422720" cy="57168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7" name=""/>
          <p:cNvSpPr/>
          <p:nvPr/>
        </p:nvSpPr>
        <p:spPr>
          <a:xfrm>
            <a:off x="5511960" y="2577960"/>
            <a:ext cx="1460520" cy="57168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8" name=""/>
          <p:cNvSpPr/>
          <p:nvPr/>
        </p:nvSpPr>
        <p:spPr>
          <a:xfrm>
            <a:off x="5511960" y="2577960"/>
            <a:ext cx="2920680" cy="57168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9" name=""/>
          <p:cNvSpPr txBox="1"/>
          <p:nvPr/>
        </p:nvSpPr>
        <p:spPr>
          <a:xfrm>
            <a:off x="406440" y="1739880"/>
            <a:ext cx="97164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1,20,19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0" name=""/>
          <p:cNvSpPr txBox="1"/>
          <p:nvPr/>
        </p:nvSpPr>
        <p:spPr>
          <a:xfrm>
            <a:off x="6718320" y="1749600"/>
            <a:ext cx="65412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2,21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1" name=""/>
          <p:cNvSpPr/>
          <p:nvPr/>
        </p:nvSpPr>
        <p:spPr>
          <a:xfrm flipH="1">
            <a:off x="876240" y="1066680"/>
            <a:ext cx="3048120" cy="67320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2" name=""/>
          <p:cNvSpPr/>
          <p:nvPr/>
        </p:nvSpPr>
        <p:spPr>
          <a:xfrm>
            <a:off x="3911760" y="1079640"/>
            <a:ext cx="3124080" cy="67284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3" name=""/>
          <p:cNvSpPr txBox="1"/>
          <p:nvPr/>
        </p:nvSpPr>
        <p:spPr>
          <a:xfrm>
            <a:off x="4280040" y="5079960"/>
            <a:ext cx="4813200" cy="1500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291960" indent="-291960">
              <a:lnSpc>
                <a:spcPct val="90000"/>
              </a:lnSpc>
              <a:spcBef>
                <a:spcPts val="720"/>
              </a:spcBef>
              <a:tabLst>
                <a:tab pos="190440" algn="l"/>
                <a:tab pos="1994040" algn="l"/>
                <a:tab pos="209556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1. 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PERFORM Process-Payroll-Records </a:t>
            </a:r>
            <a:br>
              <a:rPr sz="1400"/>
            </a:b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UNTIL End-of-File.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91960" indent="-291960">
              <a:lnSpc>
                <a:spcPct val="90000"/>
              </a:lnSpc>
              <a:spcBef>
                <a:spcPts val="720"/>
              </a:spcBef>
              <a:tabLst>
                <a:tab pos="190440" algn="l"/>
                <a:tab pos="1994040" algn="l"/>
                <a:tab pos="2095560" algn="l"/>
              </a:tabLst>
            </a:pP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2.</a:t>
            </a: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EVALUATE  TRUE</a:t>
            </a:r>
            <a:br>
              <a:rPr sz="1400"/>
            </a:b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WHEN Regular-Rec </a:t>
            </a: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PERFORM Add-to-Regular</a:t>
            </a:r>
            <a:br>
              <a:rPr sz="1400"/>
            </a:b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WHEN Overtime-Rec</a:t>
            </a: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PERFORM Add-to-Overtime</a:t>
            </a:r>
            <a:br>
              <a:rPr sz="1400"/>
            </a:b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WHEN Bonus-Rec</a:t>
            </a: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PERFORM Add-to-Bonus</a:t>
            </a:r>
            <a:br>
              <a:rPr sz="1400"/>
            </a:b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END-EVALUATE.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4" name=""/>
          <p:cNvSpPr/>
          <p:nvPr/>
        </p:nvSpPr>
        <p:spPr>
          <a:xfrm>
            <a:off x="5524560" y="3962520"/>
            <a:ext cx="0" cy="3045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5" name=""/>
          <p:cNvSpPr/>
          <p:nvPr/>
        </p:nvSpPr>
        <p:spPr>
          <a:xfrm flipH="1">
            <a:off x="4111560" y="3975120"/>
            <a:ext cx="3240" cy="2667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6" name=""/>
          <p:cNvSpPr/>
          <p:nvPr/>
        </p:nvSpPr>
        <p:spPr>
          <a:xfrm>
            <a:off x="6978600" y="3975120"/>
            <a:ext cx="0" cy="27612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7" name=""/>
          <p:cNvSpPr/>
          <p:nvPr/>
        </p:nvSpPr>
        <p:spPr>
          <a:xfrm>
            <a:off x="8445600" y="3984480"/>
            <a:ext cx="0" cy="2667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8" name=""/>
          <p:cNvSpPr txBox="1"/>
          <p:nvPr/>
        </p:nvSpPr>
        <p:spPr>
          <a:xfrm>
            <a:off x="257040" y="5897520"/>
            <a:ext cx="78120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13,16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9" name=""/>
          <p:cNvSpPr/>
          <p:nvPr/>
        </p:nvSpPr>
        <p:spPr>
          <a:xfrm>
            <a:off x="650880" y="5616720"/>
            <a:ext cx="0" cy="3045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0" name=""/>
          <p:cNvSpPr txBox="1"/>
          <p:nvPr/>
        </p:nvSpPr>
        <p:spPr>
          <a:xfrm>
            <a:off x="1762200" y="5897520"/>
            <a:ext cx="78120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14,17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1" name=""/>
          <p:cNvSpPr/>
          <p:nvPr/>
        </p:nvSpPr>
        <p:spPr>
          <a:xfrm>
            <a:off x="2155680" y="5616720"/>
            <a:ext cx="0" cy="3045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2" name=""/>
          <p:cNvSpPr txBox="1"/>
          <p:nvPr/>
        </p:nvSpPr>
        <p:spPr>
          <a:xfrm>
            <a:off x="3219480" y="5897520"/>
            <a:ext cx="78120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15,18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3" name=""/>
          <p:cNvSpPr/>
          <p:nvPr/>
        </p:nvSpPr>
        <p:spPr>
          <a:xfrm>
            <a:off x="3613320" y="5616720"/>
            <a:ext cx="0" cy="3045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4" name=""/>
          <p:cNvSpPr txBox="1"/>
          <p:nvPr/>
        </p:nvSpPr>
        <p:spPr>
          <a:xfrm>
            <a:off x="2882880" y="3146400"/>
            <a:ext cx="46368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19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5" name=""/>
          <p:cNvSpPr/>
          <p:nvPr/>
        </p:nvSpPr>
        <p:spPr>
          <a:xfrm>
            <a:off x="2158920" y="2844720"/>
            <a:ext cx="952560" cy="31752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6" name=""/>
          <p:cNvSpPr txBox="1"/>
          <p:nvPr/>
        </p:nvSpPr>
        <p:spPr>
          <a:xfrm>
            <a:off x="2270160" y="2523960"/>
            <a:ext cx="311040" cy="36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7" name=""/>
          <p:cNvSpPr txBox="1"/>
          <p:nvPr/>
        </p:nvSpPr>
        <p:spPr>
          <a:xfrm>
            <a:off x="2257560" y="3933720"/>
            <a:ext cx="311040" cy="36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8" name=""/>
          <p:cNvSpPr txBox="1"/>
          <p:nvPr/>
        </p:nvSpPr>
        <p:spPr>
          <a:xfrm>
            <a:off x="5111640" y="4233960"/>
            <a:ext cx="84456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7,10,4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9" name=""/>
          <p:cNvSpPr txBox="1"/>
          <p:nvPr/>
        </p:nvSpPr>
        <p:spPr>
          <a:xfrm>
            <a:off x="8045280" y="4233960"/>
            <a:ext cx="84456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12,9,6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0" name=""/>
          <p:cNvSpPr txBox="1"/>
          <p:nvPr/>
        </p:nvSpPr>
        <p:spPr>
          <a:xfrm>
            <a:off x="6537240" y="4233960"/>
            <a:ext cx="84456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11,8,5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1" name=""/>
          <p:cNvSpPr txBox="1"/>
          <p:nvPr/>
        </p:nvSpPr>
        <p:spPr>
          <a:xfrm>
            <a:off x="3959280" y="4226040"/>
            <a:ext cx="33660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3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2" name=""/>
          <p:cNvSpPr/>
          <p:nvPr/>
        </p:nvSpPr>
        <p:spPr>
          <a:xfrm>
            <a:off x="2014560" y="3954600"/>
            <a:ext cx="299880" cy="303120"/>
          </a:xfrm>
          <a:prstGeom prst="rect">
            <a:avLst/>
          </a:prstGeom>
          <a:gradFill rotWithShape="0">
            <a:gsLst>
              <a:gs pos="0">
                <a:srgbClr val="919191"/>
              </a:gs>
              <a:gs pos="50000">
                <a:srgbClr val="FFFFFF"/>
              </a:gs>
              <a:gs pos="100000">
                <a:srgbClr val="919191"/>
              </a:gs>
            </a:gsLst>
            <a:lin ang="2700000"/>
          </a:gradFill>
          <a:ln w="25560">
            <a:solidFill>
              <a:srgbClr val="00FF00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3" name=""/>
          <p:cNvSpPr txBox="1"/>
          <p:nvPr/>
        </p:nvSpPr>
        <p:spPr>
          <a:xfrm>
            <a:off x="2090880" y="3989520"/>
            <a:ext cx="139680" cy="247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90000"/>
              </a:lnSpc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4" name=""/>
          <p:cNvSpPr txBox="1"/>
          <p:nvPr/>
        </p:nvSpPr>
        <p:spPr>
          <a:xfrm>
            <a:off x="6464160" y="203040"/>
            <a:ext cx="2565360" cy="36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Using the Evaluate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"/>
          <p:cNvSpPr txBox="1"/>
          <p:nvPr/>
        </p:nvSpPr>
        <p:spPr>
          <a:xfrm>
            <a:off x="4508640" y="6302520"/>
            <a:ext cx="2527200" cy="3999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  <a:effectLst>
            <a:outerShdw dist="0" dir="0" rotWithShape="0">
              <a:srgbClr val="000000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  <a:tabLst>
                <a:tab pos="101520" algn="l"/>
                <a:tab pos="762120" algn="l"/>
                <a:tab pos="1905120" algn="dec"/>
              </a:tabLst>
            </a:pP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1</a:t>
            </a: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1234</a:t>
            </a: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050.25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6" name=""/>
          <p:cNvSpPr/>
          <p:nvPr/>
        </p:nvSpPr>
        <p:spPr>
          <a:xfrm>
            <a:off x="3241800" y="71136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7" name=""/>
          <p:cNvSpPr txBox="1"/>
          <p:nvPr/>
        </p:nvSpPr>
        <p:spPr>
          <a:xfrm>
            <a:off x="3241800" y="71136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Proof Totals</a:t>
            </a:r>
            <a:br>
              <a:rPr sz="1600"/>
            </a:b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Report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8" name=""/>
          <p:cNvSpPr/>
          <p:nvPr/>
        </p:nvSpPr>
        <p:spPr>
          <a:xfrm>
            <a:off x="4826160" y="220968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9" name=""/>
          <p:cNvSpPr txBox="1"/>
          <p:nvPr/>
        </p:nvSpPr>
        <p:spPr>
          <a:xfrm>
            <a:off x="4826160" y="220968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Proof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Totals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960" name=""/>
          <p:cNvGrpSpPr/>
          <p:nvPr/>
        </p:nvGrpSpPr>
        <p:grpSpPr>
          <a:xfrm>
            <a:off x="2009880" y="3014640"/>
            <a:ext cx="301680" cy="433440"/>
            <a:chOff x="2009880" y="3014640"/>
            <a:chExt cx="301680" cy="433440"/>
          </a:xfrm>
        </p:grpSpPr>
        <p:sp>
          <p:nvSpPr>
            <p:cNvPr id="961" name=""/>
            <p:cNvSpPr/>
            <p:nvPr/>
          </p:nvSpPr>
          <p:spPr>
            <a:xfrm>
              <a:off x="2009880" y="3014640"/>
              <a:ext cx="301680" cy="293760"/>
            </a:xfrm>
            <a:prstGeom prst="rect">
              <a:avLst/>
            </a:prstGeom>
            <a:gradFill rotWithShape="0">
              <a:gsLst>
                <a:gs pos="0">
                  <a:srgbClr val="919191"/>
                </a:gs>
                <a:gs pos="50000">
                  <a:srgbClr val="FFFFFF"/>
                </a:gs>
                <a:gs pos="100000">
                  <a:srgbClr val="919191"/>
                </a:gs>
              </a:gsLst>
              <a:lin ang="2700000"/>
            </a:gra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62" name=""/>
            <p:cNvSpPr txBox="1"/>
            <p:nvPr/>
          </p:nvSpPr>
          <p:spPr>
            <a:xfrm>
              <a:off x="2108160" y="3063960"/>
              <a:ext cx="138240" cy="38412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90000"/>
                </a:lnSpc>
              </a:pPr>
              <a:r>
                <a:rPr lang="en-US" sz="2800" b="1" u="none" strike="noStrike">
                  <a:solidFill>
                    <a:srgbClr val="FC0128"/>
                  </a:solidFill>
                  <a:effectLst/>
                  <a:uFillTx/>
                  <a:latin typeface="Arial"/>
                  <a:ea typeface="Arial"/>
                </a:rPr>
                <a:t>*</a:t>
              </a:r>
              <a:endPara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963" name=""/>
          <p:cNvSpPr/>
          <p:nvPr/>
        </p:nvSpPr>
        <p:spPr>
          <a:xfrm>
            <a:off x="2174760" y="3314880"/>
            <a:ext cx="3240" cy="29196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4" name=""/>
          <p:cNvSpPr/>
          <p:nvPr/>
        </p:nvSpPr>
        <p:spPr>
          <a:xfrm>
            <a:off x="1514520" y="219708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5" name=""/>
          <p:cNvSpPr txBox="1"/>
          <p:nvPr/>
        </p:nvSpPr>
        <p:spPr>
          <a:xfrm>
            <a:off x="1514520" y="219708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Process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Payroll</a:t>
            </a:r>
            <a:br>
              <a:rPr sz="1600"/>
            </a:b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Records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6" name=""/>
          <p:cNvSpPr/>
          <p:nvPr/>
        </p:nvSpPr>
        <p:spPr>
          <a:xfrm>
            <a:off x="1514520" y="35942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7" name=""/>
          <p:cNvSpPr txBox="1"/>
          <p:nvPr/>
        </p:nvSpPr>
        <p:spPr>
          <a:xfrm>
            <a:off x="1514520" y="35942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Process 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Payroll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Record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8" name=""/>
          <p:cNvSpPr/>
          <p:nvPr/>
        </p:nvSpPr>
        <p:spPr>
          <a:xfrm flipH="1">
            <a:off x="2286000" y="1549440"/>
            <a:ext cx="1612800" cy="64764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9" name=""/>
          <p:cNvSpPr/>
          <p:nvPr/>
        </p:nvSpPr>
        <p:spPr>
          <a:xfrm>
            <a:off x="3911760" y="1549440"/>
            <a:ext cx="1574640" cy="66024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0" name=""/>
          <p:cNvSpPr/>
          <p:nvPr/>
        </p:nvSpPr>
        <p:spPr>
          <a:xfrm>
            <a:off x="1486080" y="524520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1" name=""/>
          <p:cNvSpPr txBox="1"/>
          <p:nvPr/>
        </p:nvSpPr>
        <p:spPr>
          <a:xfrm>
            <a:off x="1486080" y="524520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Add To 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Overtime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2" name=""/>
          <p:cNvSpPr/>
          <p:nvPr/>
        </p:nvSpPr>
        <p:spPr>
          <a:xfrm>
            <a:off x="38160" y="524520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3" name=""/>
          <p:cNvSpPr txBox="1"/>
          <p:nvPr/>
        </p:nvSpPr>
        <p:spPr>
          <a:xfrm>
            <a:off x="38160" y="524520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Add To 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Regular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4" name=""/>
          <p:cNvSpPr/>
          <p:nvPr/>
        </p:nvSpPr>
        <p:spPr>
          <a:xfrm>
            <a:off x="2933640" y="524520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5" name=""/>
          <p:cNvSpPr txBox="1"/>
          <p:nvPr/>
        </p:nvSpPr>
        <p:spPr>
          <a:xfrm>
            <a:off x="2933640" y="524520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Add To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Bonus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6" name=""/>
          <p:cNvSpPr/>
          <p:nvPr/>
        </p:nvSpPr>
        <p:spPr>
          <a:xfrm>
            <a:off x="2171880" y="4711680"/>
            <a:ext cx="0" cy="54612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7" name=""/>
          <p:cNvSpPr/>
          <p:nvPr/>
        </p:nvSpPr>
        <p:spPr>
          <a:xfrm flipH="1">
            <a:off x="723960" y="4724280"/>
            <a:ext cx="1447920" cy="53352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8" name=""/>
          <p:cNvSpPr/>
          <p:nvPr/>
        </p:nvSpPr>
        <p:spPr>
          <a:xfrm>
            <a:off x="2171880" y="4724280"/>
            <a:ext cx="1409400" cy="53352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9" name=""/>
          <p:cNvSpPr/>
          <p:nvPr/>
        </p:nvSpPr>
        <p:spPr>
          <a:xfrm>
            <a:off x="3403440" y="36068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0" name=""/>
          <p:cNvSpPr txBox="1"/>
          <p:nvPr/>
        </p:nvSpPr>
        <p:spPr>
          <a:xfrm>
            <a:off x="3403440" y="36068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Report</a:t>
            </a:r>
            <a:br>
              <a:rPr sz="1600"/>
            </a:b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Headings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1" name=""/>
          <p:cNvSpPr/>
          <p:nvPr/>
        </p:nvSpPr>
        <p:spPr>
          <a:xfrm>
            <a:off x="4851360" y="36068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2" name=""/>
          <p:cNvSpPr txBox="1"/>
          <p:nvPr/>
        </p:nvSpPr>
        <p:spPr>
          <a:xfrm>
            <a:off x="4851360" y="36068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Regular Totals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3" name=""/>
          <p:cNvSpPr/>
          <p:nvPr/>
        </p:nvSpPr>
        <p:spPr>
          <a:xfrm>
            <a:off x="6299280" y="36068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4" name=""/>
          <p:cNvSpPr txBox="1"/>
          <p:nvPr/>
        </p:nvSpPr>
        <p:spPr>
          <a:xfrm>
            <a:off x="6299280" y="36068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Overtime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Totals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5" name=""/>
          <p:cNvSpPr/>
          <p:nvPr/>
        </p:nvSpPr>
        <p:spPr>
          <a:xfrm>
            <a:off x="7746840" y="36068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6" name=""/>
          <p:cNvSpPr txBox="1"/>
          <p:nvPr/>
        </p:nvSpPr>
        <p:spPr>
          <a:xfrm>
            <a:off x="7746840" y="36068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Bonus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Totals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7" name=""/>
          <p:cNvSpPr/>
          <p:nvPr/>
        </p:nvSpPr>
        <p:spPr>
          <a:xfrm>
            <a:off x="5524560" y="3035160"/>
            <a:ext cx="0" cy="59688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8" name=""/>
          <p:cNvSpPr/>
          <p:nvPr/>
        </p:nvSpPr>
        <p:spPr>
          <a:xfrm flipH="1">
            <a:off x="4102200" y="3035160"/>
            <a:ext cx="1422360" cy="57168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9" name=""/>
          <p:cNvSpPr/>
          <p:nvPr/>
        </p:nvSpPr>
        <p:spPr>
          <a:xfrm>
            <a:off x="5524560" y="3035160"/>
            <a:ext cx="1460520" cy="57168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0" name=""/>
          <p:cNvSpPr/>
          <p:nvPr/>
        </p:nvSpPr>
        <p:spPr>
          <a:xfrm>
            <a:off x="5524560" y="3035160"/>
            <a:ext cx="2921040" cy="57168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1" name=""/>
          <p:cNvSpPr txBox="1"/>
          <p:nvPr/>
        </p:nvSpPr>
        <p:spPr>
          <a:xfrm>
            <a:off x="419040" y="2197080"/>
            <a:ext cx="97164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1,20,</a:t>
            </a: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19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2" name=""/>
          <p:cNvSpPr txBox="1"/>
          <p:nvPr/>
        </p:nvSpPr>
        <p:spPr>
          <a:xfrm>
            <a:off x="6730920" y="2206800"/>
            <a:ext cx="65412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2,21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3" name=""/>
          <p:cNvSpPr/>
          <p:nvPr/>
        </p:nvSpPr>
        <p:spPr>
          <a:xfrm flipH="1">
            <a:off x="888840" y="1523880"/>
            <a:ext cx="3048120" cy="67320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4" name=""/>
          <p:cNvSpPr/>
          <p:nvPr/>
        </p:nvSpPr>
        <p:spPr>
          <a:xfrm>
            <a:off x="3924360" y="1536840"/>
            <a:ext cx="3124080" cy="67284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5" name=""/>
          <p:cNvSpPr/>
          <p:nvPr/>
        </p:nvSpPr>
        <p:spPr>
          <a:xfrm>
            <a:off x="5537160" y="4419720"/>
            <a:ext cx="0" cy="3045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6" name=""/>
          <p:cNvSpPr/>
          <p:nvPr/>
        </p:nvSpPr>
        <p:spPr>
          <a:xfrm flipH="1">
            <a:off x="4124160" y="4432320"/>
            <a:ext cx="3240" cy="2667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7" name=""/>
          <p:cNvSpPr/>
          <p:nvPr/>
        </p:nvSpPr>
        <p:spPr>
          <a:xfrm>
            <a:off x="6991200" y="4432320"/>
            <a:ext cx="0" cy="27612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8" name=""/>
          <p:cNvSpPr/>
          <p:nvPr/>
        </p:nvSpPr>
        <p:spPr>
          <a:xfrm>
            <a:off x="8458200" y="4441680"/>
            <a:ext cx="0" cy="2667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9" name=""/>
          <p:cNvSpPr txBox="1"/>
          <p:nvPr/>
        </p:nvSpPr>
        <p:spPr>
          <a:xfrm>
            <a:off x="270000" y="6354720"/>
            <a:ext cx="78120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13,16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0" name=""/>
          <p:cNvSpPr/>
          <p:nvPr/>
        </p:nvSpPr>
        <p:spPr>
          <a:xfrm>
            <a:off x="663480" y="6073920"/>
            <a:ext cx="0" cy="3045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1" name=""/>
          <p:cNvSpPr txBox="1"/>
          <p:nvPr/>
        </p:nvSpPr>
        <p:spPr>
          <a:xfrm>
            <a:off x="1774800" y="6354720"/>
            <a:ext cx="78120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14,17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2" name=""/>
          <p:cNvSpPr/>
          <p:nvPr/>
        </p:nvSpPr>
        <p:spPr>
          <a:xfrm>
            <a:off x="2168640" y="6073920"/>
            <a:ext cx="0" cy="3045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3" name=""/>
          <p:cNvSpPr txBox="1"/>
          <p:nvPr/>
        </p:nvSpPr>
        <p:spPr>
          <a:xfrm>
            <a:off x="3232080" y="6354720"/>
            <a:ext cx="78120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15,18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4" name=""/>
          <p:cNvSpPr/>
          <p:nvPr/>
        </p:nvSpPr>
        <p:spPr>
          <a:xfrm>
            <a:off x="3625920" y="6073920"/>
            <a:ext cx="0" cy="3045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5" name=""/>
          <p:cNvSpPr txBox="1"/>
          <p:nvPr/>
        </p:nvSpPr>
        <p:spPr>
          <a:xfrm>
            <a:off x="2895480" y="3603600"/>
            <a:ext cx="46368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19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6" name=""/>
          <p:cNvSpPr/>
          <p:nvPr/>
        </p:nvSpPr>
        <p:spPr>
          <a:xfrm>
            <a:off x="2171880" y="3301920"/>
            <a:ext cx="952200" cy="31752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7" name=""/>
          <p:cNvSpPr txBox="1"/>
          <p:nvPr/>
        </p:nvSpPr>
        <p:spPr>
          <a:xfrm>
            <a:off x="2282760" y="2981160"/>
            <a:ext cx="311040" cy="36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8" name=""/>
          <p:cNvSpPr txBox="1"/>
          <p:nvPr/>
        </p:nvSpPr>
        <p:spPr>
          <a:xfrm>
            <a:off x="2270160" y="4390920"/>
            <a:ext cx="311040" cy="36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9" name=""/>
          <p:cNvSpPr txBox="1"/>
          <p:nvPr/>
        </p:nvSpPr>
        <p:spPr>
          <a:xfrm>
            <a:off x="5124600" y="4691160"/>
            <a:ext cx="84456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7,10,4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0" name=""/>
          <p:cNvSpPr txBox="1"/>
          <p:nvPr/>
        </p:nvSpPr>
        <p:spPr>
          <a:xfrm>
            <a:off x="8058240" y="4691160"/>
            <a:ext cx="84456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12,9,6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1" name=""/>
          <p:cNvSpPr txBox="1"/>
          <p:nvPr/>
        </p:nvSpPr>
        <p:spPr>
          <a:xfrm>
            <a:off x="6550200" y="4691160"/>
            <a:ext cx="84456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11,8,5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2" name=""/>
          <p:cNvSpPr txBox="1"/>
          <p:nvPr/>
        </p:nvSpPr>
        <p:spPr>
          <a:xfrm>
            <a:off x="3971880" y="4683240"/>
            <a:ext cx="33660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3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3" name=""/>
          <p:cNvSpPr/>
          <p:nvPr/>
        </p:nvSpPr>
        <p:spPr>
          <a:xfrm>
            <a:off x="2027160" y="4411800"/>
            <a:ext cx="299880" cy="303120"/>
          </a:xfrm>
          <a:prstGeom prst="rect">
            <a:avLst/>
          </a:prstGeom>
          <a:gradFill rotWithShape="0">
            <a:gsLst>
              <a:gs pos="0">
                <a:srgbClr val="919191"/>
              </a:gs>
              <a:gs pos="50000">
                <a:srgbClr val="FFFFFF"/>
              </a:gs>
              <a:gs pos="100000">
                <a:srgbClr val="919191"/>
              </a:gs>
            </a:gsLst>
            <a:lin ang="2700000"/>
          </a:gra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4" name=""/>
          <p:cNvSpPr txBox="1"/>
          <p:nvPr/>
        </p:nvSpPr>
        <p:spPr>
          <a:xfrm>
            <a:off x="2103480" y="4446720"/>
            <a:ext cx="139680" cy="247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90000"/>
              </a:lnSpc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5" name=""/>
          <p:cNvSpPr txBox="1"/>
          <p:nvPr/>
        </p:nvSpPr>
        <p:spPr>
          <a:xfrm>
            <a:off x="1511280" y="138240"/>
            <a:ext cx="5375160" cy="612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380880" indent="-380880">
              <a:lnSpc>
                <a:spcPct val="90000"/>
              </a:lnSpc>
            </a:pPr>
            <a:r>
              <a:rPr lang="en-US" sz="24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7.</a:t>
            </a:r>
            <a:r>
              <a:rPr lang="en-US" sz="2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Test the program using test data.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6" name=""/>
          <p:cNvSpPr txBox="1"/>
          <p:nvPr/>
        </p:nvSpPr>
        <p:spPr>
          <a:xfrm>
            <a:off x="6134040" y="698400"/>
            <a:ext cx="2679840" cy="1131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  <a:tabLst>
                <a:tab pos="190440" algn="l"/>
                <a:tab pos="673200" algn="l"/>
                <a:tab pos="863640" algn="l"/>
                <a:tab pos="1523880" algn="l"/>
                <a:tab pos="1905120" algn="dec"/>
              </a:tabLst>
            </a:pP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Type</a:t>
            </a: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Emp-No </a:t>
            </a: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Earnings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190440" algn="l"/>
                <a:tab pos="673200" algn="l"/>
                <a:tab pos="863640" algn="l"/>
                <a:tab pos="1523880" algn="l"/>
                <a:tab pos="1905120" algn="dec"/>
              </a:tabLst>
            </a:pP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1</a:t>
            </a: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1234</a:t>
            </a: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050.25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190440" algn="l"/>
                <a:tab pos="673200" algn="l"/>
                <a:tab pos="863640" algn="l"/>
                <a:tab pos="1523880" algn="l"/>
                <a:tab pos="1905120" algn="dec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2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1234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025.50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190440" algn="l"/>
                <a:tab pos="673200" algn="l"/>
                <a:tab pos="863640" algn="l"/>
                <a:tab pos="1523880" algn="l"/>
                <a:tab pos="1905120" algn="dec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2345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120.25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190440" algn="l"/>
                <a:tab pos="673200" algn="l"/>
                <a:tab pos="863640" algn="l"/>
                <a:tab pos="1523880" algn="l"/>
                <a:tab pos="1905120" algn="dec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3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1234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010.50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7" name=""/>
          <p:cNvSpPr txBox="1"/>
          <p:nvPr/>
        </p:nvSpPr>
        <p:spPr>
          <a:xfrm>
            <a:off x="4489560" y="5807160"/>
            <a:ext cx="2597040" cy="384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  <a:tabLst>
                <a:tab pos="190440" algn="l"/>
                <a:tab pos="673200" algn="l"/>
                <a:tab pos="863640" algn="l"/>
                <a:tab pos="1523880" algn="l"/>
                <a:tab pos="1905120" algn="dec"/>
              </a:tabLst>
            </a:pP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Employee-Rec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190440" algn="l"/>
                <a:tab pos="673200" algn="l"/>
                <a:tab pos="863640" algn="l"/>
                <a:tab pos="1523880" algn="l"/>
                <a:tab pos="1905120" algn="dec"/>
              </a:tabLst>
            </a:pP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Type</a:t>
            </a: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Emp-No </a:t>
            </a: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Earnings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8" name=""/>
          <p:cNvSpPr/>
          <p:nvPr/>
        </p:nvSpPr>
        <p:spPr>
          <a:xfrm>
            <a:off x="5210280" y="6318360"/>
            <a:ext cx="0" cy="371520"/>
          </a:xfrm>
          <a:prstGeom prst="line">
            <a:avLst/>
          </a:prstGeom>
          <a:ln w="2556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9" name=""/>
          <p:cNvSpPr/>
          <p:nvPr/>
        </p:nvSpPr>
        <p:spPr>
          <a:xfrm>
            <a:off x="6048360" y="6299280"/>
            <a:ext cx="0" cy="380880"/>
          </a:xfrm>
          <a:prstGeom prst="line">
            <a:avLst/>
          </a:prstGeom>
          <a:ln w="2556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0" name=""/>
          <p:cNvSpPr txBox="1"/>
          <p:nvPr/>
        </p:nvSpPr>
        <p:spPr>
          <a:xfrm>
            <a:off x="7143840" y="5375160"/>
            <a:ext cx="1085760" cy="3999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  <a:effectLst>
            <a:outerShdw dist="0" dir="0" rotWithShape="0">
              <a:srgbClr val="000000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  <a:tabLst>
                <a:tab pos="571680" algn="dec"/>
                <a:tab pos="1905120" algn="dec"/>
              </a:tabLs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000.00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1" name=""/>
          <p:cNvSpPr txBox="1"/>
          <p:nvPr/>
        </p:nvSpPr>
        <p:spPr>
          <a:xfrm>
            <a:off x="8381880" y="5375160"/>
            <a:ext cx="609480" cy="3999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  <a:effectLst>
            <a:outerShdw dist="0" dir="0" rotWithShape="0">
              <a:srgbClr val="000000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  <a:tabLst>
                <a:tab pos="101520" algn="l"/>
                <a:tab pos="762120" algn="l"/>
                <a:tab pos="1905120" algn="dec"/>
              </a:tabLs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000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2" name=""/>
          <p:cNvSpPr txBox="1"/>
          <p:nvPr/>
        </p:nvSpPr>
        <p:spPr>
          <a:xfrm>
            <a:off x="7156440" y="5845320"/>
            <a:ext cx="1085760" cy="3999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  <a:effectLst>
            <a:outerShdw dist="0" dir="0" rotWithShape="0">
              <a:srgbClr val="000000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  <a:tabLst>
                <a:tab pos="571680" algn="dec"/>
                <a:tab pos="1905120" algn="dec"/>
              </a:tabLs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000.00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3" name=""/>
          <p:cNvSpPr txBox="1"/>
          <p:nvPr/>
        </p:nvSpPr>
        <p:spPr>
          <a:xfrm>
            <a:off x="8394840" y="5845320"/>
            <a:ext cx="609480" cy="3999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  <a:effectLst>
            <a:outerShdw dist="0" dir="0" rotWithShape="0">
              <a:srgbClr val="000000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  <a:tabLst>
                <a:tab pos="101520" algn="l"/>
                <a:tab pos="762120" algn="l"/>
                <a:tab pos="1905120" algn="dec"/>
              </a:tabLs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000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4" name=""/>
          <p:cNvSpPr txBox="1"/>
          <p:nvPr/>
        </p:nvSpPr>
        <p:spPr>
          <a:xfrm>
            <a:off x="7169040" y="6340320"/>
            <a:ext cx="1085760" cy="3999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  <a:effectLst>
            <a:outerShdw dist="0" dir="0" rotWithShape="0">
              <a:srgbClr val="000000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  <a:tabLst>
                <a:tab pos="571680" algn="dec"/>
                <a:tab pos="1905120" algn="dec"/>
              </a:tabLs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000.00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5" name=""/>
          <p:cNvSpPr txBox="1"/>
          <p:nvPr/>
        </p:nvSpPr>
        <p:spPr>
          <a:xfrm>
            <a:off x="8407440" y="6340320"/>
            <a:ext cx="609480" cy="3999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  <a:effectLst>
            <a:outerShdw dist="0" dir="0" rotWithShape="0">
              <a:srgbClr val="000000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  <a:tabLst>
                <a:tab pos="101520" algn="l"/>
                <a:tab pos="762120" algn="l"/>
                <a:tab pos="1905120" algn="dec"/>
              </a:tabLs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000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"/>
          <p:cNvSpPr txBox="1"/>
          <p:nvPr/>
        </p:nvSpPr>
        <p:spPr>
          <a:xfrm>
            <a:off x="4508640" y="6302520"/>
            <a:ext cx="2527200" cy="3999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  <a:effectLst>
            <a:outerShdw dist="0" dir="0" rotWithShape="0">
              <a:srgbClr val="000000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  <a:tabLst>
                <a:tab pos="101520" algn="l"/>
                <a:tab pos="762120" algn="l"/>
                <a:tab pos="1905120" algn="dec"/>
              </a:tabLst>
            </a:pP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1</a:t>
            </a: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1234</a:t>
            </a: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050.25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7" name=""/>
          <p:cNvSpPr/>
          <p:nvPr/>
        </p:nvSpPr>
        <p:spPr>
          <a:xfrm>
            <a:off x="3241800" y="71136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8" name=""/>
          <p:cNvSpPr txBox="1"/>
          <p:nvPr/>
        </p:nvSpPr>
        <p:spPr>
          <a:xfrm>
            <a:off x="3241800" y="71136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Proof Totals</a:t>
            </a:r>
            <a:br>
              <a:rPr sz="1600"/>
            </a:b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Report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9" name=""/>
          <p:cNvSpPr/>
          <p:nvPr/>
        </p:nvSpPr>
        <p:spPr>
          <a:xfrm>
            <a:off x="4826160" y="220968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0" name=""/>
          <p:cNvSpPr txBox="1"/>
          <p:nvPr/>
        </p:nvSpPr>
        <p:spPr>
          <a:xfrm>
            <a:off x="4826160" y="220968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Proof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Totals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031" name=""/>
          <p:cNvGrpSpPr/>
          <p:nvPr/>
        </p:nvGrpSpPr>
        <p:grpSpPr>
          <a:xfrm>
            <a:off x="2009880" y="3014640"/>
            <a:ext cx="301680" cy="433440"/>
            <a:chOff x="2009880" y="3014640"/>
            <a:chExt cx="301680" cy="433440"/>
          </a:xfrm>
        </p:grpSpPr>
        <p:sp>
          <p:nvSpPr>
            <p:cNvPr id="1032" name=""/>
            <p:cNvSpPr/>
            <p:nvPr/>
          </p:nvSpPr>
          <p:spPr>
            <a:xfrm>
              <a:off x="2009880" y="3014640"/>
              <a:ext cx="301680" cy="293760"/>
            </a:xfrm>
            <a:prstGeom prst="rect">
              <a:avLst/>
            </a:prstGeom>
            <a:gradFill rotWithShape="0">
              <a:gsLst>
                <a:gs pos="0">
                  <a:srgbClr val="919191"/>
                </a:gs>
                <a:gs pos="50000">
                  <a:srgbClr val="FFFFFF"/>
                </a:gs>
                <a:gs pos="100000">
                  <a:srgbClr val="919191"/>
                </a:gs>
              </a:gsLst>
              <a:lin ang="2700000"/>
            </a:gra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33" name=""/>
            <p:cNvSpPr txBox="1"/>
            <p:nvPr/>
          </p:nvSpPr>
          <p:spPr>
            <a:xfrm>
              <a:off x="2108160" y="3063960"/>
              <a:ext cx="138240" cy="38412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90000"/>
                </a:lnSpc>
              </a:pPr>
              <a:r>
                <a:rPr lang="en-US" sz="2800" b="1" u="none" strike="noStrike">
                  <a:solidFill>
                    <a:srgbClr val="FC0128"/>
                  </a:solidFill>
                  <a:effectLst/>
                  <a:uFillTx/>
                  <a:latin typeface="Arial"/>
                  <a:ea typeface="Arial"/>
                </a:rPr>
                <a:t>*</a:t>
              </a:r>
              <a:endPara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034" name=""/>
          <p:cNvSpPr/>
          <p:nvPr/>
        </p:nvSpPr>
        <p:spPr>
          <a:xfrm>
            <a:off x="2174760" y="3314880"/>
            <a:ext cx="3240" cy="29196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5" name=""/>
          <p:cNvSpPr/>
          <p:nvPr/>
        </p:nvSpPr>
        <p:spPr>
          <a:xfrm>
            <a:off x="1514520" y="219708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6" name=""/>
          <p:cNvSpPr txBox="1"/>
          <p:nvPr/>
        </p:nvSpPr>
        <p:spPr>
          <a:xfrm>
            <a:off x="1514520" y="219708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Process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Payroll</a:t>
            </a:r>
            <a:br>
              <a:rPr sz="1600"/>
            </a:b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Records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7" name=""/>
          <p:cNvSpPr/>
          <p:nvPr/>
        </p:nvSpPr>
        <p:spPr>
          <a:xfrm>
            <a:off x="1514520" y="35942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8" name=""/>
          <p:cNvSpPr txBox="1"/>
          <p:nvPr/>
        </p:nvSpPr>
        <p:spPr>
          <a:xfrm>
            <a:off x="1514520" y="35942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Process 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Payroll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Record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9" name=""/>
          <p:cNvSpPr/>
          <p:nvPr/>
        </p:nvSpPr>
        <p:spPr>
          <a:xfrm flipH="1">
            <a:off x="2286000" y="1549440"/>
            <a:ext cx="1612800" cy="64764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0" name=""/>
          <p:cNvSpPr/>
          <p:nvPr/>
        </p:nvSpPr>
        <p:spPr>
          <a:xfrm>
            <a:off x="3911760" y="1549440"/>
            <a:ext cx="1574640" cy="66024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1" name=""/>
          <p:cNvSpPr/>
          <p:nvPr/>
        </p:nvSpPr>
        <p:spPr>
          <a:xfrm>
            <a:off x="1486080" y="524520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2" name=""/>
          <p:cNvSpPr txBox="1"/>
          <p:nvPr/>
        </p:nvSpPr>
        <p:spPr>
          <a:xfrm>
            <a:off x="1486080" y="524520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Add To 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Overtime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3" name=""/>
          <p:cNvSpPr/>
          <p:nvPr/>
        </p:nvSpPr>
        <p:spPr>
          <a:xfrm>
            <a:off x="38160" y="524520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4" name=""/>
          <p:cNvSpPr txBox="1"/>
          <p:nvPr/>
        </p:nvSpPr>
        <p:spPr>
          <a:xfrm>
            <a:off x="38160" y="524520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Add To 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Regular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5" name=""/>
          <p:cNvSpPr/>
          <p:nvPr/>
        </p:nvSpPr>
        <p:spPr>
          <a:xfrm>
            <a:off x="2933640" y="524520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6" name=""/>
          <p:cNvSpPr txBox="1"/>
          <p:nvPr/>
        </p:nvSpPr>
        <p:spPr>
          <a:xfrm>
            <a:off x="2933640" y="524520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Add To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Bonus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7" name=""/>
          <p:cNvSpPr/>
          <p:nvPr/>
        </p:nvSpPr>
        <p:spPr>
          <a:xfrm>
            <a:off x="2171880" y="4711680"/>
            <a:ext cx="0" cy="54612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8" name=""/>
          <p:cNvSpPr/>
          <p:nvPr/>
        </p:nvSpPr>
        <p:spPr>
          <a:xfrm flipH="1">
            <a:off x="723960" y="4724280"/>
            <a:ext cx="1447920" cy="53352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9" name=""/>
          <p:cNvSpPr/>
          <p:nvPr/>
        </p:nvSpPr>
        <p:spPr>
          <a:xfrm>
            <a:off x="2171880" y="4724280"/>
            <a:ext cx="1409400" cy="53352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0" name=""/>
          <p:cNvSpPr/>
          <p:nvPr/>
        </p:nvSpPr>
        <p:spPr>
          <a:xfrm>
            <a:off x="3403440" y="36068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1" name=""/>
          <p:cNvSpPr txBox="1"/>
          <p:nvPr/>
        </p:nvSpPr>
        <p:spPr>
          <a:xfrm>
            <a:off x="3403440" y="36068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Report</a:t>
            </a:r>
            <a:br>
              <a:rPr sz="1600"/>
            </a:b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Headings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2" name=""/>
          <p:cNvSpPr/>
          <p:nvPr/>
        </p:nvSpPr>
        <p:spPr>
          <a:xfrm>
            <a:off x="4851360" y="36068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3" name=""/>
          <p:cNvSpPr txBox="1"/>
          <p:nvPr/>
        </p:nvSpPr>
        <p:spPr>
          <a:xfrm>
            <a:off x="4851360" y="36068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Regular Totals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4" name=""/>
          <p:cNvSpPr/>
          <p:nvPr/>
        </p:nvSpPr>
        <p:spPr>
          <a:xfrm>
            <a:off x="6299280" y="36068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5" name=""/>
          <p:cNvSpPr txBox="1"/>
          <p:nvPr/>
        </p:nvSpPr>
        <p:spPr>
          <a:xfrm>
            <a:off x="6299280" y="36068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Overtime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Totals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6" name=""/>
          <p:cNvSpPr/>
          <p:nvPr/>
        </p:nvSpPr>
        <p:spPr>
          <a:xfrm>
            <a:off x="7746840" y="36068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7" name=""/>
          <p:cNvSpPr txBox="1"/>
          <p:nvPr/>
        </p:nvSpPr>
        <p:spPr>
          <a:xfrm>
            <a:off x="7746840" y="36068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Bonus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Totals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8" name=""/>
          <p:cNvSpPr/>
          <p:nvPr/>
        </p:nvSpPr>
        <p:spPr>
          <a:xfrm>
            <a:off x="5524560" y="3035160"/>
            <a:ext cx="0" cy="59688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9" name=""/>
          <p:cNvSpPr/>
          <p:nvPr/>
        </p:nvSpPr>
        <p:spPr>
          <a:xfrm flipH="1">
            <a:off x="4102200" y="3035160"/>
            <a:ext cx="1422360" cy="57168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0" name=""/>
          <p:cNvSpPr/>
          <p:nvPr/>
        </p:nvSpPr>
        <p:spPr>
          <a:xfrm>
            <a:off x="5524560" y="3035160"/>
            <a:ext cx="1460520" cy="57168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1" name=""/>
          <p:cNvSpPr/>
          <p:nvPr/>
        </p:nvSpPr>
        <p:spPr>
          <a:xfrm>
            <a:off x="5524560" y="3035160"/>
            <a:ext cx="2921040" cy="57168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2" name=""/>
          <p:cNvSpPr txBox="1"/>
          <p:nvPr/>
        </p:nvSpPr>
        <p:spPr>
          <a:xfrm>
            <a:off x="419040" y="2197080"/>
            <a:ext cx="97164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1,20,19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3" name=""/>
          <p:cNvSpPr txBox="1"/>
          <p:nvPr/>
        </p:nvSpPr>
        <p:spPr>
          <a:xfrm>
            <a:off x="6730920" y="2206800"/>
            <a:ext cx="65412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2,21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4" name=""/>
          <p:cNvSpPr/>
          <p:nvPr/>
        </p:nvSpPr>
        <p:spPr>
          <a:xfrm flipH="1">
            <a:off x="888840" y="1523880"/>
            <a:ext cx="3048120" cy="67320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5" name=""/>
          <p:cNvSpPr/>
          <p:nvPr/>
        </p:nvSpPr>
        <p:spPr>
          <a:xfrm>
            <a:off x="3924360" y="1536840"/>
            <a:ext cx="3124080" cy="67284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6" name=""/>
          <p:cNvSpPr/>
          <p:nvPr/>
        </p:nvSpPr>
        <p:spPr>
          <a:xfrm>
            <a:off x="5537160" y="4419720"/>
            <a:ext cx="0" cy="3045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7" name=""/>
          <p:cNvSpPr/>
          <p:nvPr/>
        </p:nvSpPr>
        <p:spPr>
          <a:xfrm flipH="1">
            <a:off x="4124160" y="4432320"/>
            <a:ext cx="3240" cy="2667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8" name=""/>
          <p:cNvSpPr/>
          <p:nvPr/>
        </p:nvSpPr>
        <p:spPr>
          <a:xfrm>
            <a:off x="6991200" y="4432320"/>
            <a:ext cx="0" cy="27612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9" name=""/>
          <p:cNvSpPr/>
          <p:nvPr/>
        </p:nvSpPr>
        <p:spPr>
          <a:xfrm>
            <a:off x="8458200" y="4441680"/>
            <a:ext cx="0" cy="2667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0" name=""/>
          <p:cNvSpPr txBox="1"/>
          <p:nvPr/>
        </p:nvSpPr>
        <p:spPr>
          <a:xfrm>
            <a:off x="270000" y="6354720"/>
            <a:ext cx="78120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13,16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1" name=""/>
          <p:cNvSpPr/>
          <p:nvPr/>
        </p:nvSpPr>
        <p:spPr>
          <a:xfrm>
            <a:off x="663480" y="6073920"/>
            <a:ext cx="0" cy="3045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2" name=""/>
          <p:cNvSpPr txBox="1"/>
          <p:nvPr/>
        </p:nvSpPr>
        <p:spPr>
          <a:xfrm>
            <a:off x="1774800" y="6354720"/>
            <a:ext cx="78120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14,17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3" name=""/>
          <p:cNvSpPr/>
          <p:nvPr/>
        </p:nvSpPr>
        <p:spPr>
          <a:xfrm>
            <a:off x="2168640" y="6073920"/>
            <a:ext cx="0" cy="3045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4" name=""/>
          <p:cNvSpPr txBox="1"/>
          <p:nvPr/>
        </p:nvSpPr>
        <p:spPr>
          <a:xfrm>
            <a:off x="3232080" y="6354720"/>
            <a:ext cx="78120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15,18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5" name=""/>
          <p:cNvSpPr/>
          <p:nvPr/>
        </p:nvSpPr>
        <p:spPr>
          <a:xfrm>
            <a:off x="3625920" y="6073920"/>
            <a:ext cx="0" cy="3045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6" name=""/>
          <p:cNvSpPr txBox="1"/>
          <p:nvPr/>
        </p:nvSpPr>
        <p:spPr>
          <a:xfrm>
            <a:off x="2895480" y="3603600"/>
            <a:ext cx="46368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19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7" name=""/>
          <p:cNvSpPr/>
          <p:nvPr/>
        </p:nvSpPr>
        <p:spPr>
          <a:xfrm>
            <a:off x="2171880" y="3301920"/>
            <a:ext cx="952200" cy="31752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8" name=""/>
          <p:cNvSpPr txBox="1"/>
          <p:nvPr/>
        </p:nvSpPr>
        <p:spPr>
          <a:xfrm>
            <a:off x="2282760" y="2981160"/>
            <a:ext cx="311040" cy="36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9" name=""/>
          <p:cNvSpPr txBox="1"/>
          <p:nvPr/>
        </p:nvSpPr>
        <p:spPr>
          <a:xfrm>
            <a:off x="2270160" y="4390920"/>
            <a:ext cx="311040" cy="36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0" name=""/>
          <p:cNvSpPr txBox="1"/>
          <p:nvPr/>
        </p:nvSpPr>
        <p:spPr>
          <a:xfrm>
            <a:off x="5124600" y="4691160"/>
            <a:ext cx="84456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7,10,4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1" name=""/>
          <p:cNvSpPr txBox="1"/>
          <p:nvPr/>
        </p:nvSpPr>
        <p:spPr>
          <a:xfrm>
            <a:off x="8058240" y="4691160"/>
            <a:ext cx="84456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12,9,6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2" name=""/>
          <p:cNvSpPr txBox="1"/>
          <p:nvPr/>
        </p:nvSpPr>
        <p:spPr>
          <a:xfrm>
            <a:off x="6550200" y="4691160"/>
            <a:ext cx="84456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11,8,5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3" name=""/>
          <p:cNvSpPr txBox="1"/>
          <p:nvPr/>
        </p:nvSpPr>
        <p:spPr>
          <a:xfrm>
            <a:off x="3971880" y="4683240"/>
            <a:ext cx="33660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3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4" name=""/>
          <p:cNvSpPr/>
          <p:nvPr/>
        </p:nvSpPr>
        <p:spPr>
          <a:xfrm>
            <a:off x="2027160" y="4411800"/>
            <a:ext cx="299880" cy="303120"/>
          </a:xfrm>
          <a:prstGeom prst="rect">
            <a:avLst/>
          </a:prstGeom>
          <a:gradFill rotWithShape="0">
            <a:gsLst>
              <a:gs pos="0">
                <a:srgbClr val="919191"/>
              </a:gs>
              <a:gs pos="50000">
                <a:srgbClr val="FFFFFF"/>
              </a:gs>
              <a:gs pos="100000">
                <a:srgbClr val="919191"/>
              </a:gs>
            </a:gsLst>
            <a:lin ang="2700000"/>
          </a:gra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5" name=""/>
          <p:cNvSpPr txBox="1"/>
          <p:nvPr/>
        </p:nvSpPr>
        <p:spPr>
          <a:xfrm>
            <a:off x="2103480" y="4446720"/>
            <a:ext cx="139680" cy="247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90000"/>
              </a:lnSpc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6" name=""/>
          <p:cNvSpPr txBox="1"/>
          <p:nvPr/>
        </p:nvSpPr>
        <p:spPr>
          <a:xfrm>
            <a:off x="1511280" y="138240"/>
            <a:ext cx="5375160" cy="612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380880" indent="-380880">
              <a:lnSpc>
                <a:spcPct val="90000"/>
              </a:lnSpc>
            </a:pPr>
            <a:r>
              <a:rPr lang="en-US" sz="24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7.</a:t>
            </a:r>
            <a:r>
              <a:rPr lang="en-US" sz="2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Test the program using test data.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7" name=""/>
          <p:cNvSpPr txBox="1"/>
          <p:nvPr/>
        </p:nvSpPr>
        <p:spPr>
          <a:xfrm>
            <a:off x="6134040" y="698400"/>
            <a:ext cx="2679840" cy="1131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  <a:tabLst>
                <a:tab pos="190440" algn="l"/>
                <a:tab pos="673200" algn="l"/>
                <a:tab pos="863640" algn="l"/>
                <a:tab pos="1523880" algn="l"/>
                <a:tab pos="1905120" algn="dec"/>
              </a:tabLst>
            </a:pP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Type</a:t>
            </a: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Emp-No </a:t>
            </a: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Earnings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190440" algn="l"/>
                <a:tab pos="673200" algn="l"/>
                <a:tab pos="863640" algn="l"/>
                <a:tab pos="1523880" algn="l"/>
                <a:tab pos="1905120" algn="dec"/>
              </a:tabLst>
            </a:pP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1</a:t>
            </a: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1234</a:t>
            </a: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050.25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190440" algn="l"/>
                <a:tab pos="673200" algn="l"/>
                <a:tab pos="863640" algn="l"/>
                <a:tab pos="1523880" algn="l"/>
                <a:tab pos="1905120" algn="dec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2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1234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025.50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190440" algn="l"/>
                <a:tab pos="673200" algn="l"/>
                <a:tab pos="863640" algn="l"/>
                <a:tab pos="1523880" algn="l"/>
                <a:tab pos="1905120" algn="dec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2345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120.25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190440" algn="l"/>
                <a:tab pos="673200" algn="l"/>
                <a:tab pos="863640" algn="l"/>
                <a:tab pos="1523880" algn="l"/>
                <a:tab pos="1905120" algn="dec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3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1234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010.50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8" name=""/>
          <p:cNvSpPr txBox="1"/>
          <p:nvPr/>
        </p:nvSpPr>
        <p:spPr>
          <a:xfrm>
            <a:off x="4489560" y="5807160"/>
            <a:ext cx="2597040" cy="384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  <a:tabLst>
                <a:tab pos="190440" algn="l"/>
                <a:tab pos="673200" algn="l"/>
                <a:tab pos="863640" algn="l"/>
                <a:tab pos="1523880" algn="l"/>
                <a:tab pos="1905120" algn="dec"/>
              </a:tabLst>
            </a:pP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Employee-Rec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190440" algn="l"/>
                <a:tab pos="673200" algn="l"/>
                <a:tab pos="863640" algn="l"/>
                <a:tab pos="1523880" algn="l"/>
                <a:tab pos="1905120" algn="dec"/>
              </a:tabLst>
            </a:pP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Type</a:t>
            </a: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Emp-No </a:t>
            </a: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Earnings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9" name=""/>
          <p:cNvSpPr/>
          <p:nvPr/>
        </p:nvSpPr>
        <p:spPr>
          <a:xfrm>
            <a:off x="5210280" y="6318360"/>
            <a:ext cx="0" cy="371520"/>
          </a:xfrm>
          <a:prstGeom prst="line">
            <a:avLst/>
          </a:prstGeom>
          <a:ln w="2556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0" name=""/>
          <p:cNvSpPr/>
          <p:nvPr/>
        </p:nvSpPr>
        <p:spPr>
          <a:xfrm>
            <a:off x="6048360" y="6299280"/>
            <a:ext cx="0" cy="380880"/>
          </a:xfrm>
          <a:prstGeom prst="line">
            <a:avLst/>
          </a:prstGeom>
          <a:ln w="2556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1" name=""/>
          <p:cNvSpPr txBox="1"/>
          <p:nvPr/>
        </p:nvSpPr>
        <p:spPr>
          <a:xfrm>
            <a:off x="7143840" y="5375160"/>
            <a:ext cx="1085760" cy="3999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  <a:effectLst>
            <a:outerShdw dist="0" dir="0" rotWithShape="0">
              <a:srgbClr val="000000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  <a:tabLst>
                <a:tab pos="571680" algn="dec"/>
                <a:tab pos="1905120" algn="dec"/>
              </a:tabLst>
            </a:pP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050.25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2" name=""/>
          <p:cNvSpPr txBox="1"/>
          <p:nvPr/>
        </p:nvSpPr>
        <p:spPr>
          <a:xfrm>
            <a:off x="8381880" y="5375160"/>
            <a:ext cx="609480" cy="3999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  <a:effectLst>
            <a:outerShdw dist="0" dir="0" rotWithShape="0">
              <a:srgbClr val="000000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  <a:tabLst>
                <a:tab pos="101520" algn="l"/>
                <a:tab pos="762120" algn="l"/>
                <a:tab pos="1905120" algn="dec"/>
              </a:tabLst>
            </a:pP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001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3" name=""/>
          <p:cNvSpPr txBox="1"/>
          <p:nvPr/>
        </p:nvSpPr>
        <p:spPr>
          <a:xfrm>
            <a:off x="7156440" y="5845320"/>
            <a:ext cx="1085760" cy="3999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  <a:effectLst>
            <a:outerShdw dist="0" dir="0" rotWithShape="0">
              <a:srgbClr val="000000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  <a:tabLst>
                <a:tab pos="571680" algn="dec"/>
                <a:tab pos="1905120" algn="dec"/>
              </a:tabLs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000.00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4" name=""/>
          <p:cNvSpPr txBox="1"/>
          <p:nvPr/>
        </p:nvSpPr>
        <p:spPr>
          <a:xfrm>
            <a:off x="8394840" y="5845320"/>
            <a:ext cx="609480" cy="3999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  <a:effectLst>
            <a:outerShdw dist="0" dir="0" rotWithShape="0">
              <a:srgbClr val="000000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  <a:tabLst>
                <a:tab pos="101520" algn="l"/>
                <a:tab pos="762120" algn="l"/>
                <a:tab pos="1905120" algn="dec"/>
              </a:tabLs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000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5" name=""/>
          <p:cNvSpPr txBox="1"/>
          <p:nvPr/>
        </p:nvSpPr>
        <p:spPr>
          <a:xfrm>
            <a:off x="7169040" y="6340320"/>
            <a:ext cx="1085760" cy="3999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  <a:effectLst>
            <a:outerShdw dist="0" dir="0" rotWithShape="0">
              <a:srgbClr val="000000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  <a:tabLst>
                <a:tab pos="571680" algn="dec"/>
                <a:tab pos="1905120" algn="dec"/>
              </a:tabLs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000.00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6" name=""/>
          <p:cNvSpPr txBox="1"/>
          <p:nvPr/>
        </p:nvSpPr>
        <p:spPr>
          <a:xfrm>
            <a:off x="8407440" y="6340320"/>
            <a:ext cx="609480" cy="3999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  <a:effectLst>
            <a:outerShdw dist="0" dir="0" rotWithShape="0">
              <a:srgbClr val="000000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  <a:tabLst>
                <a:tab pos="101520" algn="l"/>
                <a:tab pos="762120" algn="l"/>
                <a:tab pos="1905120" algn="dec"/>
              </a:tabLs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000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7" name=""/>
          <p:cNvSpPr txBox="1"/>
          <p:nvPr/>
        </p:nvSpPr>
        <p:spPr>
          <a:xfrm>
            <a:off x="4508640" y="6302520"/>
            <a:ext cx="2527200" cy="3999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  <a:effectLst>
            <a:outerShdw dist="0" dir="0" rotWithShape="0">
              <a:srgbClr val="000000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  <a:tabLst>
                <a:tab pos="101520" algn="l"/>
                <a:tab pos="762120" algn="l"/>
                <a:tab pos="1905120" algn="dec"/>
              </a:tabLst>
            </a:pP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2</a:t>
            </a: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1234</a:t>
            </a: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025.50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8" name=""/>
          <p:cNvSpPr/>
          <p:nvPr/>
        </p:nvSpPr>
        <p:spPr>
          <a:xfrm>
            <a:off x="3241800" y="71136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9" name=""/>
          <p:cNvSpPr txBox="1"/>
          <p:nvPr/>
        </p:nvSpPr>
        <p:spPr>
          <a:xfrm>
            <a:off x="3241800" y="71136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Proof Totals</a:t>
            </a:r>
            <a:br>
              <a:rPr sz="1600"/>
            </a:b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Report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0" name=""/>
          <p:cNvSpPr/>
          <p:nvPr/>
        </p:nvSpPr>
        <p:spPr>
          <a:xfrm>
            <a:off x="4826160" y="220968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1" name=""/>
          <p:cNvSpPr txBox="1"/>
          <p:nvPr/>
        </p:nvSpPr>
        <p:spPr>
          <a:xfrm>
            <a:off x="4826160" y="220968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Proof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Totals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102" name=""/>
          <p:cNvGrpSpPr/>
          <p:nvPr/>
        </p:nvGrpSpPr>
        <p:grpSpPr>
          <a:xfrm>
            <a:off x="2009880" y="3014640"/>
            <a:ext cx="301680" cy="433440"/>
            <a:chOff x="2009880" y="3014640"/>
            <a:chExt cx="301680" cy="433440"/>
          </a:xfrm>
        </p:grpSpPr>
        <p:sp>
          <p:nvSpPr>
            <p:cNvPr id="1103" name=""/>
            <p:cNvSpPr/>
            <p:nvPr/>
          </p:nvSpPr>
          <p:spPr>
            <a:xfrm>
              <a:off x="2009880" y="3014640"/>
              <a:ext cx="301680" cy="293760"/>
            </a:xfrm>
            <a:prstGeom prst="rect">
              <a:avLst/>
            </a:prstGeom>
            <a:gradFill rotWithShape="0">
              <a:gsLst>
                <a:gs pos="0">
                  <a:srgbClr val="919191"/>
                </a:gs>
                <a:gs pos="50000">
                  <a:srgbClr val="FFFFFF"/>
                </a:gs>
                <a:gs pos="100000">
                  <a:srgbClr val="919191"/>
                </a:gs>
              </a:gsLst>
              <a:lin ang="2700000"/>
            </a:gra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04" name=""/>
            <p:cNvSpPr txBox="1"/>
            <p:nvPr/>
          </p:nvSpPr>
          <p:spPr>
            <a:xfrm>
              <a:off x="2108160" y="3063960"/>
              <a:ext cx="138240" cy="38412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90000"/>
                </a:lnSpc>
              </a:pPr>
              <a:r>
                <a:rPr lang="en-US" sz="2800" b="1" u="none" strike="noStrike">
                  <a:solidFill>
                    <a:srgbClr val="FC0128"/>
                  </a:solidFill>
                  <a:effectLst/>
                  <a:uFillTx/>
                  <a:latin typeface="Arial"/>
                  <a:ea typeface="Arial"/>
                </a:rPr>
                <a:t>*</a:t>
              </a:r>
              <a:endPara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105" name=""/>
          <p:cNvSpPr/>
          <p:nvPr/>
        </p:nvSpPr>
        <p:spPr>
          <a:xfrm>
            <a:off x="2174760" y="3314880"/>
            <a:ext cx="3240" cy="29196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6" name=""/>
          <p:cNvSpPr/>
          <p:nvPr/>
        </p:nvSpPr>
        <p:spPr>
          <a:xfrm>
            <a:off x="1514520" y="219708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7" name=""/>
          <p:cNvSpPr txBox="1"/>
          <p:nvPr/>
        </p:nvSpPr>
        <p:spPr>
          <a:xfrm>
            <a:off x="1514520" y="219708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Process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Payroll</a:t>
            </a:r>
            <a:br>
              <a:rPr sz="1600"/>
            </a:b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Records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8" name=""/>
          <p:cNvSpPr/>
          <p:nvPr/>
        </p:nvSpPr>
        <p:spPr>
          <a:xfrm>
            <a:off x="1514520" y="35942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9" name=""/>
          <p:cNvSpPr txBox="1"/>
          <p:nvPr/>
        </p:nvSpPr>
        <p:spPr>
          <a:xfrm>
            <a:off x="1514520" y="35942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Process 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Payroll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Record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0" name=""/>
          <p:cNvSpPr/>
          <p:nvPr/>
        </p:nvSpPr>
        <p:spPr>
          <a:xfrm flipH="1">
            <a:off x="2286000" y="1549440"/>
            <a:ext cx="1612800" cy="64764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1" name=""/>
          <p:cNvSpPr/>
          <p:nvPr/>
        </p:nvSpPr>
        <p:spPr>
          <a:xfrm>
            <a:off x="3911760" y="1549440"/>
            <a:ext cx="1574640" cy="66024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2" name=""/>
          <p:cNvSpPr/>
          <p:nvPr/>
        </p:nvSpPr>
        <p:spPr>
          <a:xfrm>
            <a:off x="1486080" y="524520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3" name=""/>
          <p:cNvSpPr txBox="1"/>
          <p:nvPr/>
        </p:nvSpPr>
        <p:spPr>
          <a:xfrm>
            <a:off x="1486080" y="524520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Add To 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Overtime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4" name=""/>
          <p:cNvSpPr/>
          <p:nvPr/>
        </p:nvSpPr>
        <p:spPr>
          <a:xfrm>
            <a:off x="38160" y="524520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5" name=""/>
          <p:cNvSpPr txBox="1"/>
          <p:nvPr/>
        </p:nvSpPr>
        <p:spPr>
          <a:xfrm>
            <a:off x="38160" y="524520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Add To 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Regular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6" name=""/>
          <p:cNvSpPr/>
          <p:nvPr/>
        </p:nvSpPr>
        <p:spPr>
          <a:xfrm>
            <a:off x="2933640" y="524520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7" name=""/>
          <p:cNvSpPr txBox="1"/>
          <p:nvPr/>
        </p:nvSpPr>
        <p:spPr>
          <a:xfrm>
            <a:off x="2933640" y="524520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Add To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Bonus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8" name=""/>
          <p:cNvSpPr/>
          <p:nvPr/>
        </p:nvSpPr>
        <p:spPr>
          <a:xfrm>
            <a:off x="2171880" y="4711680"/>
            <a:ext cx="0" cy="54612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9" name=""/>
          <p:cNvSpPr/>
          <p:nvPr/>
        </p:nvSpPr>
        <p:spPr>
          <a:xfrm flipH="1">
            <a:off x="723960" y="4724280"/>
            <a:ext cx="1447920" cy="53352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0" name=""/>
          <p:cNvSpPr/>
          <p:nvPr/>
        </p:nvSpPr>
        <p:spPr>
          <a:xfrm>
            <a:off x="2171880" y="4724280"/>
            <a:ext cx="1409400" cy="53352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1" name=""/>
          <p:cNvSpPr/>
          <p:nvPr/>
        </p:nvSpPr>
        <p:spPr>
          <a:xfrm>
            <a:off x="3403440" y="36068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2" name=""/>
          <p:cNvSpPr txBox="1"/>
          <p:nvPr/>
        </p:nvSpPr>
        <p:spPr>
          <a:xfrm>
            <a:off x="3403440" y="36068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Report</a:t>
            </a:r>
            <a:br>
              <a:rPr sz="1600"/>
            </a:b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Headings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3" name=""/>
          <p:cNvSpPr/>
          <p:nvPr/>
        </p:nvSpPr>
        <p:spPr>
          <a:xfrm>
            <a:off x="4851360" y="36068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4" name=""/>
          <p:cNvSpPr txBox="1"/>
          <p:nvPr/>
        </p:nvSpPr>
        <p:spPr>
          <a:xfrm>
            <a:off x="4851360" y="36068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Regular Totals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5" name=""/>
          <p:cNvSpPr/>
          <p:nvPr/>
        </p:nvSpPr>
        <p:spPr>
          <a:xfrm>
            <a:off x="6299280" y="36068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6" name=""/>
          <p:cNvSpPr txBox="1"/>
          <p:nvPr/>
        </p:nvSpPr>
        <p:spPr>
          <a:xfrm>
            <a:off x="6299280" y="36068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Overtime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Totals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7" name=""/>
          <p:cNvSpPr/>
          <p:nvPr/>
        </p:nvSpPr>
        <p:spPr>
          <a:xfrm>
            <a:off x="7746840" y="36068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8" name=""/>
          <p:cNvSpPr txBox="1"/>
          <p:nvPr/>
        </p:nvSpPr>
        <p:spPr>
          <a:xfrm>
            <a:off x="7746840" y="36068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Bonus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Totals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9" name=""/>
          <p:cNvSpPr/>
          <p:nvPr/>
        </p:nvSpPr>
        <p:spPr>
          <a:xfrm>
            <a:off x="5524560" y="3035160"/>
            <a:ext cx="0" cy="59688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0" name=""/>
          <p:cNvSpPr/>
          <p:nvPr/>
        </p:nvSpPr>
        <p:spPr>
          <a:xfrm flipH="1">
            <a:off x="4102200" y="3035160"/>
            <a:ext cx="1422360" cy="57168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1" name=""/>
          <p:cNvSpPr/>
          <p:nvPr/>
        </p:nvSpPr>
        <p:spPr>
          <a:xfrm>
            <a:off x="5524560" y="3035160"/>
            <a:ext cx="1460520" cy="57168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2" name=""/>
          <p:cNvSpPr/>
          <p:nvPr/>
        </p:nvSpPr>
        <p:spPr>
          <a:xfrm>
            <a:off x="5524560" y="3035160"/>
            <a:ext cx="2921040" cy="57168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3" name=""/>
          <p:cNvSpPr txBox="1"/>
          <p:nvPr/>
        </p:nvSpPr>
        <p:spPr>
          <a:xfrm>
            <a:off x="419040" y="2197080"/>
            <a:ext cx="97164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1,20,19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4" name=""/>
          <p:cNvSpPr txBox="1"/>
          <p:nvPr/>
        </p:nvSpPr>
        <p:spPr>
          <a:xfrm>
            <a:off x="6730920" y="2206800"/>
            <a:ext cx="65412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2,21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5" name=""/>
          <p:cNvSpPr/>
          <p:nvPr/>
        </p:nvSpPr>
        <p:spPr>
          <a:xfrm flipH="1">
            <a:off x="888840" y="1523880"/>
            <a:ext cx="3048120" cy="67320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6" name=""/>
          <p:cNvSpPr/>
          <p:nvPr/>
        </p:nvSpPr>
        <p:spPr>
          <a:xfrm>
            <a:off x="3924360" y="1536840"/>
            <a:ext cx="3124080" cy="67284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7" name=""/>
          <p:cNvSpPr/>
          <p:nvPr/>
        </p:nvSpPr>
        <p:spPr>
          <a:xfrm>
            <a:off x="5537160" y="4419720"/>
            <a:ext cx="0" cy="3045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8" name=""/>
          <p:cNvSpPr/>
          <p:nvPr/>
        </p:nvSpPr>
        <p:spPr>
          <a:xfrm flipH="1">
            <a:off x="4124160" y="4432320"/>
            <a:ext cx="3240" cy="2667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9" name=""/>
          <p:cNvSpPr/>
          <p:nvPr/>
        </p:nvSpPr>
        <p:spPr>
          <a:xfrm>
            <a:off x="6991200" y="4432320"/>
            <a:ext cx="0" cy="27612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0" name=""/>
          <p:cNvSpPr/>
          <p:nvPr/>
        </p:nvSpPr>
        <p:spPr>
          <a:xfrm>
            <a:off x="8458200" y="4441680"/>
            <a:ext cx="0" cy="2667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1" name=""/>
          <p:cNvSpPr txBox="1"/>
          <p:nvPr/>
        </p:nvSpPr>
        <p:spPr>
          <a:xfrm>
            <a:off x="270000" y="6354720"/>
            <a:ext cx="78120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13,16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2" name=""/>
          <p:cNvSpPr/>
          <p:nvPr/>
        </p:nvSpPr>
        <p:spPr>
          <a:xfrm>
            <a:off x="663480" y="6073920"/>
            <a:ext cx="0" cy="3045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3" name=""/>
          <p:cNvSpPr txBox="1"/>
          <p:nvPr/>
        </p:nvSpPr>
        <p:spPr>
          <a:xfrm>
            <a:off x="1774800" y="6354720"/>
            <a:ext cx="78120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14,17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4" name=""/>
          <p:cNvSpPr/>
          <p:nvPr/>
        </p:nvSpPr>
        <p:spPr>
          <a:xfrm>
            <a:off x="2168640" y="6073920"/>
            <a:ext cx="0" cy="3045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5" name=""/>
          <p:cNvSpPr txBox="1"/>
          <p:nvPr/>
        </p:nvSpPr>
        <p:spPr>
          <a:xfrm>
            <a:off x="3232080" y="6354720"/>
            <a:ext cx="78120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15,18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6" name=""/>
          <p:cNvSpPr/>
          <p:nvPr/>
        </p:nvSpPr>
        <p:spPr>
          <a:xfrm>
            <a:off x="3625920" y="6073920"/>
            <a:ext cx="0" cy="3045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7" name=""/>
          <p:cNvSpPr txBox="1"/>
          <p:nvPr/>
        </p:nvSpPr>
        <p:spPr>
          <a:xfrm>
            <a:off x="2895480" y="3603600"/>
            <a:ext cx="46368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19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8" name=""/>
          <p:cNvSpPr/>
          <p:nvPr/>
        </p:nvSpPr>
        <p:spPr>
          <a:xfrm>
            <a:off x="2171880" y="3301920"/>
            <a:ext cx="952200" cy="31752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9" name=""/>
          <p:cNvSpPr txBox="1"/>
          <p:nvPr/>
        </p:nvSpPr>
        <p:spPr>
          <a:xfrm>
            <a:off x="2282760" y="2981160"/>
            <a:ext cx="311040" cy="36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0" name=""/>
          <p:cNvSpPr txBox="1"/>
          <p:nvPr/>
        </p:nvSpPr>
        <p:spPr>
          <a:xfrm>
            <a:off x="2270160" y="4390920"/>
            <a:ext cx="311040" cy="36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1" name=""/>
          <p:cNvSpPr txBox="1"/>
          <p:nvPr/>
        </p:nvSpPr>
        <p:spPr>
          <a:xfrm>
            <a:off x="5124600" y="4691160"/>
            <a:ext cx="84456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7,10,4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2" name=""/>
          <p:cNvSpPr txBox="1"/>
          <p:nvPr/>
        </p:nvSpPr>
        <p:spPr>
          <a:xfrm>
            <a:off x="8058240" y="4691160"/>
            <a:ext cx="84456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12,9,6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3" name=""/>
          <p:cNvSpPr txBox="1"/>
          <p:nvPr/>
        </p:nvSpPr>
        <p:spPr>
          <a:xfrm>
            <a:off x="6550200" y="4691160"/>
            <a:ext cx="84456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11,8,5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4" name=""/>
          <p:cNvSpPr txBox="1"/>
          <p:nvPr/>
        </p:nvSpPr>
        <p:spPr>
          <a:xfrm>
            <a:off x="3971880" y="4683240"/>
            <a:ext cx="33660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3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5" name=""/>
          <p:cNvSpPr/>
          <p:nvPr/>
        </p:nvSpPr>
        <p:spPr>
          <a:xfrm>
            <a:off x="2027160" y="4411800"/>
            <a:ext cx="299880" cy="303120"/>
          </a:xfrm>
          <a:prstGeom prst="rect">
            <a:avLst/>
          </a:prstGeom>
          <a:gradFill rotWithShape="0">
            <a:gsLst>
              <a:gs pos="0">
                <a:srgbClr val="919191"/>
              </a:gs>
              <a:gs pos="50000">
                <a:srgbClr val="FFFFFF"/>
              </a:gs>
              <a:gs pos="100000">
                <a:srgbClr val="919191"/>
              </a:gs>
            </a:gsLst>
            <a:lin ang="2700000"/>
          </a:gra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6" name=""/>
          <p:cNvSpPr txBox="1"/>
          <p:nvPr/>
        </p:nvSpPr>
        <p:spPr>
          <a:xfrm>
            <a:off x="2103480" y="4446720"/>
            <a:ext cx="139680" cy="247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90000"/>
              </a:lnSpc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7" name=""/>
          <p:cNvSpPr txBox="1"/>
          <p:nvPr/>
        </p:nvSpPr>
        <p:spPr>
          <a:xfrm>
            <a:off x="1511280" y="138240"/>
            <a:ext cx="5375160" cy="612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380880" indent="-380880">
              <a:lnSpc>
                <a:spcPct val="90000"/>
              </a:lnSpc>
            </a:pPr>
            <a:r>
              <a:rPr lang="en-US" sz="24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7.</a:t>
            </a:r>
            <a:r>
              <a:rPr lang="en-US" sz="2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Test the program using test data.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8" name=""/>
          <p:cNvSpPr txBox="1"/>
          <p:nvPr/>
        </p:nvSpPr>
        <p:spPr>
          <a:xfrm>
            <a:off x="6134040" y="698400"/>
            <a:ext cx="2679840" cy="1131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  <a:tabLst>
                <a:tab pos="190440" algn="l"/>
                <a:tab pos="673200" algn="l"/>
                <a:tab pos="863640" algn="l"/>
                <a:tab pos="1523880" algn="l"/>
                <a:tab pos="1905120" algn="dec"/>
              </a:tabLst>
            </a:pP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Type</a:t>
            </a: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Emp-No </a:t>
            </a: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Earnings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190440" algn="l"/>
                <a:tab pos="673200" algn="l"/>
                <a:tab pos="863640" algn="l"/>
                <a:tab pos="1523880" algn="l"/>
                <a:tab pos="1905120" algn="dec"/>
              </a:tabLst>
            </a:pP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1234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050.25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190440" algn="l"/>
                <a:tab pos="673200" algn="l"/>
                <a:tab pos="863640" algn="l"/>
                <a:tab pos="1523880" algn="l"/>
                <a:tab pos="1905120" algn="dec"/>
              </a:tabLst>
            </a:pP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2</a:t>
            </a: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1234</a:t>
            </a: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025.50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190440" algn="l"/>
                <a:tab pos="673200" algn="l"/>
                <a:tab pos="863640" algn="l"/>
                <a:tab pos="1523880" algn="l"/>
                <a:tab pos="1905120" algn="dec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2345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120.25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190440" algn="l"/>
                <a:tab pos="673200" algn="l"/>
                <a:tab pos="863640" algn="l"/>
                <a:tab pos="1523880" algn="l"/>
                <a:tab pos="1905120" algn="dec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3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1234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010.50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9" name=""/>
          <p:cNvSpPr txBox="1"/>
          <p:nvPr/>
        </p:nvSpPr>
        <p:spPr>
          <a:xfrm>
            <a:off x="4489560" y="5807160"/>
            <a:ext cx="2597040" cy="384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  <a:tabLst>
                <a:tab pos="190440" algn="l"/>
                <a:tab pos="673200" algn="l"/>
                <a:tab pos="863640" algn="l"/>
                <a:tab pos="1523880" algn="l"/>
                <a:tab pos="1905120" algn="dec"/>
              </a:tabLst>
            </a:pP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Employee-Rec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190440" algn="l"/>
                <a:tab pos="673200" algn="l"/>
                <a:tab pos="863640" algn="l"/>
                <a:tab pos="1523880" algn="l"/>
                <a:tab pos="1905120" algn="dec"/>
              </a:tabLst>
            </a:pP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Type</a:t>
            </a: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Emp-No </a:t>
            </a: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Earnings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0" name=""/>
          <p:cNvSpPr/>
          <p:nvPr/>
        </p:nvSpPr>
        <p:spPr>
          <a:xfrm>
            <a:off x="5210280" y="6318360"/>
            <a:ext cx="0" cy="371520"/>
          </a:xfrm>
          <a:prstGeom prst="line">
            <a:avLst/>
          </a:prstGeom>
          <a:ln w="2556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1" name=""/>
          <p:cNvSpPr/>
          <p:nvPr/>
        </p:nvSpPr>
        <p:spPr>
          <a:xfrm>
            <a:off x="6048360" y="6299280"/>
            <a:ext cx="0" cy="380880"/>
          </a:xfrm>
          <a:prstGeom prst="line">
            <a:avLst/>
          </a:prstGeom>
          <a:ln w="2556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2" name=""/>
          <p:cNvSpPr txBox="1"/>
          <p:nvPr/>
        </p:nvSpPr>
        <p:spPr>
          <a:xfrm>
            <a:off x="7143840" y="5375160"/>
            <a:ext cx="1085760" cy="3999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  <a:effectLst>
            <a:outerShdw dist="0" dir="0" rotWithShape="0">
              <a:srgbClr val="000000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  <a:tabLst>
                <a:tab pos="571680" algn="dec"/>
                <a:tab pos="1905120" algn="dec"/>
              </a:tabLs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050.25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3" name=""/>
          <p:cNvSpPr txBox="1"/>
          <p:nvPr/>
        </p:nvSpPr>
        <p:spPr>
          <a:xfrm>
            <a:off x="8381880" y="5375160"/>
            <a:ext cx="609480" cy="3999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  <a:effectLst>
            <a:outerShdw dist="0" dir="0" rotWithShape="0">
              <a:srgbClr val="000000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  <a:tabLst>
                <a:tab pos="101520" algn="l"/>
                <a:tab pos="762120" algn="l"/>
                <a:tab pos="1905120" algn="dec"/>
              </a:tabLs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001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4" name=""/>
          <p:cNvSpPr txBox="1"/>
          <p:nvPr/>
        </p:nvSpPr>
        <p:spPr>
          <a:xfrm>
            <a:off x="7156440" y="5845320"/>
            <a:ext cx="1085760" cy="3999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  <a:effectLst>
            <a:outerShdw dist="0" dir="0" rotWithShape="0">
              <a:srgbClr val="000000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  <a:tabLst>
                <a:tab pos="571680" algn="dec"/>
                <a:tab pos="1905120" algn="dec"/>
              </a:tabLs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000.00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5" name=""/>
          <p:cNvSpPr txBox="1"/>
          <p:nvPr/>
        </p:nvSpPr>
        <p:spPr>
          <a:xfrm>
            <a:off x="8394840" y="5845320"/>
            <a:ext cx="609480" cy="3999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  <a:effectLst>
            <a:outerShdw dist="0" dir="0" rotWithShape="0">
              <a:srgbClr val="000000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  <a:tabLst>
                <a:tab pos="101520" algn="l"/>
                <a:tab pos="762120" algn="l"/>
                <a:tab pos="1905120" algn="dec"/>
              </a:tabLs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000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6" name=""/>
          <p:cNvSpPr txBox="1"/>
          <p:nvPr/>
        </p:nvSpPr>
        <p:spPr>
          <a:xfrm>
            <a:off x="7169040" y="6340320"/>
            <a:ext cx="1085760" cy="3999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  <a:effectLst>
            <a:outerShdw dist="0" dir="0" rotWithShape="0">
              <a:srgbClr val="000000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  <a:tabLst>
                <a:tab pos="571680" algn="dec"/>
                <a:tab pos="1905120" algn="dec"/>
              </a:tabLs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000.00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7" name=""/>
          <p:cNvSpPr txBox="1"/>
          <p:nvPr/>
        </p:nvSpPr>
        <p:spPr>
          <a:xfrm>
            <a:off x="8407440" y="6340320"/>
            <a:ext cx="609480" cy="3999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  <a:effectLst>
            <a:outerShdw dist="0" dir="0" rotWithShape="0">
              <a:srgbClr val="000000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  <a:tabLst>
                <a:tab pos="101520" algn="l"/>
                <a:tab pos="762120" algn="l"/>
                <a:tab pos="1905120" algn="dec"/>
              </a:tabLs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000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8" name=""/>
          <p:cNvSpPr txBox="1"/>
          <p:nvPr/>
        </p:nvSpPr>
        <p:spPr>
          <a:xfrm>
            <a:off x="4508640" y="6302520"/>
            <a:ext cx="2527200" cy="3999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  <a:effectLst>
            <a:outerShdw dist="0" dir="0" rotWithShape="0">
              <a:srgbClr val="000000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  <a:tabLst>
                <a:tab pos="101520" algn="l"/>
                <a:tab pos="762120" algn="l"/>
                <a:tab pos="1905120" algn="dec"/>
              </a:tabLst>
            </a:pP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2</a:t>
            </a: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1234</a:t>
            </a: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025.50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9" name=""/>
          <p:cNvSpPr/>
          <p:nvPr/>
        </p:nvSpPr>
        <p:spPr>
          <a:xfrm>
            <a:off x="3241800" y="71136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0" name=""/>
          <p:cNvSpPr txBox="1"/>
          <p:nvPr/>
        </p:nvSpPr>
        <p:spPr>
          <a:xfrm>
            <a:off x="3241800" y="71136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Proof Totals</a:t>
            </a:r>
            <a:br>
              <a:rPr sz="1600"/>
            </a:b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Report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1" name=""/>
          <p:cNvSpPr/>
          <p:nvPr/>
        </p:nvSpPr>
        <p:spPr>
          <a:xfrm>
            <a:off x="4826160" y="220968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2" name=""/>
          <p:cNvSpPr txBox="1"/>
          <p:nvPr/>
        </p:nvSpPr>
        <p:spPr>
          <a:xfrm>
            <a:off x="4826160" y="220968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Proof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Totals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173" name=""/>
          <p:cNvGrpSpPr/>
          <p:nvPr/>
        </p:nvGrpSpPr>
        <p:grpSpPr>
          <a:xfrm>
            <a:off x="2009880" y="3014640"/>
            <a:ext cx="301680" cy="433440"/>
            <a:chOff x="2009880" y="3014640"/>
            <a:chExt cx="301680" cy="433440"/>
          </a:xfrm>
        </p:grpSpPr>
        <p:sp>
          <p:nvSpPr>
            <p:cNvPr id="1174" name=""/>
            <p:cNvSpPr/>
            <p:nvPr/>
          </p:nvSpPr>
          <p:spPr>
            <a:xfrm>
              <a:off x="2009880" y="3014640"/>
              <a:ext cx="301680" cy="293760"/>
            </a:xfrm>
            <a:prstGeom prst="rect">
              <a:avLst/>
            </a:prstGeom>
            <a:gradFill rotWithShape="0">
              <a:gsLst>
                <a:gs pos="0">
                  <a:srgbClr val="919191"/>
                </a:gs>
                <a:gs pos="50000">
                  <a:srgbClr val="FFFFFF"/>
                </a:gs>
                <a:gs pos="100000">
                  <a:srgbClr val="919191"/>
                </a:gs>
              </a:gsLst>
              <a:lin ang="2700000"/>
            </a:gra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75" name=""/>
            <p:cNvSpPr txBox="1"/>
            <p:nvPr/>
          </p:nvSpPr>
          <p:spPr>
            <a:xfrm>
              <a:off x="2108160" y="3063960"/>
              <a:ext cx="138240" cy="38412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90000"/>
                </a:lnSpc>
              </a:pPr>
              <a:r>
                <a:rPr lang="en-US" sz="2800" b="1" u="none" strike="noStrike">
                  <a:solidFill>
                    <a:srgbClr val="FC0128"/>
                  </a:solidFill>
                  <a:effectLst/>
                  <a:uFillTx/>
                  <a:latin typeface="Arial"/>
                  <a:ea typeface="Arial"/>
                </a:rPr>
                <a:t>*</a:t>
              </a:r>
              <a:endPara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176" name=""/>
          <p:cNvSpPr/>
          <p:nvPr/>
        </p:nvSpPr>
        <p:spPr>
          <a:xfrm>
            <a:off x="2174760" y="3314880"/>
            <a:ext cx="3240" cy="29196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7" name=""/>
          <p:cNvSpPr/>
          <p:nvPr/>
        </p:nvSpPr>
        <p:spPr>
          <a:xfrm>
            <a:off x="1514520" y="219708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8" name=""/>
          <p:cNvSpPr txBox="1"/>
          <p:nvPr/>
        </p:nvSpPr>
        <p:spPr>
          <a:xfrm>
            <a:off x="1514520" y="219708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Process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Payroll</a:t>
            </a:r>
            <a:br>
              <a:rPr sz="1600"/>
            </a:b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Records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9" name=""/>
          <p:cNvSpPr/>
          <p:nvPr/>
        </p:nvSpPr>
        <p:spPr>
          <a:xfrm>
            <a:off x="1514520" y="35942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0" name=""/>
          <p:cNvSpPr txBox="1"/>
          <p:nvPr/>
        </p:nvSpPr>
        <p:spPr>
          <a:xfrm>
            <a:off x="1514520" y="35942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Process 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Payroll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Record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1" name=""/>
          <p:cNvSpPr/>
          <p:nvPr/>
        </p:nvSpPr>
        <p:spPr>
          <a:xfrm flipH="1">
            <a:off x="2286000" y="1549440"/>
            <a:ext cx="1612800" cy="64764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2" name=""/>
          <p:cNvSpPr/>
          <p:nvPr/>
        </p:nvSpPr>
        <p:spPr>
          <a:xfrm>
            <a:off x="3911760" y="1549440"/>
            <a:ext cx="1574640" cy="66024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3" name=""/>
          <p:cNvSpPr/>
          <p:nvPr/>
        </p:nvSpPr>
        <p:spPr>
          <a:xfrm>
            <a:off x="1486080" y="524520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4" name=""/>
          <p:cNvSpPr txBox="1"/>
          <p:nvPr/>
        </p:nvSpPr>
        <p:spPr>
          <a:xfrm>
            <a:off x="1486080" y="524520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Add To 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Overtime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5" name=""/>
          <p:cNvSpPr/>
          <p:nvPr/>
        </p:nvSpPr>
        <p:spPr>
          <a:xfrm>
            <a:off x="38160" y="524520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6" name=""/>
          <p:cNvSpPr txBox="1"/>
          <p:nvPr/>
        </p:nvSpPr>
        <p:spPr>
          <a:xfrm>
            <a:off x="38160" y="524520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Add To 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Regular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7" name=""/>
          <p:cNvSpPr/>
          <p:nvPr/>
        </p:nvSpPr>
        <p:spPr>
          <a:xfrm>
            <a:off x="2933640" y="524520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8" name=""/>
          <p:cNvSpPr txBox="1"/>
          <p:nvPr/>
        </p:nvSpPr>
        <p:spPr>
          <a:xfrm>
            <a:off x="2933640" y="524520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Add To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Bonus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9" name=""/>
          <p:cNvSpPr/>
          <p:nvPr/>
        </p:nvSpPr>
        <p:spPr>
          <a:xfrm>
            <a:off x="2171880" y="4711680"/>
            <a:ext cx="0" cy="54612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0" name=""/>
          <p:cNvSpPr/>
          <p:nvPr/>
        </p:nvSpPr>
        <p:spPr>
          <a:xfrm flipH="1">
            <a:off x="723960" y="4724280"/>
            <a:ext cx="1447920" cy="53352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1" name=""/>
          <p:cNvSpPr/>
          <p:nvPr/>
        </p:nvSpPr>
        <p:spPr>
          <a:xfrm>
            <a:off x="2171880" y="4724280"/>
            <a:ext cx="1409400" cy="53352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2" name=""/>
          <p:cNvSpPr/>
          <p:nvPr/>
        </p:nvSpPr>
        <p:spPr>
          <a:xfrm>
            <a:off x="3403440" y="36068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3" name=""/>
          <p:cNvSpPr txBox="1"/>
          <p:nvPr/>
        </p:nvSpPr>
        <p:spPr>
          <a:xfrm>
            <a:off x="3403440" y="36068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Report</a:t>
            </a:r>
            <a:br>
              <a:rPr sz="1600"/>
            </a:b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Headings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4" name=""/>
          <p:cNvSpPr/>
          <p:nvPr/>
        </p:nvSpPr>
        <p:spPr>
          <a:xfrm>
            <a:off x="4851360" y="36068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5" name=""/>
          <p:cNvSpPr txBox="1"/>
          <p:nvPr/>
        </p:nvSpPr>
        <p:spPr>
          <a:xfrm>
            <a:off x="4851360" y="36068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Regular Totals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6" name=""/>
          <p:cNvSpPr/>
          <p:nvPr/>
        </p:nvSpPr>
        <p:spPr>
          <a:xfrm>
            <a:off x="6299280" y="36068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7" name=""/>
          <p:cNvSpPr txBox="1"/>
          <p:nvPr/>
        </p:nvSpPr>
        <p:spPr>
          <a:xfrm>
            <a:off x="6299280" y="36068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Overtime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Totals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8" name=""/>
          <p:cNvSpPr/>
          <p:nvPr/>
        </p:nvSpPr>
        <p:spPr>
          <a:xfrm>
            <a:off x="7746840" y="36068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9" name=""/>
          <p:cNvSpPr txBox="1"/>
          <p:nvPr/>
        </p:nvSpPr>
        <p:spPr>
          <a:xfrm>
            <a:off x="7746840" y="36068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Bonus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Totals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0" name=""/>
          <p:cNvSpPr/>
          <p:nvPr/>
        </p:nvSpPr>
        <p:spPr>
          <a:xfrm>
            <a:off x="5524560" y="3035160"/>
            <a:ext cx="0" cy="59688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1" name=""/>
          <p:cNvSpPr/>
          <p:nvPr/>
        </p:nvSpPr>
        <p:spPr>
          <a:xfrm flipH="1">
            <a:off x="4102200" y="3035160"/>
            <a:ext cx="1422360" cy="57168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2" name=""/>
          <p:cNvSpPr/>
          <p:nvPr/>
        </p:nvSpPr>
        <p:spPr>
          <a:xfrm>
            <a:off x="5524560" y="3035160"/>
            <a:ext cx="1460520" cy="57168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3" name=""/>
          <p:cNvSpPr/>
          <p:nvPr/>
        </p:nvSpPr>
        <p:spPr>
          <a:xfrm>
            <a:off x="5524560" y="3035160"/>
            <a:ext cx="2921040" cy="57168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4" name=""/>
          <p:cNvSpPr txBox="1"/>
          <p:nvPr/>
        </p:nvSpPr>
        <p:spPr>
          <a:xfrm>
            <a:off x="419040" y="2197080"/>
            <a:ext cx="97164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1,20,19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5" name=""/>
          <p:cNvSpPr txBox="1"/>
          <p:nvPr/>
        </p:nvSpPr>
        <p:spPr>
          <a:xfrm>
            <a:off x="6730920" y="2206800"/>
            <a:ext cx="65412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2,21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6" name=""/>
          <p:cNvSpPr/>
          <p:nvPr/>
        </p:nvSpPr>
        <p:spPr>
          <a:xfrm flipH="1">
            <a:off x="888840" y="1523880"/>
            <a:ext cx="3048120" cy="67320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7" name=""/>
          <p:cNvSpPr/>
          <p:nvPr/>
        </p:nvSpPr>
        <p:spPr>
          <a:xfrm>
            <a:off x="3924360" y="1536840"/>
            <a:ext cx="3124080" cy="67284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8" name=""/>
          <p:cNvSpPr/>
          <p:nvPr/>
        </p:nvSpPr>
        <p:spPr>
          <a:xfrm>
            <a:off x="5537160" y="4419720"/>
            <a:ext cx="0" cy="3045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9" name=""/>
          <p:cNvSpPr/>
          <p:nvPr/>
        </p:nvSpPr>
        <p:spPr>
          <a:xfrm flipH="1">
            <a:off x="4124160" y="4432320"/>
            <a:ext cx="3240" cy="2667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0" name=""/>
          <p:cNvSpPr/>
          <p:nvPr/>
        </p:nvSpPr>
        <p:spPr>
          <a:xfrm>
            <a:off x="6991200" y="4432320"/>
            <a:ext cx="0" cy="27612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1" name=""/>
          <p:cNvSpPr/>
          <p:nvPr/>
        </p:nvSpPr>
        <p:spPr>
          <a:xfrm>
            <a:off x="8458200" y="4441680"/>
            <a:ext cx="0" cy="2667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2" name=""/>
          <p:cNvSpPr txBox="1"/>
          <p:nvPr/>
        </p:nvSpPr>
        <p:spPr>
          <a:xfrm>
            <a:off x="270000" y="6354720"/>
            <a:ext cx="78120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13,16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3" name=""/>
          <p:cNvSpPr/>
          <p:nvPr/>
        </p:nvSpPr>
        <p:spPr>
          <a:xfrm>
            <a:off x="663480" y="6073920"/>
            <a:ext cx="0" cy="3045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4" name=""/>
          <p:cNvSpPr txBox="1"/>
          <p:nvPr/>
        </p:nvSpPr>
        <p:spPr>
          <a:xfrm>
            <a:off x="1774800" y="6354720"/>
            <a:ext cx="78120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14,17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5" name=""/>
          <p:cNvSpPr/>
          <p:nvPr/>
        </p:nvSpPr>
        <p:spPr>
          <a:xfrm>
            <a:off x="2168640" y="6073920"/>
            <a:ext cx="0" cy="3045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6" name=""/>
          <p:cNvSpPr txBox="1"/>
          <p:nvPr/>
        </p:nvSpPr>
        <p:spPr>
          <a:xfrm>
            <a:off x="3232080" y="6354720"/>
            <a:ext cx="78120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15,18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7" name=""/>
          <p:cNvSpPr/>
          <p:nvPr/>
        </p:nvSpPr>
        <p:spPr>
          <a:xfrm>
            <a:off x="3625920" y="6073920"/>
            <a:ext cx="0" cy="3045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8" name=""/>
          <p:cNvSpPr txBox="1"/>
          <p:nvPr/>
        </p:nvSpPr>
        <p:spPr>
          <a:xfrm>
            <a:off x="2895480" y="3603600"/>
            <a:ext cx="46368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19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9" name=""/>
          <p:cNvSpPr/>
          <p:nvPr/>
        </p:nvSpPr>
        <p:spPr>
          <a:xfrm>
            <a:off x="2171880" y="3301920"/>
            <a:ext cx="952200" cy="31752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0" name=""/>
          <p:cNvSpPr txBox="1"/>
          <p:nvPr/>
        </p:nvSpPr>
        <p:spPr>
          <a:xfrm>
            <a:off x="2282760" y="2981160"/>
            <a:ext cx="311040" cy="36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1" name=""/>
          <p:cNvSpPr txBox="1"/>
          <p:nvPr/>
        </p:nvSpPr>
        <p:spPr>
          <a:xfrm>
            <a:off x="2270160" y="4390920"/>
            <a:ext cx="311040" cy="36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2" name=""/>
          <p:cNvSpPr txBox="1"/>
          <p:nvPr/>
        </p:nvSpPr>
        <p:spPr>
          <a:xfrm>
            <a:off x="5124600" y="4691160"/>
            <a:ext cx="84456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7,10,4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3" name=""/>
          <p:cNvSpPr txBox="1"/>
          <p:nvPr/>
        </p:nvSpPr>
        <p:spPr>
          <a:xfrm>
            <a:off x="8058240" y="4691160"/>
            <a:ext cx="84456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12,9,6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4" name=""/>
          <p:cNvSpPr txBox="1"/>
          <p:nvPr/>
        </p:nvSpPr>
        <p:spPr>
          <a:xfrm>
            <a:off x="6550200" y="4691160"/>
            <a:ext cx="84456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11,8,5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5" name=""/>
          <p:cNvSpPr txBox="1"/>
          <p:nvPr/>
        </p:nvSpPr>
        <p:spPr>
          <a:xfrm>
            <a:off x="3971880" y="4683240"/>
            <a:ext cx="33660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3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6" name=""/>
          <p:cNvSpPr/>
          <p:nvPr/>
        </p:nvSpPr>
        <p:spPr>
          <a:xfrm>
            <a:off x="2027160" y="4411800"/>
            <a:ext cx="299880" cy="303120"/>
          </a:xfrm>
          <a:prstGeom prst="rect">
            <a:avLst/>
          </a:prstGeom>
          <a:gradFill rotWithShape="0">
            <a:gsLst>
              <a:gs pos="0">
                <a:srgbClr val="919191"/>
              </a:gs>
              <a:gs pos="50000">
                <a:srgbClr val="FFFFFF"/>
              </a:gs>
              <a:gs pos="100000">
                <a:srgbClr val="919191"/>
              </a:gs>
            </a:gsLst>
            <a:lin ang="2700000"/>
          </a:gra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7" name=""/>
          <p:cNvSpPr txBox="1"/>
          <p:nvPr/>
        </p:nvSpPr>
        <p:spPr>
          <a:xfrm>
            <a:off x="2103480" y="4446720"/>
            <a:ext cx="139680" cy="247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90000"/>
              </a:lnSpc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8" name=""/>
          <p:cNvSpPr txBox="1"/>
          <p:nvPr/>
        </p:nvSpPr>
        <p:spPr>
          <a:xfrm>
            <a:off x="1511280" y="138240"/>
            <a:ext cx="5375160" cy="612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380880" indent="-380880">
              <a:lnSpc>
                <a:spcPct val="90000"/>
              </a:lnSpc>
            </a:pPr>
            <a:r>
              <a:rPr lang="en-US" sz="24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7.</a:t>
            </a:r>
            <a:r>
              <a:rPr lang="en-US" sz="2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Test the program using test data.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9" name=""/>
          <p:cNvSpPr txBox="1"/>
          <p:nvPr/>
        </p:nvSpPr>
        <p:spPr>
          <a:xfrm>
            <a:off x="6134040" y="698400"/>
            <a:ext cx="2679840" cy="1131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  <a:tabLst>
                <a:tab pos="190440" algn="l"/>
                <a:tab pos="673200" algn="l"/>
                <a:tab pos="863640" algn="l"/>
                <a:tab pos="1523880" algn="l"/>
                <a:tab pos="1905120" algn="dec"/>
              </a:tabLst>
            </a:pP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Type</a:t>
            </a: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Emp-No </a:t>
            </a: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Earnings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190440" algn="l"/>
                <a:tab pos="673200" algn="l"/>
                <a:tab pos="863640" algn="l"/>
                <a:tab pos="1523880" algn="l"/>
                <a:tab pos="1905120" algn="dec"/>
              </a:tabLst>
            </a:pP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1234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050.25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190440" algn="l"/>
                <a:tab pos="673200" algn="l"/>
                <a:tab pos="863640" algn="l"/>
                <a:tab pos="1523880" algn="l"/>
                <a:tab pos="1905120" algn="dec"/>
              </a:tabLst>
            </a:pP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2</a:t>
            </a: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1234</a:t>
            </a: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025.50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190440" algn="l"/>
                <a:tab pos="673200" algn="l"/>
                <a:tab pos="863640" algn="l"/>
                <a:tab pos="1523880" algn="l"/>
                <a:tab pos="1905120" algn="dec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2345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120.25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190440" algn="l"/>
                <a:tab pos="673200" algn="l"/>
                <a:tab pos="863640" algn="l"/>
                <a:tab pos="1523880" algn="l"/>
                <a:tab pos="1905120" algn="dec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3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1234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010.50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0" name=""/>
          <p:cNvSpPr txBox="1"/>
          <p:nvPr/>
        </p:nvSpPr>
        <p:spPr>
          <a:xfrm>
            <a:off x="4489560" y="5807160"/>
            <a:ext cx="2597040" cy="384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  <a:tabLst>
                <a:tab pos="190440" algn="l"/>
                <a:tab pos="673200" algn="l"/>
                <a:tab pos="863640" algn="l"/>
                <a:tab pos="1523880" algn="l"/>
                <a:tab pos="1905120" algn="dec"/>
              </a:tabLst>
            </a:pP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Employee-Rec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190440" algn="l"/>
                <a:tab pos="673200" algn="l"/>
                <a:tab pos="863640" algn="l"/>
                <a:tab pos="1523880" algn="l"/>
                <a:tab pos="1905120" algn="dec"/>
              </a:tabLst>
            </a:pP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Type</a:t>
            </a: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Emp-No </a:t>
            </a: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Earnings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1" name=""/>
          <p:cNvSpPr/>
          <p:nvPr/>
        </p:nvSpPr>
        <p:spPr>
          <a:xfrm>
            <a:off x="5210280" y="6318360"/>
            <a:ext cx="0" cy="371520"/>
          </a:xfrm>
          <a:prstGeom prst="line">
            <a:avLst/>
          </a:prstGeom>
          <a:ln w="2556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2" name=""/>
          <p:cNvSpPr/>
          <p:nvPr/>
        </p:nvSpPr>
        <p:spPr>
          <a:xfrm>
            <a:off x="6048360" y="6299280"/>
            <a:ext cx="0" cy="380880"/>
          </a:xfrm>
          <a:prstGeom prst="line">
            <a:avLst/>
          </a:prstGeom>
          <a:ln w="2556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3" name=""/>
          <p:cNvSpPr txBox="1"/>
          <p:nvPr/>
        </p:nvSpPr>
        <p:spPr>
          <a:xfrm>
            <a:off x="7143840" y="5375160"/>
            <a:ext cx="1085760" cy="3999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  <a:effectLst>
            <a:outerShdw dist="0" dir="0" rotWithShape="0">
              <a:srgbClr val="000000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  <a:tabLst>
                <a:tab pos="571680" algn="dec"/>
                <a:tab pos="1905120" algn="dec"/>
              </a:tabLs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050.25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4" name=""/>
          <p:cNvSpPr txBox="1"/>
          <p:nvPr/>
        </p:nvSpPr>
        <p:spPr>
          <a:xfrm>
            <a:off x="8381880" y="5375160"/>
            <a:ext cx="609480" cy="3999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  <a:effectLst>
            <a:outerShdw dist="0" dir="0" rotWithShape="0">
              <a:srgbClr val="000000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  <a:tabLst>
                <a:tab pos="101520" algn="l"/>
                <a:tab pos="762120" algn="l"/>
                <a:tab pos="1905120" algn="dec"/>
              </a:tabLs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001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5" name=""/>
          <p:cNvSpPr txBox="1"/>
          <p:nvPr/>
        </p:nvSpPr>
        <p:spPr>
          <a:xfrm>
            <a:off x="7156440" y="5845320"/>
            <a:ext cx="1085760" cy="3999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  <a:effectLst>
            <a:outerShdw dist="0" dir="0" rotWithShape="0">
              <a:srgbClr val="000000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  <a:tabLst>
                <a:tab pos="571680" algn="dec"/>
                <a:tab pos="1905120" algn="dec"/>
              </a:tabLst>
            </a:pP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025.50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6" name=""/>
          <p:cNvSpPr txBox="1"/>
          <p:nvPr/>
        </p:nvSpPr>
        <p:spPr>
          <a:xfrm>
            <a:off x="8394840" y="5845320"/>
            <a:ext cx="609480" cy="3999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  <a:effectLst>
            <a:outerShdw dist="0" dir="0" rotWithShape="0">
              <a:srgbClr val="000000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  <a:tabLst>
                <a:tab pos="101520" algn="l"/>
                <a:tab pos="762120" algn="l"/>
                <a:tab pos="1905120" algn="dec"/>
              </a:tabLst>
            </a:pP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001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7" name=""/>
          <p:cNvSpPr txBox="1"/>
          <p:nvPr/>
        </p:nvSpPr>
        <p:spPr>
          <a:xfrm>
            <a:off x="7169040" y="6340320"/>
            <a:ext cx="1085760" cy="3999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  <a:effectLst>
            <a:outerShdw dist="0" dir="0" rotWithShape="0">
              <a:srgbClr val="000000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  <a:tabLst>
                <a:tab pos="571680" algn="dec"/>
                <a:tab pos="1905120" algn="dec"/>
              </a:tabLs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000.00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8" name=""/>
          <p:cNvSpPr txBox="1"/>
          <p:nvPr/>
        </p:nvSpPr>
        <p:spPr>
          <a:xfrm>
            <a:off x="8407440" y="6340320"/>
            <a:ext cx="609480" cy="3999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  <a:effectLst>
            <a:outerShdw dist="0" dir="0" rotWithShape="0">
              <a:srgbClr val="000000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  <a:tabLst>
                <a:tab pos="101520" algn="l"/>
                <a:tab pos="762120" algn="l"/>
                <a:tab pos="1905120" algn="dec"/>
              </a:tabLs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000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9" name=""/>
          <p:cNvSpPr txBox="1"/>
          <p:nvPr/>
        </p:nvSpPr>
        <p:spPr>
          <a:xfrm>
            <a:off x="4508640" y="6302520"/>
            <a:ext cx="2527200" cy="3999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  <a:effectLst>
            <a:outerShdw dist="0" dir="0" rotWithShape="0">
              <a:srgbClr val="000000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  <a:tabLst>
                <a:tab pos="101520" algn="l"/>
                <a:tab pos="762120" algn="l"/>
                <a:tab pos="1905120" algn="dec"/>
              </a:tabLst>
            </a:pP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1</a:t>
            </a: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2345</a:t>
            </a: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120.25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0" name=""/>
          <p:cNvSpPr/>
          <p:nvPr/>
        </p:nvSpPr>
        <p:spPr>
          <a:xfrm>
            <a:off x="3241800" y="71136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1" name=""/>
          <p:cNvSpPr txBox="1"/>
          <p:nvPr/>
        </p:nvSpPr>
        <p:spPr>
          <a:xfrm>
            <a:off x="3241800" y="71136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Proof Totals</a:t>
            </a:r>
            <a:br>
              <a:rPr sz="1600"/>
            </a:b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Report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2" name=""/>
          <p:cNvSpPr/>
          <p:nvPr/>
        </p:nvSpPr>
        <p:spPr>
          <a:xfrm>
            <a:off x="4826160" y="220968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3" name=""/>
          <p:cNvSpPr txBox="1"/>
          <p:nvPr/>
        </p:nvSpPr>
        <p:spPr>
          <a:xfrm>
            <a:off x="4826160" y="220968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Proof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Totals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244" name=""/>
          <p:cNvGrpSpPr/>
          <p:nvPr/>
        </p:nvGrpSpPr>
        <p:grpSpPr>
          <a:xfrm>
            <a:off x="2009880" y="3014640"/>
            <a:ext cx="301680" cy="433440"/>
            <a:chOff x="2009880" y="3014640"/>
            <a:chExt cx="301680" cy="433440"/>
          </a:xfrm>
        </p:grpSpPr>
        <p:sp>
          <p:nvSpPr>
            <p:cNvPr id="1245" name=""/>
            <p:cNvSpPr/>
            <p:nvPr/>
          </p:nvSpPr>
          <p:spPr>
            <a:xfrm>
              <a:off x="2009880" y="3014640"/>
              <a:ext cx="301680" cy="293760"/>
            </a:xfrm>
            <a:prstGeom prst="rect">
              <a:avLst/>
            </a:prstGeom>
            <a:gradFill rotWithShape="0">
              <a:gsLst>
                <a:gs pos="0">
                  <a:srgbClr val="919191"/>
                </a:gs>
                <a:gs pos="50000">
                  <a:srgbClr val="FFFFFF"/>
                </a:gs>
                <a:gs pos="100000">
                  <a:srgbClr val="919191"/>
                </a:gs>
              </a:gsLst>
              <a:lin ang="2700000"/>
            </a:gra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46" name=""/>
            <p:cNvSpPr txBox="1"/>
            <p:nvPr/>
          </p:nvSpPr>
          <p:spPr>
            <a:xfrm>
              <a:off x="2108160" y="3063960"/>
              <a:ext cx="138240" cy="38412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90000"/>
                </a:lnSpc>
              </a:pPr>
              <a:r>
                <a:rPr lang="en-US" sz="2800" b="1" u="none" strike="noStrike">
                  <a:solidFill>
                    <a:srgbClr val="FC0128"/>
                  </a:solidFill>
                  <a:effectLst/>
                  <a:uFillTx/>
                  <a:latin typeface="Arial"/>
                  <a:ea typeface="Arial"/>
                </a:rPr>
                <a:t>*</a:t>
              </a:r>
              <a:endPara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247" name=""/>
          <p:cNvSpPr/>
          <p:nvPr/>
        </p:nvSpPr>
        <p:spPr>
          <a:xfrm>
            <a:off x="2174760" y="3314880"/>
            <a:ext cx="3240" cy="29196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8" name=""/>
          <p:cNvSpPr/>
          <p:nvPr/>
        </p:nvSpPr>
        <p:spPr>
          <a:xfrm>
            <a:off x="1514520" y="219708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9" name=""/>
          <p:cNvSpPr txBox="1"/>
          <p:nvPr/>
        </p:nvSpPr>
        <p:spPr>
          <a:xfrm>
            <a:off x="1514520" y="219708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Process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Payroll</a:t>
            </a:r>
            <a:br>
              <a:rPr sz="1600"/>
            </a:b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Records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0" name=""/>
          <p:cNvSpPr/>
          <p:nvPr/>
        </p:nvSpPr>
        <p:spPr>
          <a:xfrm>
            <a:off x="1514520" y="35942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1" name=""/>
          <p:cNvSpPr txBox="1"/>
          <p:nvPr/>
        </p:nvSpPr>
        <p:spPr>
          <a:xfrm>
            <a:off x="1514520" y="35942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Process 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Payroll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Record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2" name=""/>
          <p:cNvSpPr/>
          <p:nvPr/>
        </p:nvSpPr>
        <p:spPr>
          <a:xfrm flipH="1">
            <a:off x="2286000" y="1549440"/>
            <a:ext cx="1612800" cy="64764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3" name=""/>
          <p:cNvSpPr/>
          <p:nvPr/>
        </p:nvSpPr>
        <p:spPr>
          <a:xfrm>
            <a:off x="3911760" y="1549440"/>
            <a:ext cx="1574640" cy="66024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4" name=""/>
          <p:cNvSpPr/>
          <p:nvPr/>
        </p:nvSpPr>
        <p:spPr>
          <a:xfrm>
            <a:off x="1486080" y="524520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5" name=""/>
          <p:cNvSpPr txBox="1"/>
          <p:nvPr/>
        </p:nvSpPr>
        <p:spPr>
          <a:xfrm>
            <a:off x="1486080" y="524520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Add To 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Overtime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6" name=""/>
          <p:cNvSpPr/>
          <p:nvPr/>
        </p:nvSpPr>
        <p:spPr>
          <a:xfrm>
            <a:off x="38160" y="524520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7" name=""/>
          <p:cNvSpPr txBox="1"/>
          <p:nvPr/>
        </p:nvSpPr>
        <p:spPr>
          <a:xfrm>
            <a:off x="38160" y="524520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Add To 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Regular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8" name=""/>
          <p:cNvSpPr/>
          <p:nvPr/>
        </p:nvSpPr>
        <p:spPr>
          <a:xfrm>
            <a:off x="2933640" y="524520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9" name=""/>
          <p:cNvSpPr txBox="1"/>
          <p:nvPr/>
        </p:nvSpPr>
        <p:spPr>
          <a:xfrm>
            <a:off x="2933640" y="524520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Add To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Bonus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0" name=""/>
          <p:cNvSpPr/>
          <p:nvPr/>
        </p:nvSpPr>
        <p:spPr>
          <a:xfrm>
            <a:off x="2171880" y="4711680"/>
            <a:ext cx="0" cy="54612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1" name=""/>
          <p:cNvSpPr/>
          <p:nvPr/>
        </p:nvSpPr>
        <p:spPr>
          <a:xfrm flipH="1">
            <a:off x="723960" y="4724280"/>
            <a:ext cx="1447920" cy="53352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2" name=""/>
          <p:cNvSpPr/>
          <p:nvPr/>
        </p:nvSpPr>
        <p:spPr>
          <a:xfrm>
            <a:off x="2171880" y="4724280"/>
            <a:ext cx="1409400" cy="53352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3" name=""/>
          <p:cNvSpPr/>
          <p:nvPr/>
        </p:nvSpPr>
        <p:spPr>
          <a:xfrm>
            <a:off x="3403440" y="36068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4" name=""/>
          <p:cNvSpPr txBox="1"/>
          <p:nvPr/>
        </p:nvSpPr>
        <p:spPr>
          <a:xfrm>
            <a:off x="3403440" y="36068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Report</a:t>
            </a:r>
            <a:br>
              <a:rPr sz="1600"/>
            </a:b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Headings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5" name=""/>
          <p:cNvSpPr/>
          <p:nvPr/>
        </p:nvSpPr>
        <p:spPr>
          <a:xfrm>
            <a:off x="4851360" y="36068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6" name=""/>
          <p:cNvSpPr txBox="1"/>
          <p:nvPr/>
        </p:nvSpPr>
        <p:spPr>
          <a:xfrm>
            <a:off x="4851360" y="36068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Regular Totals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7" name=""/>
          <p:cNvSpPr/>
          <p:nvPr/>
        </p:nvSpPr>
        <p:spPr>
          <a:xfrm>
            <a:off x="6299280" y="36068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8" name=""/>
          <p:cNvSpPr txBox="1"/>
          <p:nvPr/>
        </p:nvSpPr>
        <p:spPr>
          <a:xfrm>
            <a:off x="6299280" y="36068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Overtime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Totals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9" name=""/>
          <p:cNvSpPr/>
          <p:nvPr/>
        </p:nvSpPr>
        <p:spPr>
          <a:xfrm>
            <a:off x="7746840" y="36068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0" name=""/>
          <p:cNvSpPr txBox="1"/>
          <p:nvPr/>
        </p:nvSpPr>
        <p:spPr>
          <a:xfrm>
            <a:off x="7746840" y="36068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Bonus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Totals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1" name=""/>
          <p:cNvSpPr/>
          <p:nvPr/>
        </p:nvSpPr>
        <p:spPr>
          <a:xfrm>
            <a:off x="5524560" y="3035160"/>
            <a:ext cx="0" cy="59688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2" name=""/>
          <p:cNvSpPr/>
          <p:nvPr/>
        </p:nvSpPr>
        <p:spPr>
          <a:xfrm flipH="1">
            <a:off x="4102200" y="3035160"/>
            <a:ext cx="1422360" cy="57168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3" name=""/>
          <p:cNvSpPr/>
          <p:nvPr/>
        </p:nvSpPr>
        <p:spPr>
          <a:xfrm>
            <a:off x="5524560" y="3035160"/>
            <a:ext cx="1460520" cy="57168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4" name=""/>
          <p:cNvSpPr/>
          <p:nvPr/>
        </p:nvSpPr>
        <p:spPr>
          <a:xfrm>
            <a:off x="5524560" y="3035160"/>
            <a:ext cx="2921040" cy="57168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5" name=""/>
          <p:cNvSpPr txBox="1"/>
          <p:nvPr/>
        </p:nvSpPr>
        <p:spPr>
          <a:xfrm>
            <a:off x="419040" y="2197080"/>
            <a:ext cx="97164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1,20,19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6" name=""/>
          <p:cNvSpPr txBox="1"/>
          <p:nvPr/>
        </p:nvSpPr>
        <p:spPr>
          <a:xfrm>
            <a:off x="6730920" y="2206800"/>
            <a:ext cx="65412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2,21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7" name=""/>
          <p:cNvSpPr/>
          <p:nvPr/>
        </p:nvSpPr>
        <p:spPr>
          <a:xfrm flipH="1">
            <a:off x="888840" y="1523880"/>
            <a:ext cx="3048120" cy="67320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8" name=""/>
          <p:cNvSpPr/>
          <p:nvPr/>
        </p:nvSpPr>
        <p:spPr>
          <a:xfrm>
            <a:off x="3924360" y="1536840"/>
            <a:ext cx="3124080" cy="67284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9" name=""/>
          <p:cNvSpPr/>
          <p:nvPr/>
        </p:nvSpPr>
        <p:spPr>
          <a:xfrm>
            <a:off x="5537160" y="4419720"/>
            <a:ext cx="0" cy="3045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0" name=""/>
          <p:cNvSpPr/>
          <p:nvPr/>
        </p:nvSpPr>
        <p:spPr>
          <a:xfrm flipH="1">
            <a:off x="4124160" y="4432320"/>
            <a:ext cx="3240" cy="2667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1" name=""/>
          <p:cNvSpPr/>
          <p:nvPr/>
        </p:nvSpPr>
        <p:spPr>
          <a:xfrm>
            <a:off x="6991200" y="4432320"/>
            <a:ext cx="0" cy="27612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2" name=""/>
          <p:cNvSpPr/>
          <p:nvPr/>
        </p:nvSpPr>
        <p:spPr>
          <a:xfrm>
            <a:off x="8458200" y="4441680"/>
            <a:ext cx="0" cy="2667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3" name=""/>
          <p:cNvSpPr txBox="1"/>
          <p:nvPr/>
        </p:nvSpPr>
        <p:spPr>
          <a:xfrm>
            <a:off x="270000" y="6354720"/>
            <a:ext cx="78120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13,16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4" name=""/>
          <p:cNvSpPr/>
          <p:nvPr/>
        </p:nvSpPr>
        <p:spPr>
          <a:xfrm>
            <a:off x="663480" y="6073920"/>
            <a:ext cx="0" cy="3045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5" name=""/>
          <p:cNvSpPr txBox="1"/>
          <p:nvPr/>
        </p:nvSpPr>
        <p:spPr>
          <a:xfrm>
            <a:off x="1774800" y="6354720"/>
            <a:ext cx="78120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14,17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6" name=""/>
          <p:cNvSpPr/>
          <p:nvPr/>
        </p:nvSpPr>
        <p:spPr>
          <a:xfrm>
            <a:off x="2168640" y="6073920"/>
            <a:ext cx="0" cy="3045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7" name=""/>
          <p:cNvSpPr txBox="1"/>
          <p:nvPr/>
        </p:nvSpPr>
        <p:spPr>
          <a:xfrm>
            <a:off x="3232080" y="6354720"/>
            <a:ext cx="78120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15,18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8" name=""/>
          <p:cNvSpPr/>
          <p:nvPr/>
        </p:nvSpPr>
        <p:spPr>
          <a:xfrm>
            <a:off x="3625920" y="6073920"/>
            <a:ext cx="0" cy="3045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9" name=""/>
          <p:cNvSpPr txBox="1"/>
          <p:nvPr/>
        </p:nvSpPr>
        <p:spPr>
          <a:xfrm>
            <a:off x="2895480" y="3603600"/>
            <a:ext cx="46368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19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0" name=""/>
          <p:cNvSpPr/>
          <p:nvPr/>
        </p:nvSpPr>
        <p:spPr>
          <a:xfrm>
            <a:off x="2171880" y="3301920"/>
            <a:ext cx="952200" cy="31752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1" name=""/>
          <p:cNvSpPr txBox="1"/>
          <p:nvPr/>
        </p:nvSpPr>
        <p:spPr>
          <a:xfrm>
            <a:off x="2282760" y="2981160"/>
            <a:ext cx="311040" cy="36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2" name=""/>
          <p:cNvSpPr txBox="1"/>
          <p:nvPr/>
        </p:nvSpPr>
        <p:spPr>
          <a:xfrm>
            <a:off x="2270160" y="4390920"/>
            <a:ext cx="311040" cy="36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3" name=""/>
          <p:cNvSpPr txBox="1"/>
          <p:nvPr/>
        </p:nvSpPr>
        <p:spPr>
          <a:xfrm>
            <a:off x="5124600" y="4691160"/>
            <a:ext cx="84456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7,10,4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4" name=""/>
          <p:cNvSpPr txBox="1"/>
          <p:nvPr/>
        </p:nvSpPr>
        <p:spPr>
          <a:xfrm>
            <a:off x="8058240" y="4691160"/>
            <a:ext cx="84456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12,9,6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5" name=""/>
          <p:cNvSpPr txBox="1"/>
          <p:nvPr/>
        </p:nvSpPr>
        <p:spPr>
          <a:xfrm>
            <a:off x="6550200" y="4691160"/>
            <a:ext cx="84456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11,8,5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6" name=""/>
          <p:cNvSpPr txBox="1"/>
          <p:nvPr/>
        </p:nvSpPr>
        <p:spPr>
          <a:xfrm>
            <a:off x="3971880" y="4683240"/>
            <a:ext cx="33660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3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7" name=""/>
          <p:cNvSpPr/>
          <p:nvPr/>
        </p:nvSpPr>
        <p:spPr>
          <a:xfrm>
            <a:off x="2027160" y="4411800"/>
            <a:ext cx="299880" cy="303120"/>
          </a:xfrm>
          <a:prstGeom prst="rect">
            <a:avLst/>
          </a:prstGeom>
          <a:gradFill rotWithShape="0">
            <a:gsLst>
              <a:gs pos="0">
                <a:srgbClr val="919191"/>
              </a:gs>
              <a:gs pos="50000">
                <a:srgbClr val="FFFFFF"/>
              </a:gs>
              <a:gs pos="100000">
                <a:srgbClr val="919191"/>
              </a:gs>
            </a:gsLst>
            <a:lin ang="2700000"/>
          </a:gra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8" name=""/>
          <p:cNvSpPr txBox="1"/>
          <p:nvPr/>
        </p:nvSpPr>
        <p:spPr>
          <a:xfrm>
            <a:off x="2103480" y="4446720"/>
            <a:ext cx="139680" cy="247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90000"/>
              </a:lnSpc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9" name=""/>
          <p:cNvSpPr txBox="1"/>
          <p:nvPr/>
        </p:nvSpPr>
        <p:spPr>
          <a:xfrm>
            <a:off x="1511280" y="138240"/>
            <a:ext cx="5375160" cy="612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380880" indent="-380880">
              <a:lnSpc>
                <a:spcPct val="90000"/>
              </a:lnSpc>
            </a:pPr>
            <a:r>
              <a:rPr lang="en-US" sz="24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7.</a:t>
            </a:r>
            <a:r>
              <a:rPr lang="en-US" sz="2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Test the program using test data.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0" name=""/>
          <p:cNvSpPr txBox="1"/>
          <p:nvPr/>
        </p:nvSpPr>
        <p:spPr>
          <a:xfrm>
            <a:off x="6134040" y="698400"/>
            <a:ext cx="2679840" cy="1131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  <a:tabLst>
                <a:tab pos="190440" algn="l"/>
                <a:tab pos="673200" algn="l"/>
                <a:tab pos="863640" algn="l"/>
                <a:tab pos="1523880" algn="l"/>
                <a:tab pos="1905120" algn="dec"/>
              </a:tabLst>
            </a:pP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Type</a:t>
            </a: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Emp-No </a:t>
            </a: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Earnings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190440" algn="l"/>
                <a:tab pos="673200" algn="l"/>
                <a:tab pos="863640" algn="l"/>
                <a:tab pos="1523880" algn="l"/>
                <a:tab pos="1905120" algn="dec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1234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050.25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190440" algn="l"/>
                <a:tab pos="673200" algn="l"/>
                <a:tab pos="863640" algn="l"/>
                <a:tab pos="1523880" algn="l"/>
                <a:tab pos="1905120" algn="dec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2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1234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025.50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190440" algn="l"/>
                <a:tab pos="673200" algn="l"/>
                <a:tab pos="863640" algn="l"/>
                <a:tab pos="1523880" algn="l"/>
                <a:tab pos="1905120" algn="dec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1</a:t>
            </a: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2345</a:t>
            </a: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120.25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190440" algn="l"/>
                <a:tab pos="673200" algn="l"/>
                <a:tab pos="863640" algn="l"/>
                <a:tab pos="1523880" algn="l"/>
                <a:tab pos="1905120" algn="dec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3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1234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010.50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1" name=""/>
          <p:cNvSpPr txBox="1"/>
          <p:nvPr/>
        </p:nvSpPr>
        <p:spPr>
          <a:xfrm>
            <a:off x="4489560" y="5807160"/>
            <a:ext cx="2597040" cy="384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  <a:tabLst>
                <a:tab pos="190440" algn="l"/>
                <a:tab pos="673200" algn="l"/>
                <a:tab pos="863640" algn="l"/>
                <a:tab pos="1523880" algn="l"/>
                <a:tab pos="1905120" algn="dec"/>
              </a:tabLst>
            </a:pP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Employee-Rec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190440" algn="l"/>
                <a:tab pos="673200" algn="l"/>
                <a:tab pos="863640" algn="l"/>
                <a:tab pos="1523880" algn="l"/>
                <a:tab pos="1905120" algn="dec"/>
              </a:tabLst>
            </a:pP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Type</a:t>
            </a: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Emp-No </a:t>
            </a: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Earnings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2" name=""/>
          <p:cNvSpPr/>
          <p:nvPr/>
        </p:nvSpPr>
        <p:spPr>
          <a:xfrm>
            <a:off x="5210280" y="6318360"/>
            <a:ext cx="0" cy="371520"/>
          </a:xfrm>
          <a:prstGeom prst="line">
            <a:avLst/>
          </a:prstGeom>
          <a:ln w="2556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3" name=""/>
          <p:cNvSpPr/>
          <p:nvPr/>
        </p:nvSpPr>
        <p:spPr>
          <a:xfrm>
            <a:off x="6048360" y="6299280"/>
            <a:ext cx="0" cy="380880"/>
          </a:xfrm>
          <a:prstGeom prst="line">
            <a:avLst/>
          </a:prstGeom>
          <a:ln w="2556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4" name=""/>
          <p:cNvSpPr txBox="1"/>
          <p:nvPr/>
        </p:nvSpPr>
        <p:spPr>
          <a:xfrm>
            <a:off x="7143840" y="5375160"/>
            <a:ext cx="1085760" cy="3999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  <a:effectLst>
            <a:outerShdw dist="0" dir="0" rotWithShape="0">
              <a:srgbClr val="000000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  <a:tabLst>
                <a:tab pos="571680" algn="dec"/>
                <a:tab pos="1905120" algn="dec"/>
              </a:tabLs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050.25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5" name=""/>
          <p:cNvSpPr txBox="1"/>
          <p:nvPr/>
        </p:nvSpPr>
        <p:spPr>
          <a:xfrm>
            <a:off x="8381880" y="5375160"/>
            <a:ext cx="609480" cy="3999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  <a:effectLst>
            <a:outerShdw dist="0" dir="0" rotWithShape="0">
              <a:srgbClr val="000000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  <a:tabLst>
                <a:tab pos="101520" algn="l"/>
                <a:tab pos="762120" algn="l"/>
                <a:tab pos="1905120" algn="dec"/>
              </a:tabLs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001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6" name=""/>
          <p:cNvSpPr txBox="1"/>
          <p:nvPr/>
        </p:nvSpPr>
        <p:spPr>
          <a:xfrm>
            <a:off x="7156440" y="5845320"/>
            <a:ext cx="1085760" cy="3999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  <a:effectLst>
            <a:outerShdw dist="0" dir="0" rotWithShape="0">
              <a:srgbClr val="000000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  <a:tabLst>
                <a:tab pos="571680" algn="dec"/>
                <a:tab pos="1905120" algn="dec"/>
              </a:tabLs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025.50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7" name=""/>
          <p:cNvSpPr txBox="1"/>
          <p:nvPr/>
        </p:nvSpPr>
        <p:spPr>
          <a:xfrm>
            <a:off x="8394840" y="5845320"/>
            <a:ext cx="609480" cy="3999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  <a:effectLst>
            <a:outerShdw dist="0" dir="0" rotWithShape="0">
              <a:srgbClr val="000000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  <a:tabLst>
                <a:tab pos="101520" algn="l"/>
                <a:tab pos="762120" algn="l"/>
                <a:tab pos="1905120" algn="dec"/>
              </a:tabLs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001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8" name=""/>
          <p:cNvSpPr txBox="1"/>
          <p:nvPr/>
        </p:nvSpPr>
        <p:spPr>
          <a:xfrm>
            <a:off x="7169040" y="6340320"/>
            <a:ext cx="1085760" cy="3999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  <a:effectLst>
            <a:outerShdw dist="0" dir="0" rotWithShape="0">
              <a:srgbClr val="000000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  <a:tabLst>
                <a:tab pos="571680" algn="dec"/>
                <a:tab pos="1905120" algn="dec"/>
              </a:tabLs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000.00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9" name=""/>
          <p:cNvSpPr txBox="1"/>
          <p:nvPr/>
        </p:nvSpPr>
        <p:spPr>
          <a:xfrm>
            <a:off x="8407440" y="6340320"/>
            <a:ext cx="609480" cy="3999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  <a:effectLst>
            <a:outerShdw dist="0" dir="0" rotWithShape="0">
              <a:srgbClr val="000000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  <a:tabLst>
                <a:tab pos="101520" algn="l"/>
                <a:tab pos="762120" algn="l"/>
                <a:tab pos="1905120" algn="dec"/>
              </a:tabLs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000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0" name=""/>
          <p:cNvSpPr txBox="1"/>
          <p:nvPr/>
        </p:nvSpPr>
        <p:spPr>
          <a:xfrm>
            <a:off x="4508640" y="6302520"/>
            <a:ext cx="2527200" cy="3999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  <a:effectLst>
            <a:outerShdw dist="0" dir="0" rotWithShape="0">
              <a:srgbClr val="000000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  <a:tabLst>
                <a:tab pos="101520" algn="l"/>
                <a:tab pos="762120" algn="l"/>
                <a:tab pos="1905120" algn="dec"/>
              </a:tabLst>
            </a:pP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1</a:t>
            </a: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2345</a:t>
            </a: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120.25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1" name=""/>
          <p:cNvSpPr/>
          <p:nvPr/>
        </p:nvSpPr>
        <p:spPr>
          <a:xfrm>
            <a:off x="3241800" y="71136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2" name=""/>
          <p:cNvSpPr txBox="1"/>
          <p:nvPr/>
        </p:nvSpPr>
        <p:spPr>
          <a:xfrm>
            <a:off x="3241800" y="71136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Proof Totals</a:t>
            </a:r>
            <a:br>
              <a:rPr sz="1600"/>
            </a:b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Report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3" name=""/>
          <p:cNvSpPr/>
          <p:nvPr/>
        </p:nvSpPr>
        <p:spPr>
          <a:xfrm>
            <a:off x="4826160" y="220968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4" name=""/>
          <p:cNvSpPr txBox="1"/>
          <p:nvPr/>
        </p:nvSpPr>
        <p:spPr>
          <a:xfrm>
            <a:off x="4826160" y="220968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Proof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Totals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315" name=""/>
          <p:cNvGrpSpPr/>
          <p:nvPr/>
        </p:nvGrpSpPr>
        <p:grpSpPr>
          <a:xfrm>
            <a:off x="2009880" y="3014640"/>
            <a:ext cx="301680" cy="433440"/>
            <a:chOff x="2009880" y="3014640"/>
            <a:chExt cx="301680" cy="433440"/>
          </a:xfrm>
        </p:grpSpPr>
        <p:sp>
          <p:nvSpPr>
            <p:cNvPr id="1316" name=""/>
            <p:cNvSpPr/>
            <p:nvPr/>
          </p:nvSpPr>
          <p:spPr>
            <a:xfrm>
              <a:off x="2009880" y="3014640"/>
              <a:ext cx="301680" cy="293760"/>
            </a:xfrm>
            <a:prstGeom prst="rect">
              <a:avLst/>
            </a:prstGeom>
            <a:gradFill rotWithShape="0">
              <a:gsLst>
                <a:gs pos="0">
                  <a:srgbClr val="919191"/>
                </a:gs>
                <a:gs pos="50000">
                  <a:srgbClr val="FFFFFF"/>
                </a:gs>
                <a:gs pos="100000">
                  <a:srgbClr val="919191"/>
                </a:gs>
              </a:gsLst>
              <a:lin ang="2700000"/>
            </a:gra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17" name=""/>
            <p:cNvSpPr txBox="1"/>
            <p:nvPr/>
          </p:nvSpPr>
          <p:spPr>
            <a:xfrm>
              <a:off x="2108160" y="3063960"/>
              <a:ext cx="138240" cy="38412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90000"/>
                </a:lnSpc>
              </a:pPr>
              <a:r>
                <a:rPr lang="en-US" sz="2800" b="1" u="none" strike="noStrike">
                  <a:solidFill>
                    <a:srgbClr val="FC0128"/>
                  </a:solidFill>
                  <a:effectLst/>
                  <a:uFillTx/>
                  <a:latin typeface="Arial"/>
                  <a:ea typeface="Arial"/>
                </a:rPr>
                <a:t>*</a:t>
              </a:r>
              <a:endPara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318" name=""/>
          <p:cNvSpPr/>
          <p:nvPr/>
        </p:nvSpPr>
        <p:spPr>
          <a:xfrm>
            <a:off x="2174760" y="3314880"/>
            <a:ext cx="3240" cy="29196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9" name=""/>
          <p:cNvSpPr/>
          <p:nvPr/>
        </p:nvSpPr>
        <p:spPr>
          <a:xfrm>
            <a:off x="1514520" y="219708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0" name=""/>
          <p:cNvSpPr txBox="1"/>
          <p:nvPr/>
        </p:nvSpPr>
        <p:spPr>
          <a:xfrm>
            <a:off x="1514520" y="219708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Process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Payroll</a:t>
            </a:r>
            <a:br>
              <a:rPr sz="1600"/>
            </a:b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Records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1" name=""/>
          <p:cNvSpPr/>
          <p:nvPr/>
        </p:nvSpPr>
        <p:spPr>
          <a:xfrm>
            <a:off x="1514520" y="35942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2" name=""/>
          <p:cNvSpPr txBox="1"/>
          <p:nvPr/>
        </p:nvSpPr>
        <p:spPr>
          <a:xfrm>
            <a:off x="1514520" y="35942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Process 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Payroll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Record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3" name=""/>
          <p:cNvSpPr/>
          <p:nvPr/>
        </p:nvSpPr>
        <p:spPr>
          <a:xfrm flipH="1">
            <a:off x="2286000" y="1549440"/>
            <a:ext cx="1612800" cy="64764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4" name=""/>
          <p:cNvSpPr/>
          <p:nvPr/>
        </p:nvSpPr>
        <p:spPr>
          <a:xfrm>
            <a:off x="3911760" y="1549440"/>
            <a:ext cx="1574640" cy="66024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5" name=""/>
          <p:cNvSpPr/>
          <p:nvPr/>
        </p:nvSpPr>
        <p:spPr>
          <a:xfrm>
            <a:off x="1486080" y="524520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6" name=""/>
          <p:cNvSpPr txBox="1"/>
          <p:nvPr/>
        </p:nvSpPr>
        <p:spPr>
          <a:xfrm>
            <a:off x="1486080" y="524520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Add To 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Overtime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7" name=""/>
          <p:cNvSpPr/>
          <p:nvPr/>
        </p:nvSpPr>
        <p:spPr>
          <a:xfrm>
            <a:off x="38160" y="524520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8" name=""/>
          <p:cNvSpPr txBox="1"/>
          <p:nvPr/>
        </p:nvSpPr>
        <p:spPr>
          <a:xfrm>
            <a:off x="38160" y="524520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Add To 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Regular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9" name=""/>
          <p:cNvSpPr/>
          <p:nvPr/>
        </p:nvSpPr>
        <p:spPr>
          <a:xfrm>
            <a:off x="2933640" y="524520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0" name=""/>
          <p:cNvSpPr txBox="1"/>
          <p:nvPr/>
        </p:nvSpPr>
        <p:spPr>
          <a:xfrm>
            <a:off x="2933640" y="524520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Add To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Bonus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1" name=""/>
          <p:cNvSpPr/>
          <p:nvPr/>
        </p:nvSpPr>
        <p:spPr>
          <a:xfrm>
            <a:off x="2171880" y="4711680"/>
            <a:ext cx="0" cy="54612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2" name=""/>
          <p:cNvSpPr/>
          <p:nvPr/>
        </p:nvSpPr>
        <p:spPr>
          <a:xfrm flipH="1">
            <a:off x="723960" y="4724280"/>
            <a:ext cx="1447920" cy="53352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3" name=""/>
          <p:cNvSpPr/>
          <p:nvPr/>
        </p:nvSpPr>
        <p:spPr>
          <a:xfrm>
            <a:off x="2171880" y="4724280"/>
            <a:ext cx="1409400" cy="53352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4" name=""/>
          <p:cNvSpPr/>
          <p:nvPr/>
        </p:nvSpPr>
        <p:spPr>
          <a:xfrm>
            <a:off x="3403440" y="36068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5" name=""/>
          <p:cNvSpPr txBox="1"/>
          <p:nvPr/>
        </p:nvSpPr>
        <p:spPr>
          <a:xfrm>
            <a:off x="3403440" y="36068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Report</a:t>
            </a:r>
            <a:br>
              <a:rPr sz="1600"/>
            </a:b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Headings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6" name=""/>
          <p:cNvSpPr/>
          <p:nvPr/>
        </p:nvSpPr>
        <p:spPr>
          <a:xfrm>
            <a:off x="4851360" y="36068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7" name=""/>
          <p:cNvSpPr txBox="1"/>
          <p:nvPr/>
        </p:nvSpPr>
        <p:spPr>
          <a:xfrm>
            <a:off x="4851360" y="36068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Regular Totals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8" name=""/>
          <p:cNvSpPr/>
          <p:nvPr/>
        </p:nvSpPr>
        <p:spPr>
          <a:xfrm>
            <a:off x="6299280" y="36068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9" name=""/>
          <p:cNvSpPr txBox="1"/>
          <p:nvPr/>
        </p:nvSpPr>
        <p:spPr>
          <a:xfrm>
            <a:off x="6299280" y="36068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Overtime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Totals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0" name=""/>
          <p:cNvSpPr/>
          <p:nvPr/>
        </p:nvSpPr>
        <p:spPr>
          <a:xfrm>
            <a:off x="7746840" y="36068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1" name=""/>
          <p:cNvSpPr txBox="1"/>
          <p:nvPr/>
        </p:nvSpPr>
        <p:spPr>
          <a:xfrm>
            <a:off x="7746840" y="36068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Bonus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Totals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2" name=""/>
          <p:cNvSpPr/>
          <p:nvPr/>
        </p:nvSpPr>
        <p:spPr>
          <a:xfrm>
            <a:off x="5524560" y="3035160"/>
            <a:ext cx="0" cy="59688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3" name=""/>
          <p:cNvSpPr/>
          <p:nvPr/>
        </p:nvSpPr>
        <p:spPr>
          <a:xfrm flipH="1">
            <a:off x="4102200" y="3035160"/>
            <a:ext cx="1422360" cy="57168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4" name=""/>
          <p:cNvSpPr/>
          <p:nvPr/>
        </p:nvSpPr>
        <p:spPr>
          <a:xfrm>
            <a:off x="5524560" y="3035160"/>
            <a:ext cx="1460520" cy="57168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5" name=""/>
          <p:cNvSpPr/>
          <p:nvPr/>
        </p:nvSpPr>
        <p:spPr>
          <a:xfrm>
            <a:off x="5524560" y="3035160"/>
            <a:ext cx="2921040" cy="57168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6" name=""/>
          <p:cNvSpPr txBox="1"/>
          <p:nvPr/>
        </p:nvSpPr>
        <p:spPr>
          <a:xfrm>
            <a:off x="419040" y="2197080"/>
            <a:ext cx="97164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1,20,19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7" name=""/>
          <p:cNvSpPr txBox="1"/>
          <p:nvPr/>
        </p:nvSpPr>
        <p:spPr>
          <a:xfrm>
            <a:off x="6730920" y="2206800"/>
            <a:ext cx="65412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2,21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8" name=""/>
          <p:cNvSpPr/>
          <p:nvPr/>
        </p:nvSpPr>
        <p:spPr>
          <a:xfrm flipH="1">
            <a:off x="888840" y="1523880"/>
            <a:ext cx="3048120" cy="67320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9" name=""/>
          <p:cNvSpPr/>
          <p:nvPr/>
        </p:nvSpPr>
        <p:spPr>
          <a:xfrm>
            <a:off x="3924360" y="1536840"/>
            <a:ext cx="3124080" cy="67284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0" name=""/>
          <p:cNvSpPr/>
          <p:nvPr/>
        </p:nvSpPr>
        <p:spPr>
          <a:xfrm>
            <a:off x="5537160" y="4419720"/>
            <a:ext cx="0" cy="3045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1" name=""/>
          <p:cNvSpPr/>
          <p:nvPr/>
        </p:nvSpPr>
        <p:spPr>
          <a:xfrm flipH="1">
            <a:off x="4124160" y="4432320"/>
            <a:ext cx="3240" cy="2667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2" name=""/>
          <p:cNvSpPr/>
          <p:nvPr/>
        </p:nvSpPr>
        <p:spPr>
          <a:xfrm>
            <a:off x="6991200" y="4432320"/>
            <a:ext cx="0" cy="27612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3" name=""/>
          <p:cNvSpPr/>
          <p:nvPr/>
        </p:nvSpPr>
        <p:spPr>
          <a:xfrm>
            <a:off x="8458200" y="4441680"/>
            <a:ext cx="0" cy="2667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4" name=""/>
          <p:cNvSpPr txBox="1"/>
          <p:nvPr/>
        </p:nvSpPr>
        <p:spPr>
          <a:xfrm>
            <a:off x="270000" y="6354720"/>
            <a:ext cx="78120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13,16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5" name=""/>
          <p:cNvSpPr/>
          <p:nvPr/>
        </p:nvSpPr>
        <p:spPr>
          <a:xfrm>
            <a:off x="663480" y="6073920"/>
            <a:ext cx="0" cy="3045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6" name=""/>
          <p:cNvSpPr txBox="1"/>
          <p:nvPr/>
        </p:nvSpPr>
        <p:spPr>
          <a:xfrm>
            <a:off x="1774800" y="6354720"/>
            <a:ext cx="78120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14,17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7" name=""/>
          <p:cNvSpPr/>
          <p:nvPr/>
        </p:nvSpPr>
        <p:spPr>
          <a:xfrm>
            <a:off x="2168640" y="6073920"/>
            <a:ext cx="0" cy="3045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8" name=""/>
          <p:cNvSpPr txBox="1"/>
          <p:nvPr/>
        </p:nvSpPr>
        <p:spPr>
          <a:xfrm>
            <a:off x="3232080" y="6354720"/>
            <a:ext cx="78120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15,18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9" name=""/>
          <p:cNvSpPr/>
          <p:nvPr/>
        </p:nvSpPr>
        <p:spPr>
          <a:xfrm>
            <a:off x="3625920" y="6073920"/>
            <a:ext cx="0" cy="3045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0" name=""/>
          <p:cNvSpPr txBox="1"/>
          <p:nvPr/>
        </p:nvSpPr>
        <p:spPr>
          <a:xfrm>
            <a:off x="2895480" y="3603600"/>
            <a:ext cx="46368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19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1" name=""/>
          <p:cNvSpPr/>
          <p:nvPr/>
        </p:nvSpPr>
        <p:spPr>
          <a:xfrm>
            <a:off x="2171880" y="3301920"/>
            <a:ext cx="952200" cy="31752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2" name=""/>
          <p:cNvSpPr txBox="1"/>
          <p:nvPr/>
        </p:nvSpPr>
        <p:spPr>
          <a:xfrm>
            <a:off x="2282760" y="2981160"/>
            <a:ext cx="311040" cy="36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3" name=""/>
          <p:cNvSpPr txBox="1"/>
          <p:nvPr/>
        </p:nvSpPr>
        <p:spPr>
          <a:xfrm>
            <a:off x="2270160" y="4390920"/>
            <a:ext cx="311040" cy="36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4" name=""/>
          <p:cNvSpPr txBox="1"/>
          <p:nvPr/>
        </p:nvSpPr>
        <p:spPr>
          <a:xfrm>
            <a:off x="5124600" y="4691160"/>
            <a:ext cx="84456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7,10,4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5" name=""/>
          <p:cNvSpPr txBox="1"/>
          <p:nvPr/>
        </p:nvSpPr>
        <p:spPr>
          <a:xfrm>
            <a:off x="8058240" y="4691160"/>
            <a:ext cx="84456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12,9,6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6" name=""/>
          <p:cNvSpPr txBox="1"/>
          <p:nvPr/>
        </p:nvSpPr>
        <p:spPr>
          <a:xfrm>
            <a:off x="6550200" y="4691160"/>
            <a:ext cx="84456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11,8,5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7" name=""/>
          <p:cNvSpPr txBox="1"/>
          <p:nvPr/>
        </p:nvSpPr>
        <p:spPr>
          <a:xfrm>
            <a:off x="3971880" y="4683240"/>
            <a:ext cx="33660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3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8" name=""/>
          <p:cNvSpPr/>
          <p:nvPr/>
        </p:nvSpPr>
        <p:spPr>
          <a:xfrm>
            <a:off x="2027160" y="4411800"/>
            <a:ext cx="299880" cy="303120"/>
          </a:xfrm>
          <a:prstGeom prst="rect">
            <a:avLst/>
          </a:prstGeom>
          <a:gradFill rotWithShape="0">
            <a:gsLst>
              <a:gs pos="0">
                <a:srgbClr val="919191"/>
              </a:gs>
              <a:gs pos="50000">
                <a:srgbClr val="FFFFFF"/>
              </a:gs>
              <a:gs pos="100000">
                <a:srgbClr val="919191"/>
              </a:gs>
            </a:gsLst>
            <a:lin ang="2700000"/>
          </a:gra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9" name=""/>
          <p:cNvSpPr txBox="1"/>
          <p:nvPr/>
        </p:nvSpPr>
        <p:spPr>
          <a:xfrm>
            <a:off x="2103480" y="4446720"/>
            <a:ext cx="139680" cy="247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90000"/>
              </a:lnSpc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0" name=""/>
          <p:cNvSpPr txBox="1"/>
          <p:nvPr/>
        </p:nvSpPr>
        <p:spPr>
          <a:xfrm>
            <a:off x="1511280" y="138240"/>
            <a:ext cx="5375160" cy="612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380880" indent="-380880">
              <a:lnSpc>
                <a:spcPct val="90000"/>
              </a:lnSpc>
            </a:pPr>
            <a:r>
              <a:rPr lang="en-US" sz="24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7.</a:t>
            </a:r>
            <a:r>
              <a:rPr lang="en-US" sz="2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Test the program using test data.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1" name=""/>
          <p:cNvSpPr txBox="1"/>
          <p:nvPr/>
        </p:nvSpPr>
        <p:spPr>
          <a:xfrm>
            <a:off x="6134040" y="698400"/>
            <a:ext cx="2679840" cy="1131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  <a:tabLst>
                <a:tab pos="190440" algn="l"/>
                <a:tab pos="673200" algn="l"/>
                <a:tab pos="863640" algn="l"/>
                <a:tab pos="1523880" algn="l"/>
                <a:tab pos="1905120" algn="dec"/>
              </a:tabLst>
            </a:pP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Type</a:t>
            </a: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Emp-No </a:t>
            </a: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Earnings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190440" algn="l"/>
                <a:tab pos="673200" algn="l"/>
                <a:tab pos="863640" algn="l"/>
                <a:tab pos="1523880" algn="l"/>
                <a:tab pos="1905120" algn="dec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1234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050.25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190440" algn="l"/>
                <a:tab pos="673200" algn="l"/>
                <a:tab pos="863640" algn="l"/>
                <a:tab pos="1523880" algn="l"/>
                <a:tab pos="1905120" algn="dec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2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1234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025.50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190440" algn="l"/>
                <a:tab pos="673200" algn="l"/>
                <a:tab pos="863640" algn="l"/>
                <a:tab pos="1523880" algn="l"/>
                <a:tab pos="1905120" algn="dec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1</a:t>
            </a: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2345</a:t>
            </a: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120.25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190440" algn="l"/>
                <a:tab pos="673200" algn="l"/>
                <a:tab pos="863640" algn="l"/>
                <a:tab pos="1523880" algn="l"/>
                <a:tab pos="1905120" algn="dec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3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1234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010.50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2" name=""/>
          <p:cNvSpPr txBox="1"/>
          <p:nvPr/>
        </p:nvSpPr>
        <p:spPr>
          <a:xfrm>
            <a:off x="4489560" y="5807160"/>
            <a:ext cx="2597040" cy="384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  <a:tabLst>
                <a:tab pos="190440" algn="l"/>
                <a:tab pos="673200" algn="l"/>
                <a:tab pos="863640" algn="l"/>
                <a:tab pos="1523880" algn="l"/>
                <a:tab pos="1905120" algn="dec"/>
              </a:tabLst>
            </a:pP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Employee-Rec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190440" algn="l"/>
                <a:tab pos="673200" algn="l"/>
                <a:tab pos="863640" algn="l"/>
                <a:tab pos="1523880" algn="l"/>
                <a:tab pos="1905120" algn="dec"/>
              </a:tabLst>
            </a:pP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Type</a:t>
            </a: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Emp-No </a:t>
            </a: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Earnings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3" name=""/>
          <p:cNvSpPr/>
          <p:nvPr/>
        </p:nvSpPr>
        <p:spPr>
          <a:xfrm>
            <a:off x="5210280" y="6318360"/>
            <a:ext cx="0" cy="371520"/>
          </a:xfrm>
          <a:prstGeom prst="line">
            <a:avLst/>
          </a:prstGeom>
          <a:ln w="2556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4" name=""/>
          <p:cNvSpPr/>
          <p:nvPr/>
        </p:nvSpPr>
        <p:spPr>
          <a:xfrm>
            <a:off x="6048360" y="6299280"/>
            <a:ext cx="0" cy="380880"/>
          </a:xfrm>
          <a:prstGeom prst="line">
            <a:avLst/>
          </a:prstGeom>
          <a:ln w="2556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5" name=""/>
          <p:cNvSpPr txBox="1"/>
          <p:nvPr/>
        </p:nvSpPr>
        <p:spPr>
          <a:xfrm>
            <a:off x="7143840" y="5375160"/>
            <a:ext cx="1085760" cy="3999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  <a:effectLst>
            <a:outerShdw dist="0" dir="0" rotWithShape="0">
              <a:srgbClr val="000000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  <a:tabLst>
                <a:tab pos="571680" algn="dec"/>
                <a:tab pos="1905120" algn="dec"/>
              </a:tabLst>
            </a:pP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170.50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6" name=""/>
          <p:cNvSpPr txBox="1"/>
          <p:nvPr/>
        </p:nvSpPr>
        <p:spPr>
          <a:xfrm>
            <a:off x="8381880" y="5375160"/>
            <a:ext cx="609480" cy="3999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  <a:effectLst>
            <a:outerShdw dist="0" dir="0" rotWithShape="0">
              <a:srgbClr val="000000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  <a:tabLst>
                <a:tab pos="101520" algn="l"/>
                <a:tab pos="762120" algn="l"/>
                <a:tab pos="1905120" algn="dec"/>
              </a:tabLst>
            </a:pP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002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7" name=""/>
          <p:cNvSpPr txBox="1"/>
          <p:nvPr/>
        </p:nvSpPr>
        <p:spPr>
          <a:xfrm>
            <a:off x="7156440" y="5845320"/>
            <a:ext cx="1085760" cy="3999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  <a:effectLst>
            <a:outerShdw dist="0" dir="0" rotWithShape="0">
              <a:srgbClr val="000000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  <a:tabLst>
                <a:tab pos="571680" algn="dec"/>
                <a:tab pos="1905120" algn="dec"/>
              </a:tabLs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025.50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8" name=""/>
          <p:cNvSpPr txBox="1"/>
          <p:nvPr/>
        </p:nvSpPr>
        <p:spPr>
          <a:xfrm>
            <a:off x="8394840" y="5845320"/>
            <a:ext cx="609480" cy="3999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  <a:effectLst>
            <a:outerShdw dist="0" dir="0" rotWithShape="0">
              <a:srgbClr val="000000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  <a:tabLst>
                <a:tab pos="101520" algn="l"/>
                <a:tab pos="762120" algn="l"/>
                <a:tab pos="1905120" algn="dec"/>
              </a:tabLs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001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9" name=""/>
          <p:cNvSpPr txBox="1"/>
          <p:nvPr/>
        </p:nvSpPr>
        <p:spPr>
          <a:xfrm>
            <a:off x="7169040" y="6340320"/>
            <a:ext cx="1085760" cy="3999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  <a:effectLst>
            <a:outerShdw dist="0" dir="0" rotWithShape="0">
              <a:srgbClr val="000000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  <a:tabLst>
                <a:tab pos="571680" algn="dec"/>
                <a:tab pos="1905120" algn="dec"/>
              </a:tabLs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000.00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0" name=""/>
          <p:cNvSpPr txBox="1"/>
          <p:nvPr/>
        </p:nvSpPr>
        <p:spPr>
          <a:xfrm>
            <a:off x="8407440" y="6340320"/>
            <a:ext cx="609480" cy="3999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  <a:effectLst>
            <a:outerShdw dist="0" dir="0" rotWithShape="0">
              <a:srgbClr val="000000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  <a:tabLst>
                <a:tab pos="101520" algn="l"/>
                <a:tab pos="762120" algn="l"/>
                <a:tab pos="1905120" algn="dec"/>
              </a:tabLs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000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1" name=""/>
          <p:cNvSpPr txBox="1"/>
          <p:nvPr/>
        </p:nvSpPr>
        <p:spPr>
          <a:xfrm>
            <a:off x="4508640" y="6302520"/>
            <a:ext cx="2527200" cy="3999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  <a:effectLst>
            <a:outerShdw dist="0" dir="0" rotWithShape="0">
              <a:srgbClr val="000000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  <a:tabLst>
                <a:tab pos="101520" algn="l"/>
                <a:tab pos="762120" algn="l"/>
                <a:tab pos="1905120" algn="dec"/>
              </a:tabLst>
            </a:pP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3</a:t>
            </a: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1234</a:t>
            </a: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010.50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2" name=""/>
          <p:cNvSpPr/>
          <p:nvPr/>
        </p:nvSpPr>
        <p:spPr>
          <a:xfrm>
            <a:off x="3241800" y="71136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3" name=""/>
          <p:cNvSpPr txBox="1"/>
          <p:nvPr/>
        </p:nvSpPr>
        <p:spPr>
          <a:xfrm>
            <a:off x="3241800" y="71136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Proof Totals</a:t>
            </a:r>
            <a:br>
              <a:rPr sz="1600"/>
            </a:b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Report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4" name=""/>
          <p:cNvSpPr/>
          <p:nvPr/>
        </p:nvSpPr>
        <p:spPr>
          <a:xfrm>
            <a:off x="4826160" y="220968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5" name=""/>
          <p:cNvSpPr txBox="1"/>
          <p:nvPr/>
        </p:nvSpPr>
        <p:spPr>
          <a:xfrm>
            <a:off x="4826160" y="220968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Proof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Totals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386" name=""/>
          <p:cNvGrpSpPr/>
          <p:nvPr/>
        </p:nvGrpSpPr>
        <p:grpSpPr>
          <a:xfrm>
            <a:off x="2009880" y="3014640"/>
            <a:ext cx="301680" cy="433440"/>
            <a:chOff x="2009880" y="3014640"/>
            <a:chExt cx="301680" cy="433440"/>
          </a:xfrm>
        </p:grpSpPr>
        <p:sp>
          <p:nvSpPr>
            <p:cNvPr id="1387" name=""/>
            <p:cNvSpPr/>
            <p:nvPr/>
          </p:nvSpPr>
          <p:spPr>
            <a:xfrm>
              <a:off x="2009880" y="3014640"/>
              <a:ext cx="301680" cy="293760"/>
            </a:xfrm>
            <a:prstGeom prst="rect">
              <a:avLst/>
            </a:prstGeom>
            <a:gradFill rotWithShape="0">
              <a:gsLst>
                <a:gs pos="0">
                  <a:srgbClr val="919191"/>
                </a:gs>
                <a:gs pos="50000">
                  <a:srgbClr val="FFFFFF"/>
                </a:gs>
                <a:gs pos="100000">
                  <a:srgbClr val="919191"/>
                </a:gs>
              </a:gsLst>
              <a:lin ang="2700000"/>
            </a:gra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88" name=""/>
            <p:cNvSpPr txBox="1"/>
            <p:nvPr/>
          </p:nvSpPr>
          <p:spPr>
            <a:xfrm>
              <a:off x="2108160" y="3063960"/>
              <a:ext cx="138240" cy="38412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90000"/>
                </a:lnSpc>
              </a:pPr>
              <a:r>
                <a:rPr lang="en-US" sz="2800" b="1" u="none" strike="noStrike">
                  <a:solidFill>
                    <a:srgbClr val="FC0128"/>
                  </a:solidFill>
                  <a:effectLst/>
                  <a:uFillTx/>
                  <a:latin typeface="Arial"/>
                  <a:ea typeface="Arial"/>
                </a:rPr>
                <a:t>*</a:t>
              </a:r>
              <a:endPara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389" name=""/>
          <p:cNvSpPr/>
          <p:nvPr/>
        </p:nvSpPr>
        <p:spPr>
          <a:xfrm>
            <a:off x="2174760" y="3314880"/>
            <a:ext cx="3240" cy="29196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0" name=""/>
          <p:cNvSpPr/>
          <p:nvPr/>
        </p:nvSpPr>
        <p:spPr>
          <a:xfrm>
            <a:off x="1514520" y="219708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1" name=""/>
          <p:cNvSpPr txBox="1"/>
          <p:nvPr/>
        </p:nvSpPr>
        <p:spPr>
          <a:xfrm>
            <a:off x="1514520" y="219708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Process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Payroll</a:t>
            </a:r>
            <a:br>
              <a:rPr sz="1600"/>
            </a:b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Records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2" name=""/>
          <p:cNvSpPr/>
          <p:nvPr/>
        </p:nvSpPr>
        <p:spPr>
          <a:xfrm>
            <a:off x="1514520" y="35942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3" name=""/>
          <p:cNvSpPr txBox="1"/>
          <p:nvPr/>
        </p:nvSpPr>
        <p:spPr>
          <a:xfrm>
            <a:off x="1514520" y="35942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Process 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Payroll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Record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4" name=""/>
          <p:cNvSpPr/>
          <p:nvPr/>
        </p:nvSpPr>
        <p:spPr>
          <a:xfrm flipH="1">
            <a:off x="2286000" y="1549440"/>
            <a:ext cx="1612800" cy="64764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5" name=""/>
          <p:cNvSpPr/>
          <p:nvPr/>
        </p:nvSpPr>
        <p:spPr>
          <a:xfrm>
            <a:off x="3911760" y="1549440"/>
            <a:ext cx="1574640" cy="66024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6" name=""/>
          <p:cNvSpPr/>
          <p:nvPr/>
        </p:nvSpPr>
        <p:spPr>
          <a:xfrm>
            <a:off x="1486080" y="524520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7" name=""/>
          <p:cNvSpPr txBox="1"/>
          <p:nvPr/>
        </p:nvSpPr>
        <p:spPr>
          <a:xfrm>
            <a:off x="1486080" y="524520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Add To 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Overtime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8" name=""/>
          <p:cNvSpPr/>
          <p:nvPr/>
        </p:nvSpPr>
        <p:spPr>
          <a:xfrm>
            <a:off x="38160" y="524520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9" name=""/>
          <p:cNvSpPr txBox="1"/>
          <p:nvPr/>
        </p:nvSpPr>
        <p:spPr>
          <a:xfrm>
            <a:off x="38160" y="524520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Add To 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Regular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0" name=""/>
          <p:cNvSpPr/>
          <p:nvPr/>
        </p:nvSpPr>
        <p:spPr>
          <a:xfrm>
            <a:off x="2933640" y="524520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1" name=""/>
          <p:cNvSpPr txBox="1"/>
          <p:nvPr/>
        </p:nvSpPr>
        <p:spPr>
          <a:xfrm>
            <a:off x="2933640" y="524520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Add To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Bonus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2" name=""/>
          <p:cNvSpPr/>
          <p:nvPr/>
        </p:nvSpPr>
        <p:spPr>
          <a:xfrm>
            <a:off x="2171880" y="4711680"/>
            <a:ext cx="0" cy="54612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3" name=""/>
          <p:cNvSpPr/>
          <p:nvPr/>
        </p:nvSpPr>
        <p:spPr>
          <a:xfrm flipH="1">
            <a:off x="723960" y="4724280"/>
            <a:ext cx="1447920" cy="53352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4" name=""/>
          <p:cNvSpPr/>
          <p:nvPr/>
        </p:nvSpPr>
        <p:spPr>
          <a:xfrm>
            <a:off x="2171880" y="4724280"/>
            <a:ext cx="1409400" cy="53352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5" name=""/>
          <p:cNvSpPr/>
          <p:nvPr/>
        </p:nvSpPr>
        <p:spPr>
          <a:xfrm>
            <a:off x="3403440" y="36068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6" name=""/>
          <p:cNvSpPr txBox="1"/>
          <p:nvPr/>
        </p:nvSpPr>
        <p:spPr>
          <a:xfrm>
            <a:off x="3403440" y="36068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Report</a:t>
            </a:r>
            <a:br>
              <a:rPr sz="1600"/>
            </a:b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Headings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7" name=""/>
          <p:cNvSpPr/>
          <p:nvPr/>
        </p:nvSpPr>
        <p:spPr>
          <a:xfrm>
            <a:off x="4851360" y="36068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8" name=""/>
          <p:cNvSpPr txBox="1"/>
          <p:nvPr/>
        </p:nvSpPr>
        <p:spPr>
          <a:xfrm>
            <a:off x="4851360" y="36068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Regular Totals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9" name=""/>
          <p:cNvSpPr/>
          <p:nvPr/>
        </p:nvSpPr>
        <p:spPr>
          <a:xfrm>
            <a:off x="6299280" y="36068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0" name=""/>
          <p:cNvSpPr txBox="1"/>
          <p:nvPr/>
        </p:nvSpPr>
        <p:spPr>
          <a:xfrm>
            <a:off x="6299280" y="36068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Overtime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Totals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1" name=""/>
          <p:cNvSpPr/>
          <p:nvPr/>
        </p:nvSpPr>
        <p:spPr>
          <a:xfrm>
            <a:off x="7746840" y="36068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2" name=""/>
          <p:cNvSpPr txBox="1"/>
          <p:nvPr/>
        </p:nvSpPr>
        <p:spPr>
          <a:xfrm>
            <a:off x="7746840" y="36068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Bonus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Totals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3" name=""/>
          <p:cNvSpPr/>
          <p:nvPr/>
        </p:nvSpPr>
        <p:spPr>
          <a:xfrm>
            <a:off x="5524560" y="3035160"/>
            <a:ext cx="0" cy="59688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4" name=""/>
          <p:cNvSpPr/>
          <p:nvPr/>
        </p:nvSpPr>
        <p:spPr>
          <a:xfrm flipH="1">
            <a:off x="4102200" y="3035160"/>
            <a:ext cx="1422360" cy="57168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5" name=""/>
          <p:cNvSpPr/>
          <p:nvPr/>
        </p:nvSpPr>
        <p:spPr>
          <a:xfrm>
            <a:off x="5524560" y="3035160"/>
            <a:ext cx="1460520" cy="57168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6" name=""/>
          <p:cNvSpPr/>
          <p:nvPr/>
        </p:nvSpPr>
        <p:spPr>
          <a:xfrm>
            <a:off x="5524560" y="3035160"/>
            <a:ext cx="2921040" cy="57168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7" name=""/>
          <p:cNvSpPr txBox="1"/>
          <p:nvPr/>
        </p:nvSpPr>
        <p:spPr>
          <a:xfrm>
            <a:off x="419040" y="2197080"/>
            <a:ext cx="97164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1,20,19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8" name=""/>
          <p:cNvSpPr txBox="1"/>
          <p:nvPr/>
        </p:nvSpPr>
        <p:spPr>
          <a:xfrm>
            <a:off x="6730920" y="2206800"/>
            <a:ext cx="65412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2,21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9" name=""/>
          <p:cNvSpPr/>
          <p:nvPr/>
        </p:nvSpPr>
        <p:spPr>
          <a:xfrm flipH="1">
            <a:off x="888840" y="1523880"/>
            <a:ext cx="3048120" cy="67320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0" name=""/>
          <p:cNvSpPr/>
          <p:nvPr/>
        </p:nvSpPr>
        <p:spPr>
          <a:xfrm>
            <a:off x="3924360" y="1536840"/>
            <a:ext cx="3124080" cy="67284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1" name=""/>
          <p:cNvSpPr/>
          <p:nvPr/>
        </p:nvSpPr>
        <p:spPr>
          <a:xfrm>
            <a:off x="5537160" y="4419720"/>
            <a:ext cx="0" cy="3045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2" name=""/>
          <p:cNvSpPr/>
          <p:nvPr/>
        </p:nvSpPr>
        <p:spPr>
          <a:xfrm flipH="1">
            <a:off x="4124160" y="4432320"/>
            <a:ext cx="3240" cy="2667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3" name=""/>
          <p:cNvSpPr/>
          <p:nvPr/>
        </p:nvSpPr>
        <p:spPr>
          <a:xfrm>
            <a:off x="6991200" y="4432320"/>
            <a:ext cx="0" cy="27612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4" name=""/>
          <p:cNvSpPr/>
          <p:nvPr/>
        </p:nvSpPr>
        <p:spPr>
          <a:xfrm>
            <a:off x="8458200" y="4441680"/>
            <a:ext cx="0" cy="2667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5" name=""/>
          <p:cNvSpPr txBox="1"/>
          <p:nvPr/>
        </p:nvSpPr>
        <p:spPr>
          <a:xfrm>
            <a:off x="270000" y="6354720"/>
            <a:ext cx="78120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13,16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6" name=""/>
          <p:cNvSpPr/>
          <p:nvPr/>
        </p:nvSpPr>
        <p:spPr>
          <a:xfrm>
            <a:off x="663480" y="6073920"/>
            <a:ext cx="0" cy="3045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7" name=""/>
          <p:cNvSpPr txBox="1"/>
          <p:nvPr/>
        </p:nvSpPr>
        <p:spPr>
          <a:xfrm>
            <a:off x="1774800" y="6354720"/>
            <a:ext cx="78120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14,17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8" name=""/>
          <p:cNvSpPr/>
          <p:nvPr/>
        </p:nvSpPr>
        <p:spPr>
          <a:xfrm>
            <a:off x="2168640" y="6073920"/>
            <a:ext cx="0" cy="3045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9" name=""/>
          <p:cNvSpPr txBox="1"/>
          <p:nvPr/>
        </p:nvSpPr>
        <p:spPr>
          <a:xfrm>
            <a:off x="3232080" y="6354720"/>
            <a:ext cx="78120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15,18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0" name=""/>
          <p:cNvSpPr/>
          <p:nvPr/>
        </p:nvSpPr>
        <p:spPr>
          <a:xfrm>
            <a:off x="3625920" y="6073920"/>
            <a:ext cx="0" cy="3045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1" name=""/>
          <p:cNvSpPr txBox="1"/>
          <p:nvPr/>
        </p:nvSpPr>
        <p:spPr>
          <a:xfrm>
            <a:off x="2895480" y="3603600"/>
            <a:ext cx="46368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19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2" name=""/>
          <p:cNvSpPr/>
          <p:nvPr/>
        </p:nvSpPr>
        <p:spPr>
          <a:xfrm>
            <a:off x="2171880" y="3301920"/>
            <a:ext cx="952200" cy="31752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3" name=""/>
          <p:cNvSpPr txBox="1"/>
          <p:nvPr/>
        </p:nvSpPr>
        <p:spPr>
          <a:xfrm>
            <a:off x="2282760" y="2981160"/>
            <a:ext cx="311040" cy="36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4" name=""/>
          <p:cNvSpPr txBox="1"/>
          <p:nvPr/>
        </p:nvSpPr>
        <p:spPr>
          <a:xfrm>
            <a:off x="2270160" y="4390920"/>
            <a:ext cx="311040" cy="36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5" name=""/>
          <p:cNvSpPr txBox="1"/>
          <p:nvPr/>
        </p:nvSpPr>
        <p:spPr>
          <a:xfrm>
            <a:off x="5124600" y="4691160"/>
            <a:ext cx="84456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7,10,4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6" name=""/>
          <p:cNvSpPr txBox="1"/>
          <p:nvPr/>
        </p:nvSpPr>
        <p:spPr>
          <a:xfrm>
            <a:off x="8058240" y="4691160"/>
            <a:ext cx="84456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12,9,6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7" name=""/>
          <p:cNvSpPr txBox="1"/>
          <p:nvPr/>
        </p:nvSpPr>
        <p:spPr>
          <a:xfrm>
            <a:off x="6550200" y="4691160"/>
            <a:ext cx="84456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11,8,5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8" name=""/>
          <p:cNvSpPr txBox="1"/>
          <p:nvPr/>
        </p:nvSpPr>
        <p:spPr>
          <a:xfrm>
            <a:off x="3971880" y="4683240"/>
            <a:ext cx="33660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3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9" name=""/>
          <p:cNvSpPr/>
          <p:nvPr/>
        </p:nvSpPr>
        <p:spPr>
          <a:xfrm>
            <a:off x="2027160" y="4411800"/>
            <a:ext cx="299880" cy="303120"/>
          </a:xfrm>
          <a:prstGeom prst="rect">
            <a:avLst/>
          </a:prstGeom>
          <a:gradFill rotWithShape="0">
            <a:gsLst>
              <a:gs pos="0">
                <a:srgbClr val="919191"/>
              </a:gs>
              <a:gs pos="50000">
                <a:srgbClr val="FFFFFF"/>
              </a:gs>
              <a:gs pos="100000">
                <a:srgbClr val="919191"/>
              </a:gs>
            </a:gsLst>
            <a:lin ang="2700000"/>
          </a:gra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0" name=""/>
          <p:cNvSpPr txBox="1"/>
          <p:nvPr/>
        </p:nvSpPr>
        <p:spPr>
          <a:xfrm>
            <a:off x="2103480" y="4446720"/>
            <a:ext cx="139680" cy="247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90000"/>
              </a:lnSpc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1" name=""/>
          <p:cNvSpPr txBox="1"/>
          <p:nvPr/>
        </p:nvSpPr>
        <p:spPr>
          <a:xfrm>
            <a:off x="1511280" y="138240"/>
            <a:ext cx="5375160" cy="612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380880" indent="-380880">
              <a:lnSpc>
                <a:spcPct val="90000"/>
              </a:lnSpc>
            </a:pPr>
            <a:r>
              <a:rPr lang="en-US" sz="24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7.</a:t>
            </a:r>
            <a:r>
              <a:rPr lang="en-US" sz="2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Test the program using test data.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2" name=""/>
          <p:cNvSpPr txBox="1"/>
          <p:nvPr/>
        </p:nvSpPr>
        <p:spPr>
          <a:xfrm>
            <a:off x="6134040" y="698400"/>
            <a:ext cx="2679840" cy="1131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  <a:tabLst>
                <a:tab pos="190440" algn="l"/>
                <a:tab pos="673200" algn="l"/>
                <a:tab pos="863640" algn="l"/>
                <a:tab pos="1523880" algn="l"/>
                <a:tab pos="1905120" algn="dec"/>
              </a:tabLst>
            </a:pP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Type</a:t>
            </a: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Emp-No </a:t>
            </a: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Earnings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190440" algn="l"/>
                <a:tab pos="673200" algn="l"/>
                <a:tab pos="863640" algn="l"/>
                <a:tab pos="1523880" algn="l"/>
                <a:tab pos="1905120" algn="dec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1234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050.25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190440" algn="l"/>
                <a:tab pos="673200" algn="l"/>
                <a:tab pos="863640" algn="l"/>
                <a:tab pos="1523880" algn="l"/>
                <a:tab pos="1905120" algn="dec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2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1234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025.50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190440" algn="l"/>
                <a:tab pos="673200" algn="l"/>
                <a:tab pos="863640" algn="l"/>
                <a:tab pos="1523880" algn="l"/>
                <a:tab pos="1905120" algn="dec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2345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120.25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190440" algn="l"/>
                <a:tab pos="673200" algn="l"/>
                <a:tab pos="863640" algn="l"/>
                <a:tab pos="1523880" algn="l"/>
                <a:tab pos="1905120" algn="dec"/>
              </a:tabLst>
            </a:pP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3</a:t>
            </a: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1234</a:t>
            </a: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010.50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3" name=""/>
          <p:cNvSpPr txBox="1"/>
          <p:nvPr/>
        </p:nvSpPr>
        <p:spPr>
          <a:xfrm>
            <a:off x="4489560" y="5807160"/>
            <a:ext cx="2597040" cy="384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  <a:tabLst>
                <a:tab pos="190440" algn="l"/>
                <a:tab pos="673200" algn="l"/>
                <a:tab pos="863640" algn="l"/>
                <a:tab pos="1523880" algn="l"/>
                <a:tab pos="1905120" algn="dec"/>
              </a:tabLst>
            </a:pP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Employee-Rec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190440" algn="l"/>
                <a:tab pos="673200" algn="l"/>
                <a:tab pos="863640" algn="l"/>
                <a:tab pos="1523880" algn="l"/>
                <a:tab pos="1905120" algn="dec"/>
              </a:tabLst>
            </a:pP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Type</a:t>
            </a: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Emp-No </a:t>
            </a: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Earnings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4" name=""/>
          <p:cNvSpPr/>
          <p:nvPr/>
        </p:nvSpPr>
        <p:spPr>
          <a:xfrm>
            <a:off x="5210280" y="6318360"/>
            <a:ext cx="0" cy="371520"/>
          </a:xfrm>
          <a:prstGeom prst="line">
            <a:avLst/>
          </a:prstGeom>
          <a:ln w="2556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5" name=""/>
          <p:cNvSpPr/>
          <p:nvPr/>
        </p:nvSpPr>
        <p:spPr>
          <a:xfrm>
            <a:off x="6048360" y="6299280"/>
            <a:ext cx="0" cy="380880"/>
          </a:xfrm>
          <a:prstGeom prst="line">
            <a:avLst/>
          </a:prstGeom>
          <a:ln w="2556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6" name=""/>
          <p:cNvSpPr txBox="1"/>
          <p:nvPr/>
        </p:nvSpPr>
        <p:spPr>
          <a:xfrm>
            <a:off x="7143840" y="5375160"/>
            <a:ext cx="1085760" cy="3999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  <a:effectLst>
            <a:outerShdw dist="0" dir="0" rotWithShape="0">
              <a:srgbClr val="000000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  <a:tabLst>
                <a:tab pos="571680" algn="dec"/>
                <a:tab pos="1905120" algn="dec"/>
              </a:tabLs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170.50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7" name=""/>
          <p:cNvSpPr txBox="1"/>
          <p:nvPr/>
        </p:nvSpPr>
        <p:spPr>
          <a:xfrm>
            <a:off x="8381880" y="5375160"/>
            <a:ext cx="609480" cy="3999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  <a:effectLst>
            <a:outerShdw dist="0" dir="0" rotWithShape="0">
              <a:srgbClr val="000000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  <a:tabLst>
                <a:tab pos="101520" algn="l"/>
                <a:tab pos="762120" algn="l"/>
                <a:tab pos="1905120" algn="dec"/>
              </a:tabLs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002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8" name=""/>
          <p:cNvSpPr txBox="1"/>
          <p:nvPr/>
        </p:nvSpPr>
        <p:spPr>
          <a:xfrm>
            <a:off x="7156440" y="5845320"/>
            <a:ext cx="1085760" cy="3999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  <a:effectLst>
            <a:outerShdw dist="0" dir="0" rotWithShape="0">
              <a:srgbClr val="000000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  <a:tabLst>
                <a:tab pos="571680" algn="dec"/>
                <a:tab pos="1905120" algn="dec"/>
              </a:tabLs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025.50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9" name=""/>
          <p:cNvSpPr txBox="1"/>
          <p:nvPr/>
        </p:nvSpPr>
        <p:spPr>
          <a:xfrm>
            <a:off x="8394840" y="5845320"/>
            <a:ext cx="609480" cy="3999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  <a:effectLst>
            <a:outerShdw dist="0" dir="0" rotWithShape="0">
              <a:srgbClr val="000000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  <a:tabLst>
                <a:tab pos="101520" algn="l"/>
                <a:tab pos="762120" algn="l"/>
                <a:tab pos="1905120" algn="dec"/>
              </a:tabLs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001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0" name=""/>
          <p:cNvSpPr txBox="1"/>
          <p:nvPr/>
        </p:nvSpPr>
        <p:spPr>
          <a:xfrm>
            <a:off x="7169040" y="6340320"/>
            <a:ext cx="1085760" cy="3999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  <a:effectLst>
            <a:outerShdw dist="0" dir="0" rotWithShape="0">
              <a:srgbClr val="000000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  <a:tabLst>
                <a:tab pos="571680" algn="dec"/>
                <a:tab pos="1905120" algn="dec"/>
              </a:tabLs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000.00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1" name=""/>
          <p:cNvSpPr txBox="1"/>
          <p:nvPr/>
        </p:nvSpPr>
        <p:spPr>
          <a:xfrm>
            <a:off x="8407440" y="6340320"/>
            <a:ext cx="609480" cy="3999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  <a:effectLst>
            <a:outerShdw dist="0" dir="0" rotWithShape="0">
              <a:srgbClr val="000000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  <a:tabLst>
                <a:tab pos="101520" algn="l"/>
                <a:tab pos="762120" algn="l"/>
                <a:tab pos="1905120" algn="dec"/>
              </a:tabLs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000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2" name=""/>
          <p:cNvSpPr txBox="1"/>
          <p:nvPr/>
        </p:nvSpPr>
        <p:spPr>
          <a:xfrm>
            <a:off x="4508640" y="6302520"/>
            <a:ext cx="2527200" cy="3999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  <a:effectLst>
            <a:outerShdw dist="0" dir="0" rotWithShape="0">
              <a:srgbClr val="000000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  <a:tabLst>
                <a:tab pos="101520" algn="l"/>
                <a:tab pos="762120" algn="l"/>
                <a:tab pos="1905120" algn="dec"/>
              </a:tabLst>
            </a:pP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3</a:t>
            </a: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1234</a:t>
            </a: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010.50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3" name=""/>
          <p:cNvSpPr/>
          <p:nvPr/>
        </p:nvSpPr>
        <p:spPr>
          <a:xfrm>
            <a:off x="3241800" y="71136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4" name=""/>
          <p:cNvSpPr txBox="1"/>
          <p:nvPr/>
        </p:nvSpPr>
        <p:spPr>
          <a:xfrm>
            <a:off x="3241800" y="71136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Proof Totals</a:t>
            </a:r>
            <a:br>
              <a:rPr sz="1600"/>
            </a:b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Report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5" name=""/>
          <p:cNvSpPr/>
          <p:nvPr/>
        </p:nvSpPr>
        <p:spPr>
          <a:xfrm>
            <a:off x="4826160" y="220968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6" name=""/>
          <p:cNvSpPr txBox="1"/>
          <p:nvPr/>
        </p:nvSpPr>
        <p:spPr>
          <a:xfrm>
            <a:off x="4826160" y="220968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Proof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Totals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457" name=""/>
          <p:cNvGrpSpPr/>
          <p:nvPr/>
        </p:nvGrpSpPr>
        <p:grpSpPr>
          <a:xfrm>
            <a:off x="2009880" y="3014640"/>
            <a:ext cx="301680" cy="433440"/>
            <a:chOff x="2009880" y="3014640"/>
            <a:chExt cx="301680" cy="433440"/>
          </a:xfrm>
        </p:grpSpPr>
        <p:sp>
          <p:nvSpPr>
            <p:cNvPr id="1458" name=""/>
            <p:cNvSpPr/>
            <p:nvPr/>
          </p:nvSpPr>
          <p:spPr>
            <a:xfrm>
              <a:off x="2009880" y="3014640"/>
              <a:ext cx="301680" cy="293760"/>
            </a:xfrm>
            <a:prstGeom prst="rect">
              <a:avLst/>
            </a:prstGeom>
            <a:gradFill rotWithShape="0">
              <a:gsLst>
                <a:gs pos="0">
                  <a:srgbClr val="919191"/>
                </a:gs>
                <a:gs pos="50000">
                  <a:srgbClr val="FFFFFF"/>
                </a:gs>
                <a:gs pos="100000">
                  <a:srgbClr val="919191"/>
                </a:gs>
              </a:gsLst>
              <a:lin ang="2700000"/>
            </a:gra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59" name=""/>
            <p:cNvSpPr txBox="1"/>
            <p:nvPr/>
          </p:nvSpPr>
          <p:spPr>
            <a:xfrm>
              <a:off x="2108160" y="3063960"/>
              <a:ext cx="138240" cy="38412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90000"/>
                </a:lnSpc>
              </a:pPr>
              <a:r>
                <a:rPr lang="en-US" sz="2800" b="1" u="none" strike="noStrike">
                  <a:solidFill>
                    <a:srgbClr val="FC0128"/>
                  </a:solidFill>
                  <a:effectLst/>
                  <a:uFillTx/>
                  <a:latin typeface="Arial"/>
                  <a:ea typeface="Arial"/>
                </a:rPr>
                <a:t>*</a:t>
              </a:r>
              <a:endPara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460" name=""/>
          <p:cNvSpPr/>
          <p:nvPr/>
        </p:nvSpPr>
        <p:spPr>
          <a:xfrm>
            <a:off x="2174760" y="3314880"/>
            <a:ext cx="3240" cy="29196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1" name=""/>
          <p:cNvSpPr/>
          <p:nvPr/>
        </p:nvSpPr>
        <p:spPr>
          <a:xfrm>
            <a:off x="1514520" y="219708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2" name=""/>
          <p:cNvSpPr txBox="1"/>
          <p:nvPr/>
        </p:nvSpPr>
        <p:spPr>
          <a:xfrm>
            <a:off x="1514520" y="219708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Process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Payroll</a:t>
            </a:r>
            <a:br>
              <a:rPr sz="1600"/>
            </a:b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Records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3" name=""/>
          <p:cNvSpPr/>
          <p:nvPr/>
        </p:nvSpPr>
        <p:spPr>
          <a:xfrm>
            <a:off x="1514520" y="35942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4" name=""/>
          <p:cNvSpPr txBox="1"/>
          <p:nvPr/>
        </p:nvSpPr>
        <p:spPr>
          <a:xfrm>
            <a:off x="1514520" y="35942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Process 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Payroll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Record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5" name=""/>
          <p:cNvSpPr/>
          <p:nvPr/>
        </p:nvSpPr>
        <p:spPr>
          <a:xfrm flipH="1">
            <a:off x="2286000" y="1549440"/>
            <a:ext cx="1612800" cy="64764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6" name=""/>
          <p:cNvSpPr/>
          <p:nvPr/>
        </p:nvSpPr>
        <p:spPr>
          <a:xfrm>
            <a:off x="3911760" y="1549440"/>
            <a:ext cx="1574640" cy="66024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7" name=""/>
          <p:cNvSpPr/>
          <p:nvPr/>
        </p:nvSpPr>
        <p:spPr>
          <a:xfrm>
            <a:off x="1486080" y="524520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8" name=""/>
          <p:cNvSpPr txBox="1"/>
          <p:nvPr/>
        </p:nvSpPr>
        <p:spPr>
          <a:xfrm>
            <a:off x="1486080" y="524520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Add To 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Overtime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9" name=""/>
          <p:cNvSpPr/>
          <p:nvPr/>
        </p:nvSpPr>
        <p:spPr>
          <a:xfrm>
            <a:off x="38160" y="524520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0" name=""/>
          <p:cNvSpPr txBox="1"/>
          <p:nvPr/>
        </p:nvSpPr>
        <p:spPr>
          <a:xfrm>
            <a:off x="38160" y="524520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Add To 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Regular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1" name=""/>
          <p:cNvSpPr/>
          <p:nvPr/>
        </p:nvSpPr>
        <p:spPr>
          <a:xfrm>
            <a:off x="2933640" y="524520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2" name=""/>
          <p:cNvSpPr txBox="1"/>
          <p:nvPr/>
        </p:nvSpPr>
        <p:spPr>
          <a:xfrm>
            <a:off x="2933640" y="524520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Add To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Bonus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3" name=""/>
          <p:cNvSpPr/>
          <p:nvPr/>
        </p:nvSpPr>
        <p:spPr>
          <a:xfrm>
            <a:off x="2171880" y="4711680"/>
            <a:ext cx="0" cy="54612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4" name=""/>
          <p:cNvSpPr/>
          <p:nvPr/>
        </p:nvSpPr>
        <p:spPr>
          <a:xfrm flipH="1">
            <a:off x="723960" y="4724280"/>
            <a:ext cx="1447920" cy="53352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5" name=""/>
          <p:cNvSpPr/>
          <p:nvPr/>
        </p:nvSpPr>
        <p:spPr>
          <a:xfrm>
            <a:off x="2171880" y="4724280"/>
            <a:ext cx="1409400" cy="53352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6" name=""/>
          <p:cNvSpPr/>
          <p:nvPr/>
        </p:nvSpPr>
        <p:spPr>
          <a:xfrm>
            <a:off x="3403440" y="36068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7" name=""/>
          <p:cNvSpPr txBox="1"/>
          <p:nvPr/>
        </p:nvSpPr>
        <p:spPr>
          <a:xfrm>
            <a:off x="3403440" y="36068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Report</a:t>
            </a:r>
            <a:br>
              <a:rPr sz="1600"/>
            </a:b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Headings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8" name=""/>
          <p:cNvSpPr/>
          <p:nvPr/>
        </p:nvSpPr>
        <p:spPr>
          <a:xfrm>
            <a:off x="4851360" y="36068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9" name=""/>
          <p:cNvSpPr txBox="1"/>
          <p:nvPr/>
        </p:nvSpPr>
        <p:spPr>
          <a:xfrm>
            <a:off x="4851360" y="36068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Regular Totals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0" name=""/>
          <p:cNvSpPr/>
          <p:nvPr/>
        </p:nvSpPr>
        <p:spPr>
          <a:xfrm>
            <a:off x="6299280" y="36068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1" name=""/>
          <p:cNvSpPr txBox="1"/>
          <p:nvPr/>
        </p:nvSpPr>
        <p:spPr>
          <a:xfrm>
            <a:off x="6299280" y="36068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Overtime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Totals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2" name=""/>
          <p:cNvSpPr/>
          <p:nvPr/>
        </p:nvSpPr>
        <p:spPr>
          <a:xfrm>
            <a:off x="7746840" y="36068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3" name=""/>
          <p:cNvSpPr txBox="1"/>
          <p:nvPr/>
        </p:nvSpPr>
        <p:spPr>
          <a:xfrm>
            <a:off x="7746840" y="36068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Bonus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Totals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4" name=""/>
          <p:cNvSpPr/>
          <p:nvPr/>
        </p:nvSpPr>
        <p:spPr>
          <a:xfrm>
            <a:off x="5524560" y="3035160"/>
            <a:ext cx="0" cy="59688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5" name=""/>
          <p:cNvSpPr/>
          <p:nvPr/>
        </p:nvSpPr>
        <p:spPr>
          <a:xfrm flipH="1">
            <a:off x="4102200" y="3035160"/>
            <a:ext cx="1422360" cy="57168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6" name=""/>
          <p:cNvSpPr/>
          <p:nvPr/>
        </p:nvSpPr>
        <p:spPr>
          <a:xfrm>
            <a:off x="5524560" y="3035160"/>
            <a:ext cx="1460520" cy="57168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7" name=""/>
          <p:cNvSpPr/>
          <p:nvPr/>
        </p:nvSpPr>
        <p:spPr>
          <a:xfrm>
            <a:off x="5524560" y="3035160"/>
            <a:ext cx="2921040" cy="57168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8" name=""/>
          <p:cNvSpPr txBox="1"/>
          <p:nvPr/>
        </p:nvSpPr>
        <p:spPr>
          <a:xfrm>
            <a:off x="419040" y="2197080"/>
            <a:ext cx="97164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1,20,19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9" name=""/>
          <p:cNvSpPr txBox="1"/>
          <p:nvPr/>
        </p:nvSpPr>
        <p:spPr>
          <a:xfrm>
            <a:off x="6730920" y="2206800"/>
            <a:ext cx="65412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2,21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0" name=""/>
          <p:cNvSpPr/>
          <p:nvPr/>
        </p:nvSpPr>
        <p:spPr>
          <a:xfrm flipH="1">
            <a:off x="888840" y="1523880"/>
            <a:ext cx="3048120" cy="67320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1" name=""/>
          <p:cNvSpPr/>
          <p:nvPr/>
        </p:nvSpPr>
        <p:spPr>
          <a:xfrm>
            <a:off x="3924360" y="1536840"/>
            <a:ext cx="3124080" cy="67284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2" name=""/>
          <p:cNvSpPr/>
          <p:nvPr/>
        </p:nvSpPr>
        <p:spPr>
          <a:xfrm>
            <a:off x="5537160" y="4419720"/>
            <a:ext cx="0" cy="3045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3" name=""/>
          <p:cNvSpPr/>
          <p:nvPr/>
        </p:nvSpPr>
        <p:spPr>
          <a:xfrm flipH="1">
            <a:off x="4124160" y="4432320"/>
            <a:ext cx="3240" cy="2667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4" name=""/>
          <p:cNvSpPr/>
          <p:nvPr/>
        </p:nvSpPr>
        <p:spPr>
          <a:xfrm>
            <a:off x="6991200" y="4432320"/>
            <a:ext cx="0" cy="27612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5" name=""/>
          <p:cNvSpPr/>
          <p:nvPr/>
        </p:nvSpPr>
        <p:spPr>
          <a:xfrm>
            <a:off x="8458200" y="4441680"/>
            <a:ext cx="0" cy="2667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6" name=""/>
          <p:cNvSpPr txBox="1"/>
          <p:nvPr/>
        </p:nvSpPr>
        <p:spPr>
          <a:xfrm>
            <a:off x="270000" y="6354720"/>
            <a:ext cx="78120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13,16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7" name=""/>
          <p:cNvSpPr/>
          <p:nvPr/>
        </p:nvSpPr>
        <p:spPr>
          <a:xfrm>
            <a:off x="663480" y="6073920"/>
            <a:ext cx="0" cy="3045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8" name=""/>
          <p:cNvSpPr txBox="1"/>
          <p:nvPr/>
        </p:nvSpPr>
        <p:spPr>
          <a:xfrm>
            <a:off x="1774800" y="6354720"/>
            <a:ext cx="78120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14,17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9" name=""/>
          <p:cNvSpPr/>
          <p:nvPr/>
        </p:nvSpPr>
        <p:spPr>
          <a:xfrm>
            <a:off x="2168640" y="6073920"/>
            <a:ext cx="0" cy="3045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0" name=""/>
          <p:cNvSpPr txBox="1"/>
          <p:nvPr/>
        </p:nvSpPr>
        <p:spPr>
          <a:xfrm>
            <a:off x="3232080" y="6354720"/>
            <a:ext cx="78120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15,18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1" name=""/>
          <p:cNvSpPr/>
          <p:nvPr/>
        </p:nvSpPr>
        <p:spPr>
          <a:xfrm>
            <a:off x="3625920" y="6073920"/>
            <a:ext cx="0" cy="3045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2" name=""/>
          <p:cNvSpPr txBox="1"/>
          <p:nvPr/>
        </p:nvSpPr>
        <p:spPr>
          <a:xfrm>
            <a:off x="2895480" y="3603600"/>
            <a:ext cx="46368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19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3" name=""/>
          <p:cNvSpPr/>
          <p:nvPr/>
        </p:nvSpPr>
        <p:spPr>
          <a:xfrm>
            <a:off x="2171880" y="3301920"/>
            <a:ext cx="952200" cy="31752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4" name=""/>
          <p:cNvSpPr txBox="1"/>
          <p:nvPr/>
        </p:nvSpPr>
        <p:spPr>
          <a:xfrm>
            <a:off x="2282760" y="2981160"/>
            <a:ext cx="311040" cy="36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5" name=""/>
          <p:cNvSpPr txBox="1"/>
          <p:nvPr/>
        </p:nvSpPr>
        <p:spPr>
          <a:xfrm>
            <a:off x="2270160" y="4390920"/>
            <a:ext cx="311040" cy="36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6" name=""/>
          <p:cNvSpPr txBox="1"/>
          <p:nvPr/>
        </p:nvSpPr>
        <p:spPr>
          <a:xfrm>
            <a:off x="5124600" y="4691160"/>
            <a:ext cx="84456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7,10,4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7" name=""/>
          <p:cNvSpPr txBox="1"/>
          <p:nvPr/>
        </p:nvSpPr>
        <p:spPr>
          <a:xfrm>
            <a:off x="8058240" y="4691160"/>
            <a:ext cx="84456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12,9,6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8" name=""/>
          <p:cNvSpPr txBox="1"/>
          <p:nvPr/>
        </p:nvSpPr>
        <p:spPr>
          <a:xfrm>
            <a:off x="6550200" y="4691160"/>
            <a:ext cx="84456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11,8,5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9" name=""/>
          <p:cNvSpPr txBox="1"/>
          <p:nvPr/>
        </p:nvSpPr>
        <p:spPr>
          <a:xfrm>
            <a:off x="3971880" y="4683240"/>
            <a:ext cx="33660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3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0" name=""/>
          <p:cNvSpPr/>
          <p:nvPr/>
        </p:nvSpPr>
        <p:spPr>
          <a:xfrm>
            <a:off x="2027160" y="4411800"/>
            <a:ext cx="299880" cy="303120"/>
          </a:xfrm>
          <a:prstGeom prst="rect">
            <a:avLst/>
          </a:prstGeom>
          <a:gradFill rotWithShape="0">
            <a:gsLst>
              <a:gs pos="0">
                <a:srgbClr val="919191"/>
              </a:gs>
              <a:gs pos="50000">
                <a:srgbClr val="FFFFFF"/>
              </a:gs>
              <a:gs pos="100000">
                <a:srgbClr val="919191"/>
              </a:gs>
            </a:gsLst>
            <a:lin ang="2700000"/>
          </a:gra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1" name=""/>
          <p:cNvSpPr txBox="1"/>
          <p:nvPr/>
        </p:nvSpPr>
        <p:spPr>
          <a:xfrm>
            <a:off x="2103480" y="4446720"/>
            <a:ext cx="139680" cy="247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90000"/>
              </a:lnSpc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2" name=""/>
          <p:cNvSpPr txBox="1"/>
          <p:nvPr/>
        </p:nvSpPr>
        <p:spPr>
          <a:xfrm>
            <a:off x="1511280" y="138240"/>
            <a:ext cx="5375160" cy="612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380880" indent="-380880">
              <a:lnSpc>
                <a:spcPct val="90000"/>
              </a:lnSpc>
            </a:pPr>
            <a:r>
              <a:rPr lang="en-US" sz="24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7.</a:t>
            </a:r>
            <a:r>
              <a:rPr lang="en-US" sz="2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Test the program using test data.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3" name=""/>
          <p:cNvSpPr txBox="1"/>
          <p:nvPr/>
        </p:nvSpPr>
        <p:spPr>
          <a:xfrm>
            <a:off x="6134040" y="698400"/>
            <a:ext cx="2679840" cy="1131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  <a:tabLst>
                <a:tab pos="190440" algn="l"/>
                <a:tab pos="673200" algn="l"/>
                <a:tab pos="863640" algn="l"/>
                <a:tab pos="1523880" algn="l"/>
                <a:tab pos="1905120" algn="dec"/>
              </a:tabLst>
            </a:pP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Type</a:t>
            </a: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Emp-No </a:t>
            </a: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Earnings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190440" algn="l"/>
                <a:tab pos="673200" algn="l"/>
                <a:tab pos="863640" algn="l"/>
                <a:tab pos="1523880" algn="l"/>
                <a:tab pos="1905120" algn="dec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1234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050.25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190440" algn="l"/>
                <a:tab pos="673200" algn="l"/>
                <a:tab pos="863640" algn="l"/>
                <a:tab pos="1523880" algn="l"/>
                <a:tab pos="1905120" algn="dec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2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1234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025.50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190440" algn="l"/>
                <a:tab pos="673200" algn="l"/>
                <a:tab pos="863640" algn="l"/>
                <a:tab pos="1523880" algn="l"/>
                <a:tab pos="1905120" algn="dec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2345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120.25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190440" algn="l"/>
                <a:tab pos="673200" algn="l"/>
                <a:tab pos="863640" algn="l"/>
                <a:tab pos="1523880" algn="l"/>
                <a:tab pos="1905120" algn="dec"/>
              </a:tabLst>
            </a:pP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3</a:t>
            </a: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1234</a:t>
            </a: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010.50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4" name=""/>
          <p:cNvSpPr txBox="1"/>
          <p:nvPr/>
        </p:nvSpPr>
        <p:spPr>
          <a:xfrm>
            <a:off x="4489560" y="5807160"/>
            <a:ext cx="2597040" cy="384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  <a:tabLst>
                <a:tab pos="190440" algn="l"/>
                <a:tab pos="673200" algn="l"/>
                <a:tab pos="863640" algn="l"/>
                <a:tab pos="1523880" algn="l"/>
                <a:tab pos="1905120" algn="dec"/>
              </a:tabLst>
            </a:pP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Employee-Rec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190440" algn="l"/>
                <a:tab pos="673200" algn="l"/>
                <a:tab pos="863640" algn="l"/>
                <a:tab pos="1523880" algn="l"/>
                <a:tab pos="1905120" algn="dec"/>
              </a:tabLst>
            </a:pP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Type</a:t>
            </a: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Emp-No </a:t>
            </a: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Earnings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5" name=""/>
          <p:cNvSpPr/>
          <p:nvPr/>
        </p:nvSpPr>
        <p:spPr>
          <a:xfrm>
            <a:off x="5210280" y="6318360"/>
            <a:ext cx="0" cy="371520"/>
          </a:xfrm>
          <a:prstGeom prst="line">
            <a:avLst/>
          </a:prstGeom>
          <a:ln w="2556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6" name=""/>
          <p:cNvSpPr/>
          <p:nvPr/>
        </p:nvSpPr>
        <p:spPr>
          <a:xfrm>
            <a:off x="6048360" y="6299280"/>
            <a:ext cx="0" cy="380880"/>
          </a:xfrm>
          <a:prstGeom prst="line">
            <a:avLst/>
          </a:prstGeom>
          <a:ln w="2556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7" name=""/>
          <p:cNvSpPr txBox="1"/>
          <p:nvPr/>
        </p:nvSpPr>
        <p:spPr>
          <a:xfrm>
            <a:off x="7143840" y="5375160"/>
            <a:ext cx="1085760" cy="3999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  <a:effectLst>
            <a:outerShdw dist="0" dir="0" rotWithShape="0">
              <a:srgbClr val="000000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  <a:tabLst>
                <a:tab pos="571680" algn="dec"/>
                <a:tab pos="1905120" algn="dec"/>
              </a:tabLs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170.50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8" name=""/>
          <p:cNvSpPr txBox="1"/>
          <p:nvPr/>
        </p:nvSpPr>
        <p:spPr>
          <a:xfrm>
            <a:off x="8381880" y="5375160"/>
            <a:ext cx="609480" cy="3999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  <a:effectLst>
            <a:outerShdw dist="0" dir="0" rotWithShape="0">
              <a:srgbClr val="000000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  <a:tabLst>
                <a:tab pos="101520" algn="l"/>
                <a:tab pos="762120" algn="l"/>
                <a:tab pos="1905120" algn="dec"/>
              </a:tabLs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002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9" name=""/>
          <p:cNvSpPr txBox="1"/>
          <p:nvPr/>
        </p:nvSpPr>
        <p:spPr>
          <a:xfrm>
            <a:off x="7156440" y="5845320"/>
            <a:ext cx="1085760" cy="3999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  <a:effectLst>
            <a:outerShdw dist="0" dir="0" rotWithShape="0">
              <a:srgbClr val="000000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  <a:tabLst>
                <a:tab pos="571680" algn="dec"/>
                <a:tab pos="1905120" algn="dec"/>
              </a:tabLs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025.50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0" name=""/>
          <p:cNvSpPr txBox="1"/>
          <p:nvPr/>
        </p:nvSpPr>
        <p:spPr>
          <a:xfrm>
            <a:off x="8394840" y="5845320"/>
            <a:ext cx="609480" cy="3999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  <a:effectLst>
            <a:outerShdw dist="0" dir="0" rotWithShape="0">
              <a:srgbClr val="000000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  <a:tabLst>
                <a:tab pos="101520" algn="l"/>
                <a:tab pos="762120" algn="l"/>
                <a:tab pos="1905120" algn="dec"/>
              </a:tabLs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001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1" name=""/>
          <p:cNvSpPr txBox="1"/>
          <p:nvPr/>
        </p:nvSpPr>
        <p:spPr>
          <a:xfrm>
            <a:off x="7169040" y="6340320"/>
            <a:ext cx="1085760" cy="3999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  <a:effectLst>
            <a:outerShdw dist="0" dir="0" rotWithShape="0">
              <a:srgbClr val="000000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  <a:tabLst>
                <a:tab pos="571680" algn="dec"/>
                <a:tab pos="1905120" algn="dec"/>
              </a:tabLst>
            </a:pP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010.50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2" name=""/>
          <p:cNvSpPr txBox="1"/>
          <p:nvPr/>
        </p:nvSpPr>
        <p:spPr>
          <a:xfrm>
            <a:off x="8407440" y="6340320"/>
            <a:ext cx="609480" cy="3999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  <a:effectLst>
            <a:outerShdw dist="0" dir="0" rotWithShape="0">
              <a:srgbClr val="000000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  <a:tabLst>
                <a:tab pos="101520" algn="l"/>
                <a:tab pos="762120" algn="l"/>
                <a:tab pos="1905120" algn="dec"/>
              </a:tabLst>
            </a:pP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001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3" name=""/>
          <p:cNvSpPr/>
          <p:nvPr/>
        </p:nvSpPr>
        <p:spPr>
          <a:xfrm>
            <a:off x="5210280" y="6318360"/>
            <a:ext cx="0" cy="371520"/>
          </a:xfrm>
          <a:prstGeom prst="line">
            <a:avLst/>
          </a:prstGeom>
          <a:ln w="2556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4" name=""/>
          <p:cNvSpPr/>
          <p:nvPr/>
        </p:nvSpPr>
        <p:spPr>
          <a:xfrm>
            <a:off x="3241800" y="71136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5" name=""/>
          <p:cNvSpPr txBox="1"/>
          <p:nvPr/>
        </p:nvSpPr>
        <p:spPr>
          <a:xfrm>
            <a:off x="3241800" y="71136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Proof Totals</a:t>
            </a:r>
            <a:br>
              <a:rPr sz="1600"/>
            </a:b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Report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6" name=""/>
          <p:cNvSpPr/>
          <p:nvPr/>
        </p:nvSpPr>
        <p:spPr>
          <a:xfrm>
            <a:off x="4826160" y="220968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7" name=""/>
          <p:cNvSpPr txBox="1"/>
          <p:nvPr/>
        </p:nvSpPr>
        <p:spPr>
          <a:xfrm>
            <a:off x="4826160" y="220968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Proof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Totals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528" name=""/>
          <p:cNvGrpSpPr/>
          <p:nvPr/>
        </p:nvGrpSpPr>
        <p:grpSpPr>
          <a:xfrm>
            <a:off x="2009880" y="3014640"/>
            <a:ext cx="301680" cy="433440"/>
            <a:chOff x="2009880" y="3014640"/>
            <a:chExt cx="301680" cy="433440"/>
          </a:xfrm>
        </p:grpSpPr>
        <p:sp>
          <p:nvSpPr>
            <p:cNvPr id="1529" name=""/>
            <p:cNvSpPr/>
            <p:nvPr/>
          </p:nvSpPr>
          <p:spPr>
            <a:xfrm>
              <a:off x="2009880" y="3014640"/>
              <a:ext cx="301680" cy="293760"/>
            </a:xfrm>
            <a:prstGeom prst="rect">
              <a:avLst/>
            </a:prstGeom>
            <a:gradFill rotWithShape="0">
              <a:gsLst>
                <a:gs pos="0">
                  <a:srgbClr val="919191"/>
                </a:gs>
                <a:gs pos="50000">
                  <a:srgbClr val="FFFFFF"/>
                </a:gs>
                <a:gs pos="100000">
                  <a:srgbClr val="919191"/>
                </a:gs>
              </a:gsLst>
              <a:lin ang="2700000"/>
            </a:gra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30" name=""/>
            <p:cNvSpPr txBox="1"/>
            <p:nvPr/>
          </p:nvSpPr>
          <p:spPr>
            <a:xfrm>
              <a:off x="2108160" y="3063960"/>
              <a:ext cx="138240" cy="38412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90000"/>
                </a:lnSpc>
              </a:pPr>
              <a:r>
                <a:rPr lang="en-US" sz="2800" b="1" u="none" strike="noStrike">
                  <a:solidFill>
                    <a:srgbClr val="FC0128"/>
                  </a:solidFill>
                  <a:effectLst/>
                  <a:uFillTx/>
                  <a:latin typeface="Arial"/>
                  <a:ea typeface="Arial"/>
                </a:rPr>
                <a:t>*</a:t>
              </a:r>
              <a:endPara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531" name=""/>
          <p:cNvSpPr/>
          <p:nvPr/>
        </p:nvSpPr>
        <p:spPr>
          <a:xfrm>
            <a:off x="2174760" y="3314880"/>
            <a:ext cx="3240" cy="29196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2" name=""/>
          <p:cNvSpPr/>
          <p:nvPr/>
        </p:nvSpPr>
        <p:spPr>
          <a:xfrm>
            <a:off x="1514520" y="219708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3" name=""/>
          <p:cNvSpPr txBox="1"/>
          <p:nvPr/>
        </p:nvSpPr>
        <p:spPr>
          <a:xfrm>
            <a:off x="1514520" y="219708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Process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Payroll</a:t>
            </a:r>
            <a:br>
              <a:rPr sz="1600"/>
            </a:b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Records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4" name=""/>
          <p:cNvSpPr/>
          <p:nvPr/>
        </p:nvSpPr>
        <p:spPr>
          <a:xfrm>
            <a:off x="1514520" y="35942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5" name=""/>
          <p:cNvSpPr txBox="1"/>
          <p:nvPr/>
        </p:nvSpPr>
        <p:spPr>
          <a:xfrm>
            <a:off x="1514520" y="35942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Process 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Payroll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Record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6" name=""/>
          <p:cNvSpPr/>
          <p:nvPr/>
        </p:nvSpPr>
        <p:spPr>
          <a:xfrm flipH="1">
            <a:off x="2286000" y="1549440"/>
            <a:ext cx="1612800" cy="64764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7" name=""/>
          <p:cNvSpPr/>
          <p:nvPr/>
        </p:nvSpPr>
        <p:spPr>
          <a:xfrm>
            <a:off x="3911760" y="1549440"/>
            <a:ext cx="1574640" cy="66024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8" name=""/>
          <p:cNvSpPr/>
          <p:nvPr/>
        </p:nvSpPr>
        <p:spPr>
          <a:xfrm>
            <a:off x="1486080" y="524520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9" name=""/>
          <p:cNvSpPr txBox="1"/>
          <p:nvPr/>
        </p:nvSpPr>
        <p:spPr>
          <a:xfrm>
            <a:off x="1486080" y="524520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Add To 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Overtime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0" name=""/>
          <p:cNvSpPr/>
          <p:nvPr/>
        </p:nvSpPr>
        <p:spPr>
          <a:xfrm>
            <a:off x="38160" y="524520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1" name=""/>
          <p:cNvSpPr txBox="1"/>
          <p:nvPr/>
        </p:nvSpPr>
        <p:spPr>
          <a:xfrm>
            <a:off x="38160" y="524520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Add To 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Regular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2" name=""/>
          <p:cNvSpPr/>
          <p:nvPr/>
        </p:nvSpPr>
        <p:spPr>
          <a:xfrm>
            <a:off x="2933640" y="524520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3" name=""/>
          <p:cNvSpPr txBox="1"/>
          <p:nvPr/>
        </p:nvSpPr>
        <p:spPr>
          <a:xfrm>
            <a:off x="2933640" y="524520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Add To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Bonus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4" name=""/>
          <p:cNvSpPr/>
          <p:nvPr/>
        </p:nvSpPr>
        <p:spPr>
          <a:xfrm>
            <a:off x="2171880" y="4711680"/>
            <a:ext cx="0" cy="54612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5" name=""/>
          <p:cNvSpPr/>
          <p:nvPr/>
        </p:nvSpPr>
        <p:spPr>
          <a:xfrm flipH="1">
            <a:off x="723960" y="4724280"/>
            <a:ext cx="1447920" cy="53352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6" name=""/>
          <p:cNvSpPr/>
          <p:nvPr/>
        </p:nvSpPr>
        <p:spPr>
          <a:xfrm>
            <a:off x="2171880" y="4724280"/>
            <a:ext cx="1409400" cy="53352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7" name=""/>
          <p:cNvSpPr/>
          <p:nvPr/>
        </p:nvSpPr>
        <p:spPr>
          <a:xfrm>
            <a:off x="3403440" y="36068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8" name=""/>
          <p:cNvSpPr txBox="1"/>
          <p:nvPr/>
        </p:nvSpPr>
        <p:spPr>
          <a:xfrm>
            <a:off x="3403440" y="36068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Report</a:t>
            </a:r>
            <a:br>
              <a:rPr sz="1600"/>
            </a:b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Headings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9" name=""/>
          <p:cNvSpPr/>
          <p:nvPr/>
        </p:nvSpPr>
        <p:spPr>
          <a:xfrm>
            <a:off x="4851360" y="36068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0" name=""/>
          <p:cNvSpPr txBox="1"/>
          <p:nvPr/>
        </p:nvSpPr>
        <p:spPr>
          <a:xfrm>
            <a:off x="4851360" y="36068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Regular Totals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1" name=""/>
          <p:cNvSpPr/>
          <p:nvPr/>
        </p:nvSpPr>
        <p:spPr>
          <a:xfrm>
            <a:off x="6299280" y="36068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2" name=""/>
          <p:cNvSpPr txBox="1"/>
          <p:nvPr/>
        </p:nvSpPr>
        <p:spPr>
          <a:xfrm>
            <a:off x="6299280" y="36068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Overtime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Totals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3" name=""/>
          <p:cNvSpPr/>
          <p:nvPr/>
        </p:nvSpPr>
        <p:spPr>
          <a:xfrm>
            <a:off x="7746840" y="36068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4" name=""/>
          <p:cNvSpPr txBox="1"/>
          <p:nvPr/>
        </p:nvSpPr>
        <p:spPr>
          <a:xfrm>
            <a:off x="7746840" y="36068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Bonus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Totals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5" name=""/>
          <p:cNvSpPr/>
          <p:nvPr/>
        </p:nvSpPr>
        <p:spPr>
          <a:xfrm>
            <a:off x="5524560" y="3035160"/>
            <a:ext cx="0" cy="59688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6" name=""/>
          <p:cNvSpPr/>
          <p:nvPr/>
        </p:nvSpPr>
        <p:spPr>
          <a:xfrm flipH="1">
            <a:off x="4102200" y="3035160"/>
            <a:ext cx="1422360" cy="57168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7" name=""/>
          <p:cNvSpPr/>
          <p:nvPr/>
        </p:nvSpPr>
        <p:spPr>
          <a:xfrm>
            <a:off x="5524560" y="3035160"/>
            <a:ext cx="1460520" cy="57168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8" name=""/>
          <p:cNvSpPr/>
          <p:nvPr/>
        </p:nvSpPr>
        <p:spPr>
          <a:xfrm>
            <a:off x="5524560" y="3035160"/>
            <a:ext cx="2921040" cy="57168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9" name=""/>
          <p:cNvSpPr txBox="1"/>
          <p:nvPr/>
        </p:nvSpPr>
        <p:spPr>
          <a:xfrm>
            <a:off x="419040" y="2197080"/>
            <a:ext cx="97164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1,20,19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0" name=""/>
          <p:cNvSpPr txBox="1"/>
          <p:nvPr/>
        </p:nvSpPr>
        <p:spPr>
          <a:xfrm>
            <a:off x="6730920" y="2206800"/>
            <a:ext cx="65412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2,21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1" name=""/>
          <p:cNvSpPr/>
          <p:nvPr/>
        </p:nvSpPr>
        <p:spPr>
          <a:xfrm flipH="1">
            <a:off x="888840" y="1523880"/>
            <a:ext cx="3048120" cy="67320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2" name=""/>
          <p:cNvSpPr/>
          <p:nvPr/>
        </p:nvSpPr>
        <p:spPr>
          <a:xfrm>
            <a:off x="3924360" y="1536840"/>
            <a:ext cx="3124080" cy="67284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3" name=""/>
          <p:cNvSpPr/>
          <p:nvPr/>
        </p:nvSpPr>
        <p:spPr>
          <a:xfrm>
            <a:off x="5537160" y="4419720"/>
            <a:ext cx="0" cy="3045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4" name=""/>
          <p:cNvSpPr/>
          <p:nvPr/>
        </p:nvSpPr>
        <p:spPr>
          <a:xfrm flipH="1">
            <a:off x="4124160" y="4432320"/>
            <a:ext cx="3240" cy="2667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5" name=""/>
          <p:cNvSpPr/>
          <p:nvPr/>
        </p:nvSpPr>
        <p:spPr>
          <a:xfrm>
            <a:off x="6991200" y="4432320"/>
            <a:ext cx="0" cy="27612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6" name=""/>
          <p:cNvSpPr/>
          <p:nvPr/>
        </p:nvSpPr>
        <p:spPr>
          <a:xfrm>
            <a:off x="8458200" y="4441680"/>
            <a:ext cx="0" cy="2667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7" name=""/>
          <p:cNvSpPr txBox="1"/>
          <p:nvPr/>
        </p:nvSpPr>
        <p:spPr>
          <a:xfrm>
            <a:off x="270000" y="6354720"/>
            <a:ext cx="78120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13,16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8" name=""/>
          <p:cNvSpPr/>
          <p:nvPr/>
        </p:nvSpPr>
        <p:spPr>
          <a:xfrm>
            <a:off x="663480" y="6073920"/>
            <a:ext cx="0" cy="3045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9" name=""/>
          <p:cNvSpPr txBox="1"/>
          <p:nvPr/>
        </p:nvSpPr>
        <p:spPr>
          <a:xfrm>
            <a:off x="1774800" y="6354720"/>
            <a:ext cx="78120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14,17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0" name=""/>
          <p:cNvSpPr/>
          <p:nvPr/>
        </p:nvSpPr>
        <p:spPr>
          <a:xfrm>
            <a:off x="2168640" y="6073920"/>
            <a:ext cx="0" cy="3045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1" name=""/>
          <p:cNvSpPr txBox="1"/>
          <p:nvPr/>
        </p:nvSpPr>
        <p:spPr>
          <a:xfrm>
            <a:off x="3232080" y="6354720"/>
            <a:ext cx="78120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15,18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2" name=""/>
          <p:cNvSpPr/>
          <p:nvPr/>
        </p:nvSpPr>
        <p:spPr>
          <a:xfrm>
            <a:off x="3625920" y="6073920"/>
            <a:ext cx="0" cy="3045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3" name=""/>
          <p:cNvSpPr txBox="1"/>
          <p:nvPr/>
        </p:nvSpPr>
        <p:spPr>
          <a:xfrm>
            <a:off x="2895480" y="3603600"/>
            <a:ext cx="46368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19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4" name=""/>
          <p:cNvSpPr/>
          <p:nvPr/>
        </p:nvSpPr>
        <p:spPr>
          <a:xfrm>
            <a:off x="2171880" y="3301920"/>
            <a:ext cx="952200" cy="31752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5" name=""/>
          <p:cNvSpPr txBox="1"/>
          <p:nvPr/>
        </p:nvSpPr>
        <p:spPr>
          <a:xfrm>
            <a:off x="2282760" y="2981160"/>
            <a:ext cx="311040" cy="36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6" name=""/>
          <p:cNvSpPr txBox="1"/>
          <p:nvPr/>
        </p:nvSpPr>
        <p:spPr>
          <a:xfrm>
            <a:off x="2270160" y="4390920"/>
            <a:ext cx="311040" cy="36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7" name=""/>
          <p:cNvSpPr txBox="1"/>
          <p:nvPr/>
        </p:nvSpPr>
        <p:spPr>
          <a:xfrm>
            <a:off x="5124600" y="4691160"/>
            <a:ext cx="84456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7,10,4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8" name=""/>
          <p:cNvSpPr txBox="1"/>
          <p:nvPr/>
        </p:nvSpPr>
        <p:spPr>
          <a:xfrm>
            <a:off x="8058240" y="4691160"/>
            <a:ext cx="84456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12,9,6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9" name=""/>
          <p:cNvSpPr txBox="1"/>
          <p:nvPr/>
        </p:nvSpPr>
        <p:spPr>
          <a:xfrm>
            <a:off x="6550200" y="4691160"/>
            <a:ext cx="84456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11,8,5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0" name=""/>
          <p:cNvSpPr txBox="1"/>
          <p:nvPr/>
        </p:nvSpPr>
        <p:spPr>
          <a:xfrm>
            <a:off x="3971880" y="4683240"/>
            <a:ext cx="33660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3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1" name=""/>
          <p:cNvSpPr/>
          <p:nvPr/>
        </p:nvSpPr>
        <p:spPr>
          <a:xfrm>
            <a:off x="2027160" y="4411800"/>
            <a:ext cx="299880" cy="303120"/>
          </a:xfrm>
          <a:prstGeom prst="rect">
            <a:avLst/>
          </a:prstGeom>
          <a:gradFill rotWithShape="0">
            <a:gsLst>
              <a:gs pos="0">
                <a:srgbClr val="919191"/>
              </a:gs>
              <a:gs pos="50000">
                <a:srgbClr val="FFFFFF"/>
              </a:gs>
              <a:gs pos="100000">
                <a:srgbClr val="919191"/>
              </a:gs>
            </a:gsLst>
            <a:lin ang="2700000"/>
          </a:gra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2" name=""/>
          <p:cNvSpPr txBox="1"/>
          <p:nvPr/>
        </p:nvSpPr>
        <p:spPr>
          <a:xfrm>
            <a:off x="2103480" y="4446720"/>
            <a:ext cx="139680" cy="247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90000"/>
              </a:lnSpc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3" name=""/>
          <p:cNvSpPr txBox="1"/>
          <p:nvPr/>
        </p:nvSpPr>
        <p:spPr>
          <a:xfrm>
            <a:off x="1511280" y="138240"/>
            <a:ext cx="5375160" cy="612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380880" indent="-380880">
              <a:lnSpc>
                <a:spcPct val="90000"/>
              </a:lnSpc>
            </a:pPr>
            <a:r>
              <a:rPr lang="en-US" sz="24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7.</a:t>
            </a:r>
            <a:r>
              <a:rPr lang="en-US" sz="2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Test the program using test data.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4" name=""/>
          <p:cNvSpPr txBox="1"/>
          <p:nvPr/>
        </p:nvSpPr>
        <p:spPr>
          <a:xfrm>
            <a:off x="6134040" y="698400"/>
            <a:ext cx="2679840" cy="1131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  <a:tabLst>
                <a:tab pos="190440" algn="l"/>
                <a:tab pos="673200" algn="l"/>
                <a:tab pos="863640" algn="l"/>
                <a:tab pos="1523880" algn="l"/>
                <a:tab pos="1905120" algn="dec"/>
              </a:tabLst>
            </a:pP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Type</a:t>
            </a: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Emp-No </a:t>
            </a: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Earnings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190440" algn="l"/>
                <a:tab pos="673200" algn="l"/>
                <a:tab pos="863640" algn="l"/>
                <a:tab pos="1523880" algn="l"/>
                <a:tab pos="1905120" algn="dec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1234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050.25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190440" algn="l"/>
                <a:tab pos="673200" algn="l"/>
                <a:tab pos="863640" algn="l"/>
                <a:tab pos="1523880" algn="l"/>
                <a:tab pos="1905120" algn="dec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2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1234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025.50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190440" algn="l"/>
                <a:tab pos="673200" algn="l"/>
                <a:tab pos="863640" algn="l"/>
                <a:tab pos="1523880" algn="l"/>
                <a:tab pos="1905120" algn="dec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2345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120.25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190440" algn="l"/>
                <a:tab pos="673200" algn="l"/>
                <a:tab pos="863640" algn="l"/>
                <a:tab pos="1523880" algn="l"/>
                <a:tab pos="1905120" algn="dec"/>
              </a:tabLst>
            </a:pP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3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1234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010.50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5" name=""/>
          <p:cNvSpPr txBox="1"/>
          <p:nvPr/>
        </p:nvSpPr>
        <p:spPr>
          <a:xfrm>
            <a:off x="4489560" y="5807160"/>
            <a:ext cx="2597040" cy="384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  <a:tabLst>
                <a:tab pos="190440" algn="l"/>
                <a:tab pos="673200" algn="l"/>
                <a:tab pos="863640" algn="l"/>
                <a:tab pos="1523880" algn="l"/>
                <a:tab pos="1905120" algn="dec"/>
              </a:tabLst>
            </a:pP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Employee-Rec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190440" algn="l"/>
                <a:tab pos="673200" algn="l"/>
                <a:tab pos="863640" algn="l"/>
                <a:tab pos="1523880" algn="l"/>
                <a:tab pos="1905120" algn="dec"/>
              </a:tabLst>
            </a:pP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Type</a:t>
            </a: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Emp-No </a:t>
            </a: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Earnings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6" name=""/>
          <p:cNvSpPr/>
          <p:nvPr/>
        </p:nvSpPr>
        <p:spPr>
          <a:xfrm>
            <a:off x="6048360" y="6299280"/>
            <a:ext cx="0" cy="380880"/>
          </a:xfrm>
          <a:prstGeom prst="line">
            <a:avLst/>
          </a:prstGeom>
          <a:ln w="2556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7" name=""/>
          <p:cNvSpPr txBox="1"/>
          <p:nvPr/>
        </p:nvSpPr>
        <p:spPr>
          <a:xfrm>
            <a:off x="7143840" y="5375160"/>
            <a:ext cx="1085760" cy="3999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  <a:effectLst>
            <a:outerShdw dist="0" dir="0" rotWithShape="0">
              <a:srgbClr val="000000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  <a:tabLst>
                <a:tab pos="571680" algn="dec"/>
                <a:tab pos="1905120" algn="dec"/>
              </a:tabLs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170.50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8" name=""/>
          <p:cNvSpPr txBox="1"/>
          <p:nvPr/>
        </p:nvSpPr>
        <p:spPr>
          <a:xfrm>
            <a:off x="8381880" y="5375160"/>
            <a:ext cx="609480" cy="3999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  <a:effectLst>
            <a:outerShdw dist="0" dir="0" rotWithShape="0">
              <a:srgbClr val="000000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  <a:tabLst>
                <a:tab pos="101520" algn="l"/>
                <a:tab pos="762120" algn="l"/>
                <a:tab pos="1905120" algn="dec"/>
              </a:tabLs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002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9" name=""/>
          <p:cNvSpPr txBox="1"/>
          <p:nvPr/>
        </p:nvSpPr>
        <p:spPr>
          <a:xfrm>
            <a:off x="7156440" y="5845320"/>
            <a:ext cx="1085760" cy="3999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  <a:effectLst>
            <a:outerShdw dist="0" dir="0" rotWithShape="0">
              <a:srgbClr val="000000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  <a:tabLst>
                <a:tab pos="571680" algn="dec"/>
                <a:tab pos="1905120" algn="dec"/>
              </a:tabLs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025.50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0" name=""/>
          <p:cNvSpPr txBox="1"/>
          <p:nvPr/>
        </p:nvSpPr>
        <p:spPr>
          <a:xfrm>
            <a:off x="8394840" y="5845320"/>
            <a:ext cx="609480" cy="3999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  <a:effectLst>
            <a:outerShdw dist="0" dir="0" rotWithShape="0">
              <a:srgbClr val="000000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  <a:tabLst>
                <a:tab pos="101520" algn="l"/>
                <a:tab pos="762120" algn="l"/>
                <a:tab pos="1905120" algn="dec"/>
              </a:tabLs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001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1" name=""/>
          <p:cNvSpPr txBox="1"/>
          <p:nvPr/>
        </p:nvSpPr>
        <p:spPr>
          <a:xfrm>
            <a:off x="7169040" y="6340320"/>
            <a:ext cx="1085760" cy="3999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  <a:effectLst>
            <a:outerShdw dist="0" dir="0" rotWithShape="0">
              <a:srgbClr val="000000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  <a:tabLst>
                <a:tab pos="571680" algn="dec"/>
                <a:tab pos="1905120" algn="dec"/>
              </a:tabLs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010.50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2" name=""/>
          <p:cNvSpPr txBox="1"/>
          <p:nvPr/>
        </p:nvSpPr>
        <p:spPr>
          <a:xfrm>
            <a:off x="8407440" y="6340320"/>
            <a:ext cx="609480" cy="3999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  <a:effectLst>
            <a:outerShdw dist="0" dir="0" rotWithShape="0">
              <a:srgbClr val="000000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  <a:tabLst>
                <a:tab pos="101520" algn="l"/>
                <a:tab pos="762120" algn="l"/>
                <a:tab pos="1905120" algn="dec"/>
              </a:tabLs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001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3" name=""/>
          <p:cNvSpPr txBox="1"/>
          <p:nvPr/>
        </p:nvSpPr>
        <p:spPr>
          <a:xfrm>
            <a:off x="4508640" y="6302520"/>
            <a:ext cx="2527200" cy="3999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  <a:effectLst>
            <a:outerShdw dist="0" dir="0" rotWithShape="0">
              <a:srgbClr val="000000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  <a:tabLst>
                <a:tab pos="101520" algn="l"/>
                <a:tab pos="762120" algn="l"/>
                <a:tab pos="1905120" algn="dec"/>
              </a:tabLst>
            </a:pP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HIGH-VALUES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4" name=""/>
          <p:cNvSpPr/>
          <p:nvPr/>
        </p:nvSpPr>
        <p:spPr>
          <a:xfrm>
            <a:off x="3241800" y="71136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5" name=""/>
          <p:cNvSpPr txBox="1"/>
          <p:nvPr/>
        </p:nvSpPr>
        <p:spPr>
          <a:xfrm>
            <a:off x="3241800" y="71136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Proof Totals</a:t>
            </a:r>
            <a:br>
              <a:rPr sz="1600"/>
            </a:b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Report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6" name=""/>
          <p:cNvSpPr/>
          <p:nvPr/>
        </p:nvSpPr>
        <p:spPr>
          <a:xfrm>
            <a:off x="4826160" y="220968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7" name=""/>
          <p:cNvSpPr txBox="1"/>
          <p:nvPr/>
        </p:nvSpPr>
        <p:spPr>
          <a:xfrm>
            <a:off x="4826160" y="220968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Proof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Totals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598" name=""/>
          <p:cNvGrpSpPr/>
          <p:nvPr/>
        </p:nvGrpSpPr>
        <p:grpSpPr>
          <a:xfrm>
            <a:off x="2009880" y="3014640"/>
            <a:ext cx="301680" cy="433440"/>
            <a:chOff x="2009880" y="3014640"/>
            <a:chExt cx="301680" cy="433440"/>
          </a:xfrm>
        </p:grpSpPr>
        <p:sp>
          <p:nvSpPr>
            <p:cNvPr id="1599" name=""/>
            <p:cNvSpPr/>
            <p:nvPr/>
          </p:nvSpPr>
          <p:spPr>
            <a:xfrm>
              <a:off x="2009880" y="3014640"/>
              <a:ext cx="301680" cy="293760"/>
            </a:xfrm>
            <a:prstGeom prst="rect">
              <a:avLst/>
            </a:prstGeom>
            <a:gradFill rotWithShape="0">
              <a:gsLst>
                <a:gs pos="0">
                  <a:srgbClr val="919191"/>
                </a:gs>
                <a:gs pos="50000">
                  <a:srgbClr val="FFFFFF"/>
                </a:gs>
                <a:gs pos="100000">
                  <a:srgbClr val="919191"/>
                </a:gs>
              </a:gsLst>
              <a:lin ang="2700000"/>
            </a:gra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00" name=""/>
            <p:cNvSpPr txBox="1"/>
            <p:nvPr/>
          </p:nvSpPr>
          <p:spPr>
            <a:xfrm>
              <a:off x="2108160" y="3063960"/>
              <a:ext cx="138240" cy="38412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90000"/>
                </a:lnSpc>
              </a:pPr>
              <a:r>
                <a:rPr lang="en-US" sz="2800" b="1" u="none" strike="noStrike">
                  <a:solidFill>
                    <a:srgbClr val="FC0128"/>
                  </a:solidFill>
                  <a:effectLst/>
                  <a:uFillTx/>
                  <a:latin typeface="Arial"/>
                  <a:ea typeface="Arial"/>
                </a:rPr>
                <a:t>*</a:t>
              </a:r>
              <a:endPara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601" name=""/>
          <p:cNvSpPr/>
          <p:nvPr/>
        </p:nvSpPr>
        <p:spPr>
          <a:xfrm>
            <a:off x="2174760" y="3314880"/>
            <a:ext cx="3240" cy="29196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2" name=""/>
          <p:cNvSpPr/>
          <p:nvPr/>
        </p:nvSpPr>
        <p:spPr>
          <a:xfrm>
            <a:off x="1514520" y="219708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3" name=""/>
          <p:cNvSpPr txBox="1"/>
          <p:nvPr/>
        </p:nvSpPr>
        <p:spPr>
          <a:xfrm>
            <a:off x="1514520" y="219708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Process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Payroll</a:t>
            </a:r>
            <a:br>
              <a:rPr sz="1600"/>
            </a:b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Records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4" name=""/>
          <p:cNvSpPr/>
          <p:nvPr/>
        </p:nvSpPr>
        <p:spPr>
          <a:xfrm>
            <a:off x="1514520" y="35942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5" name=""/>
          <p:cNvSpPr txBox="1"/>
          <p:nvPr/>
        </p:nvSpPr>
        <p:spPr>
          <a:xfrm>
            <a:off x="1514520" y="35942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Process 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Payroll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Record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6" name=""/>
          <p:cNvSpPr/>
          <p:nvPr/>
        </p:nvSpPr>
        <p:spPr>
          <a:xfrm flipH="1">
            <a:off x="2286000" y="1549440"/>
            <a:ext cx="1612800" cy="64764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7" name=""/>
          <p:cNvSpPr/>
          <p:nvPr/>
        </p:nvSpPr>
        <p:spPr>
          <a:xfrm>
            <a:off x="3911760" y="1549440"/>
            <a:ext cx="1574640" cy="66024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8" name=""/>
          <p:cNvSpPr/>
          <p:nvPr/>
        </p:nvSpPr>
        <p:spPr>
          <a:xfrm>
            <a:off x="1486080" y="524520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9" name=""/>
          <p:cNvSpPr txBox="1"/>
          <p:nvPr/>
        </p:nvSpPr>
        <p:spPr>
          <a:xfrm>
            <a:off x="1486080" y="524520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Add To 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Overtime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0" name=""/>
          <p:cNvSpPr/>
          <p:nvPr/>
        </p:nvSpPr>
        <p:spPr>
          <a:xfrm>
            <a:off x="38160" y="524520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1" name=""/>
          <p:cNvSpPr txBox="1"/>
          <p:nvPr/>
        </p:nvSpPr>
        <p:spPr>
          <a:xfrm>
            <a:off x="38160" y="524520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Add To 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Regular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2" name=""/>
          <p:cNvSpPr/>
          <p:nvPr/>
        </p:nvSpPr>
        <p:spPr>
          <a:xfrm>
            <a:off x="2933640" y="524520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3" name=""/>
          <p:cNvSpPr txBox="1"/>
          <p:nvPr/>
        </p:nvSpPr>
        <p:spPr>
          <a:xfrm>
            <a:off x="2933640" y="524520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Add To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Bonus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4" name=""/>
          <p:cNvSpPr/>
          <p:nvPr/>
        </p:nvSpPr>
        <p:spPr>
          <a:xfrm>
            <a:off x="2171880" y="4711680"/>
            <a:ext cx="0" cy="54612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5" name=""/>
          <p:cNvSpPr/>
          <p:nvPr/>
        </p:nvSpPr>
        <p:spPr>
          <a:xfrm flipH="1">
            <a:off x="723960" y="4724280"/>
            <a:ext cx="1447920" cy="53352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6" name=""/>
          <p:cNvSpPr/>
          <p:nvPr/>
        </p:nvSpPr>
        <p:spPr>
          <a:xfrm>
            <a:off x="2171880" y="4724280"/>
            <a:ext cx="1409400" cy="53352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7" name=""/>
          <p:cNvSpPr/>
          <p:nvPr/>
        </p:nvSpPr>
        <p:spPr>
          <a:xfrm>
            <a:off x="3403440" y="36068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8" name=""/>
          <p:cNvSpPr txBox="1"/>
          <p:nvPr/>
        </p:nvSpPr>
        <p:spPr>
          <a:xfrm>
            <a:off x="3403440" y="36068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Report</a:t>
            </a:r>
            <a:br>
              <a:rPr sz="1600"/>
            </a:b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Headings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9" name=""/>
          <p:cNvSpPr/>
          <p:nvPr/>
        </p:nvSpPr>
        <p:spPr>
          <a:xfrm>
            <a:off x="4851360" y="36068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0" name=""/>
          <p:cNvSpPr txBox="1"/>
          <p:nvPr/>
        </p:nvSpPr>
        <p:spPr>
          <a:xfrm>
            <a:off x="4851360" y="36068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Regular Totals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1" name=""/>
          <p:cNvSpPr/>
          <p:nvPr/>
        </p:nvSpPr>
        <p:spPr>
          <a:xfrm>
            <a:off x="6299280" y="36068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2" name=""/>
          <p:cNvSpPr txBox="1"/>
          <p:nvPr/>
        </p:nvSpPr>
        <p:spPr>
          <a:xfrm>
            <a:off x="6299280" y="36068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Overtime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Totals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3" name=""/>
          <p:cNvSpPr/>
          <p:nvPr/>
        </p:nvSpPr>
        <p:spPr>
          <a:xfrm>
            <a:off x="7746840" y="36068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4" name=""/>
          <p:cNvSpPr txBox="1"/>
          <p:nvPr/>
        </p:nvSpPr>
        <p:spPr>
          <a:xfrm>
            <a:off x="7746840" y="36068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Bonus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Totals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5" name=""/>
          <p:cNvSpPr/>
          <p:nvPr/>
        </p:nvSpPr>
        <p:spPr>
          <a:xfrm>
            <a:off x="5524560" y="3035160"/>
            <a:ext cx="0" cy="59688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6" name=""/>
          <p:cNvSpPr/>
          <p:nvPr/>
        </p:nvSpPr>
        <p:spPr>
          <a:xfrm flipH="1">
            <a:off x="4102200" y="3035160"/>
            <a:ext cx="1422360" cy="57168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7" name=""/>
          <p:cNvSpPr/>
          <p:nvPr/>
        </p:nvSpPr>
        <p:spPr>
          <a:xfrm>
            <a:off x="5524560" y="3035160"/>
            <a:ext cx="1460520" cy="57168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8" name=""/>
          <p:cNvSpPr/>
          <p:nvPr/>
        </p:nvSpPr>
        <p:spPr>
          <a:xfrm>
            <a:off x="5524560" y="3035160"/>
            <a:ext cx="2921040" cy="57168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9" name=""/>
          <p:cNvSpPr txBox="1"/>
          <p:nvPr/>
        </p:nvSpPr>
        <p:spPr>
          <a:xfrm>
            <a:off x="419040" y="2197080"/>
            <a:ext cx="97164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1,20,19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0" name=""/>
          <p:cNvSpPr txBox="1"/>
          <p:nvPr/>
        </p:nvSpPr>
        <p:spPr>
          <a:xfrm>
            <a:off x="6730920" y="2206800"/>
            <a:ext cx="65412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2,21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1" name=""/>
          <p:cNvSpPr/>
          <p:nvPr/>
        </p:nvSpPr>
        <p:spPr>
          <a:xfrm flipH="1">
            <a:off x="888840" y="1523880"/>
            <a:ext cx="3048120" cy="67320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2" name=""/>
          <p:cNvSpPr/>
          <p:nvPr/>
        </p:nvSpPr>
        <p:spPr>
          <a:xfrm>
            <a:off x="3924360" y="1536840"/>
            <a:ext cx="3124080" cy="67284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3" name=""/>
          <p:cNvSpPr/>
          <p:nvPr/>
        </p:nvSpPr>
        <p:spPr>
          <a:xfrm>
            <a:off x="5537160" y="4419720"/>
            <a:ext cx="0" cy="3045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4" name=""/>
          <p:cNvSpPr/>
          <p:nvPr/>
        </p:nvSpPr>
        <p:spPr>
          <a:xfrm flipH="1">
            <a:off x="4124160" y="4432320"/>
            <a:ext cx="3240" cy="2667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5" name=""/>
          <p:cNvSpPr/>
          <p:nvPr/>
        </p:nvSpPr>
        <p:spPr>
          <a:xfrm>
            <a:off x="6991200" y="4432320"/>
            <a:ext cx="0" cy="27612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6" name=""/>
          <p:cNvSpPr/>
          <p:nvPr/>
        </p:nvSpPr>
        <p:spPr>
          <a:xfrm>
            <a:off x="8458200" y="4441680"/>
            <a:ext cx="0" cy="2667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7" name=""/>
          <p:cNvSpPr txBox="1"/>
          <p:nvPr/>
        </p:nvSpPr>
        <p:spPr>
          <a:xfrm>
            <a:off x="270000" y="6354720"/>
            <a:ext cx="78120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13,16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8" name=""/>
          <p:cNvSpPr/>
          <p:nvPr/>
        </p:nvSpPr>
        <p:spPr>
          <a:xfrm>
            <a:off x="663480" y="6073920"/>
            <a:ext cx="0" cy="3045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9" name=""/>
          <p:cNvSpPr txBox="1"/>
          <p:nvPr/>
        </p:nvSpPr>
        <p:spPr>
          <a:xfrm>
            <a:off x="1774800" y="6354720"/>
            <a:ext cx="78120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14,17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0" name=""/>
          <p:cNvSpPr/>
          <p:nvPr/>
        </p:nvSpPr>
        <p:spPr>
          <a:xfrm>
            <a:off x="2168640" y="6073920"/>
            <a:ext cx="0" cy="3045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1" name=""/>
          <p:cNvSpPr txBox="1"/>
          <p:nvPr/>
        </p:nvSpPr>
        <p:spPr>
          <a:xfrm>
            <a:off x="3232080" y="6354720"/>
            <a:ext cx="78120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15,18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2" name=""/>
          <p:cNvSpPr/>
          <p:nvPr/>
        </p:nvSpPr>
        <p:spPr>
          <a:xfrm>
            <a:off x="3625920" y="6073920"/>
            <a:ext cx="0" cy="3045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3" name=""/>
          <p:cNvSpPr txBox="1"/>
          <p:nvPr/>
        </p:nvSpPr>
        <p:spPr>
          <a:xfrm>
            <a:off x="2895480" y="3603600"/>
            <a:ext cx="46368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19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4" name=""/>
          <p:cNvSpPr/>
          <p:nvPr/>
        </p:nvSpPr>
        <p:spPr>
          <a:xfrm>
            <a:off x="2171880" y="3301920"/>
            <a:ext cx="952200" cy="31752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5" name=""/>
          <p:cNvSpPr txBox="1"/>
          <p:nvPr/>
        </p:nvSpPr>
        <p:spPr>
          <a:xfrm>
            <a:off x="2282760" y="2981160"/>
            <a:ext cx="311040" cy="36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6" name=""/>
          <p:cNvSpPr txBox="1"/>
          <p:nvPr/>
        </p:nvSpPr>
        <p:spPr>
          <a:xfrm>
            <a:off x="2270160" y="4390920"/>
            <a:ext cx="311040" cy="36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7" name=""/>
          <p:cNvSpPr txBox="1"/>
          <p:nvPr/>
        </p:nvSpPr>
        <p:spPr>
          <a:xfrm>
            <a:off x="5124600" y="4691160"/>
            <a:ext cx="84456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7,10,4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8" name=""/>
          <p:cNvSpPr txBox="1"/>
          <p:nvPr/>
        </p:nvSpPr>
        <p:spPr>
          <a:xfrm>
            <a:off x="8058240" y="4691160"/>
            <a:ext cx="84456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12,9,6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9" name=""/>
          <p:cNvSpPr txBox="1"/>
          <p:nvPr/>
        </p:nvSpPr>
        <p:spPr>
          <a:xfrm>
            <a:off x="6550200" y="4691160"/>
            <a:ext cx="84456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11,8,5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0" name=""/>
          <p:cNvSpPr txBox="1"/>
          <p:nvPr/>
        </p:nvSpPr>
        <p:spPr>
          <a:xfrm>
            <a:off x="3971880" y="4683240"/>
            <a:ext cx="33660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3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1" name=""/>
          <p:cNvSpPr/>
          <p:nvPr/>
        </p:nvSpPr>
        <p:spPr>
          <a:xfrm>
            <a:off x="2027160" y="4411800"/>
            <a:ext cx="299880" cy="303120"/>
          </a:xfrm>
          <a:prstGeom prst="rect">
            <a:avLst/>
          </a:prstGeom>
          <a:gradFill rotWithShape="0">
            <a:gsLst>
              <a:gs pos="0">
                <a:srgbClr val="919191"/>
              </a:gs>
              <a:gs pos="50000">
                <a:srgbClr val="FFFFFF"/>
              </a:gs>
              <a:gs pos="100000">
                <a:srgbClr val="919191"/>
              </a:gs>
            </a:gsLst>
            <a:lin ang="2700000"/>
          </a:gra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2" name=""/>
          <p:cNvSpPr txBox="1"/>
          <p:nvPr/>
        </p:nvSpPr>
        <p:spPr>
          <a:xfrm>
            <a:off x="2103480" y="4446720"/>
            <a:ext cx="139680" cy="247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90000"/>
              </a:lnSpc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3" name=""/>
          <p:cNvSpPr txBox="1"/>
          <p:nvPr/>
        </p:nvSpPr>
        <p:spPr>
          <a:xfrm>
            <a:off x="1511280" y="138240"/>
            <a:ext cx="5375160" cy="612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380880" indent="-380880">
              <a:lnSpc>
                <a:spcPct val="90000"/>
              </a:lnSpc>
            </a:pPr>
            <a:r>
              <a:rPr lang="en-US" sz="24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7.</a:t>
            </a:r>
            <a:r>
              <a:rPr lang="en-US" sz="2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Test the program using test data.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4" name=""/>
          <p:cNvSpPr txBox="1"/>
          <p:nvPr/>
        </p:nvSpPr>
        <p:spPr>
          <a:xfrm>
            <a:off x="6134040" y="698400"/>
            <a:ext cx="2679840" cy="1131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  <a:tabLst>
                <a:tab pos="190440" algn="l"/>
                <a:tab pos="673200" algn="l"/>
                <a:tab pos="863640" algn="l"/>
                <a:tab pos="1523880" algn="l"/>
                <a:tab pos="1905120" algn="dec"/>
              </a:tabLst>
            </a:pP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Type</a:t>
            </a: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Emp-No </a:t>
            </a: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Earnings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190440" algn="l"/>
                <a:tab pos="673200" algn="l"/>
                <a:tab pos="863640" algn="l"/>
                <a:tab pos="1523880" algn="l"/>
                <a:tab pos="1905120" algn="dec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1234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050.25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190440" algn="l"/>
                <a:tab pos="673200" algn="l"/>
                <a:tab pos="863640" algn="l"/>
                <a:tab pos="1523880" algn="l"/>
                <a:tab pos="1905120" algn="dec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2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1234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025.50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190440" algn="l"/>
                <a:tab pos="673200" algn="l"/>
                <a:tab pos="863640" algn="l"/>
                <a:tab pos="1523880" algn="l"/>
                <a:tab pos="1905120" algn="dec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2345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120.25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190440" algn="l"/>
                <a:tab pos="673200" algn="l"/>
                <a:tab pos="863640" algn="l"/>
                <a:tab pos="1523880" algn="l"/>
                <a:tab pos="1905120" algn="dec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3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1234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010.50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5" name=""/>
          <p:cNvSpPr txBox="1"/>
          <p:nvPr/>
        </p:nvSpPr>
        <p:spPr>
          <a:xfrm>
            <a:off x="4489560" y="5807160"/>
            <a:ext cx="2597040" cy="384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  <a:tabLst>
                <a:tab pos="190440" algn="l"/>
                <a:tab pos="673200" algn="l"/>
                <a:tab pos="863640" algn="l"/>
                <a:tab pos="1523880" algn="l"/>
                <a:tab pos="1905120" algn="dec"/>
              </a:tabLst>
            </a:pP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Employee-Rec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190440" algn="l"/>
                <a:tab pos="673200" algn="l"/>
                <a:tab pos="863640" algn="l"/>
                <a:tab pos="1523880" algn="l"/>
                <a:tab pos="1905120" algn="dec"/>
              </a:tabLst>
            </a:pP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Type</a:t>
            </a: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Emp-No </a:t>
            </a: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Earnings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6" name=""/>
          <p:cNvSpPr/>
          <p:nvPr/>
        </p:nvSpPr>
        <p:spPr>
          <a:xfrm>
            <a:off x="5210280" y="6318360"/>
            <a:ext cx="0" cy="371520"/>
          </a:xfrm>
          <a:prstGeom prst="line">
            <a:avLst/>
          </a:prstGeom>
          <a:ln w="2556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7" name=""/>
          <p:cNvSpPr/>
          <p:nvPr/>
        </p:nvSpPr>
        <p:spPr>
          <a:xfrm>
            <a:off x="6048360" y="6299280"/>
            <a:ext cx="0" cy="380880"/>
          </a:xfrm>
          <a:prstGeom prst="line">
            <a:avLst/>
          </a:prstGeom>
          <a:ln w="2556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8" name=""/>
          <p:cNvSpPr txBox="1"/>
          <p:nvPr/>
        </p:nvSpPr>
        <p:spPr>
          <a:xfrm>
            <a:off x="7143840" y="5375160"/>
            <a:ext cx="1085760" cy="3999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  <a:effectLst>
            <a:outerShdw dist="0" dir="0" rotWithShape="0">
              <a:srgbClr val="000000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  <a:tabLst>
                <a:tab pos="571680" algn="dec"/>
                <a:tab pos="1905120" algn="dec"/>
              </a:tabLs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170.50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9" name=""/>
          <p:cNvSpPr txBox="1"/>
          <p:nvPr/>
        </p:nvSpPr>
        <p:spPr>
          <a:xfrm>
            <a:off x="8381880" y="5375160"/>
            <a:ext cx="609480" cy="3999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  <a:effectLst>
            <a:outerShdw dist="0" dir="0" rotWithShape="0">
              <a:srgbClr val="000000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  <a:tabLst>
                <a:tab pos="101520" algn="l"/>
                <a:tab pos="762120" algn="l"/>
                <a:tab pos="1905120" algn="dec"/>
              </a:tabLs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002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0" name=""/>
          <p:cNvSpPr txBox="1"/>
          <p:nvPr/>
        </p:nvSpPr>
        <p:spPr>
          <a:xfrm>
            <a:off x="7156440" y="5845320"/>
            <a:ext cx="1085760" cy="3999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  <a:effectLst>
            <a:outerShdw dist="0" dir="0" rotWithShape="0">
              <a:srgbClr val="000000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  <a:tabLst>
                <a:tab pos="571680" algn="dec"/>
                <a:tab pos="1905120" algn="dec"/>
              </a:tabLs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025.50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1" name=""/>
          <p:cNvSpPr txBox="1"/>
          <p:nvPr/>
        </p:nvSpPr>
        <p:spPr>
          <a:xfrm>
            <a:off x="8394840" y="5845320"/>
            <a:ext cx="609480" cy="3999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  <a:effectLst>
            <a:outerShdw dist="0" dir="0" rotWithShape="0">
              <a:srgbClr val="000000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  <a:tabLst>
                <a:tab pos="101520" algn="l"/>
                <a:tab pos="762120" algn="l"/>
                <a:tab pos="1905120" algn="dec"/>
              </a:tabLs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001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2" name=""/>
          <p:cNvSpPr txBox="1"/>
          <p:nvPr/>
        </p:nvSpPr>
        <p:spPr>
          <a:xfrm>
            <a:off x="7169040" y="6340320"/>
            <a:ext cx="1085760" cy="3999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  <a:effectLst>
            <a:outerShdw dist="0" dir="0" rotWithShape="0">
              <a:srgbClr val="000000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  <a:tabLst>
                <a:tab pos="571680" algn="dec"/>
                <a:tab pos="1905120" algn="dec"/>
              </a:tabLs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010.50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3" name=""/>
          <p:cNvSpPr txBox="1"/>
          <p:nvPr/>
        </p:nvSpPr>
        <p:spPr>
          <a:xfrm>
            <a:off x="8407440" y="6340320"/>
            <a:ext cx="609480" cy="3999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  <a:effectLst>
            <a:outerShdw dist="0" dir="0" rotWithShape="0">
              <a:srgbClr val="000000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  <a:tabLst>
                <a:tab pos="101520" algn="l"/>
                <a:tab pos="762120" algn="l"/>
                <a:tab pos="1905120" algn="dec"/>
              </a:tabLs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001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4" name=""/>
          <p:cNvSpPr txBox="1"/>
          <p:nvPr/>
        </p:nvSpPr>
        <p:spPr>
          <a:xfrm>
            <a:off x="4508640" y="6302520"/>
            <a:ext cx="2527200" cy="3999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  <a:effectLst>
            <a:outerShdw dist="0" dir="0" rotWithShape="0">
              <a:srgbClr val="000000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  <a:tabLst>
                <a:tab pos="101520" algn="l"/>
                <a:tab pos="762120" algn="l"/>
                <a:tab pos="1905120" algn="dec"/>
              </a:tabLst>
            </a:pP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HIGH-VALUES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5" name=""/>
          <p:cNvSpPr/>
          <p:nvPr/>
        </p:nvSpPr>
        <p:spPr>
          <a:xfrm>
            <a:off x="3241800" y="71136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6" name=""/>
          <p:cNvSpPr txBox="1"/>
          <p:nvPr/>
        </p:nvSpPr>
        <p:spPr>
          <a:xfrm>
            <a:off x="3241800" y="71136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Proof Totals</a:t>
            </a:r>
            <a:br>
              <a:rPr sz="1600"/>
            </a:b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Report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7" name=""/>
          <p:cNvSpPr/>
          <p:nvPr/>
        </p:nvSpPr>
        <p:spPr>
          <a:xfrm>
            <a:off x="4826160" y="220968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8" name=""/>
          <p:cNvSpPr txBox="1"/>
          <p:nvPr/>
        </p:nvSpPr>
        <p:spPr>
          <a:xfrm>
            <a:off x="4826160" y="220968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Proof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Totals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669" name=""/>
          <p:cNvGrpSpPr/>
          <p:nvPr/>
        </p:nvGrpSpPr>
        <p:grpSpPr>
          <a:xfrm>
            <a:off x="2009880" y="3014640"/>
            <a:ext cx="301680" cy="433440"/>
            <a:chOff x="2009880" y="3014640"/>
            <a:chExt cx="301680" cy="433440"/>
          </a:xfrm>
        </p:grpSpPr>
        <p:sp>
          <p:nvSpPr>
            <p:cNvPr id="1670" name=""/>
            <p:cNvSpPr/>
            <p:nvPr/>
          </p:nvSpPr>
          <p:spPr>
            <a:xfrm>
              <a:off x="2009880" y="3014640"/>
              <a:ext cx="301680" cy="293760"/>
            </a:xfrm>
            <a:prstGeom prst="rect">
              <a:avLst/>
            </a:prstGeom>
            <a:gradFill rotWithShape="0">
              <a:gsLst>
                <a:gs pos="0">
                  <a:srgbClr val="919191"/>
                </a:gs>
                <a:gs pos="50000">
                  <a:srgbClr val="FFFFFF"/>
                </a:gs>
                <a:gs pos="100000">
                  <a:srgbClr val="919191"/>
                </a:gs>
              </a:gsLst>
              <a:lin ang="2700000"/>
            </a:gra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71" name=""/>
            <p:cNvSpPr txBox="1"/>
            <p:nvPr/>
          </p:nvSpPr>
          <p:spPr>
            <a:xfrm>
              <a:off x="2108160" y="3063960"/>
              <a:ext cx="138240" cy="38412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90000"/>
                </a:lnSpc>
              </a:pPr>
              <a:r>
                <a:rPr lang="en-US" sz="2800" b="1" u="none" strike="noStrike">
                  <a:solidFill>
                    <a:srgbClr val="FC0128"/>
                  </a:solidFill>
                  <a:effectLst/>
                  <a:uFillTx/>
                  <a:latin typeface="Arial"/>
                  <a:ea typeface="Arial"/>
                </a:rPr>
                <a:t>*</a:t>
              </a:r>
              <a:endPara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672" name=""/>
          <p:cNvSpPr/>
          <p:nvPr/>
        </p:nvSpPr>
        <p:spPr>
          <a:xfrm>
            <a:off x="2174760" y="3314880"/>
            <a:ext cx="3240" cy="29196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3" name=""/>
          <p:cNvSpPr/>
          <p:nvPr/>
        </p:nvSpPr>
        <p:spPr>
          <a:xfrm>
            <a:off x="1514520" y="219708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4" name=""/>
          <p:cNvSpPr txBox="1"/>
          <p:nvPr/>
        </p:nvSpPr>
        <p:spPr>
          <a:xfrm>
            <a:off x="1514520" y="219708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Process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Payroll</a:t>
            </a:r>
            <a:br>
              <a:rPr sz="1600"/>
            </a:b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Records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5" name=""/>
          <p:cNvSpPr/>
          <p:nvPr/>
        </p:nvSpPr>
        <p:spPr>
          <a:xfrm>
            <a:off x="1514520" y="35942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6" name=""/>
          <p:cNvSpPr txBox="1"/>
          <p:nvPr/>
        </p:nvSpPr>
        <p:spPr>
          <a:xfrm>
            <a:off x="1514520" y="35942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Process 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Payroll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Record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7" name=""/>
          <p:cNvSpPr/>
          <p:nvPr/>
        </p:nvSpPr>
        <p:spPr>
          <a:xfrm flipH="1">
            <a:off x="2286000" y="1549440"/>
            <a:ext cx="1612800" cy="64764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8" name=""/>
          <p:cNvSpPr/>
          <p:nvPr/>
        </p:nvSpPr>
        <p:spPr>
          <a:xfrm>
            <a:off x="3911760" y="1549440"/>
            <a:ext cx="1574640" cy="66024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9" name=""/>
          <p:cNvSpPr/>
          <p:nvPr/>
        </p:nvSpPr>
        <p:spPr>
          <a:xfrm>
            <a:off x="1486080" y="524520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0" name=""/>
          <p:cNvSpPr txBox="1"/>
          <p:nvPr/>
        </p:nvSpPr>
        <p:spPr>
          <a:xfrm>
            <a:off x="1486080" y="524520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Add To 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Overtime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1" name=""/>
          <p:cNvSpPr/>
          <p:nvPr/>
        </p:nvSpPr>
        <p:spPr>
          <a:xfrm>
            <a:off x="38160" y="524520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2" name=""/>
          <p:cNvSpPr txBox="1"/>
          <p:nvPr/>
        </p:nvSpPr>
        <p:spPr>
          <a:xfrm>
            <a:off x="38160" y="524520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Add To 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Regular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3" name=""/>
          <p:cNvSpPr/>
          <p:nvPr/>
        </p:nvSpPr>
        <p:spPr>
          <a:xfrm>
            <a:off x="2933640" y="524520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4" name=""/>
          <p:cNvSpPr txBox="1"/>
          <p:nvPr/>
        </p:nvSpPr>
        <p:spPr>
          <a:xfrm>
            <a:off x="2933640" y="524520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Add To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Bonus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5" name=""/>
          <p:cNvSpPr/>
          <p:nvPr/>
        </p:nvSpPr>
        <p:spPr>
          <a:xfrm>
            <a:off x="2171880" y="4711680"/>
            <a:ext cx="0" cy="54612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6" name=""/>
          <p:cNvSpPr/>
          <p:nvPr/>
        </p:nvSpPr>
        <p:spPr>
          <a:xfrm flipH="1">
            <a:off x="723960" y="4724280"/>
            <a:ext cx="1447920" cy="53352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7" name=""/>
          <p:cNvSpPr/>
          <p:nvPr/>
        </p:nvSpPr>
        <p:spPr>
          <a:xfrm>
            <a:off x="2171880" y="4724280"/>
            <a:ext cx="1409400" cy="53352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8" name=""/>
          <p:cNvSpPr/>
          <p:nvPr/>
        </p:nvSpPr>
        <p:spPr>
          <a:xfrm>
            <a:off x="3403440" y="36068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9" name=""/>
          <p:cNvSpPr txBox="1"/>
          <p:nvPr/>
        </p:nvSpPr>
        <p:spPr>
          <a:xfrm>
            <a:off x="3403440" y="36068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Report</a:t>
            </a:r>
            <a:br>
              <a:rPr sz="1600"/>
            </a:b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Headings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0" name=""/>
          <p:cNvSpPr/>
          <p:nvPr/>
        </p:nvSpPr>
        <p:spPr>
          <a:xfrm>
            <a:off x="4851360" y="36068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1" name=""/>
          <p:cNvSpPr txBox="1"/>
          <p:nvPr/>
        </p:nvSpPr>
        <p:spPr>
          <a:xfrm>
            <a:off x="4851360" y="36068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Regular Totals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2" name=""/>
          <p:cNvSpPr/>
          <p:nvPr/>
        </p:nvSpPr>
        <p:spPr>
          <a:xfrm>
            <a:off x="6299280" y="36068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3" name=""/>
          <p:cNvSpPr txBox="1"/>
          <p:nvPr/>
        </p:nvSpPr>
        <p:spPr>
          <a:xfrm>
            <a:off x="6299280" y="36068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Overtime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Totals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4" name=""/>
          <p:cNvSpPr/>
          <p:nvPr/>
        </p:nvSpPr>
        <p:spPr>
          <a:xfrm>
            <a:off x="7746840" y="36068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5" name=""/>
          <p:cNvSpPr txBox="1"/>
          <p:nvPr/>
        </p:nvSpPr>
        <p:spPr>
          <a:xfrm>
            <a:off x="7746840" y="36068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Bonus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Totals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6" name=""/>
          <p:cNvSpPr/>
          <p:nvPr/>
        </p:nvSpPr>
        <p:spPr>
          <a:xfrm>
            <a:off x="5524560" y="3035160"/>
            <a:ext cx="0" cy="59688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7" name=""/>
          <p:cNvSpPr/>
          <p:nvPr/>
        </p:nvSpPr>
        <p:spPr>
          <a:xfrm flipH="1">
            <a:off x="4102200" y="3035160"/>
            <a:ext cx="1422360" cy="57168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8" name=""/>
          <p:cNvSpPr/>
          <p:nvPr/>
        </p:nvSpPr>
        <p:spPr>
          <a:xfrm>
            <a:off x="5524560" y="3035160"/>
            <a:ext cx="1460520" cy="57168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9" name=""/>
          <p:cNvSpPr/>
          <p:nvPr/>
        </p:nvSpPr>
        <p:spPr>
          <a:xfrm>
            <a:off x="5524560" y="3035160"/>
            <a:ext cx="2921040" cy="57168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0" name=""/>
          <p:cNvSpPr txBox="1"/>
          <p:nvPr/>
        </p:nvSpPr>
        <p:spPr>
          <a:xfrm>
            <a:off x="419040" y="2197080"/>
            <a:ext cx="97164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1,20,19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1" name=""/>
          <p:cNvSpPr txBox="1"/>
          <p:nvPr/>
        </p:nvSpPr>
        <p:spPr>
          <a:xfrm>
            <a:off x="6730920" y="2206800"/>
            <a:ext cx="65412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2,21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2" name=""/>
          <p:cNvSpPr/>
          <p:nvPr/>
        </p:nvSpPr>
        <p:spPr>
          <a:xfrm flipH="1">
            <a:off x="888840" y="1523880"/>
            <a:ext cx="3048120" cy="67320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3" name=""/>
          <p:cNvSpPr/>
          <p:nvPr/>
        </p:nvSpPr>
        <p:spPr>
          <a:xfrm>
            <a:off x="3924360" y="1536840"/>
            <a:ext cx="3124080" cy="67284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4" name=""/>
          <p:cNvSpPr/>
          <p:nvPr/>
        </p:nvSpPr>
        <p:spPr>
          <a:xfrm>
            <a:off x="5537160" y="4419720"/>
            <a:ext cx="0" cy="3045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5" name=""/>
          <p:cNvSpPr/>
          <p:nvPr/>
        </p:nvSpPr>
        <p:spPr>
          <a:xfrm flipH="1">
            <a:off x="4124160" y="4432320"/>
            <a:ext cx="3240" cy="2667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6" name=""/>
          <p:cNvSpPr/>
          <p:nvPr/>
        </p:nvSpPr>
        <p:spPr>
          <a:xfrm>
            <a:off x="6991200" y="4432320"/>
            <a:ext cx="0" cy="27612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7" name=""/>
          <p:cNvSpPr/>
          <p:nvPr/>
        </p:nvSpPr>
        <p:spPr>
          <a:xfrm>
            <a:off x="8458200" y="4441680"/>
            <a:ext cx="0" cy="2667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8" name=""/>
          <p:cNvSpPr txBox="1"/>
          <p:nvPr/>
        </p:nvSpPr>
        <p:spPr>
          <a:xfrm>
            <a:off x="270000" y="6354720"/>
            <a:ext cx="78120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13,16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9" name=""/>
          <p:cNvSpPr/>
          <p:nvPr/>
        </p:nvSpPr>
        <p:spPr>
          <a:xfrm>
            <a:off x="663480" y="6073920"/>
            <a:ext cx="0" cy="3045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0" name=""/>
          <p:cNvSpPr txBox="1"/>
          <p:nvPr/>
        </p:nvSpPr>
        <p:spPr>
          <a:xfrm>
            <a:off x="1774800" y="6354720"/>
            <a:ext cx="78120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14,17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1" name=""/>
          <p:cNvSpPr/>
          <p:nvPr/>
        </p:nvSpPr>
        <p:spPr>
          <a:xfrm>
            <a:off x="2168640" y="6073920"/>
            <a:ext cx="0" cy="3045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2" name=""/>
          <p:cNvSpPr txBox="1"/>
          <p:nvPr/>
        </p:nvSpPr>
        <p:spPr>
          <a:xfrm>
            <a:off x="3232080" y="6354720"/>
            <a:ext cx="78120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15,18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3" name=""/>
          <p:cNvSpPr/>
          <p:nvPr/>
        </p:nvSpPr>
        <p:spPr>
          <a:xfrm>
            <a:off x="3625920" y="6073920"/>
            <a:ext cx="0" cy="3045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4" name=""/>
          <p:cNvSpPr txBox="1"/>
          <p:nvPr/>
        </p:nvSpPr>
        <p:spPr>
          <a:xfrm>
            <a:off x="2895480" y="3603600"/>
            <a:ext cx="46368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19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5" name=""/>
          <p:cNvSpPr/>
          <p:nvPr/>
        </p:nvSpPr>
        <p:spPr>
          <a:xfrm>
            <a:off x="2171880" y="3301920"/>
            <a:ext cx="952200" cy="31752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6" name=""/>
          <p:cNvSpPr txBox="1"/>
          <p:nvPr/>
        </p:nvSpPr>
        <p:spPr>
          <a:xfrm>
            <a:off x="2282760" y="2981160"/>
            <a:ext cx="311040" cy="36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7" name=""/>
          <p:cNvSpPr txBox="1"/>
          <p:nvPr/>
        </p:nvSpPr>
        <p:spPr>
          <a:xfrm>
            <a:off x="2270160" y="4390920"/>
            <a:ext cx="311040" cy="36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8" name=""/>
          <p:cNvSpPr txBox="1"/>
          <p:nvPr/>
        </p:nvSpPr>
        <p:spPr>
          <a:xfrm>
            <a:off x="5124600" y="4691160"/>
            <a:ext cx="84456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7,10,4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9" name=""/>
          <p:cNvSpPr txBox="1"/>
          <p:nvPr/>
        </p:nvSpPr>
        <p:spPr>
          <a:xfrm>
            <a:off x="8058240" y="4691160"/>
            <a:ext cx="84456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12,9,6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0" name=""/>
          <p:cNvSpPr txBox="1"/>
          <p:nvPr/>
        </p:nvSpPr>
        <p:spPr>
          <a:xfrm>
            <a:off x="6550200" y="4691160"/>
            <a:ext cx="84456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11,8,5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1" name=""/>
          <p:cNvSpPr txBox="1"/>
          <p:nvPr/>
        </p:nvSpPr>
        <p:spPr>
          <a:xfrm>
            <a:off x="3971880" y="4683240"/>
            <a:ext cx="33660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3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2" name=""/>
          <p:cNvSpPr/>
          <p:nvPr/>
        </p:nvSpPr>
        <p:spPr>
          <a:xfrm>
            <a:off x="2027160" y="4411800"/>
            <a:ext cx="299880" cy="303120"/>
          </a:xfrm>
          <a:prstGeom prst="rect">
            <a:avLst/>
          </a:prstGeom>
          <a:gradFill rotWithShape="0">
            <a:gsLst>
              <a:gs pos="0">
                <a:srgbClr val="919191"/>
              </a:gs>
              <a:gs pos="50000">
                <a:srgbClr val="FFFFFF"/>
              </a:gs>
              <a:gs pos="100000">
                <a:srgbClr val="919191"/>
              </a:gs>
            </a:gsLst>
            <a:lin ang="2700000"/>
          </a:gra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3" name=""/>
          <p:cNvSpPr txBox="1"/>
          <p:nvPr/>
        </p:nvSpPr>
        <p:spPr>
          <a:xfrm>
            <a:off x="2103480" y="4446720"/>
            <a:ext cx="139680" cy="247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90000"/>
              </a:lnSpc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4" name=""/>
          <p:cNvSpPr txBox="1"/>
          <p:nvPr/>
        </p:nvSpPr>
        <p:spPr>
          <a:xfrm>
            <a:off x="1511280" y="138240"/>
            <a:ext cx="5375160" cy="612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380880" indent="-380880">
              <a:lnSpc>
                <a:spcPct val="90000"/>
              </a:lnSpc>
            </a:pPr>
            <a:r>
              <a:rPr lang="en-US" sz="24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7.</a:t>
            </a:r>
            <a:r>
              <a:rPr lang="en-US" sz="2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Test the program using test data.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5" name=""/>
          <p:cNvSpPr txBox="1"/>
          <p:nvPr/>
        </p:nvSpPr>
        <p:spPr>
          <a:xfrm>
            <a:off x="6134040" y="698400"/>
            <a:ext cx="2679840" cy="1131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  <a:tabLst>
                <a:tab pos="190440" algn="l"/>
                <a:tab pos="673200" algn="l"/>
                <a:tab pos="863640" algn="l"/>
                <a:tab pos="1523880" algn="l"/>
                <a:tab pos="1905120" algn="dec"/>
              </a:tabLst>
            </a:pP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Type</a:t>
            </a: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Emp-No </a:t>
            </a: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Earnings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190440" algn="l"/>
                <a:tab pos="673200" algn="l"/>
                <a:tab pos="863640" algn="l"/>
                <a:tab pos="1523880" algn="l"/>
                <a:tab pos="1905120" algn="dec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1234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050.25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190440" algn="l"/>
                <a:tab pos="673200" algn="l"/>
                <a:tab pos="863640" algn="l"/>
                <a:tab pos="1523880" algn="l"/>
                <a:tab pos="1905120" algn="dec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2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1234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025.50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190440" algn="l"/>
                <a:tab pos="673200" algn="l"/>
                <a:tab pos="863640" algn="l"/>
                <a:tab pos="1523880" algn="l"/>
                <a:tab pos="1905120" algn="dec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2345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120.25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190440" algn="l"/>
                <a:tab pos="673200" algn="l"/>
                <a:tab pos="863640" algn="l"/>
                <a:tab pos="1523880" algn="l"/>
                <a:tab pos="1905120" algn="dec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3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1234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010.50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6" name=""/>
          <p:cNvSpPr txBox="1"/>
          <p:nvPr/>
        </p:nvSpPr>
        <p:spPr>
          <a:xfrm>
            <a:off x="4489560" y="5807160"/>
            <a:ext cx="2597040" cy="384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  <a:tabLst>
                <a:tab pos="190440" algn="l"/>
                <a:tab pos="673200" algn="l"/>
                <a:tab pos="863640" algn="l"/>
                <a:tab pos="1523880" algn="l"/>
                <a:tab pos="1905120" algn="dec"/>
              </a:tabLst>
            </a:pP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Employee-Rec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190440" algn="l"/>
                <a:tab pos="673200" algn="l"/>
                <a:tab pos="863640" algn="l"/>
                <a:tab pos="1523880" algn="l"/>
                <a:tab pos="1905120" algn="dec"/>
              </a:tabLst>
            </a:pP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Type</a:t>
            </a: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Emp-No </a:t>
            </a: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Earnings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7" name=""/>
          <p:cNvSpPr/>
          <p:nvPr/>
        </p:nvSpPr>
        <p:spPr>
          <a:xfrm>
            <a:off x="5210280" y="6318360"/>
            <a:ext cx="0" cy="371520"/>
          </a:xfrm>
          <a:prstGeom prst="line">
            <a:avLst/>
          </a:prstGeom>
          <a:ln w="2556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8" name=""/>
          <p:cNvSpPr/>
          <p:nvPr/>
        </p:nvSpPr>
        <p:spPr>
          <a:xfrm>
            <a:off x="6048360" y="6299280"/>
            <a:ext cx="0" cy="380880"/>
          </a:xfrm>
          <a:prstGeom prst="line">
            <a:avLst/>
          </a:prstGeom>
          <a:ln w="2556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9" name=""/>
          <p:cNvSpPr txBox="1"/>
          <p:nvPr/>
        </p:nvSpPr>
        <p:spPr>
          <a:xfrm>
            <a:off x="7143840" y="5375160"/>
            <a:ext cx="1085760" cy="3999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  <a:effectLst>
            <a:outerShdw dist="0" dir="0" rotWithShape="0">
              <a:srgbClr val="000000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  <a:tabLst>
                <a:tab pos="571680" algn="dec"/>
                <a:tab pos="1905120" algn="dec"/>
              </a:tabLs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170.50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0" name=""/>
          <p:cNvSpPr txBox="1"/>
          <p:nvPr/>
        </p:nvSpPr>
        <p:spPr>
          <a:xfrm>
            <a:off x="8381880" y="5375160"/>
            <a:ext cx="609480" cy="3999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  <a:effectLst>
            <a:outerShdw dist="0" dir="0" rotWithShape="0">
              <a:srgbClr val="000000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  <a:tabLst>
                <a:tab pos="101520" algn="l"/>
                <a:tab pos="762120" algn="l"/>
                <a:tab pos="1905120" algn="dec"/>
              </a:tabLs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002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1" name=""/>
          <p:cNvSpPr txBox="1"/>
          <p:nvPr/>
        </p:nvSpPr>
        <p:spPr>
          <a:xfrm>
            <a:off x="7156440" y="5845320"/>
            <a:ext cx="1085760" cy="3999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  <a:effectLst>
            <a:outerShdw dist="0" dir="0" rotWithShape="0">
              <a:srgbClr val="000000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  <a:tabLst>
                <a:tab pos="571680" algn="dec"/>
                <a:tab pos="1905120" algn="dec"/>
              </a:tabLs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025.50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2" name=""/>
          <p:cNvSpPr txBox="1"/>
          <p:nvPr/>
        </p:nvSpPr>
        <p:spPr>
          <a:xfrm>
            <a:off x="8394840" y="5845320"/>
            <a:ext cx="609480" cy="3999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  <a:effectLst>
            <a:outerShdw dist="0" dir="0" rotWithShape="0">
              <a:srgbClr val="000000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  <a:tabLst>
                <a:tab pos="101520" algn="l"/>
                <a:tab pos="762120" algn="l"/>
                <a:tab pos="1905120" algn="dec"/>
              </a:tabLs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001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3" name=""/>
          <p:cNvSpPr txBox="1"/>
          <p:nvPr/>
        </p:nvSpPr>
        <p:spPr>
          <a:xfrm>
            <a:off x="7169040" y="6340320"/>
            <a:ext cx="1085760" cy="3999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  <a:effectLst>
            <a:outerShdw dist="0" dir="0" rotWithShape="0">
              <a:srgbClr val="000000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  <a:tabLst>
                <a:tab pos="571680" algn="dec"/>
                <a:tab pos="1905120" algn="dec"/>
              </a:tabLs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010.50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4" name=""/>
          <p:cNvSpPr txBox="1"/>
          <p:nvPr/>
        </p:nvSpPr>
        <p:spPr>
          <a:xfrm>
            <a:off x="8407440" y="6340320"/>
            <a:ext cx="609480" cy="3999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  <a:effectLst>
            <a:outerShdw dist="0" dir="0" rotWithShape="0">
              <a:srgbClr val="000000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  <a:tabLst>
                <a:tab pos="101520" algn="l"/>
                <a:tab pos="762120" algn="l"/>
                <a:tab pos="1905120" algn="dec"/>
              </a:tabLs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001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5" name=""/>
          <p:cNvSpPr txBox="1"/>
          <p:nvPr/>
        </p:nvSpPr>
        <p:spPr>
          <a:xfrm>
            <a:off x="4508640" y="6302520"/>
            <a:ext cx="2527200" cy="3999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  <a:effectLst>
            <a:outerShdw dist="0" dir="0" rotWithShape="0">
              <a:srgbClr val="000000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  <a:tabLst>
                <a:tab pos="101520" algn="l"/>
                <a:tab pos="762120" algn="l"/>
                <a:tab pos="1905120" algn="dec"/>
              </a:tabLst>
            </a:pP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HIGH-VALUES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6" name=""/>
          <p:cNvSpPr txBox="1"/>
          <p:nvPr/>
        </p:nvSpPr>
        <p:spPr>
          <a:xfrm>
            <a:off x="698400" y="227160"/>
            <a:ext cx="7423200" cy="612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380880" indent="-380880">
              <a:lnSpc>
                <a:spcPct val="90000"/>
              </a:lnSpc>
            </a:pPr>
            <a:r>
              <a:rPr lang="en-US" sz="24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8.</a:t>
            </a:r>
            <a:r>
              <a:rPr lang="en-US" sz="2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Translate the populated PSD into COBOL  code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7" name=""/>
          <p:cNvSpPr txBox="1"/>
          <p:nvPr/>
        </p:nvSpPr>
        <p:spPr>
          <a:xfrm>
            <a:off x="291960" y="952560"/>
            <a:ext cx="8331120" cy="4394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380880" indent="-380880">
              <a:lnSpc>
                <a:spcPct val="90000"/>
              </a:lnSpc>
              <a:spcBef>
                <a:spcPts val="1681"/>
              </a:spcBef>
              <a:buClr>
                <a:srgbClr val="FC0128"/>
              </a:buClr>
              <a:buSzPct val="75000"/>
              <a:buFont typeface="Wingdings"/>
              <a:buChar char="_x0000_"/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Start at the top of the diagram.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90000"/>
              </a:lnSpc>
              <a:spcBef>
                <a:spcPts val="1681"/>
              </a:spcBef>
              <a:buClr>
                <a:srgbClr val="FC0128"/>
              </a:buClr>
              <a:buSzPct val="75000"/>
              <a:buFont typeface="Wingdings"/>
              <a:buChar char="_x0000_"/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At each parent component write the sequence of executable operations, child components and iteration and selection conditions as statements in a paragraph.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90000"/>
              </a:lnSpc>
              <a:spcBef>
                <a:spcPts val="1681"/>
              </a:spcBef>
              <a:buClr>
                <a:srgbClr val="FC0128"/>
              </a:buClr>
              <a:buSzPct val="75000"/>
              <a:buFont typeface="Wingdings"/>
              <a:buChar char="_x0000_"/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Replace child components with PERFORMs of the component name.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90000"/>
              </a:lnSpc>
              <a:spcBef>
                <a:spcPts val="1681"/>
              </a:spcBef>
              <a:buClr>
                <a:srgbClr val="FC0128"/>
              </a:buClr>
              <a:buSzPct val="75000"/>
              <a:buFont typeface="Wingdings"/>
              <a:buChar char="_x0000_"/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At the top component, use the name as the name of the first paragraph and preceed it with the PROCEDURE DIVISION header.   </a:t>
            </a:r>
            <a:br>
              <a:rPr sz="2400"/>
            </a:b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End the sequence with the STOP RUN statement.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8" name=""/>
          <p:cNvSpPr/>
          <p:nvPr/>
        </p:nvSpPr>
        <p:spPr>
          <a:xfrm>
            <a:off x="3228840" y="25416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9" name=""/>
          <p:cNvSpPr txBox="1"/>
          <p:nvPr/>
        </p:nvSpPr>
        <p:spPr>
          <a:xfrm>
            <a:off x="3228840" y="25416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Proof Totals</a:t>
            </a:r>
            <a:br>
              <a:rPr sz="1600"/>
            </a:b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Report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0" name=""/>
          <p:cNvSpPr/>
          <p:nvPr/>
        </p:nvSpPr>
        <p:spPr>
          <a:xfrm>
            <a:off x="4813200" y="175248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1" name=""/>
          <p:cNvSpPr txBox="1"/>
          <p:nvPr/>
        </p:nvSpPr>
        <p:spPr>
          <a:xfrm>
            <a:off x="4813200" y="175248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Proof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Totals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742" name=""/>
          <p:cNvGrpSpPr/>
          <p:nvPr/>
        </p:nvGrpSpPr>
        <p:grpSpPr>
          <a:xfrm>
            <a:off x="1996920" y="2557440"/>
            <a:ext cx="301680" cy="433440"/>
            <a:chOff x="1996920" y="2557440"/>
            <a:chExt cx="301680" cy="433440"/>
          </a:xfrm>
        </p:grpSpPr>
        <p:sp>
          <p:nvSpPr>
            <p:cNvPr id="1743" name=""/>
            <p:cNvSpPr/>
            <p:nvPr/>
          </p:nvSpPr>
          <p:spPr>
            <a:xfrm>
              <a:off x="1996920" y="2557440"/>
              <a:ext cx="301680" cy="293760"/>
            </a:xfrm>
            <a:prstGeom prst="rect">
              <a:avLst/>
            </a:prstGeom>
            <a:gradFill rotWithShape="0">
              <a:gsLst>
                <a:gs pos="0">
                  <a:srgbClr val="919191"/>
                </a:gs>
                <a:gs pos="50000">
                  <a:srgbClr val="FFFFFF"/>
                </a:gs>
                <a:gs pos="100000">
                  <a:srgbClr val="919191"/>
                </a:gs>
              </a:gsLst>
              <a:lin ang="2700000"/>
            </a:gra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44" name=""/>
            <p:cNvSpPr txBox="1"/>
            <p:nvPr/>
          </p:nvSpPr>
          <p:spPr>
            <a:xfrm>
              <a:off x="2095560" y="2606760"/>
              <a:ext cx="138240" cy="38412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90000"/>
                </a:lnSpc>
              </a:pPr>
              <a:r>
                <a:rPr lang="en-US" sz="2800" b="1" u="none" strike="noStrike">
                  <a:solidFill>
                    <a:srgbClr val="FC0128"/>
                  </a:solidFill>
                  <a:effectLst/>
                  <a:uFillTx/>
                  <a:latin typeface="Arial"/>
                  <a:ea typeface="Arial"/>
                </a:rPr>
                <a:t>*</a:t>
              </a:r>
              <a:endPara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745" name=""/>
          <p:cNvSpPr/>
          <p:nvPr/>
        </p:nvSpPr>
        <p:spPr>
          <a:xfrm>
            <a:off x="2162160" y="2857680"/>
            <a:ext cx="3240" cy="29196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6" name=""/>
          <p:cNvSpPr/>
          <p:nvPr/>
        </p:nvSpPr>
        <p:spPr>
          <a:xfrm>
            <a:off x="1501920" y="173988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7" name=""/>
          <p:cNvSpPr txBox="1"/>
          <p:nvPr/>
        </p:nvSpPr>
        <p:spPr>
          <a:xfrm>
            <a:off x="1501920" y="173988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Process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Payroll</a:t>
            </a:r>
            <a:br>
              <a:rPr sz="1600"/>
            </a:b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Records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8" name=""/>
          <p:cNvSpPr/>
          <p:nvPr/>
        </p:nvSpPr>
        <p:spPr>
          <a:xfrm>
            <a:off x="1501920" y="31370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9" name=""/>
          <p:cNvSpPr txBox="1"/>
          <p:nvPr/>
        </p:nvSpPr>
        <p:spPr>
          <a:xfrm>
            <a:off x="1501920" y="31370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Process 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Payroll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Record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0" name=""/>
          <p:cNvSpPr/>
          <p:nvPr/>
        </p:nvSpPr>
        <p:spPr>
          <a:xfrm flipH="1">
            <a:off x="2273400" y="1092240"/>
            <a:ext cx="1612800" cy="64764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1" name=""/>
          <p:cNvSpPr/>
          <p:nvPr/>
        </p:nvSpPr>
        <p:spPr>
          <a:xfrm>
            <a:off x="3898800" y="1092240"/>
            <a:ext cx="1575000" cy="66024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2" name=""/>
          <p:cNvSpPr/>
          <p:nvPr/>
        </p:nvSpPr>
        <p:spPr>
          <a:xfrm>
            <a:off x="1473120" y="478800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3" name=""/>
          <p:cNvSpPr txBox="1"/>
          <p:nvPr/>
        </p:nvSpPr>
        <p:spPr>
          <a:xfrm>
            <a:off x="1473120" y="478800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Add To 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Overtime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4" name=""/>
          <p:cNvSpPr/>
          <p:nvPr/>
        </p:nvSpPr>
        <p:spPr>
          <a:xfrm>
            <a:off x="25560" y="478800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5" name=""/>
          <p:cNvSpPr txBox="1"/>
          <p:nvPr/>
        </p:nvSpPr>
        <p:spPr>
          <a:xfrm>
            <a:off x="25560" y="478800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Add To 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Regular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6" name=""/>
          <p:cNvSpPr/>
          <p:nvPr/>
        </p:nvSpPr>
        <p:spPr>
          <a:xfrm>
            <a:off x="2921040" y="478800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7" name=""/>
          <p:cNvSpPr txBox="1"/>
          <p:nvPr/>
        </p:nvSpPr>
        <p:spPr>
          <a:xfrm>
            <a:off x="2921040" y="478800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Add To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Bonus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8" name=""/>
          <p:cNvSpPr/>
          <p:nvPr/>
        </p:nvSpPr>
        <p:spPr>
          <a:xfrm>
            <a:off x="2158920" y="4254480"/>
            <a:ext cx="0" cy="54612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9" name=""/>
          <p:cNvSpPr/>
          <p:nvPr/>
        </p:nvSpPr>
        <p:spPr>
          <a:xfrm flipH="1">
            <a:off x="711360" y="4267080"/>
            <a:ext cx="1447560" cy="53352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0" name=""/>
          <p:cNvSpPr/>
          <p:nvPr/>
        </p:nvSpPr>
        <p:spPr>
          <a:xfrm>
            <a:off x="2158920" y="4267080"/>
            <a:ext cx="1409760" cy="53352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1" name=""/>
          <p:cNvSpPr/>
          <p:nvPr/>
        </p:nvSpPr>
        <p:spPr>
          <a:xfrm>
            <a:off x="3390840" y="31496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2" name=""/>
          <p:cNvSpPr txBox="1"/>
          <p:nvPr/>
        </p:nvSpPr>
        <p:spPr>
          <a:xfrm>
            <a:off x="3390840" y="31496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Report</a:t>
            </a:r>
            <a:br>
              <a:rPr sz="1600"/>
            </a:b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Headings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3" name=""/>
          <p:cNvSpPr/>
          <p:nvPr/>
        </p:nvSpPr>
        <p:spPr>
          <a:xfrm>
            <a:off x="4838760" y="31496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4" name=""/>
          <p:cNvSpPr txBox="1"/>
          <p:nvPr/>
        </p:nvSpPr>
        <p:spPr>
          <a:xfrm>
            <a:off x="4838760" y="31496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Regular Totals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5" name=""/>
          <p:cNvSpPr/>
          <p:nvPr/>
        </p:nvSpPr>
        <p:spPr>
          <a:xfrm>
            <a:off x="6286680" y="31496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6" name=""/>
          <p:cNvSpPr txBox="1"/>
          <p:nvPr/>
        </p:nvSpPr>
        <p:spPr>
          <a:xfrm>
            <a:off x="6286680" y="31496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Overtime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Totals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7" name=""/>
          <p:cNvSpPr/>
          <p:nvPr/>
        </p:nvSpPr>
        <p:spPr>
          <a:xfrm>
            <a:off x="7734240" y="31496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8" name=""/>
          <p:cNvSpPr txBox="1"/>
          <p:nvPr/>
        </p:nvSpPr>
        <p:spPr>
          <a:xfrm>
            <a:off x="7734240" y="31496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Bonus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Totals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9" name=""/>
          <p:cNvSpPr/>
          <p:nvPr/>
        </p:nvSpPr>
        <p:spPr>
          <a:xfrm>
            <a:off x="5511960" y="2577960"/>
            <a:ext cx="0" cy="59688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0" name=""/>
          <p:cNvSpPr/>
          <p:nvPr/>
        </p:nvSpPr>
        <p:spPr>
          <a:xfrm flipH="1">
            <a:off x="4089240" y="2577960"/>
            <a:ext cx="1422720" cy="57168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1" name=""/>
          <p:cNvSpPr/>
          <p:nvPr/>
        </p:nvSpPr>
        <p:spPr>
          <a:xfrm>
            <a:off x="5511960" y="2577960"/>
            <a:ext cx="1460520" cy="57168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2" name=""/>
          <p:cNvSpPr/>
          <p:nvPr/>
        </p:nvSpPr>
        <p:spPr>
          <a:xfrm>
            <a:off x="5511960" y="2577960"/>
            <a:ext cx="2920680" cy="57168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3" name=""/>
          <p:cNvSpPr txBox="1"/>
          <p:nvPr/>
        </p:nvSpPr>
        <p:spPr>
          <a:xfrm>
            <a:off x="406440" y="1739880"/>
            <a:ext cx="97164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1,20,19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4" name=""/>
          <p:cNvSpPr txBox="1"/>
          <p:nvPr/>
        </p:nvSpPr>
        <p:spPr>
          <a:xfrm>
            <a:off x="6718320" y="1749600"/>
            <a:ext cx="65412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2,21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5" name=""/>
          <p:cNvSpPr/>
          <p:nvPr/>
        </p:nvSpPr>
        <p:spPr>
          <a:xfrm flipH="1">
            <a:off x="876240" y="1066680"/>
            <a:ext cx="3048120" cy="67320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6" name=""/>
          <p:cNvSpPr/>
          <p:nvPr/>
        </p:nvSpPr>
        <p:spPr>
          <a:xfrm>
            <a:off x="3911760" y="1079640"/>
            <a:ext cx="3124080" cy="67284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7" name=""/>
          <p:cNvSpPr/>
          <p:nvPr/>
        </p:nvSpPr>
        <p:spPr>
          <a:xfrm>
            <a:off x="5524560" y="3962520"/>
            <a:ext cx="0" cy="3045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8" name=""/>
          <p:cNvSpPr/>
          <p:nvPr/>
        </p:nvSpPr>
        <p:spPr>
          <a:xfrm flipH="1">
            <a:off x="4111560" y="3975120"/>
            <a:ext cx="3240" cy="2667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9" name=""/>
          <p:cNvSpPr/>
          <p:nvPr/>
        </p:nvSpPr>
        <p:spPr>
          <a:xfrm>
            <a:off x="6978600" y="3975120"/>
            <a:ext cx="0" cy="27612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0" name=""/>
          <p:cNvSpPr/>
          <p:nvPr/>
        </p:nvSpPr>
        <p:spPr>
          <a:xfrm>
            <a:off x="8445600" y="3984480"/>
            <a:ext cx="0" cy="2667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1" name=""/>
          <p:cNvSpPr txBox="1"/>
          <p:nvPr/>
        </p:nvSpPr>
        <p:spPr>
          <a:xfrm>
            <a:off x="257040" y="5897520"/>
            <a:ext cx="78120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13,16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2" name=""/>
          <p:cNvSpPr/>
          <p:nvPr/>
        </p:nvSpPr>
        <p:spPr>
          <a:xfrm>
            <a:off x="650880" y="5616720"/>
            <a:ext cx="0" cy="3045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3" name=""/>
          <p:cNvSpPr txBox="1"/>
          <p:nvPr/>
        </p:nvSpPr>
        <p:spPr>
          <a:xfrm>
            <a:off x="1762200" y="5897520"/>
            <a:ext cx="78120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14,17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4" name=""/>
          <p:cNvSpPr/>
          <p:nvPr/>
        </p:nvSpPr>
        <p:spPr>
          <a:xfrm>
            <a:off x="2155680" y="5616720"/>
            <a:ext cx="0" cy="3045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5" name=""/>
          <p:cNvSpPr txBox="1"/>
          <p:nvPr/>
        </p:nvSpPr>
        <p:spPr>
          <a:xfrm>
            <a:off x="3219480" y="5897520"/>
            <a:ext cx="78120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15,18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6" name=""/>
          <p:cNvSpPr/>
          <p:nvPr/>
        </p:nvSpPr>
        <p:spPr>
          <a:xfrm>
            <a:off x="3613320" y="5616720"/>
            <a:ext cx="0" cy="3045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7" name=""/>
          <p:cNvSpPr txBox="1"/>
          <p:nvPr/>
        </p:nvSpPr>
        <p:spPr>
          <a:xfrm>
            <a:off x="2882880" y="3146400"/>
            <a:ext cx="46368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19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8" name=""/>
          <p:cNvSpPr/>
          <p:nvPr/>
        </p:nvSpPr>
        <p:spPr>
          <a:xfrm>
            <a:off x="2158920" y="2844720"/>
            <a:ext cx="952560" cy="31752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9" name=""/>
          <p:cNvSpPr txBox="1"/>
          <p:nvPr/>
        </p:nvSpPr>
        <p:spPr>
          <a:xfrm>
            <a:off x="2270160" y="2523960"/>
            <a:ext cx="311040" cy="36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0" name=""/>
          <p:cNvSpPr txBox="1"/>
          <p:nvPr/>
        </p:nvSpPr>
        <p:spPr>
          <a:xfrm>
            <a:off x="2257560" y="3933720"/>
            <a:ext cx="311040" cy="36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1" name=""/>
          <p:cNvSpPr txBox="1"/>
          <p:nvPr/>
        </p:nvSpPr>
        <p:spPr>
          <a:xfrm>
            <a:off x="5111640" y="4233960"/>
            <a:ext cx="84456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7,10,4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2" name=""/>
          <p:cNvSpPr txBox="1"/>
          <p:nvPr/>
        </p:nvSpPr>
        <p:spPr>
          <a:xfrm>
            <a:off x="8045280" y="4233960"/>
            <a:ext cx="84456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12,9,6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3" name=""/>
          <p:cNvSpPr txBox="1"/>
          <p:nvPr/>
        </p:nvSpPr>
        <p:spPr>
          <a:xfrm>
            <a:off x="6537240" y="4233960"/>
            <a:ext cx="84456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11,8,5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4" name=""/>
          <p:cNvSpPr txBox="1"/>
          <p:nvPr/>
        </p:nvSpPr>
        <p:spPr>
          <a:xfrm>
            <a:off x="3959280" y="4226040"/>
            <a:ext cx="33660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3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5" name=""/>
          <p:cNvSpPr/>
          <p:nvPr/>
        </p:nvSpPr>
        <p:spPr>
          <a:xfrm>
            <a:off x="2014560" y="3954600"/>
            <a:ext cx="299880" cy="303120"/>
          </a:xfrm>
          <a:prstGeom prst="rect">
            <a:avLst/>
          </a:prstGeom>
          <a:gradFill rotWithShape="0">
            <a:gsLst>
              <a:gs pos="0">
                <a:srgbClr val="919191"/>
              </a:gs>
              <a:gs pos="50000">
                <a:srgbClr val="FFFFFF"/>
              </a:gs>
              <a:gs pos="100000">
                <a:srgbClr val="919191"/>
              </a:gs>
            </a:gsLst>
            <a:lin ang="2700000"/>
          </a:gra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6" name=""/>
          <p:cNvSpPr txBox="1"/>
          <p:nvPr/>
        </p:nvSpPr>
        <p:spPr>
          <a:xfrm>
            <a:off x="2090880" y="3989520"/>
            <a:ext cx="139680" cy="247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90000"/>
              </a:lnSpc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7" name=""/>
          <p:cNvSpPr/>
          <p:nvPr/>
        </p:nvSpPr>
        <p:spPr>
          <a:xfrm>
            <a:off x="3228840" y="25416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8" name=""/>
          <p:cNvSpPr txBox="1"/>
          <p:nvPr/>
        </p:nvSpPr>
        <p:spPr>
          <a:xfrm>
            <a:off x="3228840" y="25416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Proof Totals</a:t>
            </a:r>
            <a:br>
              <a:rPr sz="1600"/>
            </a:b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Report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9" name=""/>
          <p:cNvSpPr/>
          <p:nvPr/>
        </p:nvSpPr>
        <p:spPr>
          <a:xfrm>
            <a:off x="4813200" y="175248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0" name=""/>
          <p:cNvSpPr txBox="1"/>
          <p:nvPr/>
        </p:nvSpPr>
        <p:spPr>
          <a:xfrm>
            <a:off x="4813200" y="175248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Proof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Totals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801" name=""/>
          <p:cNvGrpSpPr/>
          <p:nvPr/>
        </p:nvGrpSpPr>
        <p:grpSpPr>
          <a:xfrm>
            <a:off x="1996920" y="2557440"/>
            <a:ext cx="301680" cy="433440"/>
            <a:chOff x="1996920" y="2557440"/>
            <a:chExt cx="301680" cy="433440"/>
          </a:xfrm>
        </p:grpSpPr>
        <p:sp>
          <p:nvSpPr>
            <p:cNvPr id="1802" name=""/>
            <p:cNvSpPr/>
            <p:nvPr/>
          </p:nvSpPr>
          <p:spPr>
            <a:xfrm>
              <a:off x="1996920" y="2557440"/>
              <a:ext cx="301680" cy="293760"/>
            </a:xfrm>
            <a:prstGeom prst="rect">
              <a:avLst/>
            </a:prstGeom>
            <a:gradFill rotWithShape="0">
              <a:gsLst>
                <a:gs pos="0">
                  <a:srgbClr val="919191"/>
                </a:gs>
                <a:gs pos="50000">
                  <a:srgbClr val="FFFFFF"/>
                </a:gs>
                <a:gs pos="100000">
                  <a:srgbClr val="919191"/>
                </a:gs>
              </a:gsLst>
              <a:lin ang="2700000"/>
            </a:gra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03" name=""/>
            <p:cNvSpPr txBox="1"/>
            <p:nvPr/>
          </p:nvSpPr>
          <p:spPr>
            <a:xfrm>
              <a:off x="2095560" y="2606760"/>
              <a:ext cx="138240" cy="38412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90000"/>
                </a:lnSpc>
              </a:pPr>
              <a:r>
                <a:rPr lang="en-US" sz="2800" b="1" u="none" strike="noStrike">
                  <a:solidFill>
                    <a:srgbClr val="CF0E30"/>
                  </a:solidFill>
                  <a:effectLst/>
                  <a:uFillTx/>
                  <a:latin typeface="Arial"/>
                  <a:ea typeface="Arial"/>
                </a:rPr>
                <a:t>*</a:t>
              </a:r>
              <a:endPara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804" name=""/>
          <p:cNvSpPr/>
          <p:nvPr/>
        </p:nvSpPr>
        <p:spPr>
          <a:xfrm>
            <a:off x="2162160" y="2857680"/>
            <a:ext cx="3240" cy="29196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5" name=""/>
          <p:cNvSpPr/>
          <p:nvPr/>
        </p:nvSpPr>
        <p:spPr>
          <a:xfrm>
            <a:off x="1501920" y="173988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6" name=""/>
          <p:cNvSpPr txBox="1"/>
          <p:nvPr/>
        </p:nvSpPr>
        <p:spPr>
          <a:xfrm>
            <a:off x="1501920" y="173988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Process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Payroll</a:t>
            </a:r>
            <a:br>
              <a:rPr sz="1600"/>
            </a:br>
            <a:r>
              <a:rPr lang="en-US" sz="16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Records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7" name=""/>
          <p:cNvSpPr/>
          <p:nvPr/>
        </p:nvSpPr>
        <p:spPr>
          <a:xfrm>
            <a:off x="1501920" y="31370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8" name=""/>
          <p:cNvSpPr txBox="1"/>
          <p:nvPr/>
        </p:nvSpPr>
        <p:spPr>
          <a:xfrm>
            <a:off x="1501920" y="31370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Process 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Payroll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Record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9" name=""/>
          <p:cNvSpPr/>
          <p:nvPr/>
        </p:nvSpPr>
        <p:spPr>
          <a:xfrm flipH="1">
            <a:off x="2273400" y="1092240"/>
            <a:ext cx="1612800" cy="64764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0" name=""/>
          <p:cNvSpPr/>
          <p:nvPr/>
        </p:nvSpPr>
        <p:spPr>
          <a:xfrm>
            <a:off x="3898800" y="1092240"/>
            <a:ext cx="1575000" cy="66024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1" name=""/>
          <p:cNvSpPr/>
          <p:nvPr/>
        </p:nvSpPr>
        <p:spPr>
          <a:xfrm>
            <a:off x="1473120" y="478800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2" name=""/>
          <p:cNvSpPr txBox="1"/>
          <p:nvPr/>
        </p:nvSpPr>
        <p:spPr>
          <a:xfrm>
            <a:off x="1473120" y="478800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Add To 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Overtime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3" name=""/>
          <p:cNvSpPr/>
          <p:nvPr/>
        </p:nvSpPr>
        <p:spPr>
          <a:xfrm>
            <a:off x="25560" y="478800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4" name=""/>
          <p:cNvSpPr txBox="1"/>
          <p:nvPr/>
        </p:nvSpPr>
        <p:spPr>
          <a:xfrm>
            <a:off x="25560" y="478800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Add To 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Regular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5" name=""/>
          <p:cNvSpPr/>
          <p:nvPr/>
        </p:nvSpPr>
        <p:spPr>
          <a:xfrm>
            <a:off x="2921040" y="478800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6" name=""/>
          <p:cNvSpPr txBox="1"/>
          <p:nvPr/>
        </p:nvSpPr>
        <p:spPr>
          <a:xfrm>
            <a:off x="2921040" y="478800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Add To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Bonus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7" name=""/>
          <p:cNvSpPr/>
          <p:nvPr/>
        </p:nvSpPr>
        <p:spPr>
          <a:xfrm>
            <a:off x="2158920" y="4254480"/>
            <a:ext cx="0" cy="54612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8" name=""/>
          <p:cNvSpPr/>
          <p:nvPr/>
        </p:nvSpPr>
        <p:spPr>
          <a:xfrm flipH="1">
            <a:off x="711360" y="4267080"/>
            <a:ext cx="1447560" cy="53352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9" name=""/>
          <p:cNvSpPr/>
          <p:nvPr/>
        </p:nvSpPr>
        <p:spPr>
          <a:xfrm>
            <a:off x="2158920" y="4267080"/>
            <a:ext cx="1409760" cy="53352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0" name=""/>
          <p:cNvSpPr/>
          <p:nvPr/>
        </p:nvSpPr>
        <p:spPr>
          <a:xfrm>
            <a:off x="3390840" y="31496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1" name=""/>
          <p:cNvSpPr txBox="1"/>
          <p:nvPr/>
        </p:nvSpPr>
        <p:spPr>
          <a:xfrm>
            <a:off x="3390840" y="31496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Report</a:t>
            </a:r>
            <a:br>
              <a:rPr sz="1600"/>
            </a:b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Headings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2" name=""/>
          <p:cNvSpPr/>
          <p:nvPr/>
        </p:nvSpPr>
        <p:spPr>
          <a:xfrm>
            <a:off x="4838760" y="31496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3" name=""/>
          <p:cNvSpPr txBox="1"/>
          <p:nvPr/>
        </p:nvSpPr>
        <p:spPr>
          <a:xfrm>
            <a:off x="4838760" y="31496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Regular Totals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4" name=""/>
          <p:cNvSpPr/>
          <p:nvPr/>
        </p:nvSpPr>
        <p:spPr>
          <a:xfrm>
            <a:off x="6286680" y="31496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5" name=""/>
          <p:cNvSpPr txBox="1"/>
          <p:nvPr/>
        </p:nvSpPr>
        <p:spPr>
          <a:xfrm>
            <a:off x="6286680" y="31496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Overtime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Totals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6" name=""/>
          <p:cNvSpPr/>
          <p:nvPr/>
        </p:nvSpPr>
        <p:spPr>
          <a:xfrm>
            <a:off x="7734240" y="31496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7" name=""/>
          <p:cNvSpPr txBox="1"/>
          <p:nvPr/>
        </p:nvSpPr>
        <p:spPr>
          <a:xfrm>
            <a:off x="7734240" y="31496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Bonus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Totals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8" name=""/>
          <p:cNvSpPr/>
          <p:nvPr/>
        </p:nvSpPr>
        <p:spPr>
          <a:xfrm>
            <a:off x="5511960" y="2577960"/>
            <a:ext cx="0" cy="59688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9" name=""/>
          <p:cNvSpPr/>
          <p:nvPr/>
        </p:nvSpPr>
        <p:spPr>
          <a:xfrm flipH="1">
            <a:off x="4089240" y="2577960"/>
            <a:ext cx="1422720" cy="57168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0" name=""/>
          <p:cNvSpPr/>
          <p:nvPr/>
        </p:nvSpPr>
        <p:spPr>
          <a:xfrm>
            <a:off x="5511960" y="2577960"/>
            <a:ext cx="1460520" cy="57168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1" name=""/>
          <p:cNvSpPr/>
          <p:nvPr/>
        </p:nvSpPr>
        <p:spPr>
          <a:xfrm>
            <a:off x="5511960" y="2577960"/>
            <a:ext cx="2920680" cy="57168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2" name=""/>
          <p:cNvSpPr txBox="1"/>
          <p:nvPr/>
        </p:nvSpPr>
        <p:spPr>
          <a:xfrm>
            <a:off x="406440" y="1739880"/>
            <a:ext cx="97164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1,20,19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3" name=""/>
          <p:cNvSpPr txBox="1"/>
          <p:nvPr/>
        </p:nvSpPr>
        <p:spPr>
          <a:xfrm>
            <a:off x="6718320" y="1749600"/>
            <a:ext cx="65412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2,21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4" name=""/>
          <p:cNvSpPr/>
          <p:nvPr/>
        </p:nvSpPr>
        <p:spPr>
          <a:xfrm flipH="1">
            <a:off x="876240" y="1066680"/>
            <a:ext cx="3048120" cy="67320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5" name=""/>
          <p:cNvSpPr/>
          <p:nvPr/>
        </p:nvSpPr>
        <p:spPr>
          <a:xfrm>
            <a:off x="3911760" y="1079640"/>
            <a:ext cx="3124080" cy="67284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6" name=""/>
          <p:cNvSpPr txBox="1"/>
          <p:nvPr/>
        </p:nvSpPr>
        <p:spPr>
          <a:xfrm>
            <a:off x="4419720" y="4762440"/>
            <a:ext cx="4049640" cy="20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291960" indent="-291960">
              <a:lnSpc>
                <a:spcPct val="85000"/>
              </a:lnSpc>
              <a:tabLst>
                <a:tab pos="190440" algn="l"/>
                <a:tab pos="1994040" algn="l"/>
                <a:tab pos="209556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PROCEDURE DIVISION.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91960" indent="-291960">
              <a:lnSpc>
                <a:spcPct val="85000"/>
              </a:lnSpc>
              <a:tabLst>
                <a:tab pos="190440" algn="l"/>
                <a:tab pos="1994040" algn="l"/>
                <a:tab pos="209556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Print-Proof-Totals-Report.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91960" indent="-291960">
              <a:lnSpc>
                <a:spcPct val="85000"/>
              </a:lnSpc>
              <a:tabLst>
                <a:tab pos="190440" algn="l"/>
                <a:tab pos="1994040" algn="l"/>
                <a:tab pos="2095560" algn="l"/>
              </a:tabLst>
            </a:pP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OPEN INPUT Payroll-File.</a:t>
            </a:r>
            <a:br>
              <a:rPr sz="1400"/>
            </a:b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OPEN Output Print-File.</a:t>
            </a:r>
            <a:br>
              <a:rPr sz="1400"/>
            </a:b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Read Payroll-File ....</a:t>
            </a:r>
            <a:br>
              <a:rPr sz="1400"/>
            </a:b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PERFORM Process-Payroll-Records </a:t>
            </a:r>
            <a:br>
              <a:rPr sz="1400"/>
            </a:b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UNTIL End-Of-File.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91960" indent="-291960">
              <a:lnSpc>
                <a:spcPct val="85000"/>
              </a:lnSpc>
              <a:tabLst>
                <a:tab pos="190440" algn="l"/>
                <a:tab pos="1994040" algn="l"/>
                <a:tab pos="2095560" algn="l"/>
              </a:tabLst>
            </a:pP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PERFORM Print-Proof-Totals.</a:t>
            </a:r>
            <a:br>
              <a:rPr sz="1400"/>
            </a:b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CLOSE Print-File.</a:t>
            </a:r>
            <a:br>
              <a:rPr sz="1400"/>
            </a:b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CLOSE Payroll-File.</a:t>
            </a:r>
            <a:br>
              <a:rPr sz="1800"/>
            </a:b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STOP RUN.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7" name=""/>
          <p:cNvSpPr/>
          <p:nvPr/>
        </p:nvSpPr>
        <p:spPr>
          <a:xfrm>
            <a:off x="5524560" y="3962520"/>
            <a:ext cx="0" cy="3045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8" name=""/>
          <p:cNvSpPr/>
          <p:nvPr/>
        </p:nvSpPr>
        <p:spPr>
          <a:xfrm flipH="1">
            <a:off x="4111560" y="3975120"/>
            <a:ext cx="3240" cy="2667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9" name=""/>
          <p:cNvSpPr/>
          <p:nvPr/>
        </p:nvSpPr>
        <p:spPr>
          <a:xfrm>
            <a:off x="6978600" y="3975120"/>
            <a:ext cx="0" cy="27612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0" name=""/>
          <p:cNvSpPr/>
          <p:nvPr/>
        </p:nvSpPr>
        <p:spPr>
          <a:xfrm>
            <a:off x="8445600" y="3984480"/>
            <a:ext cx="0" cy="2667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1" name=""/>
          <p:cNvSpPr txBox="1"/>
          <p:nvPr/>
        </p:nvSpPr>
        <p:spPr>
          <a:xfrm>
            <a:off x="257040" y="5897520"/>
            <a:ext cx="78120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13,16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2" name=""/>
          <p:cNvSpPr/>
          <p:nvPr/>
        </p:nvSpPr>
        <p:spPr>
          <a:xfrm>
            <a:off x="650880" y="5616720"/>
            <a:ext cx="0" cy="3045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3" name=""/>
          <p:cNvSpPr txBox="1"/>
          <p:nvPr/>
        </p:nvSpPr>
        <p:spPr>
          <a:xfrm>
            <a:off x="1762200" y="5897520"/>
            <a:ext cx="78120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14,17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4" name=""/>
          <p:cNvSpPr/>
          <p:nvPr/>
        </p:nvSpPr>
        <p:spPr>
          <a:xfrm>
            <a:off x="2155680" y="5616720"/>
            <a:ext cx="0" cy="3045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5" name=""/>
          <p:cNvSpPr txBox="1"/>
          <p:nvPr/>
        </p:nvSpPr>
        <p:spPr>
          <a:xfrm>
            <a:off x="3219480" y="5897520"/>
            <a:ext cx="78120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15,18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6" name=""/>
          <p:cNvSpPr/>
          <p:nvPr/>
        </p:nvSpPr>
        <p:spPr>
          <a:xfrm>
            <a:off x="3613320" y="5616720"/>
            <a:ext cx="0" cy="3045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7" name=""/>
          <p:cNvSpPr txBox="1"/>
          <p:nvPr/>
        </p:nvSpPr>
        <p:spPr>
          <a:xfrm>
            <a:off x="2882880" y="3146400"/>
            <a:ext cx="46368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19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8" name=""/>
          <p:cNvSpPr/>
          <p:nvPr/>
        </p:nvSpPr>
        <p:spPr>
          <a:xfrm>
            <a:off x="2158920" y="2844720"/>
            <a:ext cx="952560" cy="31752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9" name=""/>
          <p:cNvSpPr txBox="1"/>
          <p:nvPr/>
        </p:nvSpPr>
        <p:spPr>
          <a:xfrm>
            <a:off x="2270160" y="2523960"/>
            <a:ext cx="311040" cy="36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0" name=""/>
          <p:cNvSpPr txBox="1"/>
          <p:nvPr/>
        </p:nvSpPr>
        <p:spPr>
          <a:xfrm>
            <a:off x="2257560" y="3933720"/>
            <a:ext cx="311040" cy="36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1" name=""/>
          <p:cNvSpPr txBox="1"/>
          <p:nvPr/>
        </p:nvSpPr>
        <p:spPr>
          <a:xfrm>
            <a:off x="5111640" y="4233960"/>
            <a:ext cx="84456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7,10,4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2" name=""/>
          <p:cNvSpPr txBox="1"/>
          <p:nvPr/>
        </p:nvSpPr>
        <p:spPr>
          <a:xfrm>
            <a:off x="8045280" y="4233960"/>
            <a:ext cx="84456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12,9,6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3" name=""/>
          <p:cNvSpPr txBox="1"/>
          <p:nvPr/>
        </p:nvSpPr>
        <p:spPr>
          <a:xfrm>
            <a:off x="6537240" y="4233960"/>
            <a:ext cx="84456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11,8,5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4" name=""/>
          <p:cNvSpPr txBox="1"/>
          <p:nvPr/>
        </p:nvSpPr>
        <p:spPr>
          <a:xfrm>
            <a:off x="3959280" y="4226040"/>
            <a:ext cx="33660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3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5" name=""/>
          <p:cNvSpPr/>
          <p:nvPr/>
        </p:nvSpPr>
        <p:spPr>
          <a:xfrm>
            <a:off x="2014560" y="3954600"/>
            <a:ext cx="299880" cy="303120"/>
          </a:xfrm>
          <a:prstGeom prst="rect">
            <a:avLst/>
          </a:prstGeom>
          <a:gradFill rotWithShape="0">
            <a:gsLst>
              <a:gs pos="0">
                <a:srgbClr val="919191"/>
              </a:gs>
              <a:gs pos="50000">
                <a:srgbClr val="FFFFFF"/>
              </a:gs>
              <a:gs pos="100000">
                <a:srgbClr val="919191"/>
              </a:gs>
            </a:gsLst>
            <a:lin ang="2700000"/>
          </a:gradFill>
          <a:ln w="25560">
            <a:solidFill>
              <a:srgbClr val="00FF00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6" name=""/>
          <p:cNvSpPr txBox="1"/>
          <p:nvPr/>
        </p:nvSpPr>
        <p:spPr>
          <a:xfrm>
            <a:off x="2090880" y="3989520"/>
            <a:ext cx="139680" cy="247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90000"/>
              </a:lnSpc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7" name=""/>
          <p:cNvSpPr/>
          <p:nvPr/>
        </p:nvSpPr>
        <p:spPr>
          <a:xfrm>
            <a:off x="6464160" y="203040"/>
            <a:ext cx="2565360" cy="3668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8" name=""/>
          <p:cNvSpPr/>
          <p:nvPr/>
        </p:nvSpPr>
        <p:spPr>
          <a:xfrm>
            <a:off x="152280" y="1320840"/>
            <a:ext cx="7950240" cy="1689120"/>
          </a:xfrm>
          <a:prstGeom prst="rect">
            <a:avLst/>
          </a:prstGeom>
          <a:noFill/>
          <a:ln w="25560">
            <a:solidFill>
              <a:srgbClr val="FC0128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9" name=""/>
          <p:cNvSpPr/>
          <p:nvPr/>
        </p:nvSpPr>
        <p:spPr>
          <a:xfrm>
            <a:off x="3228840" y="25416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0" name=""/>
          <p:cNvSpPr txBox="1"/>
          <p:nvPr/>
        </p:nvSpPr>
        <p:spPr>
          <a:xfrm>
            <a:off x="3228840" y="25416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Proof Totals</a:t>
            </a:r>
            <a:br>
              <a:rPr sz="1600"/>
            </a:b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Report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1" name=""/>
          <p:cNvSpPr/>
          <p:nvPr/>
        </p:nvSpPr>
        <p:spPr>
          <a:xfrm>
            <a:off x="4813200" y="175248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2" name=""/>
          <p:cNvSpPr txBox="1"/>
          <p:nvPr/>
        </p:nvSpPr>
        <p:spPr>
          <a:xfrm>
            <a:off x="4813200" y="175248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Proof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Totals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863" name=""/>
          <p:cNvGrpSpPr/>
          <p:nvPr/>
        </p:nvGrpSpPr>
        <p:grpSpPr>
          <a:xfrm>
            <a:off x="1996920" y="2557440"/>
            <a:ext cx="301680" cy="433440"/>
            <a:chOff x="1996920" y="2557440"/>
            <a:chExt cx="301680" cy="433440"/>
          </a:xfrm>
        </p:grpSpPr>
        <p:sp>
          <p:nvSpPr>
            <p:cNvPr id="1864" name=""/>
            <p:cNvSpPr/>
            <p:nvPr/>
          </p:nvSpPr>
          <p:spPr>
            <a:xfrm>
              <a:off x="1996920" y="2557440"/>
              <a:ext cx="301680" cy="293760"/>
            </a:xfrm>
            <a:prstGeom prst="rect">
              <a:avLst/>
            </a:prstGeom>
            <a:gradFill rotWithShape="0">
              <a:gsLst>
                <a:gs pos="0">
                  <a:srgbClr val="919191"/>
                </a:gs>
                <a:gs pos="50000">
                  <a:srgbClr val="FFFFFF"/>
                </a:gs>
                <a:gs pos="100000">
                  <a:srgbClr val="919191"/>
                </a:gs>
              </a:gsLst>
              <a:lin ang="2700000"/>
            </a:gra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65" name=""/>
            <p:cNvSpPr txBox="1"/>
            <p:nvPr/>
          </p:nvSpPr>
          <p:spPr>
            <a:xfrm>
              <a:off x="2095560" y="2606760"/>
              <a:ext cx="138240" cy="38412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90000"/>
                </a:lnSpc>
              </a:pPr>
              <a:r>
                <a:rPr lang="en-US" sz="2800" b="1" u="none" strike="noStrike">
                  <a:solidFill>
                    <a:srgbClr val="FC0128"/>
                  </a:solidFill>
                  <a:effectLst/>
                  <a:uFillTx/>
                  <a:latin typeface="Arial"/>
                  <a:ea typeface="Arial"/>
                </a:rPr>
                <a:t>*</a:t>
              </a:r>
              <a:endPara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866" name=""/>
          <p:cNvSpPr/>
          <p:nvPr/>
        </p:nvSpPr>
        <p:spPr>
          <a:xfrm>
            <a:off x="2162160" y="2857680"/>
            <a:ext cx="3240" cy="29196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7" name=""/>
          <p:cNvSpPr/>
          <p:nvPr/>
        </p:nvSpPr>
        <p:spPr>
          <a:xfrm>
            <a:off x="1501920" y="173988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8" name=""/>
          <p:cNvSpPr txBox="1"/>
          <p:nvPr/>
        </p:nvSpPr>
        <p:spPr>
          <a:xfrm>
            <a:off x="1501920" y="173988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Process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Payroll</a:t>
            </a:r>
            <a:br>
              <a:rPr sz="1600"/>
            </a:b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Records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9" name=""/>
          <p:cNvSpPr/>
          <p:nvPr/>
        </p:nvSpPr>
        <p:spPr>
          <a:xfrm>
            <a:off x="1501920" y="31370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0" name=""/>
          <p:cNvSpPr txBox="1"/>
          <p:nvPr/>
        </p:nvSpPr>
        <p:spPr>
          <a:xfrm>
            <a:off x="1501920" y="31370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Process 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Payroll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Record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1" name=""/>
          <p:cNvSpPr/>
          <p:nvPr/>
        </p:nvSpPr>
        <p:spPr>
          <a:xfrm flipH="1">
            <a:off x="2273400" y="1092240"/>
            <a:ext cx="1612800" cy="64764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2" name=""/>
          <p:cNvSpPr/>
          <p:nvPr/>
        </p:nvSpPr>
        <p:spPr>
          <a:xfrm>
            <a:off x="3898800" y="1092240"/>
            <a:ext cx="1575000" cy="66024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3" name=""/>
          <p:cNvSpPr/>
          <p:nvPr/>
        </p:nvSpPr>
        <p:spPr>
          <a:xfrm>
            <a:off x="1473120" y="478800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4" name=""/>
          <p:cNvSpPr txBox="1"/>
          <p:nvPr/>
        </p:nvSpPr>
        <p:spPr>
          <a:xfrm>
            <a:off x="1473120" y="478800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Add To 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Overtime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5" name=""/>
          <p:cNvSpPr/>
          <p:nvPr/>
        </p:nvSpPr>
        <p:spPr>
          <a:xfrm>
            <a:off x="25560" y="478800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6" name=""/>
          <p:cNvSpPr txBox="1"/>
          <p:nvPr/>
        </p:nvSpPr>
        <p:spPr>
          <a:xfrm>
            <a:off x="25560" y="478800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Add To 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Regular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7" name=""/>
          <p:cNvSpPr/>
          <p:nvPr/>
        </p:nvSpPr>
        <p:spPr>
          <a:xfrm>
            <a:off x="2921040" y="478800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8" name=""/>
          <p:cNvSpPr txBox="1"/>
          <p:nvPr/>
        </p:nvSpPr>
        <p:spPr>
          <a:xfrm>
            <a:off x="2921040" y="478800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Add To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Bonus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9" name=""/>
          <p:cNvSpPr/>
          <p:nvPr/>
        </p:nvSpPr>
        <p:spPr>
          <a:xfrm>
            <a:off x="2158920" y="4254480"/>
            <a:ext cx="0" cy="54612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0" name=""/>
          <p:cNvSpPr/>
          <p:nvPr/>
        </p:nvSpPr>
        <p:spPr>
          <a:xfrm flipH="1">
            <a:off x="711360" y="4267080"/>
            <a:ext cx="1447560" cy="53352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1" name=""/>
          <p:cNvSpPr/>
          <p:nvPr/>
        </p:nvSpPr>
        <p:spPr>
          <a:xfrm>
            <a:off x="2158920" y="4267080"/>
            <a:ext cx="1409760" cy="53352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2" name=""/>
          <p:cNvSpPr/>
          <p:nvPr/>
        </p:nvSpPr>
        <p:spPr>
          <a:xfrm>
            <a:off x="3390840" y="31496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3" name=""/>
          <p:cNvSpPr txBox="1"/>
          <p:nvPr/>
        </p:nvSpPr>
        <p:spPr>
          <a:xfrm>
            <a:off x="3390840" y="31496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Report</a:t>
            </a:r>
            <a:br>
              <a:rPr sz="1600"/>
            </a:b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Headings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4" name=""/>
          <p:cNvSpPr/>
          <p:nvPr/>
        </p:nvSpPr>
        <p:spPr>
          <a:xfrm>
            <a:off x="4838760" y="31496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5" name=""/>
          <p:cNvSpPr txBox="1"/>
          <p:nvPr/>
        </p:nvSpPr>
        <p:spPr>
          <a:xfrm>
            <a:off x="4838760" y="31496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Regular Totals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6" name=""/>
          <p:cNvSpPr/>
          <p:nvPr/>
        </p:nvSpPr>
        <p:spPr>
          <a:xfrm>
            <a:off x="6286680" y="31496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7" name=""/>
          <p:cNvSpPr txBox="1"/>
          <p:nvPr/>
        </p:nvSpPr>
        <p:spPr>
          <a:xfrm>
            <a:off x="6286680" y="31496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Overtime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Totals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8" name=""/>
          <p:cNvSpPr/>
          <p:nvPr/>
        </p:nvSpPr>
        <p:spPr>
          <a:xfrm>
            <a:off x="7734240" y="3149640"/>
            <a:ext cx="1355760" cy="825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9" name=""/>
          <p:cNvSpPr txBox="1"/>
          <p:nvPr/>
        </p:nvSpPr>
        <p:spPr>
          <a:xfrm>
            <a:off x="7734240" y="3149640"/>
            <a:ext cx="1355760" cy="82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Bonus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5000"/>
              </a:lnSpc>
            </a:pPr>
            <a:r>
              <a:rPr lang="en-US" sz="16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Totals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0" name=""/>
          <p:cNvSpPr/>
          <p:nvPr/>
        </p:nvSpPr>
        <p:spPr>
          <a:xfrm>
            <a:off x="5511960" y="2577960"/>
            <a:ext cx="0" cy="59688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1" name=""/>
          <p:cNvSpPr/>
          <p:nvPr/>
        </p:nvSpPr>
        <p:spPr>
          <a:xfrm flipH="1">
            <a:off x="4089240" y="2577960"/>
            <a:ext cx="1422720" cy="57168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2" name=""/>
          <p:cNvSpPr/>
          <p:nvPr/>
        </p:nvSpPr>
        <p:spPr>
          <a:xfrm>
            <a:off x="5511960" y="2577960"/>
            <a:ext cx="1460520" cy="57168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3" name=""/>
          <p:cNvSpPr/>
          <p:nvPr/>
        </p:nvSpPr>
        <p:spPr>
          <a:xfrm>
            <a:off x="5511960" y="2577960"/>
            <a:ext cx="2920680" cy="571680"/>
          </a:xfrm>
          <a:prstGeom prst="line">
            <a:avLst/>
          </a:prstGeom>
          <a:ln w="25560">
            <a:solidFill>
              <a:srgbClr val="DADA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4" name=""/>
          <p:cNvSpPr txBox="1"/>
          <p:nvPr/>
        </p:nvSpPr>
        <p:spPr>
          <a:xfrm>
            <a:off x="406440" y="1739880"/>
            <a:ext cx="97164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1,20,19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5" name=""/>
          <p:cNvSpPr txBox="1"/>
          <p:nvPr/>
        </p:nvSpPr>
        <p:spPr>
          <a:xfrm>
            <a:off x="6718320" y="1749600"/>
            <a:ext cx="65412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2,21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6" name=""/>
          <p:cNvSpPr/>
          <p:nvPr/>
        </p:nvSpPr>
        <p:spPr>
          <a:xfrm flipH="1">
            <a:off x="876240" y="1066680"/>
            <a:ext cx="3048120" cy="67320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7" name=""/>
          <p:cNvSpPr/>
          <p:nvPr/>
        </p:nvSpPr>
        <p:spPr>
          <a:xfrm>
            <a:off x="3911760" y="1079640"/>
            <a:ext cx="3124080" cy="67284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8" name=""/>
          <p:cNvSpPr/>
          <p:nvPr/>
        </p:nvSpPr>
        <p:spPr>
          <a:xfrm>
            <a:off x="5524560" y="3962520"/>
            <a:ext cx="0" cy="3045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9" name=""/>
          <p:cNvSpPr/>
          <p:nvPr/>
        </p:nvSpPr>
        <p:spPr>
          <a:xfrm flipH="1">
            <a:off x="4111560" y="3975120"/>
            <a:ext cx="3240" cy="2667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0" name=""/>
          <p:cNvSpPr/>
          <p:nvPr/>
        </p:nvSpPr>
        <p:spPr>
          <a:xfrm>
            <a:off x="6978600" y="3975120"/>
            <a:ext cx="0" cy="27612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1" name=""/>
          <p:cNvSpPr/>
          <p:nvPr/>
        </p:nvSpPr>
        <p:spPr>
          <a:xfrm>
            <a:off x="8445600" y="3984480"/>
            <a:ext cx="0" cy="2667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2" name=""/>
          <p:cNvSpPr txBox="1"/>
          <p:nvPr/>
        </p:nvSpPr>
        <p:spPr>
          <a:xfrm>
            <a:off x="257040" y="5897520"/>
            <a:ext cx="78120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13,16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3" name=""/>
          <p:cNvSpPr/>
          <p:nvPr/>
        </p:nvSpPr>
        <p:spPr>
          <a:xfrm>
            <a:off x="650880" y="5616720"/>
            <a:ext cx="0" cy="3045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4" name=""/>
          <p:cNvSpPr txBox="1"/>
          <p:nvPr/>
        </p:nvSpPr>
        <p:spPr>
          <a:xfrm>
            <a:off x="1762200" y="5897520"/>
            <a:ext cx="78120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14,17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5" name=""/>
          <p:cNvSpPr/>
          <p:nvPr/>
        </p:nvSpPr>
        <p:spPr>
          <a:xfrm>
            <a:off x="2155680" y="5616720"/>
            <a:ext cx="0" cy="3045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6" name=""/>
          <p:cNvSpPr txBox="1"/>
          <p:nvPr/>
        </p:nvSpPr>
        <p:spPr>
          <a:xfrm>
            <a:off x="3219480" y="5897520"/>
            <a:ext cx="78120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15,18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7" name=""/>
          <p:cNvSpPr/>
          <p:nvPr/>
        </p:nvSpPr>
        <p:spPr>
          <a:xfrm>
            <a:off x="3613320" y="5616720"/>
            <a:ext cx="0" cy="30456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8" name=""/>
          <p:cNvSpPr txBox="1"/>
          <p:nvPr/>
        </p:nvSpPr>
        <p:spPr>
          <a:xfrm>
            <a:off x="2882880" y="3146400"/>
            <a:ext cx="46368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19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9" name=""/>
          <p:cNvSpPr/>
          <p:nvPr/>
        </p:nvSpPr>
        <p:spPr>
          <a:xfrm>
            <a:off x="2158920" y="2844720"/>
            <a:ext cx="952560" cy="317520"/>
          </a:xfrm>
          <a:prstGeom prst="line">
            <a:avLst/>
          </a:prstGeom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0" name=""/>
          <p:cNvSpPr txBox="1"/>
          <p:nvPr/>
        </p:nvSpPr>
        <p:spPr>
          <a:xfrm>
            <a:off x="2270160" y="2523960"/>
            <a:ext cx="311040" cy="36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1" name=""/>
          <p:cNvSpPr txBox="1"/>
          <p:nvPr/>
        </p:nvSpPr>
        <p:spPr>
          <a:xfrm>
            <a:off x="2257560" y="3933720"/>
            <a:ext cx="311040" cy="36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2" name=""/>
          <p:cNvSpPr txBox="1"/>
          <p:nvPr/>
        </p:nvSpPr>
        <p:spPr>
          <a:xfrm>
            <a:off x="5111640" y="4233960"/>
            <a:ext cx="84456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7,10,4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3" name=""/>
          <p:cNvSpPr txBox="1"/>
          <p:nvPr/>
        </p:nvSpPr>
        <p:spPr>
          <a:xfrm>
            <a:off x="8045280" y="4233960"/>
            <a:ext cx="84456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12,9,6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4" name=""/>
          <p:cNvSpPr txBox="1"/>
          <p:nvPr/>
        </p:nvSpPr>
        <p:spPr>
          <a:xfrm>
            <a:off x="6537240" y="4233960"/>
            <a:ext cx="84456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11,8,5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5" name=""/>
          <p:cNvSpPr txBox="1"/>
          <p:nvPr/>
        </p:nvSpPr>
        <p:spPr>
          <a:xfrm>
            <a:off x="3959280" y="4226040"/>
            <a:ext cx="336600" cy="392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3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6" name=""/>
          <p:cNvSpPr/>
          <p:nvPr/>
        </p:nvSpPr>
        <p:spPr>
          <a:xfrm>
            <a:off x="2014560" y="3954600"/>
            <a:ext cx="299880" cy="303120"/>
          </a:xfrm>
          <a:prstGeom prst="rect">
            <a:avLst/>
          </a:prstGeom>
          <a:gradFill rotWithShape="0">
            <a:gsLst>
              <a:gs pos="0">
                <a:srgbClr val="919191"/>
              </a:gs>
              <a:gs pos="50000">
                <a:srgbClr val="FFFFFF"/>
              </a:gs>
              <a:gs pos="100000">
                <a:srgbClr val="919191"/>
              </a:gs>
            </a:gsLst>
            <a:lin ang="2700000"/>
          </a:gra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7" name=""/>
          <p:cNvSpPr txBox="1"/>
          <p:nvPr/>
        </p:nvSpPr>
        <p:spPr>
          <a:xfrm>
            <a:off x="2090880" y="3989520"/>
            <a:ext cx="139680" cy="247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90000"/>
              </a:lnSpc>
            </a:pPr>
            <a:r>
              <a:rPr lang="en-US" sz="18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8" name=""/>
          <p:cNvSpPr txBox="1"/>
          <p:nvPr/>
        </p:nvSpPr>
        <p:spPr>
          <a:xfrm>
            <a:off x="4419720" y="4762440"/>
            <a:ext cx="4811760" cy="1720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291960" indent="-291960">
              <a:lnSpc>
                <a:spcPct val="85000"/>
              </a:lnSpc>
              <a:tabLst>
                <a:tab pos="190440" algn="l"/>
                <a:tab pos="1994040" algn="l"/>
                <a:tab pos="2095560" algn="l"/>
              </a:tabLst>
            </a:pP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Process-Payroll-Records.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91960" indent="-291960">
              <a:lnSpc>
                <a:spcPct val="85000"/>
              </a:lnSpc>
              <a:tabLst>
                <a:tab pos="190440" algn="l"/>
                <a:tab pos="1994040" algn="l"/>
                <a:tab pos="2095560" algn="l"/>
              </a:tabLst>
            </a:pP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 EVALUATE  TRUE</a:t>
            </a:r>
            <a:br>
              <a:rPr sz="1400"/>
            </a:b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WHEN Regular-Rec </a:t>
            </a: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PERFORM Add-to-Regular</a:t>
            </a:r>
            <a:br>
              <a:rPr sz="1400"/>
            </a:b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WHEN Overtime-Rec</a:t>
            </a: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PERFORM Add-to-Overtime</a:t>
            </a:r>
            <a:br>
              <a:rPr sz="1400"/>
            </a:b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WHEN Bonus-Rec</a:t>
            </a: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PERFORM Add-to-Bonus</a:t>
            </a:r>
            <a:br>
              <a:rPr sz="1400"/>
            </a:b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END-EVALUATE.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91960" indent="-291960">
              <a:lnSpc>
                <a:spcPct val="85000"/>
              </a:lnSpc>
              <a:tabLst>
                <a:tab pos="190440" algn="l"/>
                <a:tab pos="1994040" algn="l"/>
                <a:tab pos="2095560" algn="l"/>
              </a:tabLst>
            </a:pP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READ Payroll-File </a:t>
            </a:r>
            <a:br>
              <a:rPr sz="1400"/>
            </a:b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   AT END SET End-Of-File TO TRUE</a:t>
            </a:r>
            <a:br>
              <a:rPr sz="1400"/>
            </a:br>
            <a:r>
              <a:rPr lang="en-US" sz="1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END-READ.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9" name=""/>
          <p:cNvSpPr/>
          <p:nvPr/>
        </p:nvSpPr>
        <p:spPr>
          <a:xfrm>
            <a:off x="1066680" y="2959200"/>
            <a:ext cx="2349360" cy="1473120"/>
          </a:xfrm>
          <a:prstGeom prst="rect">
            <a:avLst/>
          </a:prstGeom>
          <a:noFill/>
          <a:ln w="25560">
            <a:solidFill>
              <a:srgbClr val="FC0128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LibreOffice/26.2.2.2$Windows_X86_64 LibreOffice_project/1f77d10d6938fd34972958f64b2bcfa54f8b1ba5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Michael Coughlan</dc:creator>
  <dc:description/>
  <dc:language>en-US</dc:language>
  <cp:lastModifiedBy>Michael Coughlan</cp:lastModifiedBy>
  <cp:revision>0</cp:revision>
  <dc:subject/>
  <dc:title>Introduction To  Diagrammatic Stepwise Refinement </dc:title>
</cp:coreProperties>
</file>