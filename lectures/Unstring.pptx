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presProps.xml" ContentType="application/vnd.openxmlformats-officedocument.presentationml.presProps+xml"/>
  <Override PartName="/ppt/media/image1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338640" y="2986200"/>
            <a:ext cx="2698920" cy="58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789120" y="870120"/>
            <a:ext cx="7047000" cy="35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2819520" y="133200"/>
            <a:ext cx="34052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Syntax.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74720" y="4594320"/>
            <a:ext cx="6738840" cy="2200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8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UNSTRING FullName DELIMITED BY ALL SPACES 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  INTO FirstName, SecondName, Surname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UNSTRING CustAddress DELIMITED BY ","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  INTO AdrLine(1), AdrLine(2), AdrLine(3),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       AdrLine(4), AdrLine(5), AdrLine(6) 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  TALLYING IN AdrLinesUsed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 txBox="1"/>
          <p:nvPr/>
        </p:nvSpPr>
        <p:spPr>
          <a:xfrm>
            <a:off x="2082960" y="171360"/>
            <a:ext cx="46497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How the UNSTRING works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1640" y="1193760"/>
            <a:ext cx="8153280" cy="4646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5000"/>
              </a:lnSpc>
              <a:spcBef>
                <a:spcPts val="240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UNSTRING copies characters from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to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until a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Delimiter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encountered in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full.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240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When either of these things happen the next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becomes the receiving area and characters are copied into it until it too is full or another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Delimiter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encountered in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5000"/>
              </a:lnSpc>
              <a:spcBef>
                <a:spcPts val="2401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Characters are copied from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to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Strings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according to the rules for Alphanumeric moves.  There 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is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space filling.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 txBox="1"/>
          <p:nvPr/>
        </p:nvSpPr>
        <p:spPr>
          <a:xfrm>
            <a:off x="2336760" y="146160"/>
            <a:ext cx="41752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Termination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19040" y="1168560"/>
            <a:ext cx="8128080" cy="348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UNSTRING statement terminates when:-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All the characters in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have been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examined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OR</a:t>
            </a:r>
            <a:br>
              <a:rPr sz="1800"/>
            </a:br>
            <a:br>
              <a:rPr sz="18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have been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processed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OR </a:t>
            </a:r>
            <a:br>
              <a:rPr sz="2400"/>
            </a:b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Some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error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condition is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encountered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 txBox="1"/>
          <p:nvPr/>
        </p:nvSpPr>
        <p:spPr>
          <a:xfrm>
            <a:off x="2819520" y="133200"/>
            <a:ext cx="35434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clauses.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6320" y="762120"/>
            <a:ext cx="8585280" cy="549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8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ON OVERFLOW.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ON OVERFLOW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activated if :-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 lvl="1" indent="-279360">
              <a:lnSpc>
                <a:spcPct val="8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The Unstring pointer (Pointer#i) is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not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pointing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to a character position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within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SourceString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when the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executes.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52560" lvl="1" indent="-279360">
              <a:lnSpc>
                <a:spcPct val="8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All the Destination Strings have been processed but there are still valid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unexamined characters in the 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COUNT IN 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COUNT IN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clause is associated with a particular Destination String and holds a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count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of the number of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characters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passed to the Destination String.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TALLYING IN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Only one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TALLYING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clause can be used with each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UNSTRING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  It holds a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count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of the number of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Destination Strings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affected by the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UNSTRING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operation.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"/>
          <p:cNvSpPr txBox="1"/>
          <p:nvPr/>
        </p:nvSpPr>
        <p:spPr>
          <a:xfrm>
            <a:off x="1917720" y="184320"/>
            <a:ext cx="45705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The UNSTRING clauses 2.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380880" y="838080"/>
            <a:ext cx="8153280" cy="54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75000"/>
              </a:lnSpc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WITH POINTER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Pointer#i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holds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position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of the next non-delimiter character to be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examined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br>
              <a:rPr sz="2400"/>
            </a:br>
            <a:br>
              <a:rPr sz="2400"/>
            </a:b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Pointer#i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must be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large enough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to hold a value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one greater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than the size of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DELIMITER IN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20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DELIMITER IN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clause is associated with a particular Destination String.  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HoldDelim$i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holds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Delimiter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that was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encountered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the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Source String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When the A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LL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phrase is used, 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contiguous delimiters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are treated as if only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one delimiter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had been encountered.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5 - 8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101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3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104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13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114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6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117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9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- 0 5 - 8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123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25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126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4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35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136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8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139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1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5224680" y="1333800"/>
            <a:ext cx="1088640" cy="1969200"/>
          </a:xfrm>
          <a:custGeom>
            <a:avLst/>
            <a:gdLst/>
            <a:ahLst/>
            <a:rect l="0" t="0" r="r" b="b"/>
            <a:pathLst>
              <a:path fill="none" w="3024" h="5470">
                <a:moveTo>
                  <a:pt x="0" y="5459"/>
                </a:moveTo>
                <a:lnTo>
                  <a:pt x="0" y="5459"/>
                </a:lnTo>
                <a:cubicBezTo>
                  <a:pt x="81" y="5466"/>
                  <a:pt x="163" y="5470"/>
                  <a:pt x="245" y="5470"/>
                </a:cubicBezTo>
                <a:cubicBezTo>
                  <a:pt x="733" y="5470"/>
                  <a:pt x="1212" y="5343"/>
                  <a:pt x="1634" y="5103"/>
                </a:cubicBezTo>
                <a:cubicBezTo>
                  <a:pt x="2057" y="4863"/>
                  <a:pt x="2408" y="4518"/>
                  <a:pt x="2652" y="4102"/>
                </a:cubicBezTo>
                <a:cubicBezTo>
                  <a:pt x="2895" y="3686"/>
                  <a:pt x="3024" y="3215"/>
                  <a:pt x="3024" y="2735"/>
                </a:cubicBezTo>
                <a:cubicBezTo>
                  <a:pt x="3024" y="2255"/>
                  <a:pt x="2895" y="1783"/>
                  <a:pt x="2652" y="1367"/>
                </a:cubicBezTo>
                <a:cubicBezTo>
                  <a:pt x="2408" y="951"/>
                  <a:pt x="2057" y="606"/>
                  <a:pt x="1634" y="366"/>
                </a:cubicBezTo>
                <a:cubicBezTo>
                  <a:pt x="1225" y="134"/>
                  <a:pt x="763" y="8"/>
                  <a:pt x="29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4394160" y="3022560"/>
            <a:ext cx="825480" cy="53352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- 0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5 - 8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 MonthStr,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6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147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9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150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8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59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160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2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163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5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219640" y="2006640"/>
            <a:ext cx="546480" cy="1029240"/>
          </a:xfrm>
          <a:custGeom>
            <a:avLst/>
            <a:gdLst/>
            <a:ahLst/>
            <a:rect l="0" t="0" r="r" b="b"/>
            <a:pathLst>
              <a:path fill="none" w="1518" h="2859">
                <a:moveTo>
                  <a:pt x="1518" y="2859"/>
                </a:moveTo>
                <a:lnTo>
                  <a:pt x="1518" y="2859"/>
                </a:lnTo>
                <a:lnTo>
                  <a:pt x="1518" y="2859"/>
                </a:lnTo>
                <a:cubicBezTo>
                  <a:pt x="1518" y="2357"/>
                  <a:pt x="1448" y="1864"/>
                  <a:pt x="1315" y="1429"/>
                </a:cubicBezTo>
                <a:cubicBezTo>
                  <a:pt x="1181" y="995"/>
                  <a:pt x="990" y="634"/>
                  <a:pt x="759" y="383"/>
                </a:cubicBezTo>
                <a:cubicBezTo>
                  <a:pt x="528" y="132"/>
                  <a:pt x="266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5334120" y="3048120"/>
            <a:ext cx="825480" cy="53352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5 -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5 -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0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171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73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174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2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83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184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86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187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9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5232240" y="2628720"/>
            <a:ext cx="1368720" cy="394200"/>
          </a:xfrm>
          <a:custGeom>
            <a:avLst/>
            <a:gdLst/>
            <a:ahLst/>
            <a:rect l="0" t="0" r="r" b="b"/>
            <a:pathLst>
              <a:path fill="none" w="3802" h="1095">
                <a:moveTo>
                  <a:pt x="3802" y="1095"/>
                </a:moveTo>
                <a:lnTo>
                  <a:pt x="3802" y="1095"/>
                </a:lnTo>
                <a:lnTo>
                  <a:pt x="3802" y="1095"/>
                </a:lnTo>
                <a:cubicBezTo>
                  <a:pt x="3802" y="903"/>
                  <a:pt x="3626" y="714"/>
                  <a:pt x="3293" y="547"/>
                </a:cubicBezTo>
                <a:cubicBezTo>
                  <a:pt x="2959" y="381"/>
                  <a:pt x="2479" y="243"/>
                  <a:pt x="1901" y="147"/>
                </a:cubicBezTo>
                <a:cubicBezTo>
                  <a:pt x="1323" y="51"/>
                  <a:pt x="667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6146640" y="3038400"/>
            <a:ext cx="825480" cy="51768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1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5 -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5 - 8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4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195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97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198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4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6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07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208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10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211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3" name=""/>
          <p:cNvSpPr txBox="1"/>
          <p:nvPr/>
        </p:nvSpPr>
        <p:spPr>
          <a:xfrm>
            <a:off x="6286680" y="500364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Chars Left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7058160" y="3019320"/>
            <a:ext cx="771480" cy="58104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/>
          <p:nvPr/>
        </p:nvSpPr>
        <p:spPr>
          <a:xfrm>
            <a:off x="7162920" y="3581280"/>
            <a:ext cx="305280" cy="1648080"/>
          </a:xfrm>
          <a:custGeom>
            <a:avLst/>
            <a:gdLst/>
            <a:ahLst/>
            <a:rect l="0" t="0" r="r" b="b"/>
            <a:pathLst>
              <a:path fill="none" w="848" h="4578">
                <a:moveTo>
                  <a:pt x="0" y="4578"/>
                </a:moveTo>
                <a:lnTo>
                  <a:pt x="0" y="4578"/>
                </a:lnTo>
                <a:cubicBezTo>
                  <a:pt x="149" y="4578"/>
                  <a:pt x="295" y="4366"/>
                  <a:pt x="424" y="3965"/>
                </a:cubicBezTo>
                <a:cubicBezTo>
                  <a:pt x="553" y="3563"/>
                  <a:pt x="660" y="2985"/>
                  <a:pt x="734" y="2289"/>
                </a:cubicBezTo>
                <a:cubicBezTo>
                  <a:pt x="809" y="1593"/>
                  <a:pt x="848" y="804"/>
                  <a:pt x="848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1 9 s t o p 0 5 s t o p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 DELIMITED BY "stop"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8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219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"/>
          <p:cNvSpPr/>
          <p:nvPr/>
        </p:nvSpPr>
        <p:spPr>
          <a:xfrm>
            <a:off x="981000" y="3546360"/>
            <a:ext cx="600408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142560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18446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23018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72088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/>
          <p:nvPr/>
        </p:nvSpPr>
        <p:spPr>
          <a:xfrm>
            <a:off x="3127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3559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397836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396720" y="400680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4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1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6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30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231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33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234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5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6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43974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/>
          <p:nvPr/>
        </p:nvSpPr>
        <p:spPr>
          <a:xfrm>
            <a:off x="48546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/>
          <p:nvPr/>
        </p:nvSpPr>
        <p:spPr>
          <a:xfrm>
            <a:off x="527364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568008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/>
          <p:nvPr/>
        </p:nvSpPr>
        <p:spPr>
          <a:xfrm>
            <a:off x="61117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65311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s t o p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0 5 s t o p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 DELIMITED BY "stop"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5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246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8" name=""/>
          <p:cNvSpPr/>
          <p:nvPr/>
        </p:nvSpPr>
        <p:spPr>
          <a:xfrm>
            <a:off x="981000" y="3546360"/>
            <a:ext cx="600408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142560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18446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23018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272088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3127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559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97836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96720" y="400680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4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1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6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57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258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0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261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3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43974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/>
          <p:nvPr/>
        </p:nvSpPr>
        <p:spPr>
          <a:xfrm>
            <a:off x="48546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527364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568008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61117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/>
          <p:nvPr/>
        </p:nvSpPr>
        <p:spPr>
          <a:xfrm>
            <a:off x="65311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1 9 s t o p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s t o p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 DELIMITED BY "stop"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 MonthStr,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2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273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4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5" name=""/>
          <p:cNvSpPr/>
          <p:nvPr/>
        </p:nvSpPr>
        <p:spPr>
          <a:xfrm>
            <a:off x="981000" y="3546360"/>
            <a:ext cx="600408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142560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18446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23018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272088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3127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3559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397836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96720" y="400680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4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1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6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84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285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6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87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288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0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43974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/>
          <p:nvPr/>
        </p:nvSpPr>
        <p:spPr>
          <a:xfrm>
            <a:off x="48546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527364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568008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61117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5311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2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69800" y="628560"/>
            <a:ext cx="8166240" cy="5670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1 9 s t o p 0 5 s t o p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 DELIMITED BY "stop"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99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300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2" name=""/>
          <p:cNvSpPr/>
          <p:nvPr/>
        </p:nvSpPr>
        <p:spPr>
          <a:xfrm>
            <a:off x="981000" y="3546360"/>
            <a:ext cx="600408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142560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18446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230184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272088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3127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355932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3978360" y="354636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396720" y="400680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4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1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6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11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312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3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14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315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6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17" name=""/>
          <p:cNvSpPr/>
          <p:nvPr/>
        </p:nvSpPr>
        <p:spPr>
          <a:xfrm>
            <a:off x="6286680" y="500364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43974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485460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527364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568008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61117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6531120" y="354024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0 5 /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MonthStr DELIMITER IN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Hold1 SPACE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6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327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29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330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2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3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4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5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6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8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39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340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42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343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45" name=""/>
          <p:cNvSpPr/>
          <p:nvPr/>
        </p:nvSpPr>
        <p:spPr>
          <a:xfrm>
            <a:off x="6286680" y="46227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/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MonthStr DELIMITER IN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Hold1 SPACE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8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349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0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51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352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4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9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0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61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362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3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64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365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7" name=""/>
          <p:cNvSpPr/>
          <p:nvPr/>
        </p:nvSpPr>
        <p:spPr>
          <a:xfrm>
            <a:off x="6286680" y="46227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/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MonthStr DELIMITER IN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Hold1 SPACE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0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371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2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73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374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5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0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1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2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83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384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86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387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8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9" name=""/>
          <p:cNvSpPr/>
          <p:nvPr/>
        </p:nvSpPr>
        <p:spPr>
          <a:xfrm>
            <a:off x="6286680" y="46227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/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MonthStr DELIMITER IN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Hold1 SPACE Hold2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92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393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4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95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396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7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8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9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0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1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2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3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4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05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406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7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08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409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0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1" name=""/>
          <p:cNvSpPr txBox="1"/>
          <p:nvPr/>
        </p:nvSpPr>
        <p:spPr>
          <a:xfrm>
            <a:off x="6286680" y="462276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19 05 80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- /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/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MonthStr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4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415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7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418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9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0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1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2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3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5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6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27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428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9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30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431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2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3" name=""/>
          <p:cNvSpPr/>
          <p:nvPr/>
        </p:nvSpPr>
        <p:spPr>
          <a:xfrm>
            <a:off x="6286680" y="46227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69800" y="628560"/>
            <a:ext cx="8178840" cy="60008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1 9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X(8).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9 - 0 5 / 8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"/" OR "-"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  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MonthStr DELIMITER IN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YearStr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DayStr SPACE MonthStr SPACE YearStr.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Hold1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36" name=""/>
          <p:cNvGrpSpPr/>
          <p:nvPr/>
        </p:nvGrpSpPr>
        <p:grpSpPr>
          <a:xfrm>
            <a:off x="4460760" y="1104840"/>
            <a:ext cx="863640" cy="485640"/>
            <a:chOff x="4460760" y="1104840"/>
            <a:chExt cx="863640" cy="485640"/>
          </a:xfrm>
        </p:grpSpPr>
        <p:sp>
          <p:nvSpPr>
            <p:cNvPr id="437" name=""/>
            <p:cNvSpPr/>
            <p:nvPr/>
          </p:nvSpPr>
          <p:spPr>
            <a:xfrm>
              <a:off x="4460760" y="11048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8" name=""/>
            <p:cNvSpPr/>
            <p:nvPr/>
          </p:nvSpPr>
          <p:spPr>
            <a:xfrm>
              <a:off x="4905360" y="11206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39" name=""/>
          <p:cNvGrpSpPr/>
          <p:nvPr/>
        </p:nvGrpSpPr>
        <p:grpSpPr>
          <a:xfrm>
            <a:off x="4460760" y="3063960"/>
            <a:ext cx="3403440" cy="457200"/>
            <a:chOff x="4460760" y="3063960"/>
            <a:chExt cx="3403440" cy="457200"/>
          </a:xfrm>
        </p:grpSpPr>
        <p:sp>
          <p:nvSpPr>
            <p:cNvPr id="440" name=""/>
            <p:cNvSpPr/>
            <p:nvPr/>
          </p:nvSpPr>
          <p:spPr>
            <a:xfrm>
              <a:off x="4460760" y="3063960"/>
              <a:ext cx="3403440" cy="45720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1" name=""/>
            <p:cNvSpPr/>
            <p:nvPr/>
          </p:nvSpPr>
          <p:spPr>
            <a:xfrm>
              <a:off x="490536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2" name=""/>
            <p:cNvSpPr/>
            <p:nvPr/>
          </p:nvSpPr>
          <p:spPr>
            <a:xfrm>
              <a:off x="53244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"/>
            <p:cNvSpPr/>
            <p:nvPr/>
          </p:nvSpPr>
          <p:spPr>
            <a:xfrm>
              <a:off x="578160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"/>
            <p:cNvSpPr/>
            <p:nvPr/>
          </p:nvSpPr>
          <p:spPr>
            <a:xfrm>
              <a:off x="620064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5" name=""/>
            <p:cNvSpPr/>
            <p:nvPr/>
          </p:nvSpPr>
          <p:spPr>
            <a:xfrm>
              <a:off x="6607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6" name=""/>
            <p:cNvSpPr/>
            <p:nvPr/>
          </p:nvSpPr>
          <p:spPr>
            <a:xfrm>
              <a:off x="703908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7" name=""/>
            <p:cNvSpPr/>
            <p:nvPr/>
          </p:nvSpPr>
          <p:spPr>
            <a:xfrm>
              <a:off x="7458120" y="3063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8" name=""/>
          <p:cNvSpPr/>
          <p:nvPr/>
        </p:nvSpPr>
        <p:spPr>
          <a:xfrm>
            <a:off x="431640" y="3403440"/>
            <a:ext cx="8280720" cy="978120"/>
          </a:xfrm>
          <a:custGeom>
            <a:avLst/>
            <a:gdLst/>
            <a:ahLst/>
            <a:rect l="0" t="0" r="r" b="b"/>
            <a:pathLst>
              <a:path w="23002" h="2717">
                <a:moveTo>
                  <a:pt x="0" y="881"/>
                </a:moveTo>
                <a:lnTo>
                  <a:pt x="105" y="846"/>
                </a:lnTo>
                <a:lnTo>
                  <a:pt x="282" y="811"/>
                </a:lnTo>
                <a:lnTo>
                  <a:pt x="388" y="811"/>
                </a:lnTo>
                <a:lnTo>
                  <a:pt x="493" y="811"/>
                </a:lnTo>
                <a:lnTo>
                  <a:pt x="599" y="776"/>
                </a:lnTo>
                <a:lnTo>
                  <a:pt x="705" y="740"/>
                </a:lnTo>
                <a:lnTo>
                  <a:pt x="917" y="670"/>
                </a:lnTo>
                <a:lnTo>
                  <a:pt x="1023" y="599"/>
                </a:lnTo>
                <a:lnTo>
                  <a:pt x="1128" y="564"/>
                </a:lnTo>
                <a:lnTo>
                  <a:pt x="1234" y="670"/>
                </a:lnTo>
                <a:lnTo>
                  <a:pt x="1375" y="740"/>
                </a:lnTo>
                <a:lnTo>
                  <a:pt x="1516" y="881"/>
                </a:lnTo>
                <a:lnTo>
                  <a:pt x="1622" y="776"/>
                </a:lnTo>
                <a:lnTo>
                  <a:pt x="1728" y="881"/>
                </a:lnTo>
                <a:lnTo>
                  <a:pt x="1799" y="987"/>
                </a:lnTo>
                <a:lnTo>
                  <a:pt x="1905" y="1023"/>
                </a:lnTo>
                <a:lnTo>
                  <a:pt x="2010" y="952"/>
                </a:lnTo>
                <a:lnTo>
                  <a:pt x="2151" y="846"/>
                </a:lnTo>
                <a:lnTo>
                  <a:pt x="2222" y="740"/>
                </a:lnTo>
                <a:lnTo>
                  <a:pt x="2328" y="705"/>
                </a:lnTo>
                <a:lnTo>
                  <a:pt x="2504" y="705"/>
                </a:lnTo>
                <a:lnTo>
                  <a:pt x="2681" y="670"/>
                </a:lnTo>
                <a:lnTo>
                  <a:pt x="2786" y="635"/>
                </a:lnTo>
                <a:lnTo>
                  <a:pt x="2892" y="599"/>
                </a:lnTo>
                <a:lnTo>
                  <a:pt x="2998" y="529"/>
                </a:lnTo>
                <a:lnTo>
                  <a:pt x="3104" y="529"/>
                </a:lnTo>
                <a:lnTo>
                  <a:pt x="3245" y="564"/>
                </a:lnTo>
                <a:lnTo>
                  <a:pt x="3351" y="564"/>
                </a:lnTo>
                <a:lnTo>
                  <a:pt x="3492" y="564"/>
                </a:lnTo>
                <a:lnTo>
                  <a:pt x="3598" y="635"/>
                </a:lnTo>
                <a:lnTo>
                  <a:pt x="3704" y="670"/>
                </a:lnTo>
                <a:lnTo>
                  <a:pt x="3880" y="635"/>
                </a:lnTo>
                <a:lnTo>
                  <a:pt x="3986" y="670"/>
                </a:lnTo>
                <a:lnTo>
                  <a:pt x="4092" y="740"/>
                </a:lnTo>
                <a:lnTo>
                  <a:pt x="4162" y="846"/>
                </a:lnTo>
                <a:lnTo>
                  <a:pt x="4268" y="881"/>
                </a:lnTo>
                <a:lnTo>
                  <a:pt x="4445" y="846"/>
                </a:lnTo>
                <a:lnTo>
                  <a:pt x="4550" y="846"/>
                </a:lnTo>
                <a:lnTo>
                  <a:pt x="4691" y="811"/>
                </a:lnTo>
                <a:lnTo>
                  <a:pt x="4797" y="811"/>
                </a:lnTo>
                <a:lnTo>
                  <a:pt x="4903" y="740"/>
                </a:lnTo>
                <a:lnTo>
                  <a:pt x="5044" y="705"/>
                </a:lnTo>
                <a:lnTo>
                  <a:pt x="5150" y="705"/>
                </a:lnTo>
                <a:lnTo>
                  <a:pt x="5256" y="670"/>
                </a:lnTo>
                <a:lnTo>
                  <a:pt x="5432" y="599"/>
                </a:lnTo>
                <a:lnTo>
                  <a:pt x="5609" y="564"/>
                </a:lnTo>
                <a:lnTo>
                  <a:pt x="5750" y="599"/>
                </a:lnTo>
                <a:lnTo>
                  <a:pt x="5856" y="599"/>
                </a:lnTo>
                <a:lnTo>
                  <a:pt x="5997" y="599"/>
                </a:lnTo>
                <a:lnTo>
                  <a:pt x="6138" y="635"/>
                </a:lnTo>
                <a:lnTo>
                  <a:pt x="6491" y="635"/>
                </a:lnTo>
                <a:lnTo>
                  <a:pt x="6632" y="599"/>
                </a:lnTo>
                <a:lnTo>
                  <a:pt x="7126" y="564"/>
                </a:lnTo>
                <a:lnTo>
                  <a:pt x="7478" y="529"/>
                </a:lnTo>
                <a:lnTo>
                  <a:pt x="7902" y="529"/>
                </a:lnTo>
                <a:lnTo>
                  <a:pt x="8043" y="493"/>
                </a:lnTo>
                <a:lnTo>
                  <a:pt x="8219" y="423"/>
                </a:lnTo>
                <a:lnTo>
                  <a:pt x="8360" y="388"/>
                </a:lnTo>
                <a:lnTo>
                  <a:pt x="8501" y="317"/>
                </a:lnTo>
                <a:lnTo>
                  <a:pt x="8678" y="246"/>
                </a:lnTo>
                <a:lnTo>
                  <a:pt x="8784" y="176"/>
                </a:lnTo>
                <a:lnTo>
                  <a:pt x="8890" y="176"/>
                </a:lnTo>
                <a:lnTo>
                  <a:pt x="9101" y="141"/>
                </a:lnTo>
                <a:lnTo>
                  <a:pt x="9207" y="246"/>
                </a:lnTo>
                <a:lnTo>
                  <a:pt x="9313" y="423"/>
                </a:lnTo>
                <a:lnTo>
                  <a:pt x="9383" y="529"/>
                </a:lnTo>
                <a:lnTo>
                  <a:pt x="9525" y="493"/>
                </a:lnTo>
                <a:lnTo>
                  <a:pt x="9666" y="458"/>
                </a:lnTo>
                <a:lnTo>
                  <a:pt x="9771" y="423"/>
                </a:lnTo>
                <a:lnTo>
                  <a:pt x="9948" y="529"/>
                </a:lnTo>
                <a:lnTo>
                  <a:pt x="10089" y="564"/>
                </a:lnTo>
                <a:lnTo>
                  <a:pt x="10301" y="564"/>
                </a:lnTo>
                <a:lnTo>
                  <a:pt x="10442" y="564"/>
                </a:lnTo>
                <a:lnTo>
                  <a:pt x="10689" y="564"/>
                </a:lnTo>
                <a:lnTo>
                  <a:pt x="11041" y="564"/>
                </a:lnTo>
                <a:lnTo>
                  <a:pt x="11183" y="564"/>
                </a:lnTo>
                <a:lnTo>
                  <a:pt x="11324" y="529"/>
                </a:lnTo>
                <a:lnTo>
                  <a:pt x="11465" y="529"/>
                </a:lnTo>
                <a:lnTo>
                  <a:pt x="11572" y="529"/>
                </a:lnTo>
                <a:lnTo>
                  <a:pt x="11677" y="529"/>
                </a:lnTo>
                <a:lnTo>
                  <a:pt x="11783" y="529"/>
                </a:lnTo>
                <a:lnTo>
                  <a:pt x="11889" y="564"/>
                </a:lnTo>
                <a:lnTo>
                  <a:pt x="11995" y="564"/>
                </a:lnTo>
                <a:lnTo>
                  <a:pt x="12101" y="599"/>
                </a:lnTo>
                <a:lnTo>
                  <a:pt x="12242" y="599"/>
                </a:lnTo>
                <a:lnTo>
                  <a:pt x="12348" y="635"/>
                </a:lnTo>
                <a:lnTo>
                  <a:pt x="12454" y="670"/>
                </a:lnTo>
                <a:lnTo>
                  <a:pt x="12595" y="670"/>
                </a:lnTo>
                <a:lnTo>
                  <a:pt x="13018" y="670"/>
                </a:lnTo>
                <a:lnTo>
                  <a:pt x="13159" y="670"/>
                </a:lnTo>
                <a:lnTo>
                  <a:pt x="13300" y="705"/>
                </a:lnTo>
                <a:lnTo>
                  <a:pt x="13441" y="705"/>
                </a:lnTo>
                <a:lnTo>
                  <a:pt x="13582" y="705"/>
                </a:lnTo>
                <a:lnTo>
                  <a:pt x="13688" y="705"/>
                </a:lnTo>
                <a:lnTo>
                  <a:pt x="13794" y="705"/>
                </a:lnTo>
                <a:lnTo>
                  <a:pt x="14041" y="776"/>
                </a:lnTo>
                <a:lnTo>
                  <a:pt x="14147" y="811"/>
                </a:lnTo>
                <a:lnTo>
                  <a:pt x="14288" y="811"/>
                </a:lnTo>
                <a:lnTo>
                  <a:pt x="14429" y="811"/>
                </a:lnTo>
                <a:lnTo>
                  <a:pt x="14570" y="811"/>
                </a:lnTo>
                <a:lnTo>
                  <a:pt x="14676" y="776"/>
                </a:lnTo>
                <a:lnTo>
                  <a:pt x="14782" y="776"/>
                </a:lnTo>
                <a:lnTo>
                  <a:pt x="14923" y="740"/>
                </a:lnTo>
                <a:lnTo>
                  <a:pt x="15029" y="705"/>
                </a:lnTo>
                <a:lnTo>
                  <a:pt x="15170" y="705"/>
                </a:lnTo>
                <a:lnTo>
                  <a:pt x="15311" y="670"/>
                </a:lnTo>
                <a:lnTo>
                  <a:pt x="15664" y="670"/>
                </a:lnTo>
                <a:lnTo>
                  <a:pt x="15805" y="670"/>
                </a:lnTo>
                <a:lnTo>
                  <a:pt x="15911" y="705"/>
                </a:lnTo>
                <a:lnTo>
                  <a:pt x="15946" y="811"/>
                </a:lnTo>
                <a:lnTo>
                  <a:pt x="16087" y="881"/>
                </a:lnTo>
                <a:lnTo>
                  <a:pt x="16193" y="952"/>
                </a:lnTo>
                <a:lnTo>
                  <a:pt x="16299" y="987"/>
                </a:lnTo>
                <a:lnTo>
                  <a:pt x="16405" y="987"/>
                </a:lnTo>
                <a:lnTo>
                  <a:pt x="16511" y="987"/>
                </a:lnTo>
                <a:lnTo>
                  <a:pt x="16652" y="1023"/>
                </a:lnTo>
                <a:lnTo>
                  <a:pt x="16757" y="1058"/>
                </a:lnTo>
                <a:lnTo>
                  <a:pt x="16863" y="1058"/>
                </a:lnTo>
                <a:lnTo>
                  <a:pt x="17004" y="1023"/>
                </a:lnTo>
                <a:lnTo>
                  <a:pt x="17110" y="1023"/>
                </a:lnTo>
                <a:lnTo>
                  <a:pt x="17251" y="987"/>
                </a:lnTo>
                <a:lnTo>
                  <a:pt x="17392" y="952"/>
                </a:lnTo>
                <a:lnTo>
                  <a:pt x="17569" y="917"/>
                </a:lnTo>
                <a:lnTo>
                  <a:pt x="17675" y="917"/>
                </a:lnTo>
                <a:lnTo>
                  <a:pt x="17851" y="917"/>
                </a:lnTo>
                <a:lnTo>
                  <a:pt x="17957" y="952"/>
                </a:lnTo>
                <a:lnTo>
                  <a:pt x="18098" y="952"/>
                </a:lnTo>
                <a:lnTo>
                  <a:pt x="18204" y="987"/>
                </a:lnTo>
                <a:lnTo>
                  <a:pt x="18310" y="1023"/>
                </a:lnTo>
                <a:lnTo>
                  <a:pt x="18416" y="1023"/>
                </a:lnTo>
                <a:lnTo>
                  <a:pt x="18521" y="1023"/>
                </a:lnTo>
                <a:lnTo>
                  <a:pt x="18662" y="1023"/>
                </a:lnTo>
                <a:lnTo>
                  <a:pt x="18768" y="1023"/>
                </a:lnTo>
                <a:lnTo>
                  <a:pt x="18909" y="987"/>
                </a:lnTo>
                <a:lnTo>
                  <a:pt x="19051" y="917"/>
                </a:lnTo>
                <a:lnTo>
                  <a:pt x="19615" y="776"/>
                </a:lnTo>
                <a:lnTo>
                  <a:pt x="19968" y="705"/>
                </a:lnTo>
                <a:lnTo>
                  <a:pt x="20391" y="670"/>
                </a:lnTo>
                <a:lnTo>
                  <a:pt x="20532" y="635"/>
                </a:lnTo>
                <a:lnTo>
                  <a:pt x="20638" y="635"/>
                </a:lnTo>
                <a:lnTo>
                  <a:pt x="20673" y="529"/>
                </a:lnTo>
                <a:lnTo>
                  <a:pt x="20709" y="388"/>
                </a:lnTo>
                <a:lnTo>
                  <a:pt x="20814" y="423"/>
                </a:lnTo>
                <a:lnTo>
                  <a:pt x="20814" y="529"/>
                </a:lnTo>
                <a:lnTo>
                  <a:pt x="20920" y="564"/>
                </a:lnTo>
                <a:lnTo>
                  <a:pt x="21026" y="529"/>
                </a:lnTo>
                <a:lnTo>
                  <a:pt x="21132" y="458"/>
                </a:lnTo>
                <a:lnTo>
                  <a:pt x="21238" y="458"/>
                </a:lnTo>
                <a:lnTo>
                  <a:pt x="21379" y="423"/>
                </a:lnTo>
                <a:lnTo>
                  <a:pt x="21520" y="423"/>
                </a:lnTo>
                <a:lnTo>
                  <a:pt x="21626" y="388"/>
                </a:lnTo>
                <a:lnTo>
                  <a:pt x="21837" y="388"/>
                </a:lnTo>
                <a:lnTo>
                  <a:pt x="21943" y="388"/>
                </a:lnTo>
                <a:lnTo>
                  <a:pt x="22049" y="388"/>
                </a:lnTo>
                <a:lnTo>
                  <a:pt x="22155" y="352"/>
                </a:lnTo>
                <a:lnTo>
                  <a:pt x="22261" y="317"/>
                </a:lnTo>
                <a:lnTo>
                  <a:pt x="22367" y="317"/>
                </a:lnTo>
                <a:lnTo>
                  <a:pt x="22472" y="282"/>
                </a:lnTo>
                <a:lnTo>
                  <a:pt x="22578" y="211"/>
                </a:lnTo>
                <a:lnTo>
                  <a:pt x="22684" y="141"/>
                </a:lnTo>
                <a:lnTo>
                  <a:pt x="22790" y="105"/>
                </a:lnTo>
                <a:lnTo>
                  <a:pt x="22896" y="35"/>
                </a:lnTo>
                <a:lnTo>
                  <a:pt x="23002" y="0"/>
                </a:lnTo>
                <a:lnTo>
                  <a:pt x="23002" y="2646"/>
                </a:lnTo>
                <a:lnTo>
                  <a:pt x="22896" y="2576"/>
                </a:lnTo>
                <a:lnTo>
                  <a:pt x="22790" y="2505"/>
                </a:lnTo>
                <a:lnTo>
                  <a:pt x="22755" y="2399"/>
                </a:lnTo>
                <a:lnTo>
                  <a:pt x="22649" y="2294"/>
                </a:lnTo>
                <a:lnTo>
                  <a:pt x="22578" y="2188"/>
                </a:lnTo>
                <a:lnTo>
                  <a:pt x="22508" y="2082"/>
                </a:lnTo>
                <a:lnTo>
                  <a:pt x="22402" y="1906"/>
                </a:lnTo>
                <a:lnTo>
                  <a:pt x="22367" y="1800"/>
                </a:lnTo>
                <a:lnTo>
                  <a:pt x="22261" y="1694"/>
                </a:lnTo>
                <a:lnTo>
                  <a:pt x="22190" y="1588"/>
                </a:lnTo>
                <a:lnTo>
                  <a:pt x="22084" y="1517"/>
                </a:lnTo>
                <a:lnTo>
                  <a:pt x="21979" y="1553"/>
                </a:lnTo>
                <a:lnTo>
                  <a:pt x="21943" y="1659"/>
                </a:lnTo>
                <a:lnTo>
                  <a:pt x="21837" y="1764"/>
                </a:lnTo>
                <a:lnTo>
                  <a:pt x="21696" y="1870"/>
                </a:lnTo>
                <a:lnTo>
                  <a:pt x="21591" y="1941"/>
                </a:lnTo>
                <a:lnTo>
                  <a:pt x="21520" y="2047"/>
                </a:lnTo>
                <a:lnTo>
                  <a:pt x="21414" y="2188"/>
                </a:lnTo>
                <a:lnTo>
                  <a:pt x="21379" y="2294"/>
                </a:lnTo>
                <a:lnTo>
                  <a:pt x="21308" y="2399"/>
                </a:lnTo>
                <a:lnTo>
                  <a:pt x="21167" y="2364"/>
                </a:lnTo>
                <a:lnTo>
                  <a:pt x="21026" y="2223"/>
                </a:lnTo>
                <a:lnTo>
                  <a:pt x="20956" y="2082"/>
                </a:lnTo>
                <a:lnTo>
                  <a:pt x="20956" y="1976"/>
                </a:lnTo>
                <a:lnTo>
                  <a:pt x="20885" y="1870"/>
                </a:lnTo>
                <a:lnTo>
                  <a:pt x="20814" y="1729"/>
                </a:lnTo>
                <a:lnTo>
                  <a:pt x="20744" y="1623"/>
                </a:lnTo>
                <a:lnTo>
                  <a:pt x="20673" y="1517"/>
                </a:lnTo>
                <a:lnTo>
                  <a:pt x="20567" y="1482"/>
                </a:lnTo>
                <a:lnTo>
                  <a:pt x="20497" y="1376"/>
                </a:lnTo>
                <a:lnTo>
                  <a:pt x="20391" y="1270"/>
                </a:lnTo>
                <a:lnTo>
                  <a:pt x="20320" y="1164"/>
                </a:lnTo>
                <a:lnTo>
                  <a:pt x="20250" y="1270"/>
                </a:lnTo>
                <a:lnTo>
                  <a:pt x="20179" y="1376"/>
                </a:lnTo>
                <a:lnTo>
                  <a:pt x="20074" y="1376"/>
                </a:lnTo>
                <a:lnTo>
                  <a:pt x="19968" y="1376"/>
                </a:lnTo>
                <a:lnTo>
                  <a:pt x="20250" y="2717"/>
                </a:lnTo>
                <a:lnTo>
                  <a:pt x="19827" y="1412"/>
                </a:lnTo>
                <a:lnTo>
                  <a:pt x="19685" y="1517"/>
                </a:lnTo>
                <a:lnTo>
                  <a:pt x="19580" y="1553"/>
                </a:lnTo>
                <a:lnTo>
                  <a:pt x="19509" y="1659"/>
                </a:lnTo>
                <a:lnTo>
                  <a:pt x="19403" y="1764"/>
                </a:lnTo>
                <a:lnTo>
                  <a:pt x="19297" y="1800"/>
                </a:lnTo>
                <a:lnTo>
                  <a:pt x="19192" y="1800"/>
                </a:lnTo>
                <a:lnTo>
                  <a:pt x="19086" y="1906"/>
                </a:lnTo>
                <a:lnTo>
                  <a:pt x="19015" y="2011"/>
                </a:lnTo>
                <a:lnTo>
                  <a:pt x="18874" y="1976"/>
                </a:lnTo>
                <a:lnTo>
                  <a:pt x="18733" y="1870"/>
                </a:lnTo>
                <a:lnTo>
                  <a:pt x="18627" y="1800"/>
                </a:lnTo>
                <a:lnTo>
                  <a:pt x="18521" y="1800"/>
                </a:lnTo>
                <a:lnTo>
                  <a:pt x="18416" y="1729"/>
                </a:lnTo>
                <a:lnTo>
                  <a:pt x="18310" y="1659"/>
                </a:lnTo>
                <a:lnTo>
                  <a:pt x="18204" y="1694"/>
                </a:lnTo>
                <a:lnTo>
                  <a:pt x="17992" y="1659"/>
                </a:lnTo>
                <a:lnTo>
                  <a:pt x="17886" y="1517"/>
                </a:lnTo>
                <a:lnTo>
                  <a:pt x="17781" y="1447"/>
                </a:lnTo>
                <a:lnTo>
                  <a:pt x="17710" y="1340"/>
                </a:lnTo>
                <a:lnTo>
                  <a:pt x="17569" y="1270"/>
                </a:lnTo>
                <a:lnTo>
                  <a:pt x="17463" y="1305"/>
                </a:lnTo>
                <a:lnTo>
                  <a:pt x="17357" y="1376"/>
                </a:lnTo>
                <a:lnTo>
                  <a:pt x="17251" y="1517"/>
                </a:lnTo>
                <a:lnTo>
                  <a:pt x="17146" y="1553"/>
                </a:lnTo>
                <a:lnTo>
                  <a:pt x="17004" y="1623"/>
                </a:lnTo>
                <a:lnTo>
                  <a:pt x="16899" y="1694"/>
                </a:lnTo>
                <a:lnTo>
                  <a:pt x="16793" y="1729"/>
                </a:lnTo>
                <a:lnTo>
                  <a:pt x="16687" y="1729"/>
                </a:lnTo>
                <a:lnTo>
                  <a:pt x="16581" y="1694"/>
                </a:lnTo>
                <a:lnTo>
                  <a:pt x="16440" y="1623"/>
                </a:lnTo>
                <a:lnTo>
                  <a:pt x="16299" y="1553"/>
                </a:lnTo>
                <a:lnTo>
                  <a:pt x="16158" y="1482"/>
                </a:lnTo>
                <a:lnTo>
                  <a:pt x="15981" y="1376"/>
                </a:lnTo>
                <a:lnTo>
                  <a:pt x="15876" y="1340"/>
                </a:lnTo>
                <a:lnTo>
                  <a:pt x="15770" y="1234"/>
                </a:lnTo>
                <a:lnTo>
                  <a:pt x="15593" y="1234"/>
                </a:lnTo>
                <a:lnTo>
                  <a:pt x="15452" y="1164"/>
                </a:lnTo>
                <a:lnTo>
                  <a:pt x="15311" y="1128"/>
                </a:lnTo>
                <a:lnTo>
                  <a:pt x="15170" y="1164"/>
                </a:lnTo>
                <a:lnTo>
                  <a:pt x="15029" y="1270"/>
                </a:lnTo>
                <a:lnTo>
                  <a:pt x="14923" y="1305"/>
                </a:lnTo>
                <a:lnTo>
                  <a:pt x="14747" y="1234"/>
                </a:lnTo>
                <a:lnTo>
                  <a:pt x="14641" y="1164"/>
                </a:lnTo>
                <a:lnTo>
                  <a:pt x="14535" y="1128"/>
                </a:lnTo>
                <a:lnTo>
                  <a:pt x="14429" y="1128"/>
                </a:lnTo>
                <a:lnTo>
                  <a:pt x="14323" y="1128"/>
                </a:lnTo>
                <a:lnTo>
                  <a:pt x="14182" y="1093"/>
                </a:lnTo>
                <a:lnTo>
                  <a:pt x="14076" y="1093"/>
                </a:lnTo>
                <a:lnTo>
                  <a:pt x="13971" y="1128"/>
                </a:lnTo>
                <a:lnTo>
                  <a:pt x="13865" y="1164"/>
                </a:lnTo>
                <a:lnTo>
                  <a:pt x="13759" y="1164"/>
                </a:lnTo>
                <a:lnTo>
                  <a:pt x="13618" y="1164"/>
                </a:lnTo>
                <a:lnTo>
                  <a:pt x="13512" y="1093"/>
                </a:lnTo>
                <a:lnTo>
                  <a:pt x="13406" y="1023"/>
                </a:lnTo>
                <a:lnTo>
                  <a:pt x="13300" y="987"/>
                </a:lnTo>
                <a:lnTo>
                  <a:pt x="13194" y="987"/>
                </a:lnTo>
                <a:lnTo>
                  <a:pt x="13089" y="1023"/>
                </a:lnTo>
                <a:lnTo>
                  <a:pt x="12912" y="987"/>
                </a:lnTo>
                <a:lnTo>
                  <a:pt x="12806" y="952"/>
                </a:lnTo>
                <a:lnTo>
                  <a:pt x="12701" y="952"/>
                </a:lnTo>
                <a:lnTo>
                  <a:pt x="12595" y="1023"/>
                </a:lnTo>
                <a:lnTo>
                  <a:pt x="12489" y="1058"/>
                </a:lnTo>
                <a:lnTo>
                  <a:pt x="12348" y="1058"/>
                </a:lnTo>
                <a:lnTo>
                  <a:pt x="12207" y="1023"/>
                </a:lnTo>
                <a:lnTo>
                  <a:pt x="12066" y="1023"/>
                </a:lnTo>
                <a:lnTo>
                  <a:pt x="11924" y="952"/>
                </a:lnTo>
                <a:lnTo>
                  <a:pt x="11783" y="881"/>
                </a:lnTo>
                <a:lnTo>
                  <a:pt x="11677" y="846"/>
                </a:lnTo>
                <a:lnTo>
                  <a:pt x="11500" y="811"/>
                </a:lnTo>
                <a:lnTo>
                  <a:pt x="11359" y="811"/>
                </a:lnTo>
                <a:lnTo>
                  <a:pt x="11253" y="846"/>
                </a:lnTo>
                <a:lnTo>
                  <a:pt x="11112" y="952"/>
                </a:lnTo>
                <a:lnTo>
                  <a:pt x="11006" y="987"/>
                </a:lnTo>
                <a:lnTo>
                  <a:pt x="10865" y="1023"/>
                </a:lnTo>
                <a:lnTo>
                  <a:pt x="10724" y="987"/>
                </a:lnTo>
                <a:lnTo>
                  <a:pt x="10548" y="1023"/>
                </a:lnTo>
                <a:lnTo>
                  <a:pt x="10371" y="1058"/>
                </a:lnTo>
                <a:lnTo>
                  <a:pt x="10265" y="1093"/>
                </a:lnTo>
                <a:lnTo>
                  <a:pt x="10089" y="1023"/>
                </a:lnTo>
                <a:lnTo>
                  <a:pt x="9948" y="881"/>
                </a:lnTo>
                <a:lnTo>
                  <a:pt x="9842" y="811"/>
                </a:lnTo>
                <a:lnTo>
                  <a:pt x="9701" y="705"/>
                </a:lnTo>
                <a:lnTo>
                  <a:pt x="9595" y="670"/>
                </a:lnTo>
                <a:lnTo>
                  <a:pt x="9454" y="740"/>
                </a:lnTo>
                <a:lnTo>
                  <a:pt x="9383" y="846"/>
                </a:lnTo>
                <a:lnTo>
                  <a:pt x="9278" y="811"/>
                </a:lnTo>
                <a:lnTo>
                  <a:pt x="9172" y="846"/>
                </a:lnTo>
                <a:lnTo>
                  <a:pt x="9066" y="846"/>
                </a:lnTo>
                <a:lnTo>
                  <a:pt x="8925" y="881"/>
                </a:lnTo>
                <a:lnTo>
                  <a:pt x="8784" y="881"/>
                </a:lnTo>
                <a:lnTo>
                  <a:pt x="8678" y="881"/>
                </a:lnTo>
                <a:lnTo>
                  <a:pt x="8572" y="846"/>
                </a:lnTo>
                <a:lnTo>
                  <a:pt x="8925" y="1517"/>
                </a:lnTo>
                <a:lnTo>
                  <a:pt x="8501" y="952"/>
                </a:lnTo>
                <a:lnTo>
                  <a:pt x="8396" y="881"/>
                </a:lnTo>
                <a:lnTo>
                  <a:pt x="8290" y="881"/>
                </a:lnTo>
                <a:lnTo>
                  <a:pt x="8184" y="952"/>
                </a:lnTo>
                <a:lnTo>
                  <a:pt x="8113" y="1058"/>
                </a:lnTo>
                <a:lnTo>
                  <a:pt x="8008" y="1128"/>
                </a:lnTo>
                <a:lnTo>
                  <a:pt x="7902" y="1128"/>
                </a:lnTo>
                <a:lnTo>
                  <a:pt x="7796" y="1128"/>
                </a:lnTo>
                <a:lnTo>
                  <a:pt x="7690" y="1128"/>
                </a:lnTo>
                <a:lnTo>
                  <a:pt x="7549" y="1058"/>
                </a:lnTo>
                <a:lnTo>
                  <a:pt x="7443" y="1023"/>
                </a:lnTo>
                <a:lnTo>
                  <a:pt x="7337" y="1023"/>
                </a:lnTo>
                <a:lnTo>
                  <a:pt x="7196" y="987"/>
                </a:lnTo>
                <a:lnTo>
                  <a:pt x="7090" y="987"/>
                </a:lnTo>
                <a:lnTo>
                  <a:pt x="6914" y="987"/>
                </a:lnTo>
                <a:lnTo>
                  <a:pt x="6773" y="952"/>
                </a:lnTo>
                <a:lnTo>
                  <a:pt x="6667" y="881"/>
                </a:lnTo>
                <a:lnTo>
                  <a:pt x="6561" y="846"/>
                </a:lnTo>
                <a:lnTo>
                  <a:pt x="6455" y="846"/>
                </a:lnTo>
                <a:lnTo>
                  <a:pt x="6350" y="846"/>
                </a:lnTo>
                <a:lnTo>
                  <a:pt x="6208" y="846"/>
                </a:lnTo>
                <a:lnTo>
                  <a:pt x="6103" y="811"/>
                </a:lnTo>
                <a:lnTo>
                  <a:pt x="5997" y="811"/>
                </a:lnTo>
                <a:lnTo>
                  <a:pt x="5891" y="776"/>
                </a:lnTo>
                <a:lnTo>
                  <a:pt x="5785" y="846"/>
                </a:lnTo>
                <a:lnTo>
                  <a:pt x="5679" y="952"/>
                </a:lnTo>
                <a:lnTo>
                  <a:pt x="5573" y="1023"/>
                </a:lnTo>
                <a:lnTo>
                  <a:pt x="5468" y="1093"/>
                </a:lnTo>
                <a:lnTo>
                  <a:pt x="5362" y="1164"/>
                </a:lnTo>
                <a:lnTo>
                  <a:pt x="5256" y="1199"/>
                </a:lnTo>
                <a:lnTo>
                  <a:pt x="5150" y="1199"/>
                </a:lnTo>
                <a:lnTo>
                  <a:pt x="5009" y="1199"/>
                </a:lnTo>
                <a:lnTo>
                  <a:pt x="4903" y="1164"/>
                </a:lnTo>
                <a:lnTo>
                  <a:pt x="4762" y="1164"/>
                </a:lnTo>
                <a:lnTo>
                  <a:pt x="4621" y="1164"/>
                </a:lnTo>
                <a:lnTo>
                  <a:pt x="4515" y="1199"/>
                </a:lnTo>
                <a:lnTo>
                  <a:pt x="4409" y="1234"/>
                </a:lnTo>
                <a:lnTo>
                  <a:pt x="4303" y="1234"/>
                </a:lnTo>
                <a:lnTo>
                  <a:pt x="4162" y="1270"/>
                </a:lnTo>
                <a:lnTo>
                  <a:pt x="4021" y="1234"/>
                </a:lnTo>
                <a:lnTo>
                  <a:pt x="3915" y="1199"/>
                </a:lnTo>
                <a:lnTo>
                  <a:pt x="3810" y="1128"/>
                </a:lnTo>
                <a:lnTo>
                  <a:pt x="3704" y="1093"/>
                </a:lnTo>
                <a:lnTo>
                  <a:pt x="3598" y="1023"/>
                </a:lnTo>
                <a:lnTo>
                  <a:pt x="3492" y="1023"/>
                </a:lnTo>
                <a:lnTo>
                  <a:pt x="3386" y="1093"/>
                </a:lnTo>
                <a:lnTo>
                  <a:pt x="3245" y="1128"/>
                </a:lnTo>
                <a:lnTo>
                  <a:pt x="3104" y="1199"/>
                </a:lnTo>
                <a:lnTo>
                  <a:pt x="2998" y="1234"/>
                </a:lnTo>
                <a:lnTo>
                  <a:pt x="2892" y="1270"/>
                </a:lnTo>
                <a:lnTo>
                  <a:pt x="2786" y="1305"/>
                </a:lnTo>
                <a:lnTo>
                  <a:pt x="2681" y="1305"/>
                </a:lnTo>
                <a:lnTo>
                  <a:pt x="2575" y="1340"/>
                </a:lnTo>
                <a:lnTo>
                  <a:pt x="2469" y="1376"/>
                </a:lnTo>
                <a:lnTo>
                  <a:pt x="2293" y="1412"/>
                </a:lnTo>
                <a:lnTo>
                  <a:pt x="2187" y="1412"/>
                </a:lnTo>
                <a:lnTo>
                  <a:pt x="2046" y="1447"/>
                </a:lnTo>
                <a:lnTo>
                  <a:pt x="1940" y="1447"/>
                </a:lnTo>
                <a:lnTo>
                  <a:pt x="1834" y="1412"/>
                </a:lnTo>
                <a:lnTo>
                  <a:pt x="1728" y="1376"/>
                </a:lnTo>
                <a:lnTo>
                  <a:pt x="1658" y="1270"/>
                </a:lnTo>
                <a:lnTo>
                  <a:pt x="1622" y="1164"/>
                </a:lnTo>
                <a:lnTo>
                  <a:pt x="1516" y="1093"/>
                </a:lnTo>
                <a:lnTo>
                  <a:pt x="1375" y="1093"/>
                </a:lnTo>
                <a:lnTo>
                  <a:pt x="1270" y="1093"/>
                </a:lnTo>
                <a:lnTo>
                  <a:pt x="1164" y="1164"/>
                </a:lnTo>
                <a:lnTo>
                  <a:pt x="1058" y="1234"/>
                </a:lnTo>
                <a:lnTo>
                  <a:pt x="917" y="1270"/>
                </a:lnTo>
                <a:lnTo>
                  <a:pt x="811" y="1305"/>
                </a:lnTo>
                <a:lnTo>
                  <a:pt x="705" y="1305"/>
                </a:lnTo>
                <a:lnTo>
                  <a:pt x="599" y="1376"/>
                </a:lnTo>
                <a:lnTo>
                  <a:pt x="493" y="1447"/>
                </a:lnTo>
                <a:lnTo>
                  <a:pt x="388" y="1517"/>
                </a:lnTo>
                <a:lnTo>
                  <a:pt x="282" y="1553"/>
                </a:lnTo>
                <a:lnTo>
                  <a:pt x="176" y="1588"/>
                </a:lnTo>
                <a:lnTo>
                  <a:pt x="70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49" name=""/>
          <p:cNvGrpSpPr/>
          <p:nvPr/>
        </p:nvGrpSpPr>
        <p:grpSpPr>
          <a:xfrm>
            <a:off x="4460760" y="1765440"/>
            <a:ext cx="863640" cy="485640"/>
            <a:chOff x="4460760" y="1765440"/>
            <a:chExt cx="863640" cy="485640"/>
          </a:xfrm>
        </p:grpSpPr>
        <p:sp>
          <p:nvSpPr>
            <p:cNvPr id="450" name=""/>
            <p:cNvSpPr/>
            <p:nvPr/>
          </p:nvSpPr>
          <p:spPr>
            <a:xfrm>
              <a:off x="4460760" y="17654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1" name=""/>
            <p:cNvSpPr/>
            <p:nvPr/>
          </p:nvSpPr>
          <p:spPr>
            <a:xfrm>
              <a:off x="4905360" y="17812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52" name=""/>
          <p:cNvGrpSpPr/>
          <p:nvPr/>
        </p:nvGrpSpPr>
        <p:grpSpPr>
          <a:xfrm>
            <a:off x="4460760" y="2413080"/>
            <a:ext cx="863640" cy="485640"/>
            <a:chOff x="4460760" y="2413080"/>
            <a:chExt cx="863640" cy="485640"/>
          </a:xfrm>
        </p:grpSpPr>
        <p:sp>
          <p:nvSpPr>
            <p:cNvPr id="453" name=""/>
            <p:cNvSpPr/>
            <p:nvPr/>
          </p:nvSpPr>
          <p:spPr>
            <a:xfrm>
              <a:off x="4460760" y="24130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4" name=""/>
            <p:cNvSpPr/>
            <p:nvPr/>
          </p:nvSpPr>
          <p:spPr>
            <a:xfrm>
              <a:off x="4905360" y="24289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5" name=""/>
          <p:cNvSpPr txBox="1"/>
          <p:nvPr/>
        </p:nvSpPr>
        <p:spPr>
          <a:xfrm>
            <a:off x="6286680" y="462276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19 05 80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/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139680" y="831960"/>
            <a:ext cx="8813880" cy="55436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X(11).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5 - - - 0 7 - - 9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</a:t>
            </a: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ALL "-"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8" name=""/>
          <p:cNvGrpSpPr/>
          <p:nvPr/>
        </p:nvGrpSpPr>
        <p:grpSpPr>
          <a:xfrm>
            <a:off x="4130640" y="1308240"/>
            <a:ext cx="863640" cy="485640"/>
            <a:chOff x="4130640" y="1308240"/>
            <a:chExt cx="863640" cy="485640"/>
          </a:xfrm>
        </p:grpSpPr>
        <p:sp>
          <p:nvSpPr>
            <p:cNvPr id="459" name=""/>
            <p:cNvSpPr/>
            <p:nvPr/>
          </p:nvSpPr>
          <p:spPr>
            <a:xfrm>
              <a:off x="4130640" y="13082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0" name=""/>
            <p:cNvSpPr/>
            <p:nvPr/>
          </p:nvSpPr>
          <p:spPr>
            <a:xfrm>
              <a:off x="4575240" y="13240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1" name=""/>
          <p:cNvSpPr/>
          <p:nvPr/>
        </p:nvSpPr>
        <p:spPr>
          <a:xfrm>
            <a:off x="4130640" y="3267000"/>
            <a:ext cx="470844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45752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49942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5451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58705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627696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67086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71280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101520" y="3809880"/>
            <a:ext cx="8877600" cy="978120"/>
          </a:xfrm>
          <a:custGeom>
            <a:avLst/>
            <a:gdLst/>
            <a:ahLst/>
            <a:rect l="0" t="0" r="r" b="b"/>
            <a:pathLst>
              <a:path w="24660" h="2717">
                <a:moveTo>
                  <a:pt x="0" y="881"/>
                </a:moveTo>
                <a:lnTo>
                  <a:pt x="114" y="846"/>
                </a:lnTo>
                <a:lnTo>
                  <a:pt x="304" y="811"/>
                </a:lnTo>
                <a:lnTo>
                  <a:pt x="414" y="811"/>
                </a:lnTo>
                <a:lnTo>
                  <a:pt x="529" y="811"/>
                </a:lnTo>
                <a:lnTo>
                  <a:pt x="643" y="776"/>
                </a:lnTo>
                <a:lnTo>
                  <a:pt x="758" y="740"/>
                </a:lnTo>
                <a:lnTo>
                  <a:pt x="983" y="670"/>
                </a:lnTo>
                <a:lnTo>
                  <a:pt x="1098" y="599"/>
                </a:lnTo>
                <a:lnTo>
                  <a:pt x="1208" y="564"/>
                </a:lnTo>
                <a:lnTo>
                  <a:pt x="1322" y="670"/>
                </a:lnTo>
                <a:lnTo>
                  <a:pt x="1472" y="740"/>
                </a:lnTo>
                <a:lnTo>
                  <a:pt x="1627" y="881"/>
                </a:lnTo>
                <a:lnTo>
                  <a:pt x="1741" y="776"/>
                </a:lnTo>
                <a:lnTo>
                  <a:pt x="1852" y="881"/>
                </a:lnTo>
                <a:lnTo>
                  <a:pt x="1927" y="987"/>
                </a:lnTo>
                <a:lnTo>
                  <a:pt x="2041" y="1023"/>
                </a:lnTo>
                <a:lnTo>
                  <a:pt x="2156" y="952"/>
                </a:lnTo>
                <a:lnTo>
                  <a:pt x="2306" y="846"/>
                </a:lnTo>
                <a:lnTo>
                  <a:pt x="2381" y="740"/>
                </a:lnTo>
                <a:lnTo>
                  <a:pt x="2495" y="705"/>
                </a:lnTo>
                <a:lnTo>
                  <a:pt x="2685" y="705"/>
                </a:lnTo>
                <a:lnTo>
                  <a:pt x="2875" y="670"/>
                </a:lnTo>
                <a:lnTo>
                  <a:pt x="2989" y="635"/>
                </a:lnTo>
                <a:lnTo>
                  <a:pt x="3100" y="599"/>
                </a:lnTo>
                <a:lnTo>
                  <a:pt x="3214" y="529"/>
                </a:lnTo>
                <a:lnTo>
                  <a:pt x="3329" y="529"/>
                </a:lnTo>
                <a:lnTo>
                  <a:pt x="3479" y="564"/>
                </a:lnTo>
                <a:lnTo>
                  <a:pt x="3593" y="564"/>
                </a:lnTo>
                <a:lnTo>
                  <a:pt x="3743" y="564"/>
                </a:lnTo>
                <a:lnTo>
                  <a:pt x="3858" y="635"/>
                </a:lnTo>
                <a:lnTo>
                  <a:pt x="3973" y="670"/>
                </a:lnTo>
                <a:lnTo>
                  <a:pt x="4158" y="635"/>
                </a:lnTo>
                <a:lnTo>
                  <a:pt x="4273" y="670"/>
                </a:lnTo>
                <a:lnTo>
                  <a:pt x="4387" y="740"/>
                </a:lnTo>
                <a:lnTo>
                  <a:pt x="4462" y="846"/>
                </a:lnTo>
                <a:lnTo>
                  <a:pt x="4577" y="881"/>
                </a:lnTo>
                <a:lnTo>
                  <a:pt x="4766" y="846"/>
                </a:lnTo>
                <a:lnTo>
                  <a:pt x="4877" y="846"/>
                </a:lnTo>
                <a:lnTo>
                  <a:pt x="5031" y="811"/>
                </a:lnTo>
                <a:lnTo>
                  <a:pt x="5141" y="811"/>
                </a:lnTo>
                <a:lnTo>
                  <a:pt x="5256" y="740"/>
                </a:lnTo>
                <a:lnTo>
                  <a:pt x="5406" y="705"/>
                </a:lnTo>
                <a:lnTo>
                  <a:pt x="5520" y="705"/>
                </a:lnTo>
                <a:lnTo>
                  <a:pt x="5635" y="670"/>
                </a:lnTo>
                <a:lnTo>
                  <a:pt x="5825" y="599"/>
                </a:lnTo>
                <a:lnTo>
                  <a:pt x="6014" y="564"/>
                </a:lnTo>
                <a:lnTo>
                  <a:pt x="6164" y="599"/>
                </a:lnTo>
                <a:lnTo>
                  <a:pt x="6279" y="599"/>
                </a:lnTo>
                <a:lnTo>
                  <a:pt x="6429" y="599"/>
                </a:lnTo>
                <a:lnTo>
                  <a:pt x="6579" y="635"/>
                </a:lnTo>
                <a:lnTo>
                  <a:pt x="6958" y="635"/>
                </a:lnTo>
                <a:lnTo>
                  <a:pt x="7108" y="599"/>
                </a:lnTo>
                <a:lnTo>
                  <a:pt x="7637" y="564"/>
                </a:lnTo>
                <a:lnTo>
                  <a:pt x="8016" y="529"/>
                </a:lnTo>
                <a:lnTo>
                  <a:pt x="8471" y="529"/>
                </a:lnTo>
                <a:lnTo>
                  <a:pt x="8621" y="493"/>
                </a:lnTo>
                <a:lnTo>
                  <a:pt x="8810" y="423"/>
                </a:lnTo>
                <a:lnTo>
                  <a:pt x="8964" y="388"/>
                </a:lnTo>
                <a:lnTo>
                  <a:pt x="9114" y="317"/>
                </a:lnTo>
                <a:lnTo>
                  <a:pt x="9304" y="246"/>
                </a:lnTo>
                <a:lnTo>
                  <a:pt x="9419" y="176"/>
                </a:lnTo>
                <a:lnTo>
                  <a:pt x="9529" y="176"/>
                </a:lnTo>
                <a:lnTo>
                  <a:pt x="9758" y="141"/>
                </a:lnTo>
                <a:lnTo>
                  <a:pt x="9873" y="246"/>
                </a:lnTo>
                <a:lnTo>
                  <a:pt x="9983" y="423"/>
                </a:lnTo>
                <a:lnTo>
                  <a:pt x="10058" y="529"/>
                </a:lnTo>
                <a:lnTo>
                  <a:pt x="10212" y="493"/>
                </a:lnTo>
                <a:lnTo>
                  <a:pt x="10362" y="458"/>
                </a:lnTo>
                <a:lnTo>
                  <a:pt x="10477" y="423"/>
                </a:lnTo>
                <a:lnTo>
                  <a:pt x="10667" y="529"/>
                </a:lnTo>
                <a:lnTo>
                  <a:pt x="10817" y="564"/>
                </a:lnTo>
                <a:lnTo>
                  <a:pt x="11041" y="564"/>
                </a:lnTo>
                <a:lnTo>
                  <a:pt x="11196" y="564"/>
                </a:lnTo>
                <a:lnTo>
                  <a:pt x="11460" y="564"/>
                </a:lnTo>
                <a:lnTo>
                  <a:pt x="11840" y="564"/>
                </a:lnTo>
                <a:lnTo>
                  <a:pt x="11990" y="564"/>
                </a:lnTo>
                <a:lnTo>
                  <a:pt x="12139" y="529"/>
                </a:lnTo>
                <a:lnTo>
                  <a:pt x="12289" y="529"/>
                </a:lnTo>
                <a:lnTo>
                  <a:pt x="12405" y="529"/>
                </a:lnTo>
                <a:lnTo>
                  <a:pt x="12520" y="529"/>
                </a:lnTo>
                <a:lnTo>
                  <a:pt x="12634" y="529"/>
                </a:lnTo>
                <a:lnTo>
                  <a:pt x="12745" y="564"/>
                </a:lnTo>
                <a:lnTo>
                  <a:pt x="12859" y="564"/>
                </a:lnTo>
                <a:lnTo>
                  <a:pt x="12974" y="599"/>
                </a:lnTo>
                <a:lnTo>
                  <a:pt x="13124" y="599"/>
                </a:lnTo>
                <a:lnTo>
                  <a:pt x="13238" y="635"/>
                </a:lnTo>
                <a:lnTo>
                  <a:pt x="13353" y="670"/>
                </a:lnTo>
                <a:lnTo>
                  <a:pt x="13503" y="670"/>
                </a:lnTo>
                <a:lnTo>
                  <a:pt x="13957" y="670"/>
                </a:lnTo>
                <a:lnTo>
                  <a:pt x="14107" y="670"/>
                </a:lnTo>
                <a:lnTo>
                  <a:pt x="14257" y="705"/>
                </a:lnTo>
                <a:lnTo>
                  <a:pt x="14411" y="705"/>
                </a:lnTo>
                <a:lnTo>
                  <a:pt x="14561" y="705"/>
                </a:lnTo>
                <a:lnTo>
                  <a:pt x="14676" y="705"/>
                </a:lnTo>
                <a:lnTo>
                  <a:pt x="14786" y="705"/>
                </a:lnTo>
                <a:lnTo>
                  <a:pt x="15055" y="776"/>
                </a:lnTo>
                <a:lnTo>
                  <a:pt x="15166" y="811"/>
                </a:lnTo>
                <a:lnTo>
                  <a:pt x="15320" y="811"/>
                </a:lnTo>
                <a:lnTo>
                  <a:pt x="15470" y="811"/>
                </a:lnTo>
                <a:lnTo>
                  <a:pt x="15620" y="811"/>
                </a:lnTo>
                <a:lnTo>
                  <a:pt x="15734" y="776"/>
                </a:lnTo>
                <a:lnTo>
                  <a:pt x="15849" y="776"/>
                </a:lnTo>
                <a:lnTo>
                  <a:pt x="15999" y="740"/>
                </a:lnTo>
                <a:lnTo>
                  <a:pt x="16114" y="705"/>
                </a:lnTo>
                <a:lnTo>
                  <a:pt x="16264" y="705"/>
                </a:lnTo>
                <a:lnTo>
                  <a:pt x="16413" y="670"/>
                </a:lnTo>
                <a:lnTo>
                  <a:pt x="16793" y="670"/>
                </a:lnTo>
                <a:lnTo>
                  <a:pt x="16943" y="670"/>
                </a:lnTo>
                <a:lnTo>
                  <a:pt x="17057" y="705"/>
                </a:lnTo>
                <a:lnTo>
                  <a:pt x="17097" y="811"/>
                </a:lnTo>
                <a:lnTo>
                  <a:pt x="17247" y="881"/>
                </a:lnTo>
                <a:lnTo>
                  <a:pt x="17362" y="952"/>
                </a:lnTo>
                <a:lnTo>
                  <a:pt x="17472" y="987"/>
                </a:lnTo>
                <a:lnTo>
                  <a:pt x="17586" y="987"/>
                </a:lnTo>
                <a:lnTo>
                  <a:pt x="17701" y="987"/>
                </a:lnTo>
                <a:lnTo>
                  <a:pt x="17851" y="1023"/>
                </a:lnTo>
                <a:lnTo>
                  <a:pt x="17966" y="1058"/>
                </a:lnTo>
                <a:lnTo>
                  <a:pt x="18080" y="1058"/>
                </a:lnTo>
                <a:lnTo>
                  <a:pt x="18230" y="1023"/>
                </a:lnTo>
                <a:lnTo>
                  <a:pt x="18345" y="1023"/>
                </a:lnTo>
                <a:lnTo>
                  <a:pt x="18495" y="987"/>
                </a:lnTo>
                <a:lnTo>
                  <a:pt x="18645" y="952"/>
                </a:lnTo>
                <a:lnTo>
                  <a:pt x="18834" y="917"/>
                </a:lnTo>
                <a:lnTo>
                  <a:pt x="18949" y="917"/>
                </a:lnTo>
                <a:lnTo>
                  <a:pt x="19139" y="917"/>
                </a:lnTo>
                <a:lnTo>
                  <a:pt x="19253" y="952"/>
                </a:lnTo>
                <a:lnTo>
                  <a:pt x="19403" y="952"/>
                </a:lnTo>
                <a:lnTo>
                  <a:pt x="19518" y="987"/>
                </a:lnTo>
                <a:lnTo>
                  <a:pt x="19628" y="1023"/>
                </a:lnTo>
                <a:lnTo>
                  <a:pt x="19743" y="1023"/>
                </a:lnTo>
                <a:lnTo>
                  <a:pt x="19857" y="1023"/>
                </a:lnTo>
                <a:lnTo>
                  <a:pt x="20007" y="1023"/>
                </a:lnTo>
                <a:lnTo>
                  <a:pt x="20122" y="1023"/>
                </a:lnTo>
                <a:lnTo>
                  <a:pt x="20272" y="987"/>
                </a:lnTo>
                <a:lnTo>
                  <a:pt x="20422" y="917"/>
                </a:lnTo>
                <a:lnTo>
                  <a:pt x="21030" y="776"/>
                </a:lnTo>
                <a:lnTo>
                  <a:pt x="21405" y="705"/>
                </a:lnTo>
                <a:lnTo>
                  <a:pt x="21859" y="670"/>
                </a:lnTo>
                <a:lnTo>
                  <a:pt x="22014" y="635"/>
                </a:lnTo>
                <a:lnTo>
                  <a:pt x="22124" y="635"/>
                </a:lnTo>
                <a:lnTo>
                  <a:pt x="22164" y="529"/>
                </a:lnTo>
                <a:lnTo>
                  <a:pt x="22203" y="388"/>
                </a:lnTo>
                <a:lnTo>
                  <a:pt x="22314" y="423"/>
                </a:lnTo>
                <a:lnTo>
                  <a:pt x="22314" y="529"/>
                </a:lnTo>
                <a:lnTo>
                  <a:pt x="22428" y="564"/>
                </a:lnTo>
                <a:lnTo>
                  <a:pt x="22543" y="529"/>
                </a:lnTo>
                <a:lnTo>
                  <a:pt x="22653" y="458"/>
                </a:lnTo>
                <a:lnTo>
                  <a:pt x="22768" y="458"/>
                </a:lnTo>
                <a:lnTo>
                  <a:pt x="22918" y="423"/>
                </a:lnTo>
                <a:lnTo>
                  <a:pt x="23072" y="423"/>
                </a:lnTo>
                <a:lnTo>
                  <a:pt x="23187" y="388"/>
                </a:lnTo>
                <a:lnTo>
                  <a:pt x="23412" y="388"/>
                </a:lnTo>
                <a:lnTo>
                  <a:pt x="23526" y="388"/>
                </a:lnTo>
                <a:lnTo>
                  <a:pt x="23637" y="388"/>
                </a:lnTo>
                <a:lnTo>
                  <a:pt x="23751" y="352"/>
                </a:lnTo>
                <a:lnTo>
                  <a:pt x="23866" y="317"/>
                </a:lnTo>
                <a:lnTo>
                  <a:pt x="23981" y="317"/>
                </a:lnTo>
                <a:lnTo>
                  <a:pt x="24091" y="282"/>
                </a:lnTo>
                <a:lnTo>
                  <a:pt x="24205" y="211"/>
                </a:lnTo>
                <a:lnTo>
                  <a:pt x="24320" y="141"/>
                </a:lnTo>
                <a:lnTo>
                  <a:pt x="24435" y="105"/>
                </a:lnTo>
                <a:lnTo>
                  <a:pt x="24545" y="35"/>
                </a:lnTo>
                <a:lnTo>
                  <a:pt x="24660" y="0"/>
                </a:lnTo>
                <a:lnTo>
                  <a:pt x="24660" y="2646"/>
                </a:lnTo>
                <a:lnTo>
                  <a:pt x="24545" y="2576"/>
                </a:lnTo>
                <a:lnTo>
                  <a:pt x="24435" y="2505"/>
                </a:lnTo>
                <a:lnTo>
                  <a:pt x="24395" y="2399"/>
                </a:lnTo>
                <a:lnTo>
                  <a:pt x="24280" y="2294"/>
                </a:lnTo>
                <a:lnTo>
                  <a:pt x="24205" y="2188"/>
                </a:lnTo>
                <a:lnTo>
                  <a:pt x="24131" y="2082"/>
                </a:lnTo>
                <a:lnTo>
                  <a:pt x="24016" y="1906"/>
                </a:lnTo>
                <a:lnTo>
                  <a:pt x="23981" y="1800"/>
                </a:lnTo>
                <a:lnTo>
                  <a:pt x="23866" y="1694"/>
                </a:lnTo>
                <a:lnTo>
                  <a:pt x="23791" y="1588"/>
                </a:lnTo>
                <a:lnTo>
                  <a:pt x="23676" y="1517"/>
                </a:lnTo>
                <a:lnTo>
                  <a:pt x="23562" y="1553"/>
                </a:lnTo>
                <a:lnTo>
                  <a:pt x="23526" y="1659"/>
                </a:lnTo>
                <a:lnTo>
                  <a:pt x="23412" y="1764"/>
                </a:lnTo>
                <a:lnTo>
                  <a:pt x="23262" y="1870"/>
                </a:lnTo>
                <a:lnTo>
                  <a:pt x="23147" y="1941"/>
                </a:lnTo>
                <a:lnTo>
                  <a:pt x="23072" y="2047"/>
                </a:lnTo>
                <a:lnTo>
                  <a:pt x="22958" y="2188"/>
                </a:lnTo>
                <a:lnTo>
                  <a:pt x="22918" y="2294"/>
                </a:lnTo>
                <a:lnTo>
                  <a:pt x="22843" y="2399"/>
                </a:lnTo>
                <a:lnTo>
                  <a:pt x="22693" y="2364"/>
                </a:lnTo>
                <a:lnTo>
                  <a:pt x="22543" y="2223"/>
                </a:lnTo>
                <a:lnTo>
                  <a:pt x="22468" y="2082"/>
                </a:lnTo>
                <a:lnTo>
                  <a:pt x="22468" y="1976"/>
                </a:lnTo>
                <a:lnTo>
                  <a:pt x="22389" y="1870"/>
                </a:lnTo>
                <a:lnTo>
                  <a:pt x="22314" y="1729"/>
                </a:lnTo>
                <a:lnTo>
                  <a:pt x="22239" y="1623"/>
                </a:lnTo>
                <a:lnTo>
                  <a:pt x="22164" y="1517"/>
                </a:lnTo>
                <a:lnTo>
                  <a:pt x="22049" y="1482"/>
                </a:lnTo>
                <a:lnTo>
                  <a:pt x="21974" y="1376"/>
                </a:lnTo>
                <a:lnTo>
                  <a:pt x="21859" y="1270"/>
                </a:lnTo>
                <a:lnTo>
                  <a:pt x="21785" y="1164"/>
                </a:lnTo>
                <a:lnTo>
                  <a:pt x="21710" y="1270"/>
                </a:lnTo>
                <a:lnTo>
                  <a:pt x="21635" y="1376"/>
                </a:lnTo>
                <a:lnTo>
                  <a:pt x="21520" y="1376"/>
                </a:lnTo>
                <a:lnTo>
                  <a:pt x="21405" y="1376"/>
                </a:lnTo>
                <a:lnTo>
                  <a:pt x="21710" y="2717"/>
                </a:lnTo>
                <a:lnTo>
                  <a:pt x="21255" y="1412"/>
                </a:lnTo>
                <a:lnTo>
                  <a:pt x="21105" y="1517"/>
                </a:lnTo>
                <a:lnTo>
                  <a:pt x="20991" y="1553"/>
                </a:lnTo>
                <a:lnTo>
                  <a:pt x="20916" y="1659"/>
                </a:lnTo>
                <a:lnTo>
                  <a:pt x="20801" y="1764"/>
                </a:lnTo>
                <a:lnTo>
                  <a:pt x="20687" y="1800"/>
                </a:lnTo>
                <a:lnTo>
                  <a:pt x="20576" y="1800"/>
                </a:lnTo>
                <a:lnTo>
                  <a:pt x="20462" y="1906"/>
                </a:lnTo>
                <a:lnTo>
                  <a:pt x="20387" y="2011"/>
                </a:lnTo>
                <a:lnTo>
                  <a:pt x="20237" y="1976"/>
                </a:lnTo>
                <a:lnTo>
                  <a:pt x="20082" y="1870"/>
                </a:lnTo>
                <a:lnTo>
                  <a:pt x="19968" y="1800"/>
                </a:lnTo>
                <a:lnTo>
                  <a:pt x="19857" y="1800"/>
                </a:lnTo>
                <a:lnTo>
                  <a:pt x="19743" y="1729"/>
                </a:lnTo>
                <a:lnTo>
                  <a:pt x="19628" y="1659"/>
                </a:lnTo>
                <a:lnTo>
                  <a:pt x="19518" y="1694"/>
                </a:lnTo>
                <a:lnTo>
                  <a:pt x="19289" y="1659"/>
                </a:lnTo>
                <a:lnTo>
                  <a:pt x="19174" y="1517"/>
                </a:lnTo>
                <a:lnTo>
                  <a:pt x="19064" y="1447"/>
                </a:lnTo>
                <a:lnTo>
                  <a:pt x="18984" y="1340"/>
                </a:lnTo>
                <a:lnTo>
                  <a:pt x="18834" y="1270"/>
                </a:lnTo>
                <a:lnTo>
                  <a:pt x="18720" y="1305"/>
                </a:lnTo>
                <a:lnTo>
                  <a:pt x="18610" y="1376"/>
                </a:lnTo>
                <a:lnTo>
                  <a:pt x="18495" y="1517"/>
                </a:lnTo>
                <a:lnTo>
                  <a:pt x="18380" y="1553"/>
                </a:lnTo>
                <a:lnTo>
                  <a:pt x="18230" y="1623"/>
                </a:lnTo>
                <a:lnTo>
                  <a:pt x="18116" y="1694"/>
                </a:lnTo>
                <a:lnTo>
                  <a:pt x="18005" y="1729"/>
                </a:lnTo>
                <a:lnTo>
                  <a:pt x="17891" y="1729"/>
                </a:lnTo>
                <a:lnTo>
                  <a:pt x="17776" y="1694"/>
                </a:lnTo>
                <a:lnTo>
                  <a:pt x="17626" y="1623"/>
                </a:lnTo>
                <a:lnTo>
                  <a:pt x="17472" y="1553"/>
                </a:lnTo>
                <a:lnTo>
                  <a:pt x="17322" y="1482"/>
                </a:lnTo>
                <a:lnTo>
                  <a:pt x="17132" y="1376"/>
                </a:lnTo>
                <a:lnTo>
                  <a:pt x="17022" y="1340"/>
                </a:lnTo>
                <a:lnTo>
                  <a:pt x="16907" y="1234"/>
                </a:lnTo>
                <a:lnTo>
                  <a:pt x="16718" y="1234"/>
                </a:lnTo>
                <a:lnTo>
                  <a:pt x="16568" y="1164"/>
                </a:lnTo>
                <a:lnTo>
                  <a:pt x="16413" y="1128"/>
                </a:lnTo>
                <a:lnTo>
                  <a:pt x="16264" y="1164"/>
                </a:lnTo>
                <a:lnTo>
                  <a:pt x="16114" y="1270"/>
                </a:lnTo>
                <a:lnTo>
                  <a:pt x="15999" y="1305"/>
                </a:lnTo>
                <a:lnTo>
                  <a:pt x="15809" y="1234"/>
                </a:lnTo>
                <a:lnTo>
                  <a:pt x="15695" y="1164"/>
                </a:lnTo>
                <a:lnTo>
                  <a:pt x="15584" y="1128"/>
                </a:lnTo>
                <a:lnTo>
                  <a:pt x="15470" y="1128"/>
                </a:lnTo>
                <a:lnTo>
                  <a:pt x="15355" y="1128"/>
                </a:lnTo>
                <a:lnTo>
                  <a:pt x="15205" y="1093"/>
                </a:lnTo>
                <a:lnTo>
                  <a:pt x="15091" y="1093"/>
                </a:lnTo>
                <a:lnTo>
                  <a:pt x="14976" y="1128"/>
                </a:lnTo>
                <a:lnTo>
                  <a:pt x="14866" y="1164"/>
                </a:lnTo>
                <a:lnTo>
                  <a:pt x="14751" y="1164"/>
                </a:lnTo>
                <a:lnTo>
                  <a:pt x="14601" y="1164"/>
                </a:lnTo>
                <a:lnTo>
                  <a:pt x="14486" y="1093"/>
                </a:lnTo>
                <a:lnTo>
                  <a:pt x="14372" y="1023"/>
                </a:lnTo>
                <a:lnTo>
                  <a:pt x="14257" y="987"/>
                </a:lnTo>
                <a:lnTo>
                  <a:pt x="14147" y="987"/>
                </a:lnTo>
                <a:lnTo>
                  <a:pt x="14032" y="1023"/>
                </a:lnTo>
                <a:lnTo>
                  <a:pt x="13843" y="987"/>
                </a:lnTo>
                <a:lnTo>
                  <a:pt x="13728" y="952"/>
                </a:lnTo>
                <a:lnTo>
                  <a:pt x="13618" y="952"/>
                </a:lnTo>
                <a:lnTo>
                  <a:pt x="13503" y="1023"/>
                </a:lnTo>
                <a:lnTo>
                  <a:pt x="13388" y="1058"/>
                </a:lnTo>
                <a:lnTo>
                  <a:pt x="13238" y="1058"/>
                </a:lnTo>
                <a:lnTo>
                  <a:pt x="13089" y="1023"/>
                </a:lnTo>
                <a:lnTo>
                  <a:pt x="12934" y="1023"/>
                </a:lnTo>
                <a:lnTo>
                  <a:pt x="12784" y="952"/>
                </a:lnTo>
                <a:lnTo>
                  <a:pt x="12634" y="881"/>
                </a:lnTo>
                <a:lnTo>
                  <a:pt x="12520" y="846"/>
                </a:lnTo>
                <a:lnTo>
                  <a:pt x="12329" y="811"/>
                </a:lnTo>
                <a:lnTo>
                  <a:pt x="12179" y="811"/>
                </a:lnTo>
                <a:lnTo>
                  <a:pt x="12065" y="846"/>
                </a:lnTo>
                <a:lnTo>
                  <a:pt x="11915" y="952"/>
                </a:lnTo>
                <a:lnTo>
                  <a:pt x="11800" y="987"/>
                </a:lnTo>
                <a:lnTo>
                  <a:pt x="11650" y="1023"/>
                </a:lnTo>
                <a:lnTo>
                  <a:pt x="11496" y="987"/>
                </a:lnTo>
                <a:lnTo>
                  <a:pt x="11306" y="1023"/>
                </a:lnTo>
                <a:lnTo>
                  <a:pt x="11121" y="1058"/>
                </a:lnTo>
                <a:lnTo>
                  <a:pt x="11006" y="1093"/>
                </a:lnTo>
                <a:lnTo>
                  <a:pt x="10817" y="1023"/>
                </a:lnTo>
                <a:lnTo>
                  <a:pt x="10667" y="881"/>
                </a:lnTo>
                <a:lnTo>
                  <a:pt x="10552" y="811"/>
                </a:lnTo>
                <a:lnTo>
                  <a:pt x="10402" y="705"/>
                </a:lnTo>
                <a:lnTo>
                  <a:pt x="10287" y="670"/>
                </a:lnTo>
                <a:lnTo>
                  <a:pt x="10137" y="740"/>
                </a:lnTo>
                <a:lnTo>
                  <a:pt x="10058" y="846"/>
                </a:lnTo>
                <a:lnTo>
                  <a:pt x="9948" y="811"/>
                </a:lnTo>
                <a:lnTo>
                  <a:pt x="9833" y="846"/>
                </a:lnTo>
                <a:lnTo>
                  <a:pt x="9719" y="846"/>
                </a:lnTo>
                <a:lnTo>
                  <a:pt x="9569" y="881"/>
                </a:lnTo>
                <a:lnTo>
                  <a:pt x="9419" y="881"/>
                </a:lnTo>
                <a:lnTo>
                  <a:pt x="9304" y="881"/>
                </a:lnTo>
                <a:lnTo>
                  <a:pt x="9189" y="846"/>
                </a:lnTo>
                <a:lnTo>
                  <a:pt x="9569" y="1517"/>
                </a:lnTo>
                <a:lnTo>
                  <a:pt x="9114" y="952"/>
                </a:lnTo>
                <a:lnTo>
                  <a:pt x="9000" y="881"/>
                </a:lnTo>
                <a:lnTo>
                  <a:pt x="8890" y="881"/>
                </a:lnTo>
                <a:lnTo>
                  <a:pt x="8775" y="952"/>
                </a:lnTo>
                <a:lnTo>
                  <a:pt x="8700" y="1058"/>
                </a:lnTo>
                <a:lnTo>
                  <a:pt x="8585" y="1128"/>
                </a:lnTo>
                <a:lnTo>
                  <a:pt x="8471" y="1128"/>
                </a:lnTo>
                <a:lnTo>
                  <a:pt x="8356" y="1128"/>
                </a:lnTo>
                <a:lnTo>
                  <a:pt x="8246" y="1128"/>
                </a:lnTo>
                <a:lnTo>
                  <a:pt x="8091" y="1058"/>
                </a:lnTo>
                <a:lnTo>
                  <a:pt x="7981" y="1023"/>
                </a:lnTo>
                <a:lnTo>
                  <a:pt x="7866" y="1023"/>
                </a:lnTo>
                <a:lnTo>
                  <a:pt x="7717" y="987"/>
                </a:lnTo>
                <a:lnTo>
                  <a:pt x="7602" y="987"/>
                </a:lnTo>
                <a:lnTo>
                  <a:pt x="7412" y="987"/>
                </a:lnTo>
                <a:lnTo>
                  <a:pt x="7262" y="952"/>
                </a:lnTo>
                <a:lnTo>
                  <a:pt x="7148" y="881"/>
                </a:lnTo>
                <a:lnTo>
                  <a:pt x="7033" y="846"/>
                </a:lnTo>
                <a:lnTo>
                  <a:pt x="6923" y="846"/>
                </a:lnTo>
                <a:lnTo>
                  <a:pt x="6808" y="846"/>
                </a:lnTo>
                <a:lnTo>
                  <a:pt x="6654" y="846"/>
                </a:lnTo>
                <a:lnTo>
                  <a:pt x="6544" y="811"/>
                </a:lnTo>
                <a:lnTo>
                  <a:pt x="6429" y="811"/>
                </a:lnTo>
                <a:lnTo>
                  <a:pt x="6314" y="776"/>
                </a:lnTo>
                <a:lnTo>
                  <a:pt x="6204" y="846"/>
                </a:lnTo>
                <a:lnTo>
                  <a:pt x="6089" y="952"/>
                </a:lnTo>
                <a:lnTo>
                  <a:pt x="5975" y="1023"/>
                </a:lnTo>
                <a:lnTo>
                  <a:pt x="5860" y="1093"/>
                </a:lnTo>
                <a:lnTo>
                  <a:pt x="5750" y="1164"/>
                </a:lnTo>
                <a:lnTo>
                  <a:pt x="5635" y="1199"/>
                </a:lnTo>
                <a:lnTo>
                  <a:pt x="5520" y="1199"/>
                </a:lnTo>
                <a:lnTo>
                  <a:pt x="5371" y="1199"/>
                </a:lnTo>
                <a:lnTo>
                  <a:pt x="5256" y="1164"/>
                </a:lnTo>
                <a:lnTo>
                  <a:pt x="5106" y="1164"/>
                </a:lnTo>
                <a:lnTo>
                  <a:pt x="4956" y="1164"/>
                </a:lnTo>
                <a:lnTo>
                  <a:pt x="4841" y="1199"/>
                </a:lnTo>
                <a:lnTo>
                  <a:pt x="4727" y="1234"/>
                </a:lnTo>
                <a:lnTo>
                  <a:pt x="4612" y="1234"/>
                </a:lnTo>
                <a:lnTo>
                  <a:pt x="4462" y="1270"/>
                </a:lnTo>
                <a:lnTo>
                  <a:pt x="4312" y="1234"/>
                </a:lnTo>
                <a:lnTo>
                  <a:pt x="4198" y="1199"/>
                </a:lnTo>
                <a:lnTo>
                  <a:pt x="4083" y="1128"/>
                </a:lnTo>
                <a:lnTo>
                  <a:pt x="3973" y="1093"/>
                </a:lnTo>
                <a:lnTo>
                  <a:pt x="3858" y="1023"/>
                </a:lnTo>
                <a:lnTo>
                  <a:pt x="3743" y="1023"/>
                </a:lnTo>
                <a:lnTo>
                  <a:pt x="3629" y="1093"/>
                </a:lnTo>
                <a:lnTo>
                  <a:pt x="3479" y="1128"/>
                </a:lnTo>
                <a:lnTo>
                  <a:pt x="3329" y="1199"/>
                </a:lnTo>
                <a:lnTo>
                  <a:pt x="3214" y="1234"/>
                </a:lnTo>
                <a:lnTo>
                  <a:pt x="3100" y="1270"/>
                </a:lnTo>
                <a:lnTo>
                  <a:pt x="2989" y="1305"/>
                </a:lnTo>
                <a:lnTo>
                  <a:pt x="2875" y="1305"/>
                </a:lnTo>
                <a:lnTo>
                  <a:pt x="2760" y="1340"/>
                </a:lnTo>
                <a:lnTo>
                  <a:pt x="2645" y="1376"/>
                </a:lnTo>
                <a:lnTo>
                  <a:pt x="2456" y="1412"/>
                </a:lnTo>
                <a:lnTo>
                  <a:pt x="2345" y="1412"/>
                </a:lnTo>
                <a:lnTo>
                  <a:pt x="2191" y="1447"/>
                </a:lnTo>
                <a:lnTo>
                  <a:pt x="2081" y="1447"/>
                </a:lnTo>
                <a:lnTo>
                  <a:pt x="1966" y="1412"/>
                </a:lnTo>
                <a:lnTo>
                  <a:pt x="1852" y="1376"/>
                </a:lnTo>
                <a:lnTo>
                  <a:pt x="1777" y="1270"/>
                </a:lnTo>
                <a:lnTo>
                  <a:pt x="1741" y="1164"/>
                </a:lnTo>
                <a:lnTo>
                  <a:pt x="1627" y="1093"/>
                </a:lnTo>
                <a:lnTo>
                  <a:pt x="1472" y="1093"/>
                </a:lnTo>
                <a:lnTo>
                  <a:pt x="1362" y="1093"/>
                </a:lnTo>
                <a:lnTo>
                  <a:pt x="1247" y="1164"/>
                </a:lnTo>
                <a:lnTo>
                  <a:pt x="1133" y="1234"/>
                </a:lnTo>
                <a:lnTo>
                  <a:pt x="983" y="1270"/>
                </a:lnTo>
                <a:lnTo>
                  <a:pt x="868" y="1305"/>
                </a:lnTo>
                <a:lnTo>
                  <a:pt x="758" y="1305"/>
                </a:lnTo>
                <a:lnTo>
                  <a:pt x="643" y="1376"/>
                </a:lnTo>
                <a:lnTo>
                  <a:pt x="529" y="1447"/>
                </a:lnTo>
                <a:lnTo>
                  <a:pt x="414" y="1517"/>
                </a:lnTo>
                <a:lnTo>
                  <a:pt x="304" y="1553"/>
                </a:lnTo>
                <a:lnTo>
                  <a:pt x="189" y="1588"/>
                </a:lnTo>
                <a:lnTo>
                  <a:pt x="74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70" name=""/>
          <p:cNvGrpSpPr/>
          <p:nvPr/>
        </p:nvGrpSpPr>
        <p:grpSpPr>
          <a:xfrm>
            <a:off x="4130640" y="1968480"/>
            <a:ext cx="863640" cy="485640"/>
            <a:chOff x="4130640" y="1968480"/>
            <a:chExt cx="863640" cy="485640"/>
          </a:xfrm>
        </p:grpSpPr>
        <p:sp>
          <p:nvSpPr>
            <p:cNvPr id="471" name=""/>
            <p:cNvSpPr/>
            <p:nvPr/>
          </p:nvSpPr>
          <p:spPr>
            <a:xfrm>
              <a:off x="4130640" y="19684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2" name=""/>
            <p:cNvSpPr/>
            <p:nvPr/>
          </p:nvSpPr>
          <p:spPr>
            <a:xfrm>
              <a:off x="4575240" y="19843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3" name=""/>
          <p:cNvGrpSpPr/>
          <p:nvPr/>
        </p:nvGrpSpPr>
        <p:grpSpPr>
          <a:xfrm>
            <a:off x="4130640" y="2616120"/>
            <a:ext cx="863640" cy="485640"/>
            <a:chOff x="4130640" y="2616120"/>
            <a:chExt cx="863640" cy="485640"/>
          </a:xfrm>
        </p:grpSpPr>
        <p:sp>
          <p:nvSpPr>
            <p:cNvPr id="474" name=""/>
            <p:cNvSpPr/>
            <p:nvPr/>
          </p:nvSpPr>
          <p:spPr>
            <a:xfrm>
              <a:off x="4130640" y="261612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5" name=""/>
            <p:cNvSpPr/>
            <p:nvPr/>
          </p:nvSpPr>
          <p:spPr>
            <a:xfrm>
              <a:off x="4575240" y="2631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6" name=""/>
          <p:cNvSpPr/>
          <p:nvPr/>
        </p:nvSpPr>
        <p:spPr>
          <a:xfrm>
            <a:off x="6388200" y="50673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75470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7953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83851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5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39680" y="831960"/>
            <a:ext cx="8813880" cy="55436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0 7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9 4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X(11).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- - 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0 7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- -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9 4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</a:t>
            </a: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ALL "-"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82" name=""/>
          <p:cNvGrpSpPr/>
          <p:nvPr/>
        </p:nvGrpSpPr>
        <p:grpSpPr>
          <a:xfrm>
            <a:off x="4130640" y="1308240"/>
            <a:ext cx="863640" cy="485640"/>
            <a:chOff x="4130640" y="1308240"/>
            <a:chExt cx="863640" cy="485640"/>
          </a:xfrm>
        </p:grpSpPr>
        <p:sp>
          <p:nvSpPr>
            <p:cNvPr id="483" name=""/>
            <p:cNvSpPr/>
            <p:nvPr/>
          </p:nvSpPr>
          <p:spPr>
            <a:xfrm>
              <a:off x="4130640" y="13082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4" name=""/>
            <p:cNvSpPr/>
            <p:nvPr/>
          </p:nvSpPr>
          <p:spPr>
            <a:xfrm>
              <a:off x="4575240" y="13240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85" name=""/>
          <p:cNvSpPr/>
          <p:nvPr/>
        </p:nvSpPr>
        <p:spPr>
          <a:xfrm>
            <a:off x="4130640" y="3267000"/>
            <a:ext cx="470844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45752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49942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5451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58705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>
            <a:off x="627696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7086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71280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101520" y="3809880"/>
            <a:ext cx="8877600" cy="978120"/>
          </a:xfrm>
          <a:custGeom>
            <a:avLst/>
            <a:gdLst/>
            <a:ahLst/>
            <a:rect l="0" t="0" r="r" b="b"/>
            <a:pathLst>
              <a:path w="24660" h="2717">
                <a:moveTo>
                  <a:pt x="0" y="881"/>
                </a:moveTo>
                <a:lnTo>
                  <a:pt x="114" y="846"/>
                </a:lnTo>
                <a:lnTo>
                  <a:pt x="304" y="811"/>
                </a:lnTo>
                <a:lnTo>
                  <a:pt x="414" y="811"/>
                </a:lnTo>
                <a:lnTo>
                  <a:pt x="529" y="811"/>
                </a:lnTo>
                <a:lnTo>
                  <a:pt x="643" y="776"/>
                </a:lnTo>
                <a:lnTo>
                  <a:pt x="758" y="740"/>
                </a:lnTo>
                <a:lnTo>
                  <a:pt x="983" y="670"/>
                </a:lnTo>
                <a:lnTo>
                  <a:pt x="1098" y="599"/>
                </a:lnTo>
                <a:lnTo>
                  <a:pt x="1208" y="564"/>
                </a:lnTo>
                <a:lnTo>
                  <a:pt x="1322" y="670"/>
                </a:lnTo>
                <a:lnTo>
                  <a:pt x="1472" y="740"/>
                </a:lnTo>
                <a:lnTo>
                  <a:pt x="1627" y="881"/>
                </a:lnTo>
                <a:lnTo>
                  <a:pt x="1741" y="776"/>
                </a:lnTo>
                <a:lnTo>
                  <a:pt x="1852" y="881"/>
                </a:lnTo>
                <a:lnTo>
                  <a:pt x="1927" y="987"/>
                </a:lnTo>
                <a:lnTo>
                  <a:pt x="2041" y="1023"/>
                </a:lnTo>
                <a:lnTo>
                  <a:pt x="2156" y="952"/>
                </a:lnTo>
                <a:lnTo>
                  <a:pt x="2306" y="846"/>
                </a:lnTo>
                <a:lnTo>
                  <a:pt x="2381" y="740"/>
                </a:lnTo>
                <a:lnTo>
                  <a:pt x="2495" y="705"/>
                </a:lnTo>
                <a:lnTo>
                  <a:pt x="2685" y="705"/>
                </a:lnTo>
                <a:lnTo>
                  <a:pt x="2875" y="670"/>
                </a:lnTo>
                <a:lnTo>
                  <a:pt x="2989" y="635"/>
                </a:lnTo>
                <a:lnTo>
                  <a:pt x="3100" y="599"/>
                </a:lnTo>
                <a:lnTo>
                  <a:pt x="3214" y="529"/>
                </a:lnTo>
                <a:lnTo>
                  <a:pt x="3329" y="529"/>
                </a:lnTo>
                <a:lnTo>
                  <a:pt x="3479" y="564"/>
                </a:lnTo>
                <a:lnTo>
                  <a:pt x="3593" y="564"/>
                </a:lnTo>
                <a:lnTo>
                  <a:pt x="3743" y="564"/>
                </a:lnTo>
                <a:lnTo>
                  <a:pt x="3858" y="635"/>
                </a:lnTo>
                <a:lnTo>
                  <a:pt x="3973" y="670"/>
                </a:lnTo>
                <a:lnTo>
                  <a:pt x="4158" y="635"/>
                </a:lnTo>
                <a:lnTo>
                  <a:pt x="4273" y="670"/>
                </a:lnTo>
                <a:lnTo>
                  <a:pt x="4387" y="740"/>
                </a:lnTo>
                <a:lnTo>
                  <a:pt x="4462" y="846"/>
                </a:lnTo>
                <a:lnTo>
                  <a:pt x="4577" y="881"/>
                </a:lnTo>
                <a:lnTo>
                  <a:pt x="4766" y="846"/>
                </a:lnTo>
                <a:lnTo>
                  <a:pt x="4877" y="846"/>
                </a:lnTo>
                <a:lnTo>
                  <a:pt x="5031" y="811"/>
                </a:lnTo>
                <a:lnTo>
                  <a:pt x="5141" y="811"/>
                </a:lnTo>
                <a:lnTo>
                  <a:pt x="5256" y="740"/>
                </a:lnTo>
                <a:lnTo>
                  <a:pt x="5406" y="705"/>
                </a:lnTo>
                <a:lnTo>
                  <a:pt x="5520" y="705"/>
                </a:lnTo>
                <a:lnTo>
                  <a:pt x="5635" y="670"/>
                </a:lnTo>
                <a:lnTo>
                  <a:pt x="5825" y="599"/>
                </a:lnTo>
                <a:lnTo>
                  <a:pt x="6014" y="564"/>
                </a:lnTo>
                <a:lnTo>
                  <a:pt x="6164" y="599"/>
                </a:lnTo>
                <a:lnTo>
                  <a:pt x="6279" y="599"/>
                </a:lnTo>
                <a:lnTo>
                  <a:pt x="6429" y="599"/>
                </a:lnTo>
                <a:lnTo>
                  <a:pt x="6579" y="635"/>
                </a:lnTo>
                <a:lnTo>
                  <a:pt x="6958" y="635"/>
                </a:lnTo>
                <a:lnTo>
                  <a:pt x="7108" y="599"/>
                </a:lnTo>
                <a:lnTo>
                  <a:pt x="7637" y="564"/>
                </a:lnTo>
                <a:lnTo>
                  <a:pt x="8016" y="529"/>
                </a:lnTo>
                <a:lnTo>
                  <a:pt x="8471" y="529"/>
                </a:lnTo>
                <a:lnTo>
                  <a:pt x="8621" y="493"/>
                </a:lnTo>
                <a:lnTo>
                  <a:pt x="8810" y="423"/>
                </a:lnTo>
                <a:lnTo>
                  <a:pt x="8964" y="388"/>
                </a:lnTo>
                <a:lnTo>
                  <a:pt x="9114" y="317"/>
                </a:lnTo>
                <a:lnTo>
                  <a:pt x="9304" y="246"/>
                </a:lnTo>
                <a:lnTo>
                  <a:pt x="9419" y="176"/>
                </a:lnTo>
                <a:lnTo>
                  <a:pt x="9529" y="176"/>
                </a:lnTo>
                <a:lnTo>
                  <a:pt x="9758" y="141"/>
                </a:lnTo>
                <a:lnTo>
                  <a:pt x="9873" y="246"/>
                </a:lnTo>
                <a:lnTo>
                  <a:pt x="9983" y="423"/>
                </a:lnTo>
                <a:lnTo>
                  <a:pt x="10058" y="529"/>
                </a:lnTo>
                <a:lnTo>
                  <a:pt x="10212" y="493"/>
                </a:lnTo>
                <a:lnTo>
                  <a:pt x="10362" y="458"/>
                </a:lnTo>
                <a:lnTo>
                  <a:pt x="10477" y="423"/>
                </a:lnTo>
                <a:lnTo>
                  <a:pt x="10667" y="529"/>
                </a:lnTo>
                <a:lnTo>
                  <a:pt x="10817" y="564"/>
                </a:lnTo>
                <a:lnTo>
                  <a:pt x="11041" y="564"/>
                </a:lnTo>
                <a:lnTo>
                  <a:pt x="11196" y="564"/>
                </a:lnTo>
                <a:lnTo>
                  <a:pt x="11460" y="564"/>
                </a:lnTo>
                <a:lnTo>
                  <a:pt x="11840" y="564"/>
                </a:lnTo>
                <a:lnTo>
                  <a:pt x="11990" y="564"/>
                </a:lnTo>
                <a:lnTo>
                  <a:pt x="12139" y="529"/>
                </a:lnTo>
                <a:lnTo>
                  <a:pt x="12289" y="529"/>
                </a:lnTo>
                <a:lnTo>
                  <a:pt x="12405" y="529"/>
                </a:lnTo>
                <a:lnTo>
                  <a:pt x="12520" y="529"/>
                </a:lnTo>
                <a:lnTo>
                  <a:pt x="12634" y="529"/>
                </a:lnTo>
                <a:lnTo>
                  <a:pt x="12745" y="564"/>
                </a:lnTo>
                <a:lnTo>
                  <a:pt x="12859" y="564"/>
                </a:lnTo>
                <a:lnTo>
                  <a:pt x="12974" y="599"/>
                </a:lnTo>
                <a:lnTo>
                  <a:pt x="13124" y="599"/>
                </a:lnTo>
                <a:lnTo>
                  <a:pt x="13238" y="635"/>
                </a:lnTo>
                <a:lnTo>
                  <a:pt x="13353" y="670"/>
                </a:lnTo>
                <a:lnTo>
                  <a:pt x="13503" y="670"/>
                </a:lnTo>
                <a:lnTo>
                  <a:pt x="13957" y="670"/>
                </a:lnTo>
                <a:lnTo>
                  <a:pt x="14107" y="670"/>
                </a:lnTo>
                <a:lnTo>
                  <a:pt x="14257" y="705"/>
                </a:lnTo>
                <a:lnTo>
                  <a:pt x="14411" y="705"/>
                </a:lnTo>
                <a:lnTo>
                  <a:pt x="14561" y="705"/>
                </a:lnTo>
                <a:lnTo>
                  <a:pt x="14676" y="705"/>
                </a:lnTo>
                <a:lnTo>
                  <a:pt x="14786" y="705"/>
                </a:lnTo>
                <a:lnTo>
                  <a:pt x="15055" y="776"/>
                </a:lnTo>
                <a:lnTo>
                  <a:pt x="15166" y="811"/>
                </a:lnTo>
                <a:lnTo>
                  <a:pt x="15320" y="811"/>
                </a:lnTo>
                <a:lnTo>
                  <a:pt x="15470" y="811"/>
                </a:lnTo>
                <a:lnTo>
                  <a:pt x="15620" y="811"/>
                </a:lnTo>
                <a:lnTo>
                  <a:pt x="15734" y="776"/>
                </a:lnTo>
                <a:lnTo>
                  <a:pt x="15849" y="776"/>
                </a:lnTo>
                <a:lnTo>
                  <a:pt x="15999" y="740"/>
                </a:lnTo>
                <a:lnTo>
                  <a:pt x="16114" y="705"/>
                </a:lnTo>
                <a:lnTo>
                  <a:pt x="16264" y="705"/>
                </a:lnTo>
                <a:lnTo>
                  <a:pt x="16413" y="670"/>
                </a:lnTo>
                <a:lnTo>
                  <a:pt x="16793" y="670"/>
                </a:lnTo>
                <a:lnTo>
                  <a:pt x="16943" y="670"/>
                </a:lnTo>
                <a:lnTo>
                  <a:pt x="17057" y="705"/>
                </a:lnTo>
                <a:lnTo>
                  <a:pt x="17097" y="811"/>
                </a:lnTo>
                <a:lnTo>
                  <a:pt x="17247" y="881"/>
                </a:lnTo>
                <a:lnTo>
                  <a:pt x="17362" y="952"/>
                </a:lnTo>
                <a:lnTo>
                  <a:pt x="17472" y="987"/>
                </a:lnTo>
                <a:lnTo>
                  <a:pt x="17586" y="987"/>
                </a:lnTo>
                <a:lnTo>
                  <a:pt x="17701" y="987"/>
                </a:lnTo>
                <a:lnTo>
                  <a:pt x="17851" y="1023"/>
                </a:lnTo>
                <a:lnTo>
                  <a:pt x="17966" y="1058"/>
                </a:lnTo>
                <a:lnTo>
                  <a:pt x="18080" y="1058"/>
                </a:lnTo>
                <a:lnTo>
                  <a:pt x="18230" y="1023"/>
                </a:lnTo>
                <a:lnTo>
                  <a:pt x="18345" y="1023"/>
                </a:lnTo>
                <a:lnTo>
                  <a:pt x="18495" y="987"/>
                </a:lnTo>
                <a:lnTo>
                  <a:pt x="18645" y="952"/>
                </a:lnTo>
                <a:lnTo>
                  <a:pt x="18834" y="917"/>
                </a:lnTo>
                <a:lnTo>
                  <a:pt x="18949" y="917"/>
                </a:lnTo>
                <a:lnTo>
                  <a:pt x="19139" y="917"/>
                </a:lnTo>
                <a:lnTo>
                  <a:pt x="19253" y="952"/>
                </a:lnTo>
                <a:lnTo>
                  <a:pt x="19403" y="952"/>
                </a:lnTo>
                <a:lnTo>
                  <a:pt x="19518" y="987"/>
                </a:lnTo>
                <a:lnTo>
                  <a:pt x="19628" y="1023"/>
                </a:lnTo>
                <a:lnTo>
                  <a:pt x="19743" y="1023"/>
                </a:lnTo>
                <a:lnTo>
                  <a:pt x="19857" y="1023"/>
                </a:lnTo>
                <a:lnTo>
                  <a:pt x="20007" y="1023"/>
                </a:lnTo>
                <a:lnTo>
                  <a:pt x="20122" y="1023"/>
                </a:lnTo>
                <a:lnTo>
                  <a:pt x="20272" y="987"/>
                </a:lnTo>
                <a:lnTo>
                  <a:pt x="20422" y="917"/>
                </a:lnTo>
                <a:lnTo>
                  <a:pt x="21030" y="776"/>
                </a:lnTo>
                <a:lnTo>
                  <a:pt x="21405" y="705"/>
                </a:lnTo>
                <a:lnTo>
                  <a:pt x="21859" y="670"/>
                </a:lnTo>
                <a:lnTo>
                  <a:pt x="22014" y="635"/>
                </a:lnTo>
                <a:lnTo>
                  <a:pt x="22124" y="635"/>
                </a:lnTo>
                <a:lnTo>
                  <a:pt x="22164" y="529"/>
                </a:lnTo>
                <a:lnTo>
                  <a:pt x="22203" y="388"/>
                </a:lnTo>
                <a:lnTo>
                  <a:pt x="22314" y="423"/>
                </a:lnTo>
                <a:lnTo>
                  <a:pt x="22314" y="529"/>
                </a:lnTo>
                <a:lnTo>
                  <a:pt x="22428" y="564"/>
                </a:lnTo>
                <a:lnTo>
                  <a:pt x="22543" y="529"/>
                </a:lnTo>
                <a:lnTo>
                  <a:pt x="22653" y="458"/>
                </a:lnTo>
                <a:lnTo>
                  <a:pt x="22768" y="458"/>
                </a:lnTo>
                <a:lnTo>
                  <a:pt x="22918" y="423"/>
                </a:lnTo>
                <a:lnTo>
                  <a:pt x="23072" y="423"/>
                </a:lnTo>
                <a:lnTo>
                  <a:pt x="23187" y="388"/>
                </a:lnTo>
                <a:lnTo>
                  <a:pt x="23412" y="388"/>
                </a:lnTo>
                <a:lnTo>
                  <a:pt x="23526" y="388"/>
                </a:lnTo>
                <a:lnTo>
                  <a:pt x="23637" y="388"/>
                </a:lnTo>
                <a:lnTo>
                  <a:pt x="23751" y="352"/>
                </a:lnTo>
                <a:lnTo>
                  <a:pt x="23866" y="317"/>
                </a:lnTo>
                <a:lnTo>
                  <a:pt x="23981" y="317"/>
                </a:lnTo>
                <a:lnTo>
                  <a:pt x="24091" y="282"/>
                </a:lnTo>
                <a:lnTo>
                  <a:pt x="24205" y="211"/>
                </a:lnTo>
                <a:lnTo>
                  <a:pt x="24320" y="141"/>
                </a:lnTo>
                <a:lnTo>
                  <a:pt x="24435" y="105"/>
                </a:lnTo>
                <a:lnTo>
                  <a:pt x="24545" y="35"/>
                </a:lnTo>
                <a:lnTo>
                  <a:pt x="24660" y="0"/>
                </a:lnTo>
                <a:lnTo>
                  <a:pt x="24660" y="2646"/>
                </a:lnTo>
                <a:lnTo>
                  <a:pt x="24545" y="2576"/>
                </a:lnTo>
                <a:lnTo>
                  <a:pt x="24435" y="2505"/>
                </a:lnTo>
                <a:lnTo>
                  <a:pt x="24395" y="2399"/>
                </a:lnTo>
                <a:lnTo>
                  <a:pt x="24280" y="2294"/>
                </a:lnTo>
                <a:lnTo>
                  <a:pt x="24205" y="2188"/>
                </a:lnTo>
                <a:lnTo>
                  <a:pt x="24131" y="2082"/>
                </a:lnTo>
                <a:lnTo>
                  <a:pt x="24016" y="1906"/>
                </a:lnTo>
                <a:lnTo>
                  <a:pt x="23981" y="1800"/>
                </a:lnTo>
                <a:lnTo>
                  <a:pt x="23866" y="1694"/>
                </a:lnTo>
                <a:lnTo>
                  <a:pt x="23791" y="1588"/>
                </a:lnTo>
                <a:lnTo>
                  <a:pt x="23676" y="1517"/>
                </a:lnTo>
                <a:lnTo>
                  <a:pt x="23562" y="1553"/>
                </a:lnTo>
                <a:lnTo>
                  <a:pt x="23526" y="1659"/>
                </a:lnTo>
                <a:lnTo>
                  <a:pt x="23412" y="1764"/>
                </a:lnTo>
                <a:lnTo>
                  <a:pt x="23262" y="1870"/>
                </a:lnTo>
                <a:lnTo>
                  <a:pt x="23147" y="1941"/>
                </a:lnTo>
                <a:lnTo>
                  <a:pt x="23072" y="2047"/>
                </a:lnTo>
                <a:lnTo>
                  <a:pt x="22958" y="2188"/>
                </a:lnTo>
                <a:lnTo>
                  <a:pt x="22918" y="2294"/>
                </a:lnTo>
                <a:lnTo>
                  <a:pt x="22843" y="2399"/>
                </a:lnTo>
                <a:lnTo>
                  <a:pt x="22693" y="2364"/>
                </a:lnTo>
                <a:lnTo>
                  <a:pt x="22543" y="2223"/>
                </a:lnTo>
                <a:lnTo>
                  <a:pt x="22468" y="2082"/>
                </a:lnTo>
                <a:lnTo>
                  <a:pt x="22468" y="1976"/>
                </a:lnTo>
                <a:lnTo>
                  <a:pt x="22389" y="1870"/>
                </a:lnTo>
                <a:lnTo>
                  <a:pt x="22314" y="1729"/>
                </a:lnTo>
                <a:lnTo>
                  <a:pt x="22239" y="1623"/>
                </a:lnTo>
                <a:lnTo>
                  <a:pt x="22164" y="1517"/>
                </a:lnTo>
                <a:lnTo>
                  <a:pt x="22049" y="1482"/>
                </a:lnTo>
                <a:lnTo>
                  <a:pt x="21974" y="1376"/>
                </a:lnTo>
                <a:lnTo>
                  <a:pt x="21859" y="1270"/>
                </a:lnTo>
                <a:lnTo>
                  <a:pt x="21785" y="1164"/>
                </a:lnTo>
                <a:lnTo>
                  <a:pt x="21710" y="1270"/>
                </a:lnTo>
                <a:lnTo>
                  <a:pt x="21635" y="1376"/>
                </a:lnTo>
                <a:lnTo>
                  <a:pt x="21520" y="1376"/>
                </a:lnTo>
                <a:lnTo>
                  <a:pt x="21405" y="1376"/>
                </a:lnTo>
                <a:lnTo>
                  <a:pt x="21710" y="2717"/>
                </a:lnTo>
                <a:lnTo>
                  <a:pt x="21255" y="1412"/>
                </a:lnTo>
                <a:lnTo>
                  <a:pt x="21105" y="1517"/>
                </a:lnTo>
                <a:lnTo>
                  <a:pt x="20991" y="1553"/>
                </a:lnTo>
                <a:lnTo>
                  <a:pt x="20916" y="1659"/>
                </a:lnTo>
                <a:lnTo>
                  <a:pt x="20801" y="1764"/>
                </a:lnTo>
                <a:lnTo>
                  <a:pt x="20687" y="1800"/>
                </a:lnTo>
                <a:lnTo>
                  <a:pt x="20576" y="1800"/>
                </a:lnTo>
                <a:lnTo>
                  <a:pt x="20462" y="1906"/>
                </a:lnTo>
                <a:lnTo>
                  <a:pt x="20387" y="2011"/>
                </a:lnTo>
                <a:lnTo>
                  <a:pt x="20237" y="1976"/>
                </a:lnTo>
                <a:lnTo>
                  <a:pt x="20082" y="1870"/>
                </a:lnTo>
                <a:lnTo>
                  <a:pt x="19968" y="1800"/>
                </a:lnTo>
                <a:lnTo>
                  <a:pt x="19857" y="1800"/>
                </a:lnTo>
                <a:lnTo>
                  <a:pt x="19743" y="1729"/>
                </a:lnTo>
                <a:lnTo>
                  <a:pt x="19628" y="1659"/>
                </a:lnTo>
                <a:lnTo>
                  <a:pt x="19518" y="1694"/>
                </a:lnTo>
                <a:lnTo>
                  <a:pt x="19289" y="1659"/>
                </a:lnTo>
                <a:lnTo>
                  <a:pt x="19174" y="1517"/>
                </a:lnTo>
                <a:lnTo>
                  <a:pt x="19064" y="1447"/>
                </a:lnTo>
                <a:lnTo>
                  <a:pt x="18984" y="1340"/>
                </a:lnTo>
                <a:lnTo>
                  <a:pt x="18834" y="1270"/>
                </a:lnTo>
                <a:lnTo>
                  <a:pt x="18720" y="1305"/>
                </a:lnTo>
                <a:lnTo>
                  <a:pt x="18610" y="1376"/>
                </a:lnTo>
                <a:lnTo>
                  <a:pt x="18495" y="1517"/>
                </a:lnTo>
                <a:lnTo>
                  <a:pt x="18380" y="1553"/>
                </a:lnTo>
                <a:lnTo>
                  <a:pt x="18230" y="1623"/>
                </a:lnTo>
                <a:lnTo>
                  <a:pt x="18116" y="1694"/>
                </a:lnTo>
                <a:lnTo>
                  <a:pt x="18005" y="1729"/>
                </a:lnTo>
                <a:lnTo>
                  <a:pt x="17891" y="1729"/>
                </a:lnTo>
                <a:lnTo>
                  <a:pt x="17776" y="1694"/>
                </a:lnTo>
                <a:lnTo>
                  <a:pt x="17626" y="1623"/>
                </a:lnTo>
                <a:lnTo>
                  <a:pt x="17472" y="1553"/>
                </a:lnTo>
                <a:lnTo>
                  <a:pt x="17322" y="1482"/>
                </a:lnTo>
                <a:lnTo>
                  <a:pt x="17132" y="1376"/>
                </a:lnTo>
                <a:lnTo>
                  <a:pt x="17022" y="1340"/>
                </a:lnTo>
                <a:lnTo>
                  <a:pt x="16907" y="1234"/>
                </a:lnTo>
                <a:lnTo>
                  <a:pt x="16718" y="1234"/>
                </a:lnTo>
                <a:lnTo>
                  <a:pt x="16568" y="1164"/>
                </a:lnTo>
                <a:lnTo>
                  <a:pt x="16413" y="1128"/>
                </a:lnTo>
                <a:lnTo>
                  <a:pt x="16264" y="1164"/>
                </a:lnTo>
                <a:lnTo>
                  <a:pt x="16114" y="1270"/>
                </a:lnTo>
                <a:lnTo>
                  <a:pt x="15999" y="1305"/>
                </a:lnTo>
                <a:lnTo>
                  <a:pt x="15809" y="1234"/>
                </a:lnTo>
                <a:lnTo>
                  <a:pt x="15695" y="1164"/>
                </a:lnTo>
                <a:lnTo>
                  <a:pt x="15584" y="1128"/>
                </a:lnTo>
                <a:lnTo>
                  <a:pt x="15470" y="1128"/>
                </a:lnTo>
                <a:lnTo>
                  <a:pt x="15355" y="1128"/>
                </a:lnTo>
                <a:lnTo>
                  <a:pt x="15205" y="1093"/>
                </a:lnTo>
                <a:lnTo>
                  <a:pt x="15091" y="1093"/>
                </a:lnTo>
                <a:lnTo>
                  <a:pt x="14976" y="1128"/>
                </a:lnTo>
                <a:lnTo>
                  <a:pt x="14866" y="1164"/>
                </a:lnTo>
                <a:lnTo>
                  <a:pt x="14751" y="1164"/>
                </a:lnTo>
                <a:lnTo>
                  <a:pt x="14601" y="1164"/>
                </a:lnTo>
                <a:lnTo>
                  <a:pt x="14486" y="1093"/>
                </a:lnTo>
                <a:lnTo>
                  <a:pt x="14372" y="1023"/>
                </a:lnTo>
                <a:lnTo>
                  <a:pt x="14257" y="987"/>
                </a:lnTo>
                <a:lnTo>
                  <a:pt x="14147" y="987"/>
                </a:lnTo>
                <a:lnTo>
                  <a:pt x="14032" y="1023"/>
                </a:lnTo>
                <a:lnTo>
                  <a:pt x="13843" y="987"/>
                </a:lnTo>
                <a:lnTo>
                  <a:pt x="13728" y="952"/>
                </a:lnTo>
                <a:lnTo>
                  <a:pt x="13618" y="952"/>
                </a:lnTo>
                <a:lnTo>
                  <a:pt x="13503" y="1023"/>
                </a:lnTo>
                <a:lnTo>
                  <a:pt x="13388" y="1058"/>
                </a:lnTo>
                <a:lnTo>
                  <a:pt x="13238" y="1058"/>
                </a:lnTo>
                <a:lnTo>
                  <a:pt x="13089" y="1023"/>
                </a:lnTo>
                <a:lnTo>
                  <a:pt x="12934" y="1023"/>
                </a:lnTo>
                <a:lnTo>
                  <a:pt x="12784" y="952"/>
                </a:lnTo>
                <a:lnTo>
                  <a:pt x="12634" y="881"/>
                </a:lnTo>
                <a:lnTo>
                  <a:pt x="12520" y="846"/>
                </a:lnTo>
                <a:lnTo>
                  <a:pt x="12329" y="811"/>
                </a:lnTo>
                <a:lnTo>
                  <a:pt x="12179" y="811"/>
                </a:lnTo>
                <a:lnTo>
                  <a:pt x="12065" y="846"/>
                </a:lnTo>
                <a:lnTo>
                  <a:pt x="11915" y="952"/>
                </a:lnTo>
                <a:lnTo>
                  <a:pt x="11800" y="987"/>
                </a:lnTo>
                <a:lnTo>
                  <a:pt x="11650" y="1023"/>
                </a:lnTo>
                <a:lnTo>
                  <a:pt x="11496" y="987"/>
                </a:lnTo>
                <a:lnTo>
                  <a:pt x="11306" y="1023"/>
                </a:lnTo>
                <a:lnTo>
                  <a:pt x="11121" y="1058"/>
                </a:lnTo>
                <a:lnTo>
                  <a:pt x="11006" y="1093"/>
                </a:lnTo>
                <a:lnTo>
                  <a:pt x="10817" y="1023"/>
                </a:lnTo>
                <a:lnTo>
                  <a:pt x="10667" y="881"/>
                </a:lnTo>
                <a:lnTo>
                  <a:pt x="10552" y="811"/>
                </a:lnTo>
                <a:lnTo>
                  <a:pt x="10402" y="705"/>
                </a:lnTo>
                <a:lnTo>
                  <a:pt x="10287" y="670"/>
                </a:lnTo>
                <a:lnTo>
                  <a:pt x="10137" y="740"/>
                </a:lnTo>
                <a:lnTo>
                  <a:pt x="10058" y="846"/>
                </a:lnTo>
                <a:lnTo>
                  <a:pt x="9948" y="811"/>
                </a:lnTo>
                <a:lnTo>
                  <a:pt x="9833" y="846"/>
                </a:lnTo>
                <a:lnTo>
                  <a:pt x="9719" y="846"/>
                </a:lnTo>
                <a:lnTo>
                  <a:pt x="9569" y="881"/>
                </a:lnTo>
                <a:lnTo>
                  <a:pt x="9419" y="881"/>
                </a:lnTo>
                <a:lnTo>
                  <a:pt x="9304" y="881"/>
                </a:lnTo>
                <a:lnTo>
                  <a:pt x="9189" y="846"/>
                </a:lnTo>
                <a:lnTo>
                  <a:pt x="9569" y="1517"/>
                </a:lnTo>
                <a:lnTo>
                  <a:pt x="9114" y="952"/>
                </a:lnTo>
                <a:lnTo>
                  <a:pt x="9000" y="881"/>
                </a:lnTo>
                <a:lnTo>
                  <a:pt x="8890" y="881"/>
                </a:lnTo>
                <a:lnTo>
                  <a:pt x="8775" y="952"/>
                </a:lnTo>
                <a:lnTo>
                  <a:pt x="8700" y="1058"/>
                </a:lnTo>
                <a:lnTo>
                  <a:pt x="8585" y="1128"/>
                </a:lnTo>
                <a:lnTo>
                  <a:pt x="8471" y="1128"/>
                </a:lnTo>
                <a:lnTo>
                  <a:pt x="8356" y="1128"/>
                </a:lnTo>
                <a:lnTo>
                  <a:pt x="8246" y="1128"/>
                </a:lnTo>
                <a:lnTo>
                  <a:pt x="8091" y="1058"/>
                </a:lnTo>
                <a:lnTo>
                  <a:pt x="7981" y="1023"/>
                </a:lnTo>
                <a:lnTo>
                  <a:pt x="7866" y="1023"/>
                </a:lnTo>
                <a:lnTo>
                  <a:pt x="7717" y="987"/>
                </a:lnTo>
                <a:lnTo>
                  <a:pt x="7602" y="987"/>
                </a:lnTo>
                <a:lnTo>
                  <a:pt x="7412" y="987"/>
                </a:lnTo>
                <a:lnTo>
                  <a:pt x="7262" y="952"/>
                </a:lnTo>
                <a:lnTo>
                  <a:pt x="7148" y="881"/>
                </a:lnTo>
                <a:lnTo>
                  <a:pt x="7033" y="846"/>
                </a:lnTo>
                <a:lnTo>
                  <a:pt x="6923" y="846"/>
                </a:lnTo>
                <a:lnTo>
                  <a:pt x="6808" y="846"/>
                </a:lnTo>
                <a:lnTo>
                  <a:pt x="6654" y="846"/>
                </a:lnTo>
                <a:lnTo>
                  <a:pt x="6544" y="811"/>
                </a:lnTo>
                <a:lnTo>
                  <a:pt x="6429" y="811"/>
                </a:lnTo>
                <a:lnTo>
                  <a:pt x="6314" y="776"/>
                </a:lnTo>
                <a:lnTo>
                  <a:pt x="6204" y="846"/>
                </a:lnTo>
                <a:lnTo>
                  <a:pt x="6089" y="952"/>
                </a:lnTo>
                <a:lnTo>
                  <a:pt x="5975" y="1023"/>
                </a:lnTo>
                <a:lnTo>
                  <a:pt x="5860" y="1093"/>
                </a:lnTo>
                <a:lnTo>
                  <a:pt x="5750" y="1164"/>
                </a:lnTo>
                <a:lnTo>
                  <a:pt x="5635" y="1199"/>
                </a:lnTo>
                <a:lnTo>
                  <a:pt x="5520" y="1199"/>
                </a:lnTo>
                <a:lnTo>
                  <a:pt x="5371" y="1199"/>
                </a:lnTo>
                <a:lnTo>
                  <a:pt x="5256" y="1164"/>
                </a:lnTo>
                <a:lnTo>
                  <a:pt x="5106" y="1164"/>
                </a:lnTo>
                <a:lnTo>
                  <a:pt x="4956" y="1164"/>
                </a:lnTo>
                <a:lnTo>
                  <a:pt x="4841" y="1199"/>
                </a:lnTo>
                <a:lnTo>
                  <a:pt x="4727" y="1234"/>
                </a:lnTo>
                <a:lnTo>
                  <a:pt x="4612" y="1234"/>
                </a:lnTo>
                <a:lnTo>
                  <a:pt x="4462" y="1270"/>
                </a:lnTo>
                <a:lnTo>
                  <a:pt x="4312" y="1234"/>
                </a:lnTo>
                <a:lnTo>
                  <a:pt x="4198" y="1199"/>
                </a:lnTo>
                <a:lnTo>
                  <a:pt x="4083" y="1128"/>
                </a:lnTo>
                <a:lnTo>
                  <a:pt x="3973" y="1093"/>
                </a:lnTo>
                <a:lnTo>
                  <a:pt x="3858" y="1023"/>
                </a:lnTo>
                <a:lnTo>
                  <a:pt x="3743" y="1023"/>
                </a:lnTo>
                <a:lnTo>
                  <a:pt x="3629" y="1093"/>
                </a:lnTo>
                <a:lnTo>
                  <a:pt x="3479" y="1128"/>
                </a:lnTo>
                <a:lnTo>
                  <a:pt x="3329" y="1199"/>
                </a:lnTo>
                <a:lnTo>
                  <a:pt x="3214" y="1234"/>
                </a:lnTo>
                <a:lnTo>
                  <a:pt x="3100" y="1270"/>
                </a:lnTo>
                <a:lnTo>
                  <a:pt x="2989" y="1305"/>
                </a:lnTo>
                <a:lnTo>
                  <a:pt x="2875" y="1305"/>
                </a:lnTo>
                <a:lnTo>
                  <a:pt x="2760" y="1340"/>
                </a:lnTo>
                <a:lnTo>
                  <a:pt x="2645" y="1376"/>
                </a:lnTo>
                <a:lnTo>
                  <a:pt x="2456" y="1412"/>
                </a:lnTo>
                <a:lnTo>
                  <a:pt x="2345" y="1412"/>
                </a:lnTo>
                <a:lnTo>
                  <a:pt x="2191" y="1447"/>
                </a:lnTo>
                <a:lnTo>
                  <a:pt x="2081" y="1447"/>
                </a:lnTo>
                <a:lnTo>
                  <a:pt x="1966" y="1412"/>
                </a:lnTo>
                <a:lnTo>
                  <a:pt x="1852" y="1376"/>
                </a:lnTo>
                <a:lnTo>
                  <a:pt x="1777" y="1270"/>
                </a:lnTo>
                <a:lnTo>
                  <a:pt x="1741" y="1164"/>
                </a:lnTo>
                <a:lnTo>
                  <a:pt x="1627" y="1093"/>
                </a:lnTo>
                <a:lnTo>
                  <a:pt x="1472" y="1093"/>
                </a:lnTo>
                <a:lnTo>
                  <a:pt x="1362" y="1093"/>
                </a:lnTo>
                <a:lnTo>
                  <a:pt x="1247" y="1164"/>
                </a:lnTo>
                <a:lnTo>
                  <a:pt x="1133" y="1234"/>
                </a:lnTo>
                <a:lnTo>
                  <a:pt x="983" y="1270"/>
                </a:lnTo>
                <a:lnTo>
                  <a:pt x="868" y="1305"/>
                </a:lnTo>
                <a:lnTo>
                  <a:pt x="758" y="1305"/>
                </a:lnTo>
                <a:lnTo>
                  <a:pt x="643" y="1376"/>
                </a:lnTo>
                <a:lnTo>
                  <a:pt x="529" y="1447"/>
                </a:lnTo>
                <a:lnTo>
                  <a:pt x="414" y="1517"/>
                </a:lnTo>
                <a:lnTo>
                  <a:pt x="304" y="1553"/>
                </a:lnTo>
                <a:lnTo>
                  <a:pt x="189" y="1588"/>
                </a:lnTo>
                <a:lnTo>
                  <a:pt x="74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94" name=""/>
          <p:cNvGrpSpPr/>
          <p:nvPr/>
        </p:nvGrpSpPr>
        <p:grpSpPr>
          <a:xfrm>
            <a:off x="4130640" y="1968480"/>
            <a:ext cx="863640" cy="485640"/>
            <a:chOff x="4130640" y="1968480"/>
            <a:chExt cx="863640" cy="485640"/>
          </a:xfrm>
        </p:grpSpPr>
        <p:sp>
          <p:nvSpPr>
            <p:cNvPr id="495" name=""/>
            <p:cNvSpPr/>
            <p:nvPr/>
          </p:nvSpPr>
          <p:spPr>
            <a:xfrm>
              <a:off x="4130640" y="19684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6" name=""/>
            <p:cNvSpPr/>
            <p:nvPr/>
          </p:nvSpPr>
          <p:spPr>
            <a:xfrm>
              <a:off x="4575240" y="19843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97" name=""/>
          <p:cNvGrpSpPr/>
          <p:nvPr/>
        </p:nvGrpSpPr>
        <p:grpSpPr>
          <a:xfrm>
            <a:off x="4130640" y="2616120"/>
            <a:ext cx="863640" cy="485640"/>
            <a:chOff x="4130640" y="2616120"/>
            <a:chExt cx="863640" cy="485640"/>
          </a:xfrm>
        </p:grpSpPr>
        <p:sp>
          <p:nvSpPr>
            <p:cNvPr id="498" name=""/>
            <p:cNvSpPr/>
            <p:nvPr/>
          </p:nvSpPr>
          <p:spPr>
            <a:xfrm>
              <a:off x="4130640" y="261612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9" name=""/>
            <p:cNvSpPr/>
            <p:nvPr/>
          </p:nvSpPr>
          <p:spPr>
            <a:xfrm>
              <a:off x="4575240" y="2631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0" name=""/>
          <p:cNvSpPr/>
          <p:nvPr/>
        </p:nvSpPr>
        <p:spPr>
          <a:xfrm>
            <a:off x="6388200" y="50673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75470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"/>
          <p:cNvSpPr/>
          <p:nvPr/>
        </p:nvSpPr>
        <p:spPr>
          <a:xfrm>
            <a:off x="7953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83851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39680" y="831960"/>
            <a:ext cx="8813880" cy="55436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X(11).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1 5 - - - 0 7 - - 9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</a:t>
            </a: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"-"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6" name=""/>
          <p:cNvGrpSpPr/>
          <p:nvPr/>
        </p:nvGrpSpPr>
        <p:grpSpPr>
          <a:xfrm>
            <a:off x="4130640" y="1308240"/>
            <a:ext cx="863640" cy="485640"/>
            <a:chOff x="4130640" y="1308240"/>
            <a:chExt cx="863640" cy="485640"/>
          </a:xfrm>
        </p:grpSpPr>
        <p:sp>
          <p:nvSpPr>
            <p:cNvPr id="507" name=""/>
            <p:cNvSpPr/>
            <p:nvPr/>
          </p:nvSpPr>
          <p:spPr>
            <a:xfrm>
              <a:off x="4130640" y="13082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8" name=""/>
            <p:cNvSpPr/>
            <p:nvPr/>
          </p:nvSpPr>
          <p:spPr>
            <a:xfrm>
              <a:off x="4575240" y="13240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9" name=""/>
          <p:cNvSpPr/>
          <p:nvPr/>
        </p:nvSpPr>
        <p:spPr>
          <a:xfrm>
            <a:off x="4130640" y="3267000"/>
            <a:ext cx="470844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45752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49942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5451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58705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627696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7086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71280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101520" y="3809880"/>
            <a:ext cx="8877600" cy="978120"/>
          </a:xfrm>
          <a:custGeom>
            <a:avLst/>
            <a:gdLst/>
            <a:ahLst/>
            <a:rect l="0" t="0" r="r" b="b"/>
            <a:pathLst>
              <a:path w="24660" h="2717">
                <a:moveTo>
                  <a:pt x="0" y="881"/>
                </a:moveTo>
                <a:lnTo>
                  <a:pt x="114" y="846"/>
                </a:lnTo>
                <a:lnTo>
                  <a:pt x="304" y="811"/>
                </a:lnTo>
                <a:lnTo>
                  <a:pt x="414" y="811"/>
                </a:lnTo>
                <a:lnTo>
                  <a:pt x="529" y="811"/>
                </a:lnTo>
                <a:lnTo>
                  <a:pt x="643" y="776"/>
                </a:lnTo>
                <a:lnTo>
                  <a:pt x="758" y="740"/>
                </a:lnTo>
                <a:lnTo>
                  <a:pt x="983" y="670"/>
                </a:lnTo>
                <a:lnTo>
                  <a:pt x="1098" y="599"/>
                </a:lnTo>
                <a:lnTo>
                  <a:pt x="1208" y="564"/>
                </a:lnTo>
                <a:lnTo>
                  <a:pt x="1322" y="670"/>
                </a:lnTo>
                <a:lnTo>
                  <a:pt x="1472" y="740"/>
                </a:lnTo>
                <a:lnTo>
                  <a:pt x="1627" y="881"/>
                </a:lnTo>
                <a:lnTo>
                  <a:pt x="1741" y="776"/>
                </a:lnTo>
                <a:lnTo>
                  <a:pt x="1852" y="881"/>
                </a:lnTo>
                <a:lnTo>
                  <a:pt x="1927" y="987"/>
                </a:lnTo>
                <a:lnTo>
                  <a:pt x="2041" y="1023"/>
                </a:lnTo>
                <a:lnTo>
                  <a:pt x="2156" y="952"/>
                </a:lnTo>
                <a:lnTo>
                  <a:pt x="2306" y="846"/>
                </a:lnTo>
                <a:lnTo>
                  <a:pt x="2381" y="740"/>
                </a:lnTo>
                <a:lnTo>
                  <a:pt x="2495" y="705"/>
                </a:lnTo>
                <a:lnTo>
                  <a:pt x="2685" y="705"/>
                </a:lnTo>
                <a:lnTo>
                  <a:pt x="2875" y="670"/>
                </a:lnTo>
                <a:lnTo>
                  <a:pt x="2989" y="635"/>
                </a:lnTo>
                <a:lnTo>
                  <a:pt x="3100" y="599"/>
                </a:lnTo>
                <a:lnTo>
                  <a:pt x="3214" y="529"/>
                </a:lnTo>
                <a:lnTo>
                  <a:pt x="3329" y="529"/>
                </a:lnTo>
                <a:lnTo>
                  <a:pt x="3479" y="564"/>
                </a:lnTo>
                <a:lnTo>
                  <a:pt x="3593" y="564"/>
                </a:lnTo>
                <a:lnTo>
                  <a:pt x="3743" y="564"/>
                </a:lnTo>
                <a:lnTo>
                  <a:pt x="3858" y="635"/>
                </a:lnTo>
                <a:lnTo>
                  <a:pt x="3973" y="670"/>
                </a:lnTo>
                <a:lnTo>
                  <a:pt x="4158" y="635"/>
                </a:lnTo>
                <a:lnTo>
                  <a:pt x="4273" y="670"/>
                </a:lnTo>
                <a:lnTo>
                  <a:pt x="4387" y="740"/>
                </a:lnTo>
                <a:lnTo>
                  <a:pt x="4462" y="846"/>
                </a:lnTo>
                <a:lnTo>
                  <a:pt x="4577" y="881"/>
                </a:lnTo>
                <a:lnTo>
                  <a:pt x="4766" y="846"/>
                </a:lnTo>
                <a:lnTo>
                  <a:pt x="4877" y="846"/>
                </a:lnTo>
                <a:lnTo>
                  <a:pt x="5031" y="811"/>
                </a:lnTo>
                <a:lnTo>
                  <a:pt x="5141" y="811"/>
                </a:lnTo>
                <a:lnTo>
                  <a:pt x="5256" y="740"/>
                </a:lnTo>
                <a:lnTo>
                  <a:pt x="5406" y="705"/>
                </a:lnTo>
                <a:lnTo>
                  <a:pt x="5520" y="705"/>
                </a:lnTo>
                <a:lnTo>
                  <a:pt x="5635" y="670"/>
                </a:lnTo>
                <a:lnTo>
                  <a:pt x="5825" y="599"/>
                </a:lnTo>
                <a:lnTo>
                  <a:pt x="6014" y="564"/>
                </a:lnTo>
                <a:lnTo>
                  <a:pt x="6164" y="599"/>
                </a:lnTo>
                <a:lnTo>
                  <a:pt x="6279" y="599"/>
                </a:lnTo>
                <a:lnTo>
                  <a:pt x="6429" y="599"/>
                </a:lnTo>
                <a:lnTo>
                  <a:pt x="6579" y="635"/>
                </a:lnTo>
                <a:lnTo>
                  <a:pt x="6958" y="635"/>
                </a:lnTo>
                <a:lnTo>
                  <a:pt x="7108" y="599"/>
                </a:lnTo>
                <a:lnTo>
                  <a:pt x="7637" y="564"/>
                </a:lnTo>
                <a:lnTo>
                  <a:pt x="8016" y="529"/>
                </a:lnTo>
                <a:lnTo>
                  <a:pt x="8471" y="529"/>
                </a:lnTo>
                <a:lnTo>
                  <a:pt x="8621" y="493"/>
                </a:lnTo>
                <a:lnTo>
                  <a:pt x="8810" y="423"/>
                </a:lnTo>
                <a:lnTo>
                  <a:pt x="8964" y="388"/>
                </a:lnTo>
                <a:lnTo>
                  <a:pt x="9114" y="317"/>
                </a:lnTo>
                <a:lnTo>
                  <a:pt x="9304" y="246"/>
                </a:lnTo>
                <a:lnTo>
                  <a:pt x="9419" y="176"/>
                </a:lnTo>
                <a:lnTo>
                  <a:pt x="9529" y="176"/>
                </a:lnTo>
                <a:lnTo>
                  <a:pt x="9758" y="141"/>
                </a:lnTo>
                <a:lnTo>
                  <a:pt x="9873" y="246"/>
                </a:lnTo>
                <a:lnTo>
                  <a:pt x="9983" y="423"/>
                </a:lnTo>
                <a:lnTo>
                  <a:pt x="10058" y="529"/>
                </a:lnTo>
                <a:lnTo>
                  <a:pt x="10212" y="493"/>
                </a:lnTo>
                <a:lnTo>
                  <a:pt x="10362" y="458"/>
                </a:lnTo>
                <a:lnTo>
                  <a:pt x="10477" y="423"/>
                </a:lnTo>
                <a:lnTo>
                  <a:pt x="10667" y="529"/>
                </a:lnTo>
                <a:lnTo>
                  <a:pt x="10817" y="564"/>
                </a:lnTo>
                <a:lnTo>
                  <a:pt x="11041" y="564"/>
                </a:lnTo>
                <a:lnTo>
                  <a:pt x="11196" y="564"/>
                </a:lnTo>
                <a:lnTo>
                  <a:pt x="11460" y="564"/>
                </a:lnTo>
                <a:lnTo>
                  <a:pt x="11840" y="564"/>
                </a:lnTo>
                <a:lnTo>
                  <a:pt x="11990" y="564"/>
                </a:lnTo>
                <a:lnTo>
                  <a:pt x="12139" y="529"/>
                </a:lnTo>
                <a:lnTo>
                  <a:pt x="12289" y="529"/>
                </a:lnTo>
                <a:lnTo>
                  <a:pt x="12405" y="529"/>
                </a:lnTo>
                <a:lnTo>
                  <a:pt x="12520" y="529"/>
                </a:lnTo>
                <a:lnTo>
                  <a:pt x="12634" y="529"/>
                </a:lnTo>
                <a:lnTo>
                  <a:pt x="12745" y="564"/>
                </a:lnTo>
                <a:lnTo>
                  <a:pt x="12859" y="564"/>
                </a:lnTo>
                <a:lnTo>
                  <a:pt x="12974" y="599"/>
                </a:lnTo>
                <a:lnTo>
                  <a:pt x="13124" y="599"/>
                </a:lnTo>
                <a:lnTo>
                  <a:pt x="13238" y="635"/>
                </a:lnTo>
                <a:lnTo>
                  <a:pt x="13353" y="670"/>
                </a:lnTo>
                <a:lnTo>
                  <a:pt x="13503" y="670"/>
                </a:lnTo>
                <a:lnTo>
                  <a:pt x="13957" y="670"/>
                </a:lnTo>
                <a:lnTo>
                  <a:pt x="14107" y="670"/>
                </a:lnTo>
                <a:lnTo>
                  <a:pt x="14257" y="705"/>
                </a:lnTo>
                <a:lnTo>
                  <a:pt x="14411" y="705"/>
                </a:lnTo>
                <a:lnTo>
                  <a:pt x="14561" y="705"/>
                </a:lnTo>
                <a:lnTo>
                  <a:pt x="14676" y="705"/>
                </a:lnTo>
                <a:lnTo>
                  <a:pt x="14786" y="705"/>
                </a:lnTo>
                <a:lnTo>
                  <a:pt x="15055" y="776"/>
                </a:lnTo>
                <a:lnTo>
                  <a:pt x="15166" y="811"/>
                </a:lnTo>
                <a:lnTo>
                  <a:pt x="15320" y="811"/>
                </a:lnTo>
                <a:lnTo>
                  <a:pt x="15470" y="811"/>
                </a:lnTo>
                <a:lnTo>
                  <a:pt x="15620" y="811"/>
                </a:lnTo>
                <a:lnTo>
                  <a:pt x="15734" y="776"/>
                </a:lnTo>
                <a:lnTo>
                  <a:pt x="15849" y="776"/>
                </a:lnTo>
                <a:lnTo>
                  <a:pt x="15999" y="740"/>
                </a:lnTo>
                <a:lnTo>
                  <a:pt x="16114" y="705"/>
                </a:lnTo>
                <a:lnTo>
                  <a:pt x="16264" y="705"/>
                </a:lnTo>
                <a:lnTo>
                  <a:pt x="16413" y="670"/>
                </a:lnTo>
                <a:lnTo>
                  <a:pt x="16793" y="670"/>
                </a:lnTo>
                <a:lnTo>
                  <a:pt x="16943" y="670"/>
                </a:lnTo>
                <a:lnTo>
                  <a:pt x="17057" y="705"/>
                </a:lnTo>
                <a:lnTo>
                  <a:pt x="17097" y="811"/>
                </a:lnTo>
                <a:lnTo>
                  <a:pt x="17247" y="881"/>
                </a:lnTo>
                <a:lnTo>
                  <a:pt x="17362" y="952"/>
                </a:lnTo>
                <a:lnTo>
                  <a:pt x="17472" y="987"/>
                </a:lnTo>
                <a:lnTo>
                  <a:pt x="17586" y="987"/>
                </a:lnTo>
                <a:lnTo>
                  <a:pt x="17701" y="987"/>
                </a:lnTo>
                <a:lnTo>
                  <a:pt x="17851" y="1023"/>
                </a:lnTo>
                <a:lnTo>
                  <a:pt x="17966" y="1058"/>
                </a:lnTo>
                <a:lnTo>
                  <a:pt x="18080" y="1058"/>
                </a:lnTo>
                <a:lnTo>
                  <a:pt x="18230" y="1023"/>
                </a:lnTo>
                <a:lnTo>
                  <a:pt x="18345" y="1023"/>
                </a:lnTo>
                <a:lnTo>
                  <a:pt x="18495" y="987"/>
                </a:lnTo>
                <a:lnTo>
                  <a:pt x="18645" y="952"/>
                </a:lnTo>
                <a:lnTo>
                  <a:pt x="18834" y="917"/>
                </a:lnTo>
                <a:lnTo>
                  <a:pt x="18949" y="917"/>
                </a:lnTo>
                <a:lnTo>
                  <a:pt x="19139" y="917"/>
                </a:lnTo>
                <a:lnTo>
                  <a:pt x="19253" y="952"/>
                </a:lnTo>
                <a:lnTo>
                  <a:pt x="19403" y="952"/>
                </a:lnTo>
                <a:lnTo>
                  <a:pt x="19518" y="987"/>
                </a:lnTo>
                <a:lnTo>
                  <a:pt x="19628" y="1023"/>
                </a:lnTo>
                <a:lnTo>
                  <a:pt x="19743" y="1023"/>
                </a:lnTo>
                <a:lnTo>
                  <a:pt x="19857" y="1023"/>
                </a:lnTo>
                <a:lnTo>
                  <a:pt x="20007" y="1023"/>
                </a:lnTo>
                <a:lnTo>
                  <a:pt x="20122" y="1023"/>
                </a:lnTo>
                <a:lnTo>
                  <a:pt x="20272" y="987"/>
                </a:lnTo>
                <a:lnTo>
                  <a:pt x="20422" y="917"/>
                </a:lnTo>
                <a:lnTo>
                  <a:pt x="21030" y="776"/>
                </a:lnTo>
                <a:lnTo>
                  <a:pt x="21405" y="705"/>
                </a:lnTo>
                <a:lnTo>
                  <a:pt x="21859" y="670"/>
                </a:lnTo>
                <a:lnTo>
                  <a:pt x="22014" y="635"/>
                </a:lnTo>
                <a:lnTo>
                  <a:pt x="22124" y="635"/>
                </a:lnTo>
                <a:lnTo>
                  <a:pt x="22164" y="529"/>
                </a:lnTo>
                <a:lnTo>
                  <a:pt x="22203" y="388"/>
                </a:lnTo>
                <a:lnTo>
                  <a:pt x="22314" y="423"/>
                </a:lnTo>
                <a:lnTo>
                  <a:pt x="22314" y="529"/>
                </a:lnTo>
                <a:lnTo>
                  <a:pt x="22428" y="564"/>
                </a:lnTo>
                <a:lnTo>
                  <a:pt x="22543" y="529"/>
                </a:lnTo>
                <a:lnTo>
                  <a:pt x="22653" y="458"/>
                </a:lnTo>
                <a:lnTo>
                  <a:pt x="22768" y="458"/>
                </a:lnTo>
                <a:lnTo>
                  <a:pt x="22918" y="423"/>
                </a:lnTo>
                <a:lnTo>
                  <a:pt x="23072" y="423"/>
                </a:lnTo>
                <a:lnTo>
                  <a:pt x="23187" y="388"/>
                </a:lnTo>
                <a:lnTo>
                  <a:pt x="23412" y="388"/>
                </a:lnTo>
                <a:lnTo>
                  <a:pt x="23526" y="388"/>
                </a:lnTo>
                <a:lnTo>
                  <a:pt x="23637" y="388"/>
                </a:lnTo>
                <a:lnTo>
                  <a:pt x="23751" y="352"/>
                </a:lnTo>
                <a:lnTo>
                  <a:pt x="23866" y="317"/>
                </a:lnTo>
                <a:lnTo>
                  <a:pt x="23981" y="317"/>
                </a:lnTo>
                <a:lnTo>
                  <a:pt x="24091" y="282"/>
                </a:lnTo>
                <a:lnTo>
                  <a:pt x="24205" y="211"/>
                </a:lnTo>
                <a:lnTo>
                  <a:pt x="24320" y="141"/>
                </a:lnTo>
                <a:lnTo>
                  <a:pt x="24435" y="105"/>
                </a:lnTo>
                <a:lnTo>
                  <a:pt x="24545" y="35"/>
                </a:lnTo>
                <a:lnTo>
                  <a:pt x="24660" y="0"/>
                </a:lnTo>
                <a:lnTo>
                  <a:pt x="24660" y="2646"/>
                </a:lnTo>
                <a:lnTo>
                  <a:pt x="24545" y="2576"/>
                </a:lnTo>
                <a:lnTo>
                  <a:pt x="24435" y="2505"/>
                </a:lnTo>
                <a:lnTo>
                  <a:pt x="24395" y="2399"/>
                </a:lnTo>
                <a:lnTo>
                  <a:pt x="24280" y="2294"/>
                </a:lnTo>
                <a:lnTo>
                  <a:pt x="24205" y="2188"/>
                </a:lnTo>
                <a:lnTo>
                  <a:pt x="24131" y="2082"/>
                </a:lnTo>
                <a:lnTo>
                  <a:pt x="24016" y="1906"/>
                </a:lnTo>
                <a:lnTo>
                  <a:pt x="23981" y="1800"/>
                </a:lnTo>
                <a:lnTo>
                  <a:pt x="23866" y="1694"/>
                </a:lnTo>
                <a:lnTo>
                  <a:pt x="23791" y="1588"/>
                </a:lnTo>
                <a:lnTo>
                  <a:pt x="23676" y="1517"/>
                </a:lnTo>
                <a:lnTo>
                  <a:pt x="23562" y="1553"/>
                </a:lnTo>
                <a:lnTo>
                  <a:pt x="23526" y="1659"/>
                </a:lnTo>
                <a:lnTo>
                  <a:pt x="23412" y="1764"/>
                </a:lnTo>
                <a:lnTo>
                  <a:pt x="23262" y="1870"/>
                </a:lnTo>
                <a:lnTo>
                  <a:pt x="23147" y="1941"/>
                </a:lnTo>
                <a:lnTo>
                  <a:pt x="23072" y="2047"/>
                </a:lnTo>
                <a:lnTo>
                  <a:pt x="22958" y="2188"/>
                </a:lnTo>
                <a:lnTo>
                  <a:pt x="22918" y="2294"/>
                </a:lnTo>
                <a:lnTo>
                  <a:pt x="22843" y="2399"/>
                </a:lnTo>
                <a:lnTo>
                  <a:pt x="22693" y="2364"/>
                </a:lnTo>
                <a:lnTo>
                  <a:pt x="22543" y="2223"/>
                </a:lnTo>
                <a:lnTo>
                  <a:pt x="22468" y="2082"/>
                </a:lnTo>
                <a:lnTo>
                  <a:pt x="22468" y="1976"/>
                </a:lnTo>
                <a:lnTo>
                  <a:pt x="22389" y="1870"/>
                </a:lnTo>
                <a:lnTo>
                  <a:pt x="22314" y="1729"/>
                </a:lnTo>
                <a:lnTo>
                  <a:pt x="22239" y="1623"/>
                </a:lnTo>
                <a:lnTo>
                  <a:pt x="22164" y="1517"/>
                </a:lnTo>
                <a:lnTo>
                  <a:pt x="22049" y="1482"/>
                </a:lnTo>
                <a:lnTo>
                  <a:pt x="21974" y="1376"/>
                </a:lnTo>
                <a:lnTo>
                  <a:pt x="21859" y="1270"/>
                </a:lnTo>
                <a:lnTo>
                  <a:pt x="21785" y="1164"/>
                </a:lnTo>
                <a:lnTo>
                  <a:pt x="21710" y="1270"/>
                </a:lnTo>
                <a:lnTo>
                  <a:pt x="21635" y="1376"/>
                </a:lnTo>
                <a:lnTo>
                  <a:pt x="21520" y="1376"/>
                </a:lnTo>
                <a:lnTo>
                  <a:pt x="21405" y="1376"/>
                </a:lnTo>
                <a:lnTo>
                  <a:pt x="21710" y="2717"/>
                </a:lnTo>
                <a:lnTo>
                  <a:pt x="21255" y="1412"/>
                </a:lnTo>
                <a:lnTo>
                  <a:pt x="21105" y="1517"/>
                </a:lnTo>
                <a:lnTo>
                  <a:pt x="20991" y="1553"/>
                </a:lnTo>
                <a:lnTo>
                  <a:pt x="20916" y="1659"/>
                </a:lnTo>
                <a:lnTo>
                  <a:pt x="20801" y="1764"/>
                </a:lnTo>
                <a:lnTo>
                  <a:pt x="20687" y="1800"/>
                </a:lnTo>
                <a:lnTo>
                  <a:pt x="20576" y="1800"/>
                </a:lnTo>
                <a:lnTo>
                  <a:pt x="20462" y="1906"/>
                </a:lnTo>
                <a:lnTo>
                  <a:pt x="20387" y="2011"/>
                </a:lnTo>
                <a:lnTo>
                  <a:pt x="20237" y="1976"/>
                </a:lnTo>
                <a:lnTo>
                  <a:pt x="20082" y="1870"/>
                </a:lnTo>
                <a:lnTo>
                  <a:pt x="19968" y="1800"/>
                </a:lnTo>
                <a:lnTo>
                  <a:pt x="19857" y="1800"/>
                </a:lnTo>
                <a:lnTo>
                  <a:pt x="19743" y="1729"/>
                </a:lnTo>
                <a:lnTo>
                  <a:pt x="19628" y="1659"/>
                </a:lnTo>
                <a:lnTo>
                  <a:pt x="19518" y="1694"/>
                </a:lnTo>
                <a:lnTo>
                  <a:pt x="19289" y="1659"/>
                </a:lnTo>
                <a:lnTo>
                  <a:pt x="19174" y="1517"/>
                </a:lnTo>
                <a:lnTo>
                  <a:pt x="19064" y="1447"/>
                </a:lnTo>
                <a:lnTo>
                  <a:pt x="18984" y="1340"/>
                </a:lnTo>
                <a:lnTo>
                  <a:pt x="18834" y="1270"/>
                </a:lnTo>
                <a:lnTo>
                  <a:pt x="18720" y="1305"/>
                </a:lnTo>
                <a:lnTo>
                  <a:pt x="18610" y="1376"/>
                </a:lnTo>
                <a:lnTo>
                  <a:pt x="18495" y="1517"/>
                </a:lnTo>
                <a:lnTo>
                  <a:pt x="18380" y="1553"/>
                </a:lnTo>
                <a:lnTo>
                  <a:pt x="18230" y="1623"/>
                </a:lnTo>
                <a:lnTo>
                  <a:pt x="18116" y="1694"/>
                </a:lnTo>
                <a:lnTo>
                  <a:pt x="18005" y="1729"/>
                </a:lnTo>
                <a:lnTo>
                  <a:pt x="17891" y="1729"/>
                </a:lnTo>
                <a:lnTo>
                  <a:pt x="17776" y="1694"/>
                </a:lnTo>
                <a:lnTo>
                  <a:pt x="17626" y="1623"/>
                </a:lnTo>
                <a:lnTo>
                  <a:pt x="17472" y="1553"/>
                </a:lnTo>
                <a:lnTo>
                  <a:pt x="17322" y="1482"/>
                </a:lnTo>
                <a:lnTo>
                  <a:pt x="17132" y="1376"/>
                </a:lnTo>
                <a:lnTo>
                  <a:pt x="17022" y="1340"/>
                </a:lnTo>
                <a:lnTo>
                  <a:pt x="16907" y="1234"/>
                </a:lnTo>
                <a:lnTo>
                  <a:pt x="16718" y="1234"/>
                </a:lnTo>
                <a:lnTo>
                  <a:pt x="16568" y="1164"/>
                </a:lnTo>
                <a:lnTo>
                  <a:pt x="16413" y="1128"/>
                </a:lnTo>
                <a:lnTo>
                  <a:pt x="16264" y="1164"/>
                </a:lnTo>
                <a:lnTo>
                  <a:pt x="16114" y="1270"/>
                </a:lnTo>
                <a:lnTo>
                  <a:pt x="15999" y="1305"/>
                </a:lnTo>
                <a:lnTo>
                  <a:pt x="15809" y="1234"/>
                </a:lnTo>
                <a:lnTo>
                  <a:pt x="15695" y="1164"/>
                </a:lnTo>
                <a:lnTo>
                  <a:pt x="15584" y="1128"/>
                </a:lnTo>
                <a:lnTo>
                  <a:pt x="15470" y="1128"/>
                </a:lnTo>
                <a:lnTo>
                  <a:pt x="15355" y="1128"/>
                </a:lnTo>
                <a:lnTo>
                  <a:pt x="15205" y="1093"/>
                </a:lnTo>
                <a:lnTo>
                  <a:pt x="15091" y="1093"/>
                </a:lnTo>
                <a:lnTo>
                  <a:pt x="14976" y="1128"/>
                </a:lnTo>
                <a:lnTo>
                  <a:pt x="14866" y="1164"/>
                </a:lnTo>
                <a:lnTo>
                  <a:pt x="14751" y="1164"/>
                </a:lnTo>
                <a:lnTo>
                  <a:pt x="14601" y="1164"/>
                </a:lnTo>
                <a:lnTo>
                  <a:pt x="14486" y="1093"/>
                </a:lnTo>
                <a:lnTo>
                  <a:pt x="14372" y="1023"/>
                </a:lnTo>
                <a:lnTo>
                  <a:pt x="14257" y="987"/>
                </a:lnTo>
                <a:lnTo>
                  <a:pt x="14147" y="987"/>
                </a:lnTo>
                <a:lnTo>
                  <a:pt x="14032" y="1023"/>
                </a:lnTo>
                <a:lnTo>
                  <a:pt x="13843" y="987"/>
                </a:lnTo>
                <a:lnTo>
                  <a:pt x="13728" y="952"/>
                </a:lnTo>
                <a:lnTo>
                  <a:pt x="13618" y="952"/>
                </a:lnTo>
                <a:lnTo>
                  <a:pt x="13503" y="1023"/>
                </a:lnTo>
                <a:lnTo>
                  <a:pt x="13388" y="1058"/>
                </a:lnTo>
                <a:lnTo>
                  <a:pt x="13238" y="1058"/>
                </a:lnTo>
                <a:lnTo>
                  <a:pt x="13089" y="1023"/>
                </a:lnTo>
                <a:lnTo>
                  <a:pt x="12934" y="1023"/>
                </a:lnTo>
                <a:lnTo>
                  <a:pt x="12784" y="952"/>
                </a:lnTo>
                <a:lnTo>
                  <a:pt x="12634" y="881"/>
                </a:lnTo>
                <a:lnTo>
                  <a:pt x="12520" y="846"/>
                </a:lnTo>
                <a:lnTo>
                  <a:pt x="12329" y="811"/>
                </a:lnTo>
                <a:lnTo>
                  <a:pt x="12179" y="811"/>
                </a:lnTo>
                <a:lnTo>
                  <a:pt x="12065" y="846"/>
                </a:lnTo>
                <a:lnTo>
                  <a:pt x="11915" y="952"/>
                </a:lnTo>
                <a:lnTo>
                  <a:pt x="11800" y="987"/>
                </a:lnTo>
                <a:lnTo>
                  <a:pt x="11650" y="1023"/>
                </a:lnTo>
                <a:lnTo>
                  <a:pt x="11496" y="987"/>
                </a:lnTo>
                <a:lnTo>
                  <a:pt x="11306" y="1023"/>
                </a:lnTo>
                <a:lnTo>
                  <a:pt x="11121" y="1058"/>
                </a:lnTo>
                <a:lnTo>
                  <a:pt x="11006" y="1093"/>
                </a:lnTo>
                <a:lnTo>
                  <a:pt x="10817" y="1023"/>
                </a:lnTo>
                <a:lnTo>
                  <a:pt x="10667" y="881"/>
                </a:lnTo>
                <a:lnTo>
                  <a:pt x="10552" y="811"/>
                </a:lnTo>
                <a:lnTo>
                  <a:pt x="10402" y="705"/>
                </a:lnTo>
                <a:lnTo>
                  <a:pt x="10287" y="670"/>
                </a:lnTo>
                <a:lnTo>
                  <a:pt x="10137" y="740"/>
                </a:lnTo>
                <a:lnTo>
                  <a:pt x="10058" y="846"/>
                </a:lnTo>
                <a:lnTo>
                  <a:pt x="9948" y="811"/>
                </a:lnTo>
                <a:lnTo>
                  <a:pt x="9833" y="846"/>
                </a:lnTo>
                <a:lnTo>
                  <a:pt x="9719" y="846"/>
                </a:lnTo>
                <a:lnTo>
                  <a:pt x="9569" y="881"/>
                </a:lnTo>
                <a:lnTo>
                  <a:pt x="9419" y="881"/>
                </a:lnTo>
                <a:lnTo>
                  <a:pt x="9304" y="881"/>
                </a:lnTo>
                <a:lnTo>
                  <a:pt x="9189" y="846"/>
                </a:lnTo>
                <a:lnTo>
                  <a:pt x="9569" y="1517"/>
                </a:lnTo>
                <a:lnTo>
                  <a:pt x="9114" y="952"/>
                </a:lnTo>
                <a:lnTo>
                  <a:pt x="9000" y="881"/>
                </a:lnTo>
                <a:lnTo>
                  <a:pt x="8890" y="881"/>
                </a:lnTo>
                <a:lnTo>
                  <a:pt x="8775" y="952"/>
                </a:lnTo>
                <a:lnTo>
                  <a:pt x="8700" y="1058"/>
                </a:lnTo>
                <a:lnTo>
                  <a:pt x="8585" y="1128"/>
                </a:lnTo>
                <a:lnTo>
                  <a:pt x="8471" y="1128"/>
                </a:lnTo>
                <a:lnTo>
                  <a:pt x="8356" y="1128"/>
                </a:lnTo>
                <a:lnTo>
                  <a:pt x="8246" y="1128"/>
                </a:lnTo>
                <a:lnTo>
                  <a:pt x="8091" y="1058"/>
                </a:lnTo>
                <a:lnTo>
                  <a:pt x="7981" y="1023"/>
                </a:lnTo>
                <a:lnTo>
                  <a:pt x="7866" y="1023"/>
                </a:lnTo>
                <a:lnTo>
                  <a:pt x="7717" y="987"/>
                </a:lnTo>
                <a:lnTo>
                  <a:pt x="7602" y="987"/>
                </a:lnTo>
                <a:lnTo>
                  <a:pt x="7412" y="987"/>
                </a:lnTo>
                <a:lnTo>
                  <a:pt x="7262" y="952"/>
                </a:lnTo>
                <a:lnTo>
                  <a:pt x="7148" y="881"/>
                </a:lnTo>
                <a:lnTo>
                  <a:pt x="7033" y="846"/>
                </a:lnTo>
                <a:lnTo>
                  <a:pt x="6923" y="846"/>
                </a:lnTo>
                <a:lnTo>
                  <a:pt x="6808" y="846"/>
                </a:lnTo>
                <a:lnTo>
                  <a:pt x="6654" y="846"/>
                </a:lnTo>
                <a:lnTo>
                  <a:pt x="6544" y="811"/>
                </a:lnTo>
                <a:lnTo>
                  <a:pt x="6429" y="811"/>
                </a:lnTo>
                <a:lnTo>
                  <a:pt x="6314" y="776"/>
                </a:lnTo>
                <a:lnTo>
                  <a:pt x="6204" y="846"/>
                </a:lnTo>
                <a:lnTo>
                  <a:pt x="6089" y="952"/>
                </a:lnTo>
                <a:lnTo>
                  <a:pt x="5975" y="1023"/>
                </a:lnTo>
                <a:lnTo>
                  <a:pt x="5860" y="1093"/>
                </a:lnTo>
                <a:lnTo>
                  <a:pt x="5750" y="1164"/>
                </a:lnTo>
                <a:lnTo>
                  <a:pt x="5635" y="1199"/>
                </a:lnTo>
                <a:lnTo>
                  <a:pt x="5520" y="1199"/>
                </a:lnTo>
                <a:lnTo>
                  <a:pt x="5371" y="1199"/>
                </a:lnTo>
                <a:lnTo>
                  <a:pt x="5256" y="1164"/>
                </a:lnTo>
                <a:lnTo>
                  <a:pt x="5106" y="1164"/>
                </a:lnTo>
                <a:lnTo>
                  <a:pt x="4956" y="1164"/>
                </a:lnTo>
                <a:lnTo>
                  <a:pt x="4841" y="1199"/>
                </a:lnTo>
                <a:lnTo>
                  <a:pt x="4727" y="1234"/>
                </a:lnTo>
                <a:lnTo>
                  <a:pt x="4612" y="1234"/>
                </a:lnTo>
                <a:lnTo>
                  <a:pt x="4462" y="1270"/>
                </a:lnTo>
                <a:lnTo>
                  <a:pt x="4312" y="1234"/>
                </a:lnTo>
                <a:lnTo>
                  <a:pt x="4198" y="1199"/>
                </a:lnTo>
                <a:lnTo>
                  <a:pt x="4083" y="1128"/>
                </a:lnTo>
                <a:lnTo>
                  <a:pt x="3973" y="1093"/>
                </a:lnTo>
                <a:lnTo>
                  <a:pt x="3858" y="1023"/>
                </a:lnTo>
                <a:lnTo>
                  <a:pt x="3743" y="1023"/>
                </a:lnTo>
                <a:lnTo>
                  <a:pt x="3629" y="1093"/>
                </a:lnTo>
                <a:lnTo>
                  <a:pt x="3479" y="1128"/>
                </a:lnTo>
                <a:lnTo>
                  <a:pt x="3329" y="1199"/>
                </a:lnTo>
                <a:lnTo>
                  <a:pt x="3214" y="1234"/>
                </a:lnTo>
                <a:lnTo>
                  <a:pt x="3100" y="1270"/>
                </a:lnTo>
                <a:lnTo>
                  <a:pt x="2989" y="1305"/>
                </a:lnTo>
                <a:lnTo>
                  <a:pt x="2875" y="1305"/>
                </a:lnTo>
                <a:lnTo>
                  <a:pt x="2760" y="1340"/>
                </a:lnTo>
                <a:lnTo>
                  <a:pt x="2645" y="1376"/>
                </a:lnTo>
                <a:lnTo>
                  <a:pt x="2456" y="1412"/>
                </a:lnTo>
                <a:lnTo>
                  <a:pt x="2345" y="1412"/>
                </a:lnTo>
                <a:lnTo>
                  <a:pt x="2191" y="1447"/>
                </a:lnTo>
                <a:lnTo>
                  <a:pt x="2081" y="1447"/>
                </a:lnTo>
                <a:lnTo>
                  <a:pt x="1966" y="1412"/>
                </a:lnTo>
                <a:lnTo>
                  <a:pt x="1852" y="1376"/>
                </a:lnTo>
                <a:lnTo>
                  <a:pt x="1777" y="1270"/>
                </a:lnTo>
                <a:lnTo>
                  <a:pt x="1741" y="1164"/>
                </a:lnTo>
                <a:lnTo>
                  <a:pt x="1627" y="1093"/>
                </a:lnTo>
                <a:lnTo>
                  <a:pt x="1472" y="1093"/>
                </a:lnTo>
                <a:lnTo>
                  <a:pt x="1362" y="1093"/>
                </a:lnTo>
                <a:lnTo>
                  <a:pt x="1247" y="1164"/>
                </a:lnTo>
                <a:lnTo>
                  <a:pt x="1133" y="1234"/>
                </a:lnTo>
                <a:lnTo>
                  <a:pt x="983" y="1270"/>
                </a:lnTo>
                <a:lnTo>
                  <a:pt x="868" y="1305"/>
                </a:lnTo>
                <a:lnTo>
                  <a:pt x="758" y="1305"/>
                </a:lnTo>
                <a:lnTo>
                  <a:pt x="643" y="1376"/>
                </a:lnTo>
                <a:lnTo>
                  <a:pt x="529" y="1447"/>
                </a:lnTo>
                <a:lnTo>
                  <a:pt x="414" y="1517"/>
                </a:lnTo>
                <a:lnTo>
                  <a:pt x="304" y="1553"/>
                </a:lnTo>
                <a:lnTo>
                  <a:pt x="189" y="1588"/>
                </a:lnTo>
                <a:lnTo>
                  <a:pt x="74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18" name=""/>
          <p:cNvGrpSpPr/>
          <p:nvPr/>
        </p:nvGrpSpPr>
        <p:grpSpPr>
          <a:xfrm>
            <a:off x="4130640" y="1968480"/>
            <a:ext cx="863640" cy="485640"/>
            <a:chOff x="4130640" y="1968480"/>
            <a:chExt cx="863640" cy="485640"/>
          </a:xfrm>
        </p:grpSpPr>
        <p:sp>
          <p:nvSpPr>
            <p:cNvPr id="519" name=""/>
            <p:cNvSpPr/>
            <p:nvPr/>
          </p:nvSpPr>
          <p:spPr>
            <a:xfrm>
              <a:off x="4130640" y="19684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0" name=""/>
            <p:cNvSpPr/>
            <p:nvPr/>
          </p:nvSpPr>
          <p:spPr>
            <a:xfrm>
              <a:off x="4575240" y="19843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21" name=""/>
          <p:cNvGrpSpPr/>
          <p:nvPr/>
        </p:nvGrpSpPr>
        <p:grpSpPr>
          <a:xfrm>
            <a:off x="4130640" y="2616120"/>
            <a:ext cx="863640" cy="485640"/>
            <a:chOff x="4130640" y="2616120"/>
            <a:chExt cx="863640" cy="485640"/>
          </a:xfrm>
        </p:grpSpPr>
        <p:sp>
          <p:nvSpPr>
            <p:cNvPr id="522" name=""/>
            <p:cNvSpPr/>
            <p:nvPr/>
          </p:nvSpPr>
          <p:spPr>
            <a:xfrm>
              <a:off x="4130640" y="261612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3" name=""/>
            <p:cNvSpPr/>
            <p:nvPr/>
          </p:nvSpPr>
          <p:spPr>
            <a:xfrm>
              <a:off x="4575240" y="2631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24" name=""/>
          <p:cNvSpPr/>
          <p:nvPr/>
        </p:nvSpPr>
        <p:spPr>
          <a:xfrm>
            <a:off x="6388200" y="506736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75470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7953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83851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6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39680" y="831960"/>
            <a:ext cx="8813880" cy="55436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DayStr 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MonthStr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YearStr  PIC XX.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DateStr  PIC X(11).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1 5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800" b="1" u="none" strike="noStrike">
                <a:solidFill>
                  <a:srgbClr val="037C03"/>
                </a:solidFill>
                <a:effectLst/>
                <a:uFillTx/>
                <a:latin typeface="Courier New"/>
                <a:ea typeface="Courier New"/>
              </a:rPr>
              <a:t>- -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- 0 7 - - 9 4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DateStr.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UNSTRING DateStr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DELIMITED BY </a:t>
            </a:r>
            <a:r>
              <a:rPr lang="en-US" sz="2000" b="1" u="none" strike="noStrike">
                <a:solidFill>
                  <a:srgbClr val="0536CF"/>
                </a:solidFill>
                <a:effectLst/>
                <a:uFillTx/>
                <a:latin typeface="Courier New"/>
                <a:ea typeface="Courier New"/>
              </a:rPr>
              <a:t>"-"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INTO DayStr, MonthStr, YearStr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ON OVERFLOW DISPLAY "Chars Left"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END-UNSTRING.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0" name=""/>
          <p:cNvGrpSpPr/>
          <p:nvPr/>
        </p:nvGrpSpPr>
        <p:grpSpPr>
          <a:xfrm>
            <a:off x="4130640" y="1308240"/>
            <a:ext cx="863640" cy="485640"/>
            <a:chOff x="4130640" y="1308240"/>
            <a:chExt cx="863640" cy="485640"/>
          </a:xfrm>
        </p:grpSpPr>
        <p:sp>
          <p:nvSpPr>
            <p:cNvPr id="531" name=""/>
            <p:cNvSpPr/>
            <p:nvPr/>
          </p:nvSpPr>
          <p:spPr>
            <a:xfrm>
              <a:off x="4130640" y="130824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2" name=""/>
            <p:cNvSpPr/>
            <p:nvPr/>
          </p:nvSpPr>
          <p:spPr>
            <a:xfrm>
              <a:off x="4575240" y="132408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3" name=""/>
          <p:cNvSpPr/>
          <p:nvPr/>
        </p:nvSpPr>
        <p:spPr>
          <a:xfrm>
            <a:off x="4130640" y="3267000"/>
            <a:ext cx="4708440" cy="45720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45752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49942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5451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58705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627696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67086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712800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101520" y="3809880"/>
            <a:ext cx="8877600" cy="978120"/>
          </a:xfrm>
          <a:custGeom>
            <a:avLst/>
            <a:gdLst/>
            <a:ahLst/>
            <a:rect l="0" t="0" r="r" b="b"/>
            <a:pathLst>
              <a:path w="24660" h="2717">
                <a:moveTo>
                  <a:pt x="0" y="881"/>
                </a:moveTo>
                <a:lnTo>
                  <a:pt x="114" y="846"/>
                </a:lnTo>
                <a:lnTo>
                  <a:pt x="304" y="811"/>
                </a:lnTo>
                <a:lnTo>
                  <a:pt x="414" y="811"/>
                </a:lnTo>
                <a:lnTo>
                  <a:pt x="529" y="811"/>
                </a:lnTo>
                <a:lnTo>
                  <a:pt x="643" y="776"/>
                </a:lnTo>
                <a:lnTo>
                  <a:pt x="758" y="740"/>
                </a:lnTo>
                <a:lnTo>
                  <a:pt x="983" y="670"/>
                </a:lnTo>
                <a:lnTo>
                  <a:pt x="1098" y="599"/>
                </a:lnTo>
                <a:lnTo>
                  <a:pt x="1208" y="564"/>
                </a:lnTo>
                <a:lnTo>
                  <a:pt x="1322" y="670"/>
                </a:lnTo>
                <a:lnTo>
                  <a:pt x="1472" y="740"/>
                </a:lnTo>
                <a:lnTo>
                  <a:pt x="1627" y="881"/>
                </a:lnTo>
                <a:lnTo>
                  <a:pt x="1741" y="776"/>
                </a:lnTo>
                <a:lnTo>
                  <a:pt x="1852" y="881"/>
                </a:lnTo>
                <a:lnTo>
                  <a:pt x="1927" y="987"/>
                </a:lnTo>
                <a:lnTo>
                  <a:pt x="2041" y="1023"/>
                </a:lnTo>
                <a:lnTo>
                  <a:pt x="2156" y="952"/>
                </a:lnTo>
                <a:lnTo>
                  <a:pt x="2306" y="846"/>
                </a:lnTo>
                <a:lnTo>
                  <a:pt x="2381" y="740"/>
                </a:lnTo>
                <a:lnTo>
                  <a:pt x="2495" y="705"/>
                </a:lnTo>
                <a:lnTo>
                  <a:pt x="2685" y="705"/>
                </a:lnTo>
                <a:lnTo>
                  <a:pt x="2875" y="670"/>
                </a:lnTo>
                <a:lnTo>
                  <a:pt x="2989" y="635"/>
                </a:lnTo>
                <a:lnTo>
                  <a:pt x="3100" y="599"/>
                </a:lnTo>
                <a:lnTo>
                  <a:pt x="3214" y="529"/>
                </a:lnTo>
                <a:lnTo>
                  <a:pt x="3329" y="529"/>
                </a:lnTo>
                <a:lnTo>
                  <a:pt x="3479" y="564"/>
                </a:lnTo>
                <a:lnTo>
                  <a:pt x="3593" y="564"/>
                </a:lnTo>
                <a:lnTo>
                  <a:pt x="3743" y="564"/>
                </a:lnTo>
                <a:lnTo>
                  <a:pt x="3858" y="635"/>
                </a:lnTo>
                <a:lnTo>
                  <a:pt x="3973" y="670"/>
                </a:lnTo>
                <a:lnTo>
                  <a:pt x="4158" y="635"/>
                </a:lnTo>
                <a:lnTo>
                  <a:pt x="4273" y="670"/>
                </a:lnTo>
                <a:lnTo>
                  <a:pt x="4387" y="740"/>
                </a:lnTo>
                <a:lnTo>
                  <a:pt x="4462" y="846"/>
                </a:lnTo>
                <a:lnTo>
                  <a:pt x="4577" y="881"/>
                </a:lnTo>
                <a:lnTo>
                  <a:pt x="4766" y="846"/>
                </a:lnTo>
                <a:lnTo>
                  <a:pt x="4877" y="846"/>
                </a:lnTo>
                <a:lnTo>
                  <a:pt x="5031" y="811"/>
                </a:lnTo>
                <a:lnTo>
                  <a:pt x="5141" y="811"/>
                </a:lnTo>
                <a:lnTo>
                  <a:pt x="5256" y="740"/>
                </a:lnTo>
                <a:lnTo>
                  <a:pt x="5406" y="705"/>
                </a:lnTo>
                <a:lnTo>
                  <a:pt x="5520" y="705"/>
                </a:lnTo>
                <a:lnTo>
                  <a:pt x="5635" y="670"/>
                </a:lnTo>
                <a:lnTo>
                  <a:pt x="5825" y="599"/>
                </a:lnTo>
                <a:lnTo>
                  <a:pt x="6014" y="564"/>
                </a:lnTo>
                <a:lnTo>
                  <a:pt x="6164" y="599"/>
                </a:lnTo>
                <a:lnTo>
                  <a:pt x="6279" y="599"/>
                </a:lnTo>
                <a:lnTo>
                  <a:pt x="6429" y="599"/>
                </a:lnTo>
                <a:lnTo>
                  <a:pt x="6579" y="635"/>
                </a:lnTo>
                <a:lnTo>
                  <a:pt x="6958" y="635"/>
                </a:lnTo>
                <a:lnTo>
                  <a:pt x="7108" y="599"/>
                </a:lnTo>
                <a:lnTo>
                  <a:pt x="7637" y="564"/>
                </a:lnTo>
                <a:lnTo>
                  <a:pt x="8016" y="529"/>
                </a:lnTo>
                <a:lnTo>
                  <a:pt x="8471" y="529"/>
                </a:lnTo>
                <a:lnTo>
                  <a:pt x="8621" y="493"/>
                </a:lnTo>
                <a:lnTo>
                  <a:pt x="8810" y="423"/>
                </a:lnTo>
                <a:lnTo>
                  <a:pt x="8964" y="388"/>
                </a:lnTo>
                <a:lnTo>
                  <a:pt x="9114" y="317"/>
                </a:lnTo>
                <a:lnTo>
                  <a:pt x="9304" y="246"/>
                </a:lnTo>
                <a:lnTo>
                  <a:pt x="9419" y="176"/>
                </a:lnTo>
                <a:lnTo>
                  <a:pt x="9529" y="176"/>
                </a:lnTo>
                <a:lnTo>
                  <a:pt x="9758" y="141"/>
                </a:lnTo>
                <a:lnTo>
                  <a:pt x="9873" y="246"/>
                </a:lnTo>
                <a:lnTo>
                  <a:pt x="9983" y="423"/>
                </a:lnTo>
                <a:lnTo>
                  <a:pt x="10058" y="529"/>
                </a:lnTo>
                <a:lnTo>
                  <a:pt x="10212" y="493"/>
                </a:lnTo>
                <a:lnTo>
                  <a:pt x="10362" y="458"/>
                </a:lnTo>
                <a:lnTo>
                  <a:pt x="10477" y="423"/>
                </a:lnTo>
                <a:lnTo>
                  <a:pt x="10667" y="529"/>
                </a:lnTo>
                <a:lnTo>
                  <a:pt x="10817" y="564"/>
                </a:lnTo>
                <a:lnTo>
                  <a:pt x="11041" y="564"/>
                </a:lnTo>
                <a:lnTo>
                  <a:pt x="11196" y="564"/>
                </a:lnTo>
                <a:lnTo>
                  <a:pt x="11460" y="564"/>
                </a:lnTo>
                <a:lnTo>
                  <a:pt x="11840" y="564"/>
                </a:lnTo>
                <a:lnTo>
                  <a:pt x="11990" y="564"/>
                </a:lnTo>
                <a:lnTo>
                  <a:pt x="12139" y="529"/>
                </a:lnTo>
                <a:lnTo>
                  <a:pt x="12289" y="529"/>
                </a:lnTo>
                <a:lnTo>
                  <a:pt x="12405" y="529"/>
                </a:lnTo>
                <a:lnTo>
                  <a:pt x="12520" y="529"/>
                </a:lnTo>
                <a:lnTo>
                  <a:pt x="12634" y="529"/>
                </a:lnTo>
                <a:lnTo>
                  <a:pt x="12745" y="564"/>
                </a:lnTo>
                <a:lnTo>
                  <a:pt x="12859" y="564"/>
                </a:lnTo>
                <a:lnTo>
                  <a:pt x="12974" y="599"/>
                </a:lnTo>
                <a:lnTo>
                  <a:pt x="13124" y="599"/>
                </a:lnTo>
                <a:lnTo>
                  <a:pt x="13238" y="635"/>
                </a:lnTo>
                <a:lnTo>
                  <a:pt x="13353" y="670"/>
                </a:lnTo>
                <a:lnTo>
                  <a:pt x="13503" y="670"/>
                </a:lnTo>
                <a:lnTo>
                  <a:pt x="13957" y="670"/>
                </a:lnTo>
                <a:lnTo>
                  <a:pt x="14107" y="670"/>
                </a:lnTo>
                <a:lnTo>
                  <a:pt x="14257" y="705"/>
                </a:lnTo>
                <a:lnTo>
                  <a:pt x="14411" y="705"/>
                </a:lnTo>
                <a:lnTo>
                  <a:pt x="14561" y="705"/>
                </a:lnTo>
                <a:lnTo>
                  <a:pt x="14676" y="705"/>
                </a:lnTo>
                <a:lnTo>
                  <a:pt x="14786" y="705"/>
                </a:lnTo>
                <a:lnTo>
                  <a:pt x="15055" y="776"/>
                </a:lnTo>
                <a:lnTo>
                  <a:pt x="15166" y="811"/>
                </a:lnTo>
                <a:lnTo>
                  <a:pt x="15320" y="811"/>
                </a:lnTo>
                <a:lnTo>
                  <a:pt x="15470" y="811"/>
                </a:lnTo>
                <a:lnTo>
                  <a:pt x="15620" y="811"/>
                </a:lnTo>
                <a:lnTo>
                  <a:pt x="15734" y="776"/>
                </a:lnTo>
                <a:lnTo>
                  <a:pt x="15849" y="776"/>
                </a:lnTo>
                <a:lnTo>
                  <a:pt x="15999" y="740"/>
                </a:lnTo>
                <a:lnTo>
                  <a:pt x="16114" y="705"/>
                </a:lnTo>
                <a:lnTo>
                  <a:pt x="16264" y="705"/>
                </a:lnTo>
                <a:lnTo>
                  <a:pt x="16413" y="670"/>
                </a:lnTo>
                <a:lnTo>
                  <a:pt x="16793" y="670"/>
                </a:lnTo>
                <a:lnTo>
                  <a:pt x="16943" y="670"/>
                </a:lnTo>
                <a:lnTo>
                  <a:pt x="17057" y="705"/>
                </a:lnTo>
                <a:lnTo>
                  <a:pt x="17097" y="811"/>
                </a:lnTo>
                <a:lnTo>
                  <a:pt x="17247" y="881"/>
                </a:lnTo>
                <a:lnTo>
                  <a:pt x="17362" y="952"/>
                </a:lnTo>
                <a:lnTo>
                  <a:pt x="17472" y="987"/>
                </a:lnTo>
                <a:lnTo>
                  <a:pt x="17586" y="987"/>
                </a:lnTo>
                <a:lnTo>
                  <a:pt x="17701" y="987"/>
                </a:lnTo>
                <a:lnTo>
                  <a:pt x="17851" y="1023"/>
                </a:lnTo>
                <a:lnTo>
                  <a:pt x="17966" y="1058"/>
                </a:lnTo>
                <a:lnTo>
                  <a:pt x="18080" y="1058"/>
                </a:lnTo>
                <a:lnTo>
                  <a:pt x="18230" y="1023"/>
                </a:lnTo>
                <a:lnTo>
                  <a:pt x="18345" y="1023"/>
                </a:lnTo>
                <a:lnTo>
                  <a:pt x="18495" y="987"/>
                </a:lnTo>
                <a:lnTo>
                  <a:pt x="18645" y="952"/>
                </a:lnTo>
                <a:lnTo>
                  <a:pt x="18834" y="917"/>
                </a:lnTo>
                <a:lnTo>
                  <a:pt x="18949" y="917"/>
                </a:lnTo>
                <a:lnTo>
                  <a:pt x="19139" y="917"/>
                </a:lnTo>
                <a:lnTo>
                  <a:pt x="19253" y="952"/>
                </a:lnTo>
                <a:lnTo>
                  <a:pt x="19403" y="952"/>
                </a:lnTo>
                <a:lnTo>
                  <a:pt x="19518" y="987"/>
                </a:lnTo>
                <a:lnTo>
                  <a:pt x="19628" y="1023"/>
                </a:lnTo>
                <a:lnTo>
                  <a:pt x="19743" y="1023"/>
                </a:lnTo>
                <a:lnTo>
                  <a:pt x="19857" y="1023"/>
                </a:lnTo>
                <a:lnTo>
                  <a:pt x="20007" y="1023"/>
                </a:lnTo>
                <a:lnTo>
                  <a:pt x="20122" y="1023"/>
                </a:lnTo>
                <a:lnTo>
                  <a:pt x="20272" y="987"/>
                </a:lnTo>
                <a:lnTo>
                  <a:pt x="20422" y="917"/>
                </a:lnTo>
                <a:lnTo>
                  <a:pt x="21030" y="776"/>
                </a:lnTo>
                <a:lnTo>
                  <a:pt x="21405" y="705"/>
                </a:lnTo>
                <a:lnTo>
                  <a:pt x="21859" y="670"/>
                </a:lnTo>
                <a:lnTo>
                  <a:pt x="22014" y="635"/>
                </a:lnTo>
                <a:lnTo>
                  <a:pt x="22124" y="635"/>
                </a:lnTo>
                <a:lnTo>
                  <a:pt x="22164" y="529"/>
                </a:lnTo>
                <a:lnTo>
                  <a:pt x="22203" y="388"/>
                </a:lnTo>
                <a:lnTo>
                  <a:pt x="22314" y="423"/>
                </a:lnTo>
                <a:lnTo>
                  <a:pt x="22314" y="529"/>
                </a:lnTo>
                <a:lnTo>
                  <a:pt x="22428" y="564"/>
                </a:lnTo>
                <a:lnTo>
                  <a:pt x="22543" y="529"/>
                </a:lnTo>
                <a:lnTo>
                  <a:pt x="22653" y="458"/>
                </a:lnTo>
                <a:lnTo>
                  <a:pt x="22768" y="458"/>
                </a:lnTo>
                <a:lnTo>
                  <a:pt x="22918" y="423"/>
                </a:lnTo>
                <a:lnTo>
                  <a:pt x="23072" y="423"/>
                </a:lnTo>
                <a:lnTo>
                  <a:pt x="23187" y="388"/>
                </a:lnTo>
                <a:lnTo>
                  <a:pt x="23412" y="388"/>
                </a:lnTo>
                <a:lnTo>
                  <a:pt x="23526" y="388"/>
                </a:lnTo>
                <a:lnTo>
                  <a:pt x="23637" y="388"/>
                </a:lnTo>
                <a:lnTo>
                  <a:pt x="23751" y="352"/>
                </a:lnTo>
                <a:lnTo>
                  <a:pt x="23866" y="317"/>
                </a:lnTo>
                <a:lnTo>
                  <a:pt x="23981" y="317"/>
                </a:lnTo>
                <a:lnTo>
                  <a:pt x="24091" y="282"/>
                </a:lnTo>
                <a:lnTo>
                  <a:pt x="24205" y="211"/>
                </a:lnTo>
                <a:lnTo>
                  <a:pt x="24320" y="141"/>
                </a:lnTo>
                <a:lnTo>
                  <a:pt x="24435" y="105"/>
                </a:lnTo>
                <a:lnTo>
                  <a:pt x="24545" y="35"/>
                </a:lnTo>
                <a:lnTo>
                  <a:pt x="24660" y="0"/>
                </a:lnTo>
                <a:lnTo>
                  <a:pt x="24660" y="2646"/>
                </a:lnTo>
                <a:lnTo>
                  <a:pt x="24545" y="2576"/>
                </a:lnTo>
                <a:lnTo>
                  <a:pt x="24435" y="2505"/>
                </a:lnTo>
                <a:lnTo>
                  <a:pt x="24395" y="2399"/>
                </a:lnTo>
                <a:lnTo>
                  <a:pt x="24280" y="2294"/>
                </a:lnTo>
                <a:lnTo>
                  <a:pt x="24205" y="2188"/>
                </a:lnTo>
                <a:lnTo>
                  <a:pt x="24131" y="2082"/>
                </a:lnTo>
                <a:lnTo>
                  <a:pt x="24016" y="1906"/>
                </a:lnTo>
                <a:lnTo>
                  <a:pt x="23981" y="1800"/>
                </a:lnTo>
                <a:lnTo>
                  <a:pt x="23866" y="1694"/>
                </a:lnTo>
                <a:lnTo>
                  <a:pt x="23791" y="1588"/>
                </a:lnTo>
                <a:lnTo>
                  <a:pt x="23676" y="1517"/>
                </a:lnTo>
                <a:lnTo>
                  <a:pt x="23562" y="1553"/>
                </a:lnTo>
                <a:lnTo>
                  <a:pt x="23526" y="1659"/>
                </a:lnTo>
                <a:lnTo>
                  <a:pt x="23412" y="1764"/>
                </a:lnTo>
                <a:lnTo>
                  <a:pt x="23262" y="1870"/>
                </a:lnTo>
                <a:lnTo>
                  <a:pt x="23147" y="1941"/>
                </a:lnTo>
                <a:lnTo>
                  <a:pt x="23072" y="2047"/>
                </a:lnTo>
                <a:lnTo>
                  <a:pt x="22958" y="2188"/>
                </a:lnTo>
                <a:lnTo>
                  <a:pt x="22918" y="2294"/>
                </a:lnTo>
                <a:lnTo>
                  <a:pt x="22843" y="2399"/>
                </a:lnTo>
                <a:lnTo>
                  <a:pt x="22693" y="2364"/>
                </a:lnTo>
                <a:lnTo>
                  <a:pt x="22543" y="2223"/>
                </a:lnTo>
                <a:lnTo>
                  <a:pt x="22468" y="2082"/>
                </a:lnTo>
                <a:lnTo>
                  <a:pt x="22468" y="1976"/>
                </a:lnTo>
                <a:lnTo>
                  <a:pt x="22389" y="1870"/>
                </a:lnTo>
                <a:lnTo>
                  <a:pt x="22314" y="1729"/>
                </a:lnTo>
                <a:lnTo>
                  <a:pt x="22239" y="1623"/>
                </a:lnTo>
                <a:lnTo>
                  <a:pt x="22164" y="1517"/>
                </a:lnTo>
                <a:lnTo>
                  <a:pt x="22049" y="1482"/>
                </a:lnTo>
                <a:lnTo>
                  <a:pt x="21974" y="1376"/>
                </a:lnTo>
                <a:lnTo>
                  <a:pt x="21859" y="1270"/>
                </a:lnTo>
                <a:lnTo>
                  <a:pt x="21785" y="1164"/>
                </a:lnTo>
                <a:lnTo>
                  <a:pt x="21710" y="1270"/>
                </a:lnTo>
                <a:lnTo>
                  <a:pt x="21635" y="1376"/>
                </a:lnTo>
                <a:lnTo>
                  <a:pt x="21520" y="1376"/>
                </a:lnTo>
                <a:lnTo>
                  <a:pt x="21405" y="1376"/>
                </a:lnTo>
                <a:lnTo>
                  <a:pt x="21710" y="2717"/>
                </a:lnTo>
                <a:lnTo>
                  <a:pt x="21255" y="1412"/>
                </a:lnTo>
                <a:lnTo>
                  <a:pt x="21105" y="1517"/>
                </a:lnTo>
                <a:lnTo>
                  <a:pt x="20991" y="1553"/>
                </a:lnTo>
                <a:lnTo>
                  <a:pt x="20916" y="1659"/>
                </a:lnTo>
                <a:lnTo>
                  <a:pt x="20801" y="1764"/>
                </a:lnTo>
                <a:lnTo>
                  <a:pt x="20687" y="1800"/>
                </a:lnTo>
                <a:lnTo>
                  <a:pt x="20576" y="1800"/>
                </a:lnTo>
                <a:lnTo>
                  <a:pt x="20462" y="1906"/>
                </a:lnTo>
                <a:lnTo>
                  <a:pt x="20387" y="2011"/>
                </a:lnTo>
                <a:lnTo>
                  <a:pt x="20237" y="1976"/>
                </a:lnTo>
                <a:lnTo>
                  <a:pt x="20082" y="1870"/>
                </a:lnTo>
                <a:lnTo>
                  <a:pt x="19968" y="1800"/>
                </a:lnTo>
                <a:lnTo>
                  <a:pt x="19857" y="1800"/>
                </a:lnTo>
                <a:lnTo>
                  <a:pt x="19743" y="1729"/>
                </a:lnTo>
                <a:lnTo>
                  <a:pt x="19628" y="1659"/>
                </a:lnTo>
                <a:lnTo>
                  <a:pt x="19518" y="1694"/>
                </a:lnTo>
                <a:lnTo>
                  <a:pt x="19289" y="1659"/>
                </a:lnTo>
                <a:lnTo>
                  <a:pt x="19174" y="1517"/>
                </a:lnTo>
                <a:lnTo>
                  <a:pt x="19064" y="1447"/>
                </a:lnTo>
                <a:lnTo>
                  <a:pt x="18984" y="1340"/>
                </a:lnTo>
                <a:lnTo>
                  <a:pt x="18834" y="1270"/>
                </a:lnTo>
                <a:lnTo>
                  <a:pt x="18720" y="1305"/>
                </a:lnTo>
                <a:lnTo>
                  <a:pt x="18610" y="1376"/>
                </a:lnTo>
                <a:lnTo>
                  <a:pt x="18495" y="1517"/>
                </a:lnTo>
                <a:lnTo>
                  <a:pt x="18380" y="1553"/>
                </a:lnTo>
                <a:lnTo>
                  <a:pt x="18230" y="1623"/>
                </a:lnTo>
                <a:lnTo>
                  <a:pt x="18116" y="1694"/>
                </a:lnTo>
                <a:lnTo>
                  <a:pt x="18005" y="1729"/>
                </a:lnTo>
                <a:lnTo>
                  <a:pt x="17891" y="1729"/>
                </a:lnTo>
                <a:lnTo>
                  <a:pt x="17776" y="1694"/>
                </a:lnTo>
                <a:lnTo>
                  <a:pt x="17626" y="1623"/>
                </a:lnTo>
                <a:lnTo>
                  <a:pt x="17472" y="1553"/>
                </a:lnTo>
                <a:lnTo>
                  <a:pt x="17322" y="1482"/>
                </a:lnTo>
                <a:lnTo>
                  <a:pt x="17132" y="1376"/>
                </a:lnTo>
                <a:lnTo>
                  <a:pt x="17022" y="1340"/>
                </a:lnTo>
                <a:lnTo>
                  <a:pt x="16907" y="1234"/>
                </a:lnTo>
                <a:lnTo>
                  <a:pt x="16718" y="1234"/>
                </a:lnTo>
                <a:lnTo>
                  <a:pt x="16568" y="1164"/>
                </a:lnTo>
                <a:lnTo>
                  <a:pt x="16413" y="1128"/>
                </a:lnTo>
                <a:lnTo>
                  <a:pt x="16264" y="1164"/>
                </a:lnTo>
                <a:lnTo>
                  <a:pt x="16114" y="1270"/>
                </a:lnTo>
                <a:lnTo>
                  <a:pt x="15999" y="1305"/>
                </a:lnTo>
                <a:lnTo>
                  <a:pt x="15809" y="1234"/>
                </a:lnTo>
                <a:lnTo>
                  <a:pt x="15695" y="1164"/>
                </a:lnTo>
                <a:lnTo>
                  <a:pt x="15584" y="1128"/>
                </a:lnTo>
                <a:lnTo>
                  <a:pt x="15470" y="1128"/>
                </a:lnTo>
                <a:lnTo>
                  <a:pt x="15355" y="1128"/>
                </a:lnTo>
                <a:lnTo>
                  <a:pt x="15205" y="1093"/>
                </a:lnTo>
                <a:lnTo>
                  <a:pt x="15091" y="1093"/>
                </a:lnTo>
                <a:lnTo>
                  <a:pt x="14976" y="1128"/>
                </a:lnTo>
                <a:lnTo>
                  <a:pt x="14866" y="1164"/>
                </a:lnTo>
                <a:lnTo>
                  <a:pt x="14751" y="1164"/>
                </a:lnTo>
                <a:lnTo>
                  <a:pt x="14601" y="1164"/>
                </a:lnTo>
                <a:lnTo>
                  <a:pt x="14486" y="1093"/>
                </a:lnTo>
                <a:lnTo>
                  <a:pt x="14372" y="1023"/>
                </a:lnTo>
                <a:lnTo>
                  <a:pt x="14257" y="987"/>
                </a:lnTo>
                <a:lnTo>
                  <a:pt x="14147" y="987"/>
                </a:lnTo>
                <a:lnTo>
                  <a:pt x="14032" y="1023"/>
                </a:lnTo>
                <a:lnTo>
                  <a:pt x="13843" y="987"/>
                </a:lnTo>
                <a:lnTo>
                  <a:pt x="13728" y="952"/>
                </a:lnTo>
                <a:lnTo>
                  <a:pt x="13618" y="952"/>
                </a:lnTo>
                <a:lnTo>
                  <a:pt x="13503" y="1023"/>
                </a:lnTo>
                <a:lnTo>
                  <a:pt x="13388" y="1058"/>
                </a:lnTo>
                <a:lnTo>
                  <a:pt x="13238" y="1058"/>
                </a:lnTo>
                <a:lnTo>
                  <a:pt x="13089" y="1023"/>
                </a:lnTo>
                <a:lnTo>
                  <a:pt x="12934" y="1023"/>
                </a:lnTo>
                <a:lnTo>
                  <a:pt x="12784" y="952"/>
                </a:lnTo>
                <a:lnTo>
                  <a:pt x="12634" y="881"/>
                </a:lnTo>
                <a:lnTo>
                  <a:pt x="12520" y="846"/>
                </a:lnTo>
                <a:lnTo>
                  <a:pt x="12329" y="811"/>
                </a:lnTo>
                <a:lnTo>
                  <a:pt x="12179" y="811"/>
                </a:lnTo>
                <a:lnTo>
                  <a:pt x="12065" y="846"/>
                </a:lnTo>
                <a:lnTo>
                  <a:pt x="11915" y="952"/>
                </a:lnTo>
                <a:lnTo>
                  <a:pt x="11800" y="987"/>
                </a:lnTo>
                <a:lnTo>
                  <a:pt x="11650" y="1023"/>
                </a:lnTo>
                <a:lnTo>
                  <a:pt x="11496" y="987"/>
                </a:lnTo>
                <a:lnTo>
                  <a:pt x="11306" y="1023"/>
                </a:lnTo>
                <a:lnTo>
                  <a:pt x="11121" y="1058"/>
                </a:lnTo>
                <a:lnTo>
                  <a:pt x="11006" y="1093"/>
                </a:lnTo>
                <a:lnTo>
                  <a:pt x="10817" y="1023"/>
                </a:lnTo>
                <a:lnTo>
                  <a:pt x="10667" y="881"/>
                </a:lnTo>
                <a:lnTo>
                  <a:pt x="10552" y="811"/>
                </a:lnTo>
                <a:lnTo>
                  <a:pt x="10402" y="705"/>
                </a:lnTo>
                <a:lnTo>
                  <a:pt x="10287" y="670"/>
                </a:lnTo>
                <a:lnTo>
                  <a:pt x="10137" y="740"/>
                </a:lnTo>
                <a:lnTo>
                  <a:pt x="10058" y="846"/>
                </a:lnTo>
                <a:lnTo>
                  <a:pt x="9948" y="811"/>
                </a:lnTo>
                <a:lnTo>
                  <a:pt x="9833" y="846"/>
                </a:lnTo>
                <a:lnTo>
                  <a:pt x="9719" y="846"/>
                </a:lnTo>
                <a:lnTo>
                  <a:pt x="9569" y="881"/>
                </a:lnTo>
                <a:lnTo>
                  <a:pt x="9419" y="881"/>
                </a:lnTo>
                <a:lnTo>
                  <a:pt x="9304" y="881"/>
                </a:lnTo>
                <a:lnTo>
                  <a:pt x="9189" y="846"/>
                </a:lnTo>
                <a:lnTo>
                  <a:pt x="9569" y="1517"/>
                </a:lnTo>
                <a:lnTo>
                  <a:pt x="9114" y="952"/>
                </a:lnTo>
                <a:lnTo>
                  <a:pt x="9000" y="881"/>
                </a:lnTo>
                <a:lnTo>
                  <a:pt x="8890" y="881"/>
                </a:lnTo>
                <a:lnTo>
                  <a:pt x="8775" y="952"/>
                </a:lnTo>
                <a:lnTo>
                  <a:pt x="8700" y="1058"/>
                </a:lnTo>
                <a:lnTo>
                  <a:pt x="8585" y="1128"/>
                </a:lnTo>
                <a:lnTo>
                  <a:pt x="8471" y="1128"/>
                </a:lnTo>
                <a:lnTo>
                  <a:pt x="8356" y="1128"/>
                </a:lnTo>
                <a:lnTo>
                  <a:pt x="8246" y="1128"/>
                </a:lnTo>
                <a:lnTo>
                  <a:pt x="8091" y="1058"/>
                </a:lnTo>
                <a:lnTo>
                  <a:pt x="7981" y="1023"/>
                </a:lnTo>
                <a:lnTo>
                  <a:pt x="7866" y="1023"/>
                </a:lnTo>
                <a:lnTo>
                  <a:pt x="7717" y="987"/>
                </a:lnTo>
                <a:lnTo>
                  <a:pt x="7602" y="987"/>
                </a:lnTo>
                <a:lnTo>
                  <a:pt x="7412" y="987"/>
                </a:lnTo>
                <a:lnTo>
                  <a:pt x="7262" y="952"/>
                </a:lnTo>
                <a:lnTo>
                  <a:pt x="7148" y="881"/>
                </a:lnTo>
                <a:lnTo>
                  <a:pt x="7033" y="846"/>
                </a:lnTo>
                <a:lnTo>
                  <a:pt x="6923" y="846"/>
                </a:lnTo>
                <a:lnTo>
                  <a:pt x="6808" y="846"/>
                </a:lnTo>
                <a:lnTo>
                  <a:pt x="6654" y="846"/>
                </a:lnTo>
                <a:lnTo>
                  <a:pt x="6544" y="811"/>
                </a:lnTo>
                <a:lnTo>
                  <a:pt x="6429" y="811"/>
                </a:lnTo>
                <a:lnTo>
                  <a:pt x="6314" y="776"/>
                </a:lnTo>
                <a:lnTo>
                  <a:pt x="6204" y="846"/>
                </a:lnTo>
                <a:lnTo>
                  <a:pt x="6089" y="952"/>
                </a:lnTo>
                <a:lnTo>
                  <a:pt x="5975" y="1023"/>
                </a:lnTo>
                <a:lnTo>
                  <a:pt x="5860" y="1093"/>
                </a:lnTo>
                <a:lnTo>
                  <a:pt x="5750" y="1164"/>
                </a:lnTo>
                <a:lnTo>
                  <a:pt x="5635" y="1199"/>
                </a:lnTo>
                <a:lnTo>
                  <a:pt x="5520" y="1199"/>
                </a:lnTo>
                <a:lnTo>
                  <a:pt x="5371" y="1199"/>
                </a:lnTo>
                <a:lnTo>
                  <a:pt x="5256" y="1164"/>
                </a:lnTo>
                <a:lnTo>
                  <a:pt x="5106" y="1164"/>
                </a:lnTo>
                <a:lnTo>
                  <a:pt x="4956" y="1164"/>
                </a:lnTo>
                <a:lnTo>
                  <a:pt x="4841" y="1199"/>
                </a:lnTo>
                <a:lnTo>
                  <a:pt x="4727" y="1234"/>
                </a:lnTo>
                <a:lnTo>
                  <a:pt x="4612" y="1234"/>
                </a:lnTo>
                <a:lnTo>
                  <a:pt x="4462" y="1270"/>
                </a:lnTo>
                <a:lnTo>
                  <a:pt x="4312" y="1234"/>
                </a:lnTo>
                <a:lnTo>
                  <a:pt x="4198" y="1199"/>
                </a:lnTo>
                <a:lnTo>
                  <a:pt x="4083" y="1128"/>
                </a:lnTo>
                <a:lnTo>
                  <a:pt x="3973" y="1093"/>
                </a:lnTo>
                <a:lnTo>
                  <a:pt x="3858" y="1023"/>
                </a:lnTo>
                <a:lnTo>
                  <a:pt x="3743" y="1023"/>
                </a:lnTo>
                <a:lnTo>
                  <a:pt x="3629" y="1093"/>
                </a:lnTo>
                <a:lnTo>
                  <a:pt x="3479" y="1128"/>
                </a:lnTo>
                <a:lnTo>
                  <a:pt x="3329" y="1199"/>
                </a:lnTo>
                <a:lnTo>
                  <a:pt x="3214" y="1234"/>
                </a:lnTo>
                <a:lnTo>
                  <a:pt x="3100" y="1270"/>
                </a:lnTo>
                <a:lnTo>
                  <a:pt x="2989" y="1305"/>
                </a:lnTo>
                <a:lnTo>
                  <a:pt x="2875" y="1305"/>
                </a:lnTo>
                <a:lnTo>
                  <a:pt x="2760" y="1340"/>
                </a:lnTo>
                <a:lnTo>
                  <a:pt x="2645" y="1376"/>
                </a:lnTo>
                <a:lnTo>
                  <a:pt x="2456" y="1412"/>
                </a:lnTo>
                <a:lnTo>
                  <a:pt x="2345" y="1412"/>
                </a:lnTo>
                <a:lnTo>
                  <a:pt x="2191" y="1447"/>
                </a:lnTo>
                <a:lnTo>
                  <a:pt x="2081" y="1447"/>
                </a:lnTo>
                <a:lnTo>
                  <a:pt x="1966" y="1412"/>
                </a:lnTo>
                <a:lnTo>
                  <a:pt x="1852" y="1376"/>
                </a:lnTo>
                <a:lnTo>
                  <a:pt x="1777" y="1270"/>
                </a:lnTo>
                <a:lnTo>
                  <a:pt x="1741" y="1164"/>
                </a:lnTo>
                <a:lnTo>
                  <a:pt x="1627" y="1093"/>
                </a:lnTo>
                <a:lnTo>
                  <a:pt x="1472" y="1093"/>
                </a:lnTo>
                <a:lnTo>
                  <a:pt x="1362" y="1093"/>
                </a:lnTo>
                <a:lnTo>
                  <a:pt x="1247" y="1164"/>
                </a:lnTo>
                <a:lnTo>
                  <a:pt x="1133" y="1234"/>
                </a:lnTo>
                <a:lnTo>
                  <a:pt x="983" y="1270"/>
                </a:lnTo>
                <a:lnTo>
                  <a:pt x="868" y="1305"/>
                </a:lnTo>
                <a:lnTo>
                  <a:pt x="758" y="1305"/>
                </a:lnTo>
                <a:lnTo>
                  <a:pt x="643" y="1376"/>
                </a:lnTo>
                <a:lnTo>
                  <a:pt x="529" y="1447"/>
                </a:lnTo>
                <a:lnTo>
                  <a:pt x="414" y="1517"/>
                </a:lnTo>
                <a:lnTo>
                  <a:pt x="304" y="1553"/>
                </a:lnTo>
                <a:lnTo>
                  <a:pt x="189" y="1588"/>
                </a:lnTo>
                <a:lnTo>
                  <a:pt x="74" y="1588"/>
                </a:lnTo>
                <a:lnTo>
                  <a:pt x="0" y="881"/>
                </a:lnTo>
                <a:close/>
              </a:path>
            </a:pathLst>
          </a:custGeom>
          <a:solidFill>
            <a:srgbClr val="114FFB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42" name=""/>
          <p:cNvGrpSpPr/>
          <p:nvPr/>
        </p:nvGrpSpPr>
        <p:grpSpPr>
          <a:xfrm>
            <a:off x="4130640" y="1968480"/>
            <a:ext cx="863640" cy="485640"/>
            <a:chOff x="4130640" y="1968480"/>
            <a:chExt cx="863640" cy="485640"/>
          </a:xfrm>
        </p:grpSpPr>
        <p:sp>
          <p:nvSpPr>
            <p:cNvPr id="543" name=""/>
            <p:cNvSpPr/>
            <p:nvPr/>
          </p:nvSpPr>
          <p:spPr>
            <a:xfrm>
              <a:off x="4130640" y="196848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4" name=""/>
            <p:cNvSpPr/>
            <p:nvPr/>
          </p:nvSpPr>
          <p:spPr>
            <a:xfrm>
              <a:off x="4575240" y="198432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45" name=""/>
          <p:cNvGrpSpPr/>
          <p:nvPr/>
        </p:nvGrpSpPr>
        <p:grpSpPr>
          <a:xfrm>
            <a:off x="4130640" y="2616120"/>
            <a:ext cx="863640" cy="485640"/>
            <a:chOff x="4130640" y="2616120"/>
            <a:chExt cx="863640" cy="485640"/>
          </a:xfrm>
        </p:grpSpPr>
        <p:sp>
          <p:nvSpPr>
            <p:cNvPr id="546" name=""/>
            <p:cNvSpPr/>
            <p:nvPr/>
          </p:nvSpPr>
          <p:spPr>
            <a:xfrm>
              <a:off x="4130640" y="2616120"/>
              <a:ext cx="863640" cy="48564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7" name=""/>
            <p:cNvSpPr/>
            <p:nvPr/>
          </p:nvSpPr>
          <p:spPr>
            <a:xfrm>
              <a:off x="4575240" y="2631960"/>
              <a:ext cx="0" cy="45720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8" name=""/>
          <p:cNvSpPr txBox="1"/>
          <p:nvPr/>
        </p:nvSpPr>
        <p:spPr>
          <a:xfrm>
            <a:off x="6388200" y="506736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Chars Left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754704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795348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8385120" y="3267000"/>
            <a:ext cx="0" cy="457200"/>
          </a:xfrm>
          <a:prstGeom prst="line">
            <a:avLst/>
          </a:prstGeom>
          <a:ln w="12600">
            <a:solidFill>
              <a:srgbClr val="6767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3225960" y="1574640"/>
            <a:ext cx="968040" cy="1915920"/>
          </a:xfrm>
          <a:custGeom>
            <a:avLst/>
            <a:gdLst/>
            <a:ahLst/>
            <a:rect l="0" t="0" r="r" b="b"/>
            <a:pathLst>
              <a:path fill="none" w="2689" h="5322">
                <a:moveTo>
                  <a:pt x="2689" y="0"/>
                </a:moveTo>
                <a:lnTo>
                  <a:pt x="2689" y="0"/>
                </a:lnTo>
                <a:cubicBezTo>
                  <a:pt x="2687" y="0"/>
                  <a:pt x="2684" y="0"/>
                  <a:pt x="2682" y="0"/>
                </a:cubicBezTo>
                <a:cubicBezTo>
                  <a:pt x="2211" y="0"/>
                  <a:pt x="1748" y="123"/>
                  <a:pt x="1341" y="357"/>
                </a:cubicBezTo>
                <a:cubicBezTo>
                  <a:pt x="933" y="591"/>
                  <a:pt x="594" y="927"/>
                  <a:pt x="359" y="1332"/>
                </a:cubicBezTo>
                <a:cubicBezTo>
                  <a:pt x="124" y="1737"/>
                  <a:pt x="0" y="2196"/>
                  <a:pt x="0" y="2664"/>
                </a:cubicBezTo>
                <a:cubicBezTo>
                  <a:pt x="0" y="3132"/>
                  <a:pt x="124" y="3591"/>
                  <a:pt x="359" y="3996"/>
                </a:cubicBezTo>
                <a:cubicBezTo>
                  <a:pt x="594" y="4401"/>
                  <a:pt x="933" y="4737"/>
                  <a:pt x="1341" y="4971"/>
                </a:cubicBezTo>
                <a:cubicBezTo>
                  <a:pt x="1696" y="5175"/>
                  <a:pt x="2093" y="5295"/>
                  <a:pt x="2502" y="5322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5054760" y="3390840"/>
            <a:ext cx="279360" cy="24120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5486400" y="3390840"/>
            <a:ext cx="279360" cy="24120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4826160" y="2209680"/>
            <a:ext cx="368640" cy="1168920"/>
          </a:xfrm>
          <a:custGeom>
            <a:avLst/>
            <a:gdLst/>
            <a:ahLst/>
            <a:rect l="0" t="0" r="r" b="b"/>
            <a:pathLst>
              <a:path fill="none" w="1024" h="3247">
                <a:moveTo>
                  <a:pt x="1024" y="3247"/>
                </a:moveTo>
                <a:lnTo>
                  <a:pt x="1024" y="3247"/>
                </a:lnTo>
                <a:lnTo>
                  <a:pt x="1024" y="3247"/>
                </a:lnTo>
                <a:cubicBezTo>
                  <a:pt x="1024" y="2677"/>
                  <a:pt x="977" y="2117"/>
                  <a:pt x="887" y="1623"/>
                </a:cubicBezTo>
                <a:cubicBezTo>
                  <a:pt x="797" y="1130"/>
                  <a:pt x="668" y="720"/>
                  <a:pt x="512" y="435"/>
                </a:cubicBezTo>
                <a:cubicBezTo>
                  <a:pt x="356" y="150"/>
                  <a:pt x="180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4813200" y="2882880"/>
            <a:ext cx="813240" cy="495720"/>
          </a:xfrm>
          <a:custGeom>
            <a:avLst/>
            <a:gdLst/>
            <a:ahLst/>
            <a:rect l="0" t="0" r="r" b="b"/>
            <a:pathLst>
              <a:path fill="none" w="2259" h="1377">
                <a:moveTo>
                  <a:pt x="2259" y="1377"/>
                </a:moveTo>
                <a:lnTo>
                  <a:pt x="2259" y="1377"/>
                </a:lnTo>
                <a:lnTo>
                  <a:pt x="2259" y="1377"/>
                </a:lnTo>
                <a:cubicBezTo>
                  <a:pt x="2259" y="1135"/>
                  <a:pt x="2155" y="898"/>
                  <a:pt x="1956" y="688"/>
                </a:cubicBezTo>
                <a:cubicBezTo>
                  <a:pt x="1758" y="479"/>
                  <a:pt x="1473" y="305"/>
                  <a:pt x="1129" y="184"/>
                </a:cubicBezTo>
                <a:cubicBezTo>
                  <a:pt x="786" y="64"/>
                  <a:pt x="397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4114800" y="3289320"/>
            <a:ext cx="825480" cy="444600"/>
          </a:xfrm>
          <a:prstGeom prst="ellipse">
            <a:avLst/>
          </a:prstGeom>
          <a:noFill/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165240" y="565200"/>
            <a:ext cx="8813880" cy="61405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NameInitial  PIC 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FILLER       PIC X(15).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NewName         PIC X(30).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Pointers.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StrPtr  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UnstrPtr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88 NameProcessed VALUE 81.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68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Display 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6400800" y="3289320"/>
            <a:ext cx="2171880" cy="1041480"/>
          </a:xfrm>
          <a:prstGeom prst="round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803160" y="901800"/>
            <a:ext cx="8048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2" name=""/>
          <p:cNvGrpSpPr/>
          <p:nvPr/>
        </p:nvGrpSpPr>
        <p:grpSpPr>
          <a:xfrm>
            <a:off x="4381560" y="1498680"/>
            <a:ext cx="4444920" cy="434880"/>
            <a:chOff x="4381560" y="1498680"/>
            <a:chExt cx="4444920" cy="434880"/>
          </a:xfrm>
        </p:grpSpPr>
        <p:sp>
          <p:nvSpPr>
            <p:cNvPr id="563" name=""/>
            <p:cNvSpPr/>
            <p:nvPr/>
          </p:nvSpPr>
          <p:spPr>
            <a:xfrm>
              <a:off x="4381560" y="14986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"/>
            <p:cNvSpPr/>
            <p:nvPr/>
          </p:nvSpPr>
          <p:spPr>
            <a:xfrm>
              <a:off x="4813200" y="152388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65" name=""/>
          <p:cNvSpPr txBox="1"/>
          <p:nvPr/>
        </p:nvSpPr>
        <p:spPr>
          <a:xfrm>
            <a:off x="851040" y="927000"/>
            <a:ext cx="796284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965160" y="1244520"/>
            <a:ext cx="190800" cy="432000"/>
          </a:xfrm>
          <a:custGeom>
            <a:avLst/>
            <a:gdLst/>
            <a:ahLst/>
            <a:rect l="0" t="0" r="r" b="b"/>
            <a:pathLst>
              <a:path w="530" h="1200">
                <a:moveTo>
                  <a:pt x="0" y="399"/>
                </a:moveTo>
                <a:lnTo>
                  <a:pt x="0" y="799"/>
                </a:lnTo>
                <a:lnTo>
                  <a:pt x="371" y="799"/>
                </a:lnTo>
                <a:lnTo>
                  <a:pt x="371" y="1200"/>
                </a:lnTo>
                <a:lnTo>
                  <a:pt x="530" y="599"/>
                </a:lnTo>
                <a:lnTo>
                  <a:pt x="371" y="0"/>
                </a:lnTo>
                <a:lnTo>
                  <a:pt x="371" y="399"/>
                </a:lnTo>
                <a:lnTo>
                  <a:pt x="0" y="399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165240" y="565200"/>
            <a:ext cx="8813880" cy="61405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NameInitial  PIC 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FILLER       PIC X(15).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NewName         PIC X(30).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Pointers.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StrPtr  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UnstrPtr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88 NameProcessed VALUE 81.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68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6400800" y="328932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Tim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803160" y="901800"/>
            <a:ext cx="8048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1" name=""/>
          <p:cNvGrpSpPr/>
          <p:nvPr/>
        </p:nvGrpSpPr>
        <p:grpSpPr>
          <a:xfrm>
            <a:off x="4381560" y="1498680"/>
            <a:ext cx="4444920" cy="434880"/>
            <a:chOff x="4381560" y="1498680"/>
            <a:chExt cx="4444920" cy="434880"/>
          </a:xfrm>
        </p:grpSpPr>
        <p:sp>
          <p:nvSpPr>
            <p:cNvPr id="572" name=""/>
            <p:cNvSpPr/>
            <p:nvPr/>
          </p:nvSpPr>
          <p:spPr>
            <a:xfrm>
              <a:off x="4381560" y="14986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3" name=""/>
            <p:cNvSpPr/>
            <p:nvPr/>
          </p:nvSpPr>
          <p:spPr>
            <a:xfrm>
              <a:off x="4813200" y="152388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74" name=""/>
          <p:cNvSpPr txBox="1"/>
          <p:nvPr/>
        </p:nvSpPr>
        <p:spPr>
          <a:xfrm>
            <a:off x="851040" y="927000"/>
            <a:ext cx="796284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Tim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>
            <a:off x="2260440" y="1257480"/>
            <a:ext cx="190800" cy="432000"/>
          </a:xfrm>
          <a:custGeom>
            <a:avLst/>
            <a:gdLst/>
            <a:ahLst/>
            <a:rect l="0" t="0" r="r" b="b"/>
            <a:pathLst>
              <a:path w="530" h="1200">
                <a:moveTo>
                  <a:pt x="0" y="399"/>
                </a:moveTo>
                <a:lnTo>
                  <a:pt x="0" y="799"/>
                </a:lnTo>
                <a:lnTo>
                  <a:pt x="371" y="799"/>
                </a:lnTo>
                <a:lnTo>
                  <a:pt x="371" y="1200"/>
                </a:lnTo>
                <a:lnTo>
                  <a:pt x="530" y="599"/>
                </a:lnTo>
                <a:lnTo>
                  <a:pt x="371" y="0"/>
                </a:lnTo>
                <a:lnTo>
                  <a:pt x="371" y="399"/>
                </a:lnTo>
                <a:lnTo>
                  <a:pt x="0" y="399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4419720" y="1549440"/>
            <a:ext cx="436896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T im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1638360" y="977760"/>
            <a:ext cx="558720" cy="29196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65240" y="565200"/>
            <a:ext cx="8813880" cy="61405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NameInitial  PIC 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FILLER       PIC X(15).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NewName         PIC X(30).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Pointers.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StrPtr  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UnstrPtr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88 NameProcessed VALUE 81.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68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6400800" y="328932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John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803160" y="901800"/>
            <a:ext cx="8048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82" name=""/>
          <p:cNvGrpSpPr/>
          <p:nvPr/>
        </p:nvGrpSpPr>
        <p:grpSpPr>
          <a:xfrm>
            <a:off x="4381560" y="1498680"/>
            <a:ext cx="4444920" cy="434880"/>
            <a:chOff x="4381560" y="1498680"/>
            <a:chExt cx="4444920" cy="434880"/>
          </a:xfrm>
        </p:grpSpPr>
        <p:sp>
          <p:nvSpPr>
            <p:cNvPr id="583" name=""/>
            <p:cNvSpPr/>
            <p:nvPr/>
          </p:nvSpPr>
          <p:spPr>
            <a:xfrm>
              <a:off x="4381560" y="14986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4" name=""/>
            <p:cNvSpPr/>
            <p:nvPr/>
          </p:nvSpPr>
          <p:spPr>
            <a:xfrm>
              <a:off x="4813200" y="152388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85" name=""/>
          <p:cNvSpPr txBox="1"/>
          <p:nvPr/>
        </p:nvSpPr>
        <p:spPr>
          <a:xfrm>
            <a:off x="851040" y="927000"/>
            <a:ext cx="796284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John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3543120" y="1257480"/>
            <a:ext cx="190800" cy="432000"/>
          </a:xfrm>
          <a:custGeom>
            <a:avLst/>
            <a:gdLst/>
            <a:ahLst/>
            <a:rect l="0" t="0" r="r" b="b"/>
            <a:pathLst>
              <a:path w="530" h="1200">
                <a:moveTo>
                  <a:pt x="0" y="399"/>
                </a:moveTo>
                <a:lnTo>
                  <a:pt x="0" y="799"/>
                </a:lnTo>
                <a:lnTo>
                  <a:pt x="371" y="799"/>
                </a:lnTo>
                <a:lnTo>
                  <a:pt x="371" y="1200"/>
                </a:lnTo>
                <a:lnTo>
                  <a:pt x="530" y="599"/>
                </a:lnTo>
                <a:lnTo>
                  <a:pt x="371" y="0"/>
                </a:lnTo>
                <a:lnTo>
                  <a:pt x="371" y="399"/>
                </a:lnTo>
                <a:lnTo>
                  <a:pt x="0" y="399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419720" y="1549440"/>
            <a:ext cx="436896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J ohn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137040" y="965160"/>
            <a:ext cx="355680" cy="29196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7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65240" y="565200"/>
            <a:ext cx="8813880" cy="61405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OldName  PIC X(80).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TempName.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NameInitial  PIC 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FILLER       PIC X(15).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NewName         PIC X(30).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Bef>
                <a:spcPts val="839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Pointers.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StrPtr  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UnstrPtr     PIC 99 VALUE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88 NameProcessed VALUE 81.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68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Display 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400800" y="3289320"/>
            <a:ext cx="2171880" cy="1041480"/>
          </a:xfrm>
          <a:prstGeom prst="rect">
            <a:avLst/>
          </a:prstGeom>
          <a:solidFill>
            <a:srgbClr val="DADADA"/>
          </a:solidFill>
          <a:ln w="25560">
            <a:solidFill>
              <a:srgbClr val="676767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803160" y="901800"/>
            <a:ext cx="8048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93" name=""/>
          <p:cNvGrpSpPr/>
          <p:nvPr/>
        </p:nvGrpSpPr>
        <p:grpSpPr>
          <a:xfrm>
            <a:off x="4381560" y="1498680"/>
            <a:ext cx="4444920" cy="434880"/>
            <a:chOff x="4381560" y="1498680"/>
            <a:chExt cx="4444920" cy="434880"/>
          </a:xfrm>
        </p:grpSpPr>
        <p:sp>
          <p:nvSpPr>
            <p:cNvPr id="594" name=""/>
            <p:cNvSpPr/>
            <p:nvPr/>
          </p:nvSpPr>
          <p:spPr>
            <a:xfrm>
              <a:off x="4381560" y="14986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5" name=""/>
            <p:cNvSpPr/>
            <p:nvPr/>
          </p:nvSpPr>
          <p:spPr>
            <a:xfrm>
              <a:off x="4813200" y="152388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96" name=""/>
          <p:cNvSpPr txBox="1"/>
          <p:nvPr/>
        </p:nvSpPr>
        <p:spPr>
          <a:xfrm>
            <a:off x="851040" y="927000"/>
            <a:ext cx="796284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8788320" y="1333440"/>
            <a:ext cx="190800" cy="432000"/>
          </a:xfrm>
          <a:custGeom>
            <a:avLst/>
            <a:gdLst/>
            <a:ahLst/>
            <a:rect l="0" t="0" r="r" b="b"/>
            <a:pathLst>
              <a:path w="530" h="1200">
                <a:moveTo>
                  <a:pt x="0" y="399"/>
                </a:moveTo>
                <a:lnTo>
                  <a:pt x="0" y="799"/>
                </a:lnTo>
                <a:lnTo>
                  <a:pt x="371" y="799"/>
                </a:lnTo>
                <a:lnTo>
                  <a:pt x="371" y="1200"/>
                </a:lnTo>
                <a:lnTo>
                  <a:pt x="530" y="599"/>
                </a:lnTo>
                <a:lnTo>
                  <a:pt x="371" y="0"/>
                </a:lnTo>
                <a:lnTo>
                  <a:pt x="371" y="399"/>
                </a:lnTo>
                <a:lnTo>
                  <a:pt x="0" y="399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4419720" y="1549440"/>
            <a:ext cx="4368960" cy="40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 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5067360" y="965160"/>
            <a:ext cx="3708360" cy="29196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3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04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5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06" name=""/>
          <p:cNvSpPr txBox="1"/>
          <p:nvPr/>
        </p:nvSpPr>
        <p:spPr>
          <a:xfrm>
            <a:off x="1616040" y="6271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1562040" y="97776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1943280" y="22096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3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14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6" name=""/>
          <p:cNvSpPr txBox="1"/>
          <p:nvPr/>
        </p:nvSpPr>
        <p:spPr>
          <a:xfrm>
            <a:off x="1616040" y="6523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Tim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"/>
          <p:cNvSpPr/>
          <p:nvPr/>
        </p:nvSpPr>
        <p:spPr>
          <a:xfrm>
            <a:off x="2857680" y="10288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2324160" y="698400"/>
            <a:ext cx="571680" cy="31752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92096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T im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>
            <a:off x="1930320" y="22096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5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26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7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8" name=""/>
          <p:cNvSpPr txBox="1"/>
          <p:nvPr/>
        </p:nvSpPr>
        <p:spPr>
          <a:xfrm>
            <a:off x="1616040" y="6523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2857680" y="10288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92096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 im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1870200" y="185904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T 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2413080" y="21970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7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38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9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0" name=""/>
          <p:cNvSpPr txBox="1"/>
          <p:nvPr/>
        </p:nvSpPr>
        <p:spPr>
          <a:xfrm>
            <a:off x="1616040" y="652320"/>
            <a:ext cx="629604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John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4127400" y="10288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192096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 ohn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1870200" y="185904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 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2413080" y="21970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3784680" y="698400"/>
            <a:ext cx="380880" cy="31752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0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51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2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3" name=""/>
          <p:cNvSpPr txBox="1"/>
          <p:nvPr/>
        </p:nvSpPr>
        <p:spPr>
          <a:xfrm>
            <a:off x="1616040" y="652320"/>
            <a:ext cx="629604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>
            <a:off x="4127400" y="10288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92096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 </a:t>
            </a: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ohn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870200" y="185904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 .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 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2921040" y="22096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18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2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63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5" name=""/>
          <p:cNvSpPr txBox="1"/>
          <p:nvPr/>
        </p:nvSpPr>
        <p:spPr>
          <a:xfrm>
            <a:off x="1616040" y="652320"/>
            <a:ext cx="629604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8750160" y="109224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98432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R 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870200" y="185904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 . J 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2921040" y="220968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5715000" y="711360"/>
            <a:ext cx="3086280" cy="317520"/>
          </a:xfrm>
          <a:prstGeom prst="rect">
            <a:avLst/>
          </a:prstGeom>
          <a:solidFill>
            <a:srgbClr val="037C03"/>
          </a:solidFill>
          <a:ln w="25560">
            <a:solidFill>
              <a:srgbClr val="037C03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"/>
          <p:cNvSpPr txBox="1"/>
          <p:nvPr/>
        </p:nvSpPr>
        <p:spPr>
          <a:xfrm>
            <a:off x="2489040" y="57240"/>
            <a:ext cx="3898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UNSTRING Example 8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165240" y="565200"/>
            <a:ext cx="8852040" cy="62038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OldName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01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TempName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40"/>
              </a:spcBef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tabLst>
                <a:tab pos="391176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60000"/>
              </a:lnSpc>
              <a:tabLst>
                <a:tab pos="391176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ProcessName.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ACCEPT OldName.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END-UNSTRING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PERFORM UNTIL NameProcessed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STRING NameInitial "."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UNSTRING OldName DELIMITED BY ALL SPACES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INTO TempName WITH POINTER UnstrPtr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END-UNSTRING</a:t>
            </a:r>
            <a:br>
              <a:rPr sz="20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END-PERFORM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STRING SPACE TempName DELIMITED BY SIZE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     INTO NewName WITH POINTER StrPtr</a:t>
            </a:r>
            <a:br>
              <a:rPr sz="2000"/>
            </a:b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   END-STRING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  <a:tabLst>
                <a:tab pos="3911760" algn="l"/>
              </a:tabLs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1552680" y="647640"/>
            <a:ext cx="731196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5" name=""/>
          <p:cNvGrpSpPr/>
          <p:nvPr/>
        </p:nvGrpSpPr>
        <p:grpSpPr>
          <a:xfrm>
            <a:off x="1866960" y="1295280"/>
            <a:ext cx="4444920" cy="434880"/>
            <a:chOff x="1866960" y="1295280"/>
            <a:chExt cx="4444920" cy="434880"/>
          </a:xfrm>
        </p:grpSpPr>
        <p:sp>
          <p:nvSpPr>
            <p:cNvPr id="676" name=""/>
            <p:cNvSpPr/>
            <p:nvPr/>
          </p:nvSpPr>
          <p:spPr>
            <a:xfrm>
              <a:off x="1866960" y="1295280"/>
              <a:ext cx="4444920" cy="434880"/>
            </a:xfrm>
            <a:prstGeom prst="rect">
              <a:avLst/>
            </a:prstGeom>
            <a:noFill/>
            <a:ln w="25560">
              <a:solidFill>
                <a:srgbClr val="676767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7" name=""/>
            <p:cNvSpPr/>
            <p:nvPr/>
          </p:nvSpPr>
          <p:spPr>
            <a:xfrm>
              <a:off x="2298600" y="1320840"/>
              <a:ext cx="0" cy="406440"/>
            </a:xfrm>
            <a:prstGeom prst="line">
              <a:avLst/>
            </a:prstGeom>
            <a:ln w="12600">
              <a:solidFill>
                <a:srgbClr val="67676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8" name=""/>
          <p:cNvSpPr txBox="1"/>
          <p:nvPr/>
        </p:nvSpPr>
        <p:spPr>
          <a:xfrm>
            <a:off x="1616040" y="652320"/>
            <a:ext cx="629604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Tim   John  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1870200" y="1828800"/>
            <a:ext cx="6194520" cy="434880"/>
          </a:xfrm>
          <a:prstGeom prst="rect">
            <a:avLst/>
          </a:prstGeom>
          <a:noFill/>
          <a:ln w="25560">
            <a:solidFill>
              <a:srgbClr val="676767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8750160" y="109224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1984320" y="131292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R 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70200" y="1859040"/>
            <a:ext cx="4054320" cy="426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T . J .   </a:t>
            </a: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Roberts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4521240" y="2222640"/>
            <a:ext cx="317880" cy="228960"/>
          </a:xfrm>
          <a:custGeom>
            <a:avLst/>
            <a:gdLst/>
            <a:ahLst/>
            <a:rect l="0" t="0" r="r" b="b"/>
            <a:pathLst>
              <a:path w="883" h="636">
                <a:moveTo>
                  <a:pt x="0" y="211"/>
                </a:moveTo>
                <a:lnTo>
                  <a:pt x="0" y="423"/>
                </a:lnTo>
                <a:lnTo>
                  <a:pt x="618" y="423"/>
                </a:lnTo>
                <a:lnTo>
                  <a:pt x="618" y="636"/>
                </a:lnTo>
                <a:lnTo>
                  <a:pt x="883" y="317"/>
                </a:lnTo>
                <a:lnTo>
                  <a:pt x="618" y="0"/>
                </a:lnTo>
                <a:lnTo>
                  <a:pt x="618" y="211"/>
                </a:lnTo>
                <a:lnTo>
                  <a:pt x="0" y="211"/>
                </a:lnTo>
                <a:close/>
              </a:path>
            </a:pathLst>
          </a:custGeom>
          <a:solidFill>
            <a:srgbClr val="00FF00"/>
          </a:solidFill>
          <a:ln w="12600">
            <a:solidFill>
              <a:srgbClr val="037C03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UnString Verbs</dc:title>
</cp:coreProperties>
</file>