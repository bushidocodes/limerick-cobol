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media/image1.wmf" ContentType="image/x-w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2376360" y="2549520"/>
            <a:ext cx="4294080" cy="151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Tables 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and </a:t>
            </a:r>
            <a:br>
              <a:rPr sz="3600"/>
            </a:br>
            <a:r>
              <a:rPr lang="en-US" sz="32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PERFORM..VARYING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 txBox="1"/>
          <p:nvPr/>
        </p:nvSpPr>
        <p:spPr>
          <a:xfrm>
            <a:off x="6816600" y="1755720"/>
            <a:ext cx="2182680" cy="4656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program to calculate the total taxes paid for the country is easy to write.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 BUT.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br>
              <a:rPr sz="10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What do we do if we want to calculate the taxes paid in each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county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" name=""/>
          <p:cNvGrpSpPr/>
          <p:nvPr/>
        </p:nvGrpSpPr>
        <p:grpSpPr>
          <a:xfrm>
            <a:off x="157320" y="206280"/>
            <a:ext cx="6751440" cy="6355080"/>
            <a:chOff x="157320" y="206280"/>
            <a:chExt cx="6751440" cy="6355080"/>
          </a:xfrm>
        </p:grpSpPr>
        <p:sp>
          <p:nvSpPr>
            <p:cNvPr id="72" name=""/>
            <p:cNvSpPr/>
            <p:nvPr/>
          </p:nvSpPr>
          <p:spPr>
            <a:xfrm>
              <a:off x="942840" y="504720"/>
              <a:ext cx="1271520" cy="41904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 txBox="1"/>
            <p:nvPr/>
          </p:nvSpPr>
          <p:spPr>
            <a:xfrm>
              <a:off x="988920" y="206280"/>
              <a:ext cx="1228680" cy="304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TaxTotal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 txBox="1"/>
            <p:nvPr/>
          </p:nvSpPr>
          <p:spPr>
            <a:xfrm>
              <a:off x="2441520" y="485640"/>
              <a:ext cx="4467240" cy="567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Variable = Named location in memory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 txBox="1"/>
            <p:nvPr/>
          </p:nvSpPr>
          <p:spPr>
            <a:xfrm>
              <a:off x="206280" y="1998720"/>
              <a:ext cx="6383160" cy="4562640"/>
            </a:xfrm>
            <a:prstGeom prst="rect">
              <a:avLst/>
            </a:prstGeom>
            <a:solidFill>
              <a:srgbClr val="DADADA"/>
            </a:solidFill>
            <a:ln w="38160">
              <a:solidFill>
                <a:srgbClr val="919191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85000"/>
                </a:lnSpc>
                <a:spcBef>
                  <a:spcPts val="601"/>
                </a:spcBef>
              </a:pP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5000"/>
                </a:lnSpc>
                <a:spcBef>
                  <a:spcPts val="601"/>
                </a:spcBef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PROCEDURE DIVISION.</a:t>
              </a:r>
              <a:br>
                <a:rPr sz="2000"/>
              </a:b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Begin.</a:t>
              </a:r>
              <a:br>
                <a:rPr sz="2000"/>
              </a:b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OPEN INPUT TaxFile</a:t>
              </a:r>
              <a:br>
                <a:rPr sz="2000"/>
              </a:b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READ TaxFile</a:t>
              </a:r>
              <a:br>
                <a:rPr sz="2000"/>
              </a:b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 AT END SET EndOfTaxFile TO TRUE</a:t>
              </a:r>
              <a:br>
                <a:rPr sz="2000"/>
              </a:b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END-READ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5000"/>
                </a:lnSpc>
                <a:spcBef>
                  <a:spcPts val="601"/>
                </a:spcBef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PERFORM UNTIL EndOfTaxFile</a:t>
              </a:r>
              <a:br>
                <a:rPr sz="2000"/>
              </a:b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 ADD TaxPaid TO TaxTotal</a:t>
              </a:r>
              <a:br>
                <a:rPr sz="2000"/>
              </a:b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 READ TaxFile</a:t>
              </a:r>
              <a:br>
                <a:rPr sz="2000"/>
              </a:b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    AT END SET EndOfTaxFile TO TRUE</a:t>
              </a:r>
              <a:br>
                <a:rPr sz="2000"/>
              </a:b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 END-READ</a:t>
              </a:r>
              <a:br>
                <a:rPr sz="2000"/>
              </a:b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END-PERFORM.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5000"/>
                </a:lnSpc>
                <a:spcBef>
                  <a:spcPts val="601"/>
                </a:spcBef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DISPLAY "Total taxes are ", TaxTotal</a:t>
              </a:r>
              <a:br>
                <a:rPr sz="2000"/>
              </a:b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CLOSE TaxFile</a:t>
              </a:r>
              <a:br>
                <a:rPr sz="2000"/>
              </a:b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STOP RUN.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157320" y="1914480"/>
              <a:ext cx="6486840" cy="1514880"/>
            </a:xfrm>
            <a:custGeom>
              <a:avLst/>
              <a:gdLst/>
              <a:ahLst/>
              <a:rect l="0" t="0" r="r" b="b"/>
              <a:pathLst>
                <a:path w="18019" h="4208">
                  <a:moveTo>
                    <a:pt x="194" y="119"/>
                  </a:moveTo>
                  <a:lnTo>
                    <a:pt x="313" y="119"/>
                  </a:lnTo>
                  <a:lnTo>
                    <a:pt x="427" y="119"/>
                  </a:lnTo>
                  <a:lnTo>
                    <a:pt x="546" y="119"/>
                  </a:lnTo>
                  <a:lnTo>
                    <a:pt x="665" y="119"/>
                  </a:lnTo>
                  <a:lnTo>
                    <a:pt x="820" y="119"/>
                  </a:lnTo>
                  <a:lnTo>
                    <a:pt x="939" y="119"/>
                  </a:lnTo>
                  <a:lnTo>
                    <a:pt x="1053" y="119"/>
                  </a:lnTo>
                  <a:lnTo>
                    <a:pt x="1212" y="119"/>
                  </a:lnTo>
                  <a:lnTo>
                    <a:pt x="1327" y="119"/>
                  </a:lnTo>
                  <a:lnTo>
                    <a:pt x="1446" y="119"/>
                  </a:lnTo>
                  <a:lnTo>
                    <a:pt x="1565" y="119"/>
                  </a:lnTo>
                  <a:lnTo>
                    <a:pt x="1759" y="119"/>
                  </a:lnTo>
                  <a:lnTo>
                    <a:pt x="1913" y="119"/>
                  </a:lnTo>
                  <a:lnTo>
                    <a:pt x="2032" y="119"/>
                  </a:lnTo>
                  <a:lnTo>
                    <a:pt x="2147" y="119"/>
                  </a:lnTo>
                  <a:lnTo>
                    <a:pt x="2266" y="119"/>
                  </a:lnTo>
                  <a:lnTo>
                    <a:pt x="2385" y="119"/>
                  </a:lnTo>
                  <a:lnTo>
                    <a:pt x="2500" y="119"/>
                  </a:lnTo>
                  <a:lnTo>
                    <a:pt x="2619" y="119"/>
                  </a:lnTo>
                  <a:lnTo>
                    <a:pt x="2734" y="119"/>
                  </a:lnTo>
                  <a:lnTo>
                    <a:pt x="2853" y="119"/>
                  </a:lnTo>
                  <a:lnTo>
                    <a:pt x="2972" y="119"/>
                  </a:lnTo>
                  <a:lnTo>
                    <a:pt x="3126" y="119"/>
                  </a:lnTo>
                  <a:lnTo>
                    <a:pt x="3245" y="119"/>
                  </a:lnTo>
                  <a:lnTo>
                    <a:pt x="3360" y="119"/>
                  </a:lnTo>
                  <a:lnTo>
                    <a:pt x="3479" y="119"/>
                  </a:lnTo>
                  <a:lnTo>
                    <a:pt x="3593" y="119"/>
                  </a:lnTo>
                  <a:lnTo>
                    <a:pt x="3712" y="119"/>
                  </a:lnTo>
                  <a:lnTo>
                    <a:pt x="3832" y="119"/>
                  </a:lnTo>
                  <a:lnTo>
                    <a:pt x="3946" y="119"/>
                  </a:lnTo>
                  <a:lnTo>
                    <a:pt x="4065" y="119"/>
                  </a:lnTo>
                  <a:lnTo>
                    <a:pt x="4259" y="119"/>
                  </a:lnTo>
                  <a:lnTo>
                    <a:pt x="4378" y="119"/>
                  </a:lnTo>
                  <a:lnTo>
                    <a:pt x="4493" y="119"/>
                  </a:lnTo>
                  <a:lnTo>
                    <a:pt x="4612" y="119"/>
                  </a:lnTo>
                  <a:lnTo>
                    <a:pt x="4727" y="119"/>
                  </a:lnTo>
                  <a:lnTo>
                    <a:pt x="4885" y="119"/>
                  </a:lnTo>
                  <a:lnTo>
                    <a:pt x="5040" y="119"/>
                  </a:lnTo>
                  <a:lnTo>
                    <a:pt x="5159" y="119"/>
                  </a:lnTo>
                  <a:lnTo>
                    <a:pt x="5278" y="119"/>
                  </a:lnTo>
                  <a:lnTo>
                    <a:pt x="5393" y="119"/>
                  </a:lnTo>
                  <a:lnTo>
                    <a:pt x="5512" y="119"/>
                  </a:lnTo>
                  <a:lnTo>
                    <a:pt x="5666" y="119"/>
                  </a:lnTo>
                  <a:lnTo>
                    <a:pt x="5900" y="119"/>
                  </a:lnTo>
                  <a:lnTo>
                    <a:pt x="6138" y="119"/>
                  </a:lnTo>
                  <a:lnTo>
                    <a:pt x="6332" y="119"/>
                  </a:lnTo>
                  <a:lnTo>
                    <a:pt x="6605" y="119"/>
                  </a:lnTo>
                  <a:lnTo>
                    <a:pt x="6839" y="119"/>
                  </a:lnTo>
                  <a:lnTo>
                    <a:pt x="7033" y="119"/>
                  </a:lnTo>
                  <a:lnTo>
                    <a:pt x="7033" y="105"/>
                  </a:lnTo>
                  <a:lnTo>
                    <a:pt x="7152" y="132"/>
                  </a:lnTo>
                  <a:lnTo>
                    <a:pt x="7271" y="0"/>
                  </a:lnTo>
                  <a:lnTo>
                    <a:pt x="7412" y="105"/>
                  </a:lnTo>
                  <a:lnTo>
                    <a:pt x="7505" y="26"/>
                  </a:lnTo>
                  <a:lnTo>
                    <a:pt x="7699" y="79"/>
                  </a:lnTo>
                  <a:lnTo>
                    <a:pt x="7858" y="0"/>
                  </a:lnTo>
                  <a:lnTo>
                    <a:pt x="8065" y="105"/>
                  </a:lnTo>
                  <a:lnTo>
                    <a:pt x="8078" y="79"/>
                  </a:lnTo>
                  <a:lnTo>
                    <a:pt x="8431" y="52"/>
                  </a:lnTo>
                  <a:lnTo>
                    <a:pt x="8726" y="105"/>
                  </a:lnTo>
                  <a:lnTo>
                    <a:pt x="8951" y="132"/>
                  </a:lnTo>
                  <a:lnTo>
                    <a:pt x="9173" y="79"/>
                  </a:lnTo>
                  <a:lnTo>
                    <a:pt x="9265" y="119"/>
                  </a:lnTo>
                  <a:lnTo>
                    <a:pt x="9380" y="119"/>
                  </a:lnTo>
                  <a:lnTo>
                    <a:pt x="9539" y="119"/>
                  </a:lnTo>
                  <a:lnTo>
                    <a:pt x="9653" y="119"/>
                  </a:lnTo>
                  <a:lnTo>
                    <a:pt x="9812" y="119"/>
                  </a:lnTo>
                  <a:lnTo>
                    <a:pt x="10006" y="119"/>
                  </a:lnTo>
                  <a:lnTo>
                    <a:pt x="10125" y="119"/>
                  </a:lnTo>
                  <a:lnTo>
                    <a:pt x="10240" y="119"/>
                  </a:lnTo>
                  <a:lnTo>
                    <a:pt x="10399" y="119"/>
                  </a:lnTo>
                  <a:lnTo>
                    <a:pt x="10513" y="119"/>
                  </a:lnTo>
                  <a:lnTo>
                    <a:pt x="10672" y="119"/>
                  </a:lnTo>
                  <a:lnTo>
                    <a:pt x="10787" y="119"/>
                  </a:lnTo>
                  <a:lnTo>
                    <a:pt x="10906" y="119"/>
                  </a:lnTo>
                  <a:lnTo>
                    <a:pt x="11020" y="119"/>
                  </a:lnTo>
                  <a:lnTo>
                    <a:pt x="11139" y="119"/>
                  </a:lnTo>
                  <a:lnTo>
                    <a:pt x="11259" y="119"/>
                  </a:lnTo>
                  <a:lnTo>
                    <a:pt x="11413" y="119"/>
                  </a:lnTo>
                  <a:lnTo>
                    <a:pt x="11607" y="119"/>
                  </a:lnTo>
                  <a:lnTo>
                    <a:pt x="11726" y="119"/>
                  </a:lnTo>
                  <a:lnTo>
                    <a:pt x="11845" y="119"/>
                  </a:lnTo>
                  <a:lnTo>
                    <a:pt x="11999" y="119"/>
                  </a:lnTo>
                  <a:lnTo>
                    <a:pt x="12118" y="119"/>
                  </a:lnTo>
                  <a:lnTo>
                    <a:pt x="12506" y="119"/>
                  </a:lnTo>
                  <a:lnTo>
                    <a:pt x="12899" y="119"/>
                  </a:lnTo>
                  <a:lnTo>
                    <a:pt x="13291" y="119"/>
                  </a:lnTo>
                  <a:lnTo>
                    <a:pt x="13679" y="119"/>
                  </a:lnTo>
                  <a:lnTo>
                    <a:pt x="14072" y="119"/>
                  </a:lnTo>
                  <a:lnTo>
                    <a:pt x="14345" y="119"/>
                  </a:lnTo>
                  <a:lnTo>
                    <a:pt x="14460" y="0"/>
                  </a:lnTo>
                  <a:lnTo>
                    <a:pt x="14579" y="0"/>
                  </a:lnTo>
                  <a:lnTo>
                    <a:pt x="14698" y="0"/>
                  </a:lnTo>
                  <a:lnTo>
                    <a:pt x="14813" y="0"/>
                  </a:lnTo>
                  <a:lnTo>
                    <a:pt x="14932" y="0"/>
                  </a:lnTo>
                  <a:lnTo>
                    <a:pt x="15086" y="0"/>
                  </a:lnTo>
                  <a:lnTo>
                    <a:pt x="15205" y="0"/>
                  </a:lnTo>
                  <a:lnTo>
                    <a:pt x="15320" y="0"/>
                  </a:lnTo>
                  <a:lnTo>
                    <a:pt x="15439" y="0"/>
                  </a:lnTo>
                  <a:lnTo>
                    <a:pt x="15558" y="0"/>
                  </a:lnTo>
                  <a:lnTo>
                    <a:pt x="15673" y="0"/>
                  </a:lnTo>
                  <a:lnTo>
                    <a:pt x="15792" y="0"/>
                  </a:lnTo>
                  <a:lnTo>
                    <a:pt x="15906" y="0"/>
                  </a:lnTo>
                  <a:lnTo>
                    <a:pt x="16025" y="0"/>
                  </a:lnTo>
                  <a:lnTo>
                    <a:pt x="16180" y="0"/>
                  </a:lnTo>
                  <a:lnTo>
                    <a:pt x="16339" y="0"/>
                  </a:lnTo>
                  <a:lnTo>
                    <a:pt x="16533" y="0"/>
                  </a:lnTo>
                  <a:lnTo>
                    <a:pt x="16652" y="0"/>
                  </a:lnTo>
                  <a:lnTo>
                    <a:pt x="16766" y="0"/>
                  </a:lnTo>
                  <a:lnTo>
                    <a:pt x="16925" y="0"/>
                  </a:lnTo>
                  <a:lnTo>
                    <a:pt x="17119" y="0"/>
                  </a:lnTo>
                  <a:lnTo>
                    <a:pt x="17278" y="0"/>
                  </a:lnTo>
                  <a:lnTo>
                    <a:pt x="17392" y="0"/>
                  </a:lnTo>
                  <a:lnTo>
                    <a:pt x="17551" y="0"/>
                  </a:lnTo>
                  <a:lnTo>
                    <a:pt x="17666" y="0"/>
                  </a:lnTo>
                  <a:lnTo>
                    <a:pt x="17785" y="119"/>
                  </a:lnTo>
                  <a:lnTo>
                    <a:pt x="17900" y="119"/>
                  </a:lnTo>
                  <a:lnTo>
                    <a:pt x="17900" y="233"/>
                  </a:lnTo>
                  <a:lnTo>
                    <a:pt x="18019" y="352"/>
                  </a:lnTo>
                  <a:lnTo>
                    <a:pt x="18019" y="471"/>
                  </a:lnTo>
                  <a:lnTo>
                    <a:pt x="18019" y="590"/>
                  </a:lnTo>
                  <a:lnTo>
                    <a:pt x="18019" y="705"/>
                  </a:lnTo>
                  <a:lnTo>
                    <a:pt x="18019" y="824"/>
                  </a:lnTo>
                  <a:lnTo>
                    <a:pt x="18019" y="943"/>
                  </a:lnTo>
                  <a:lnTo>
                    <a:pt x="18019" y="1063"/>
                  </a:lnTo>
                  <a:lnTo>
                    <a:pt x="18019" y="1178"/>
                  </a:lnTo>
                  <a:lnTo>
                    <a:pt x="18019" y="1297"/>
                  </a:lnTo>
                  <a:lnTo>
                    <a:pt x="18019" y="1416"/>
                  </a:lnTo>
                  <a:lnTo>
                    <a:pt x="18019" y="1535"/>
                  </a:lnTo>
                  <a:lnTo>
                    <a:pt x="18019" y="1650"/>
                  </a:lnTo>
                  <a:lnTo>
                    <a:pt x="18019" y="1769"/>
                  </a:lnTo>
                  <a:lnTo>
                    <a:pt x="18019" y="1888"/>
                  </a:lnTo>
                  <a:lnTo>
                    <a:pt x="18019" y="2007"/>
                  </a:lnTo>
                  <a:lnTo>
                    <a:pt x="18019" y="2122"/>
                  </a:lnTo>
                  <a:lnTo>
                    <a:pt x="18019" y="2241"/>
                  </a:lnTo>
                  <a:lnTo>
                    <a:pt x="18019" y="2360"/>
                  </a:lnTo>
                  <a:lnTo>
                    <a:pt x="18019" y="2479"/>
                  </a:lnTo>
                  <a:lnTo>
                    <a:pt x="18019" y="2593"/>
                  </a:lnTo>
                  <a:lnTo>
                    <a:pt x="18019" y="2712"/>
                  </a:lnTo>
                  <a:lnTo>
                    <a:pt x="18019" y="2911"/>
                  </a:lnTo>
                  <a:lnTo>
                    <a:pt x="17900" y="2911"/>
                  </a:lnTo>
                  <a:lnTo>
                    <a:pt x="17900" y="3030"/>
                  </a:lnTo>
                  <a:lnTo>
                    <a:pt x="17900" y="3145"/>
                  </a:lnTo>
                  <a:lnTo>
                    <a:pt x="17900" y="3265"/>
                  </a:lnTo>
                  <a:lnTo>
                    <a:pt x="17900" y="3384"/>
                  </a:lnTo>
                  <a:lnTo>
                    <a:pt x="17900" y="3503"/>
                  </a:lnTo>
                  <a:lnTo>
                    <a:pt x="17900" y="3617"/>
                  </a:lnTo>
                  <a:lnTo>
                    <a:pt x="17900" y="3737"/>
                  </a:lnTo>
                  <a:lnTo>
                    <a:pt x="17900" y="3856"/>
                  </a:lnTo>
                  <a:lnTo>
                    <a:pt x="17900" y="3975"/>
                  </a:lnTo>
                  <a:lnTo>
                    <a:pt x="17900" y="4089"/>
                  </a:lnTo>
                  <a:lnTo>
                    <a:pt x="17900" y="4208"/>
                  </a:lnTo>
                  <a:lnTo>
                    <a:pt x="17785" y="4208"/>
                  </a:lnTo>
                  <a:lnTo>
                    <a:pt x="17666" y="4208"/>
                  </a:lnTo>
                  <a:lnTo>
                    <a:pt x="17666" y="4010"/>
                  </a:lnTo>
                  <a:lnTo>
                    <a:pt x="17551" y="4010"/>
                  </a:lnTo>
                  <a:lnTo>
                    <a:pt x="17432" y="3895"/>
                  </a:lnTo>
                  <a:lnTo>
                    <a:pt x="17432" y="3776"/>
                  </a:lnTo>
                  <a:lnTo>
                    <a:pt x="17313" y="3895"/>
                  </a:lnTo>
                  <a:lnTo>
                    <a:pt x="17198" y="3895"/>
                  </a:lnTo>
                  <a:lnTo>
                    <a:pt x="17079" y="3776"/>
                  </a:lnTo>
                  <a:lnTo>
                    <a:pt x="16965" y="3776"/>
                  </a:lnTo>
                  <a:lnTo>
                    <a:pt x="16965" y="3657"/>
                  </a:lnTo>
                  <a:lnTo>
                    <a:pt x="16846" y="3657"/>
                  </a:lnTo>
                  <a:lnTo>
                    <a:pt x="16846" y="3538"/>
                  </a:lnTo>
                  <a:lnTo>
                    <a:pt x="16731" y="3538"/>
                  </a:lnTo>
                  <a:lnTo>
                    <a:pt x="16612" y="3423"/>
                  </a:lnTo>
                  <a:lnTo>
                    <a:pt x="16493" y="3423"/>
                  </a:lnTo>
                  <a:lnTo>
                    <a:pt x="16378" y="3423"/>
                  </a:lnTo>
                  <a:lnTo>
                    <a:pt x="16259" y="3423"/>
                  </a:lnTo>
                  <a:lnTo>
                    <a:pt x="16144" y="3304"/>
                  </a:lnTo>
                  <a:lnTo>
                    <a:pt x="16025" y="3304"/>
                  </a:lnTo>
                  <a:lnTo>
                    <a:pt x="15906" y="3265"/>
                  </a:lnTo>
                  <a:lnTo>
                    <a:pt x="15792" y="3185"/>
                  </a:lnTo>
                  <a:lnTo>
                    <a:pt x="15673" y="3105"/>
                  </a:lnTo>
                  <a:lnTo>
                    <a:pt x="15558" y="3065"/>
                  </a:lnTo>
                  <a:lnTo>
                    <a:pt x="15399" y="3185"/>
                  </a:lnTo>
                  <a:lnTo>
                    <a:pt x="15285" y="3225"/>
                  </a:lnTo>
                  <a:lnTo>
                    <a:pt x="15166" y="3225"/>
                  </a:lnTo>
                  <a:lnTo>
                    <a:pt x="15086" y="3105"/>
                  </a:lnTo>
                  <a:lnTo>
                    <a:pt x="14932" y="3030"/>
                  </a:lnTo>
                  <a:lnTo>
                    <a:pt x="14773" y="2990"/>
                  </a:lnTo>
                  <a:lnTo>
                    <a:pt x="14658" y="3065"/>
                  </a:lnTo>
                  <a:lnTo>
                    <a:pt x="14539" y="2990"/>
                  </a:lnTo>
                  <a:lnTo>
                    <a:pt x="14425" y="2951"/>
                  </a:lnTo>
                  <a:lnTo>
                    <a:pt x="14306" y="2871"/>
                  </a:lnTo>
                  <a:lnTo>
                    <a:pt x="14187" y="2832"/>
                  </a:lnTo>
                  <a:lnTo>
                    <a:pt x="14072" y="2951"/>
                  </a:lnTo>
                  <a:lnTo>
                    <a:pt x="13993" y="3065"/>
                  </a:lnTo>
                  <a:lnTo>
                    <a:pt x="13873" y="2990"/>
                  </a:lnTo>
                  <a:lnTo>
                    <a:pt x="13759" y="2871"/>
                  </a:lnTo>
                  <a:lnTo>
                    <a:pt x="13640" y="2792"/>
                  </a:lnTo>
                  <a:lnTo>
                    <a:pt x="13525" y="2832"/>
                  </a:lnTo>
                  <a:lnTo>
                    <a:pt x="13406" y="2871"/>
                  </a:lnTo>
                  <a:lnTo>
                    <a:pt x="13327" y="2990"/>
                  </a:lnTo>
                  <a:lnTo>
                    <a:pt x="13212" y="3065"/>
                  </a:lnTo>
                  <a:lnTo>
                    <a:pt x="13212" y="2951"/>
                  </a:lnTo>
                  <a:lnTo>
                    <a:pt x="13172" y="2832"/>
                  </a:lnTo>
                  <a:lnTo>
                    <a:pt x="13053" y="2752"/>
                  </a:lnTo>
                  <a:lnTo>
                    <a:pt x="12939" y="2832"/>
                  </a:lnTo>
                  <a:lnTo>
                    <a:pt x="12820" y="2792"/>
                  </a:lnTo>
                  <a:lnTo>
                    <a:pt x="12705" y="2752"/>
                  </a:lnTo>
                  <a:lnTo>
                    <a:pt x="12586" y="2752"/>
                  </a:lnTo>
                  <a:lnTo>
                    <a:pt x="12432" y="2752"/>
                  </a:lnTo>
                  <a:lnTo>
                    <a:pt x="12312" y="2752"/>
                  </a:lnTo>
                  <a:lnTo>
                    <a:pt x="12154" y="2752"/>
                  </a:lnTo>
                  <a:lnTo>
                    <a:pt x="12039" y="2752"/>
                  </a:lnTo>
                  <a:lnTo>
                    <a:pt x="11805" y="2712"/>
                  </a:lnTo>
                  <a:lnTo>
                    <a:pt x="11647" y="2712"/>
                  </a:lnTo>
                  <a:lnTo>
                    <a:pt x="11492" y="2673"/>
                  </a:lnTo>
                  <a:lnTo>
                    <a:pt x="11333" y="2633"/>
                  </a:lnTo>
                  <a:lnTo>
                    <a:pt x="11179" y="2593"/>
                  </a:lnTo>
                  <a:lnTo>
                    <a:pt x="11020" y="2558"/>
                  </a:lnTo>
                  <a:lnTo>
                    <a:pt x="10906" y="2518"/>
                  </a:lnTo>
                  <a:lnTo>
                    <a:pt x="10787" y="2439"/>
                  </a:lnTo>
                  <a:lnTo>
                    <a:pt x="10712" y="2320"/>
                  </a:lnTo>
                  <a:lnTo>
                    <a:pt x="10593" y="2280"/>
                  </a:lnTo>
                  <a:lnTo>
                    <a:pt x="10474" y="2280"/>
                  </a:lnTo>
                  <a:lnTo>
                    <a:pt x="10359" y="2360"/>
                  </a:lnTo>
                  <a:lnTo>
                    <a:pt x="10240" y="2439"/>
                  </a:lnTo>
                  <a:lnTo>
                    <a:pt x="10161" y="2558"/>
                  </a:lnTo>
                  <a:lnTo>
                    <a:pt x="10086" y="2673"/>
                  </a:lnTo>
                  <a:lnTo>
                    <a:pt x="10086" y="2792"/>
                  </a:lnTo>
                  <a:lnTo>
                    <a:pt x="9966" y="2911"/>
                  </a:lnTo>
                  <a:lnTo>
                    <a:pt x="9852" y="2911"/>
                  </a:lnTo>
                  <a:lnTo>
                    <a:pt x="9733" y="2832"/>
                  </a:lnTo>
                  <a:lnTo>
                    <a:pt x="9614" y="2792"/>
                  </a:lnTo>
                  <a:lnTo>
                    <a:pt x="9459" y="2712"/>
                  </a:lnTo>
                  <a:lnTo>
                    <a:pt x="9340" y="2633"/>
                  </a:lnTo>
                  <a:lnTo>
                    <a:pt x="9226" y="2558"/>
                  </a:lnTo>
                  <a:lnTo>
                    <a:pt x="9146" y="2439"/>
                  </a:lnTo>
                  <a:lnTo>
                    <a:pt x="9067" y="2320"/>
                  </a:lnTo>
                  <a:lnTo>
                    <a:pt x="9027" y="2201"/>
                  </a:lnTo>
                  <a:lnTo>
                    <a:pt x="8991" y="2086"/>
                  </a:lnTo>
                  <a:lnTo>
                    <a:pt x="8951" y="1967"/>
                  </a:lnTo>
                  <a:lnTo>
                    <a:pt x="8872" y="1848"/>
                  </a:lnTo>
                  <a:lnTo>
                    <a:pt x="8832" y="1729"/>
                  </a:lnTo>
                  <a:lnTo>
                    <a:pt x="8792" y="1614"/>
                  </a:lnTo>
                  <a:lnTo>
                    <a:pt x="8753" y="1495"/>
                  </a:lnTo>
                  <a:lnTo>
                    <a:pt x="8678" y="1376"/>
                  </a:lnTo>
                  <a:lnTo>
                    <a:pt x="8559" y="1297"/>
                  </a:lnTo>
                  <a:lnTo>
                    <a:pt x="8404" y="1297"/>
                  </a:lnTo>
                  <a:lnTo>
                    <a:pt x="8285" y="1337"/>
                  </a:lnTo>
                  <a:lnTo>
                    <a:pt x="8166" y="1376"/>
                  </a:lnTo>
                  <a:lnTo>
                    <a:pt x="8052" y="1337"/>
                  </a:lnTo>
                  <a:lnTo>
                    <a:pt x="7893" y="1257"/>
                  </a:lnTo>
                  <a:lnTo>
                    <a:pt x="7739" y="1178"/>
                  </a:lnTo>
                  <a:lnTo>
                    <a:pt x="7620" y="1143"/>
                  </a:lnTo>
                  <a:lnTo>
                    <a:pt x="7465" y="1103"/>
                  </a:lnTo>
                  <a:lnTo>
                    <a:pt x="7346" y="1103"/>
                  </a:lnTo>
                  <a:lnTo>
                    <a:pt x="7231" y="1023"/>
                  </a:lnTo>
                  <a:lnTo>
                    <a:pt x="7112" y="1023"/>
                  </a:lnTo>
                  <a:lnTo>
                    <a:pt x="6998" y="983"/>
                  </a:lnTo>
                  <a:lnTo>
                    <a:pt x="6879" y="943"/>
                  </a:lnTo>
                  <a:lnTo>
                    <a:pt x="6720" y="824"/>
                  </a:lnTo>
                  <a:lnTo>
                    <a:pt x="6566" y="824"/>
                  </a:lnTo>
                  <a:lnTo>
                    <a:pt x="6447" y="824"/>
                  </a:lnTo>
                  <a:lnTo>
                    <a:pt x="6332" y="943"/>
                  </a:lnTo>
                  <a:lnTo>
                    <a:pt x="6213" y="1063"/>
                  </a:lnTo>
                  <a:lnTo>
                    <a:pt x="6058" y="1143"/>
                  </a:lnTo>
                  <a:lnTo>
                    <a:pt x="5939" y="1178"/>
                  </a:lnTo>
                  <a:lnTo>
                    <a:pt x="5785" y="1178"/>
                  </a:lnTo>
                  <a:lnTo>
                    <a:pt x="5626" y="1143"/>
                  </a:lnTo>
                  <a:lnTo>
                    <a:pt x="5512" y="1143"/>
                  </a:lnTo>
                  <a:lnTo>
                    <a:pt x="5353" y="1143"/>
                  </a:lnTo>
                  <a:lnTo>
                    <a:pt x="5238" y="1143"/>
                  </a:lnTo>
                  <a:lnTo>
                    <a:pt x="5080" y="1143"/>
                  </a:lnTo>
                  <a:lnTo>
                    <a:pt x="4925" y="1178"/>
                  </a:lnTo>
                  <a:lnTo>
                    <a:pt x="4806" y="1178"/>
                  </a:lnTo>
                  <a:lnTo>
                    <a:pt x="4691" y="1178"/>
                  </a:lnTo>
                  <a:lnTo>
                    <a:pt x="4572" y="1178"/>
                  </a:lnTo>
                  <a:lnTo>
                    <a:pt x="4378" y="1218"/>
                  </a:lnTo>
                  <a:lnTo>
                    <a:pt x="4259" y="1218"/>
                  </a:lnTo>
                  <a:lnTo>
                    <a:pt x="4145" y="1218"/>
                  </a:lnTo>
                  <a:lnTo>
                    <a:pt x="4026" y="1178"/>
                  </a:lnTo>
                  <a:lnTo>
                    <a:pt x="3907" y="1143"/>
                  </a:lnTo>
                  <a:lnTo>
                    <a:pt x="3752" y="1103"/>
                  </a:lnTo>
                  <a:lnTo>
                    <a:pt x="3633" y="1103"/>
                  </a:lnTo>
                  <a:lnTo>
                    <a:pt x="3518" y="1103"/>
                  </a:lnTo>
                  <a:lnTo>
                    <a:pt x="3360" y="1103"/>
                  </a:lnTo>
                  <a:lnTo>
                    <a:pt x="3245" y="1103"/>
                  </a:lnTo>
                  <a:lnTo>
                    <a:pt x="3126" y="1103"/>
                  </a:lnTo>
                  <a:lnTo>
                    <a:pt x="3007" y="1103"/>
                  </a:lnTo>
                  <a:lnTo>
                    <a:pt x="2892" y="1063"/>
                  </a:lnTo>
                  <a:lnTo>
                    <a:pt x="2773" y="1063"/>
                  </a:lnTo>
                  <a:lnTo>
                    <a:pt x="2619" y="1103"/>
                  </a:lnTo>
                  <a:lnTo>
                    <a:pt x="2500" y="1103"/>
                  </a:lnTo>
                  <a:lnTo>
                    <a:pt x="2385" y="1178"/>
                  </a:lnTo>
                  <a:lnTo>
                    <a:pt x="2266" y="1218"/>
                  </a:lnTo>
                  <a:lnTo>
                    <a:pt x="2112" y="1257"/>
                  </a:lnTo>
                  <a:lnTo>
                    <a:pt x="1993" y="1218"/>
                  </a:lnTo>
                  <a:lnTo>
                    <a:pt x="1874" y="1218"/>
                  </a:lnTo>
                  <a:lnTo>
                    <a:pt x="1759" y="1218"/>
                  </a:lnTo>
                  <a:lnTo>
                    <a:pt x="1640" y="1218"/>
                  </a:lnTo>
                  <a:lnTo>
                    <a:pt x="1525" y="1218"/>
                  </a:lnTo>
                  <a:lnTo>
                    <a:pt x="1406" y="1218"/>
                  </a:lnTo>
                  <a:lnTo>
                    <a:pt x="1287" y="1218"/>
                  </a:lnTo>
                  <a:lnTo>
                    <a:pt x="1172" y="1218"/>
                  </a:lnTo>
                  <a:lnTo>
                    <a:pt x="1053" y="1218"/>
                  </a:lnTo>
                  <a:lnTo>
                    <a:pt x="939" y="1218"/>
                  </a:lnTo>
                  <a:lnTo>
                    <a:pt x="820" y="1218"/>
                  </a:lnTo>
                  <a:lnTo>
                    <a:pt x="705" y="1218"/>
                  </a:lnTo>
                  <a:lnTo>
                    <a:pt x="586" y="1218"/>
                  </a:lnTo>
                  <a:lnTo>
                    <a:pt x="467" y="1257"/>
                  </a:lnTo>
                  <a:lnTo>
                    <a:pt x="352" y="1257"/>
                  </a:lnTo>
                  <a:lnTo>
                    <a:pt x="233" y="1257"/>
                  </a:lnTo>
                  <a:lnTo>
                    <a:pt x="119" y="1178"/>
                  </a:lnTo>
                  <a:lnTo>
                    <a:pt x="79" y="1063"/>
                  </a:lnTo>
                  <a:lnTo>
                    <a:pt x="79" y="943"/>
                  </a:lnTo>
                  <a:lnTo>
                    <a:pt x="39" y="824"/>
                  </a:lnTo>
                  <a:lnTo>
                    <a:pt x="0" y="705"/>
                  </a:lnTo>
                  <a:lnTo>
                    <a:pt x="0" y="590"/>
                  </a:lnTo>
                  <a:lnTo>
                    <a:pt x="0" y="471"/>
                  </a:lnTo>
                  <a:lnTo>
                    <a:pt x="39" y="352"/>
                  </a:lnTo>
                  <a:lnTo>
                    <a:pt x="39" y="233"/>
                  </a:lnTo>
                  <a:lnTo>
                    <a:pt x="39" y="119"/>
                  </a:lnTo>
                  <a:lnTo>
                    <a:pt x="154" y="79"/>
                  </a:lnTo>
                  <a:lnTo>
                    <a:pt x="273" y="79"/>
                  </a:lnTo>
                  <a:lnTo>
                    <a:pt x="194" y="119"/>
                  </a:lnTo>
                  <a:close/>
                </a:path>
              </a:pathLst>
            </a:custGeom>
            <a:gradFill rotWithShape="0">
              <a:gsLst>
                <a:gs pos="0">
                  <a:srgbClr val="0534C4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942840" y="1566720"/>
              <a:ext cx="4667400" cy="41904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 txBox="1"/>
            <p:nvPr/>
          </p:nvSpPr>
          <p:spPr>
            <a:xfrm>
              <a:off x="957240" y="1160640"/>
              <a:ext cx="4487760" cy="396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PAYENum   CountyNum      TaxPaid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2409840" y="1566720"/>
              <a:ext cx="0" cy="419400"/>
            </a:xfrm>
            <a:prstGeom prst="line">
              <a:avLst/>
            </a:prstGeom>
            <a:ln w="255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4167360" y="1566720"/>
              <a:ext cx="0" cy="419400"/>
            </a:xfrm>
            <a:prstGeom prst="line">
              <a:avLst/>
            </a:prstGeom>
            <a:ln w="255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 txBox="1"/>
          <p:nvPr/>
        </p:nvSpPr>
        <p:spPr>
          <a:xfrm>
            <a:off x="414360" y="1217520"/>
            <a:ext cx="8534520" cy="54990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OPEN INPUT TaxFile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READ TaxFile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AT END SET EndOfTaxFile TO TRUE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END-READ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SumCountyTaxes UNTIL EndOfTaxFile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"County 1 total is ", County1TaxTotal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:   :   : 24 Statements  :   :   :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DISPLAY "County 26 total is ", County26TaxTotal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CLOSE TaxFile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SumCountyTaxes.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CountyNum = 1 ADD TaxPaid TO County1TaxTotal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:   :   : 24 Statements  :   :   :</a:t>
            </a:r>
            <a:br>
              <a:rPr sz="1800"/>
            </a:b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CountyNum = 26 ADD TaxPaid TO County26TaxTotal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READ TaxFile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AT END SET EndOfTaxFile TO TRUE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END-READ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7745400" y="585720"/>
            <a:ext cx="829080" cy="471960"/>
          </a:xfrm>
          <a:custGeom>
            <a:avLst/>
            <a:gdLst/>
            <a:ahLst/>
            <a:rect l="0" t="0" r="r" b="b"/>
            <a:pathLst>
              <a:path w="2303" h="1311">
                <a:moveTo>
                  <a:pt x="0" y="437"/>
                </a:moveTo>
                <a:lnTo>
                  <a:pt x="0" y="873"/>
                </a:lnTo>
                <a:lnTo>
                  <a:pt x="1612" y="873"/>
                </a:lnTo>
                <a:lnTo>
                  <a:pt x="1612" y="1311"/>
                </a:lnTo>
                <a:lnTo>
                  <a:pt x="2303" y="655"/>
                </a:lnTo>
                <a:lnTo>
                  <a:pt x="1612" y="0"/>
                </a:lnTo>
                <a:lnTo>
                  <a:pt x="1612" y="437"/>
                </a:lnTo>
                <a:lnTo>
                  <a:pt x="0" y="437"/>
                </a:lnTo>
                <a:close/>
              </a:path>
            </a:pathLst>
          </a:custGeom>
          <a:solidFill>
            <a:srgbClr val="618FFD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657840" y="6238800"/>
            <a:ext cx="225108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</a:pP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58 Statements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430200" y="615960"/>
            <a:ext cx="1271520" cy="419040"/>
          </a:xfrm>
          <a:prstGeom prst="rect">
            <a:avLst/>
          </a:prstGeom>
          <a:solidFill>
            <a:srgbClr val="618FFD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04640" y="96840"/>
            <a:ext cx="1228680" cy="517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85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County1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TaxTotal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911240" y="615960"/>
            <a:ext cx="1271520" cy="419040"/>
          </a:xfrm>
          <a:prstGeom prst="rect">
            <a:avLst/>
          </a:prstGeom>
          <a:solidFill>
            <a:srgbClr val="618FFD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886040" y="96840"/>
            <a:ext cx="1228680" cy="517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85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County2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TaxTotal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340080" y="615960"/>
            <a:ext cx="1271520" cy="419040"/>
          </a:xfrm>
          <a:prstGeom prst="rect">
            <a:avLst/>
          </a:prstGeom>
          <a:solidFill>
            <a:srgbClr val="618FFD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314880" y="96840"/>
            <a:ext cx="1228680" cy="517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85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County3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TaxTotal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811760" y="615960"/>
            <a:ext cx="1271520" cy="419040"/>
          </a:xfrm>
          <a:prstGeom prst="rect">
            <a:avLst/>
          </a:prstGeom>
          <a:solidFill>
            <a:srgbClr val="618FFD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786200" y="96840"/>
            <a:ext cx="1228680" cy="517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85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County4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TaxTotal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297480" y="615960"/>
            <a:ext cx="1271520" cy="419040"/>
          </a:xfrm>
          <a:prstGeom prst="rect">
            <a:avLst/>
          </a:prstGeom>
          <a:solidFill>
            <a:srgbClr val="618FFD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272280" y="96840"/>
            <a:ext cx="1228680" cy="517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85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County5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TaxTotal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556272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819520" y="133200"/>
            <a:ext cx="25369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Tables/Arrays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921280" y="3081240"/>
            <a:ext cx="636480" cy="5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32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18576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52388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87172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21020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90552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7956720" y="3051000"/>
            <a:ext cx="311400" cy="530640"/>
          </a:xfrm>
          <a:custGeom>
            <a:avLst/>
            <a:gdLst/>
            <a:ahLst/>
            <a:rect l="0" t="0" r="r" b="b"/>
            <a:pathLst>
              <a:path w="865" h="1474">
                <a:moveTo>
                  <a:pt x="750" y="0"/>
                </a:moveTo>
                <a:lnTo>
                  <a:pt x="644" y="39"/>
                </a:lnTo>
                <a:lnTo>
                  <a:pt x="587" y="167"/>
                </a:lnTo>
                <a:lnTo>
                  <a:pt x="455" y="176"/>
                </a:lnTo>
                <a:lnTo>
                  <a:pt x="468" y="313"/>
                </a:lnTo>
                <a:lnTo>
                  <a:pt x="163" y="352"/>
                </a:lnTo>
                <a:lnTo>
                  <a:pt x="414" y="490"/>
                </a:lnTo>
                <a:lnTo>
                  <a:pt x="414" y="600"/>
                </a:lnTo>
                <a:lnTo>
                  <a:pt x="313" y="640"/>
                </a:lnTo>
                <a:lnTo>
                  <a:pt x="0" y="671"/>
                </a:lnTo>
                <a:lnTo>
                  <a:pt x="366" y="856"/>
                </a:lnTo>
                <a:lnTo>
                  <a:pt x="468" y="891"/>
                </a:lnTo>
                <a:lnTo>
                  <a:pt x="547" y="975"/>
                </a:lnTo>
                <a:lnTo>
                  <a:pt x="455" y="1072"/>
                </a:lnTo>
                <a:lnTo>
                  <a:pt x="361" y="1148"/>
                </a:lnTo>
                <a:lnTo>
                  <a:pt x="229" y="1188"/>
                </a:lnTo>
                <a:lnTo>
                  <a:pt x="123" y="1289"/>
                </a:lnTo>
                <a:lnTo>
                  <a:pt x="348" y="1377"/>
                </a:lnTo>
                <a:lnTo>
                  <a:pt x="450" y="1435"/>
                </a:lnTo>
                <a:lnTo>
                  <a:pt x="556" y="1435"/>
                </a:lnTo>
                <a:lnTo>
                  <a:pt x="671" y="1474"/>
                </a:lnTo>
                <a:lnTo>
                  <a:pt x="737" y="1448"/>
                </a:lnTo>
                <a:lnTo>
                  <a:pt x="812" y="1466"/>
                </a:lnTo>
                <a:lnTo>
                  <a:pt x="865" y="1443"/>
                </a:lnTo>
                <a:lnTo>
                  <a:pt x="865" y="1329"/>
                </a:lnTo>
                <a:lnTo>
                  <a:pt x="865" y="1223"/>
                </a:lnTo>
                <a:lnTo>
                  <a:pt x="865" y="1113"/>
                </a:lnTo>
                <a:lnTo>
                  <a:pt x="852" y="988"/>
                </a:lnTo>
                <a:lnTo>
                  <a:pt x="865" y="891"/>
                </a:lnTo>
                <a:lnTo>
                  <a:pt x="865" y="781"/>
                </a:lnTo>
                <a:lnTo>
                  <a:pt x="865" y="600"/>
                </a:lnTo>
                <a:lnTo>
                  <a:pt x="865" y="419"/>
                </a:lnTo>
                <a:lnTo>
                  <a:pt x="865" y="238"/>
                </a:lnTo>
                <a:lnTo>
                  <a:pt x="865" y="127"/>
                </a:lnTo>
                <a:lnTo>
                  <a:pt x="865" y="17"/>
                </a:lnTo>
                <a:lnTo>
                  <a:pt x="750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8201160" y="303840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8353440" y="3152880"/>
            <a:ext cx="667080" cy="267120"/>
          </a:xfrm>
          <a:custGeom>
            <a:avLst/>
            <a:gdLst/>
            <a:ahLst/>
            <a:rect l="0" t="0" r="r" b="b"/>
            <a:pathLst>
              <a:path w="1853" h="742">
                <a:moveTo>
                  <a:pt x="0" y="247"/>
                </a:moveTo>
                <a:lnTo>
                  <a:pt x="0" y="494"/>
                </a:lnTo>
                <a:lnTo>
                  <a:pt x="1297" y="494"/>
                </a:lnTo>
                <a:lnTo>
                  <a:pt x="1297" y="742"/>
                </a:lnTo>
                <a:lnTo>
                  <a:pt x="1853" y="371"/>
                </a:lnTo>
                <a:lnTo>
                  <a:pt x="1297" y="0"/>
                </a:lnTo>
                <a:lnTo>
                  <a:pt x="1297" y="247"/>
                </a:lnTo>
                <a:lnTo>
                  <a:pt x="0" y="247"/>
                </a:lnTo>
                <a:close/>
              </a:path>
            </a:pathLst>
          </a:cu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52600" y="3630600"/>
            <a:ext cx="7134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1       2      3      4       5      6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85720" y="4356000"/>
            <a:ext cx="7316640" cy="191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MOVE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TO CountyTax(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24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ADD TaxPaid TO CountyTax(CountyNum)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24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ADD TaxPaid TO CountyTax(CountyNum + 2)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90520" y="722160"/>
            <a:ext cx="8489880" cy="1457280"/>
          </a:xfrm>
          <a:prstGeom prst="rect">
            <a:avLst/>
          </a:prstGeom>
          <a:solidFill>
            <a:srgbClr val="DADADA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table is a contiguous sequence of memory locations called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elements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which all have the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same name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and are uniquely identified by that name and by their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position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 the sequence.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785960" y="3357720"/>
            <a:ext cx="4129560" cy="1043280"/>
          </a:xfrm>
          <a:custGeom>
            <a:avLst/>
            <a:gdLst/>
            <a:ahLst/>
            <a:rect l="0" t="0" r="r" b="b"/>
            <a:pathLst>
              <a:path fill="none" w="11471" h="2898">
                <a:moveTo>
                  <a:pt x="11471" y="0"/>
                </a:moveTo>
                <a:lnTo>
                  <a:pt x="11471" y="0"/>
                </a:lnTo>
                <a:cubicBezTo>
                  <a:pt x="9457" y="0"/>
                  <a:pt x="7479" y="134"/>
                  <a:pt x="5735" y="388"/>
                </a:cubicBezTo>
                <a:cubicBezTo>
                  <a:pt x="3992" y="643"/>
                  <a:pt x="2544" y="1008"/>
                  <a:pt x="1537" y="1449"/>
                </a:cubicBezTo>
                <a:cubicBezTo>
                  <a:pt x="530" y="1890"/>
                  <a:pt x="0" y="2389"/>
                  <a:pt x="0" y="2898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14200" y="2743200"/>
            <a:ext cx="13129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CountyTax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152388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56272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819520" y="133200"/>
            <a:ext cx="25369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Tables/Arrays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878120" y="3095640"/>
            <a:ext cx="636480" cy="5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32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55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8576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87172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21020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90552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7956720" y="3051000"/>
            <a:ext cx="311400" cy="530640"/>
          </a:xfrm>
          <a:custGeom>
            <a:avLst/>
            <a:gdLst/>
            <a:ahLst/>
            <a:rect l="0" t="0" r="r" b="b"/>
            <a:pathLst>
              <a:path w="865" h="1474">
                <a:moveTo>
                  <a:pt x="750" y="0"/>
                </a:moveTo>
                <a:lnTo>
                  <a:pt x="644" y="39"/>
                </a:lnTo>
                <a:lnTo>
                  <a:pt x="587" y="167"/>
                </a:lnTo>
                <a:lnTo>
                  <a:pt x="455" y="176"/>
                </a:lnTo>
                <a:lnTo>
                  <a:pt x="468" y="313"/>
                </a:lnTo>
                <a:lnTo>
                  <a:pt x="163" y="352"/>
                </a:lnTo>
                <a:lnTo>
                  <a:pt x="414" y="490"/>
                </a:lnTo>
                <a:lnTo>
                  <a:pt x="414" y="600"/>
                </a:lnTo>
                <a:lnTo>
                  <a:pt x="313" y="640"/>
                </a:lnTo>
                <a:lnTo>
                  <a:pt x="0" y="671"/>
                </a:lnTo>
                <a:lnTo>
                  <a:pt x="366" y="856"/>
                </a:lnTo>
                <a:lnTo>
                  <a:pt x="468" y="891"/>
                </a:lnTo>
                <a:lnTo>
                  <a:pt x="547" y="975"/>
                </a:lnTo>
                <a:lnTo>
                  <a:pt x="455" y="1072"/>
                </a:lnTo>
                <a:lnTo>
                  <a:pt x="361" y="1148"/>
                </a:lnTo>
                <a:lnTo>
                  <a:pt x="229" y="1188"/>
                </a:lnTo>
                <a:lnTo>
                  <a:pt x="123" y="1289"/>
                </a:lnTo>
                <a:lnTo>
                  <a:pt x="348" y="1377"/>
                </a:lnTo>
                <a:lnTo>
                  <a:pt x="450" y="1435"/>
                </a:lnTo>
                <a:lnTo>
                  <a:pt x="556" y="1435"/>
                </a:lnTo>
                <a:lnTo>
                  <a:pt x="671" y="1474"/>
                </a:lnTo>
                <a:lnTo>
                  <a:pt x="737" y="1448"/>
                </a:lnTo>
                <a:lnTo>
                  <a:pt x="812" y="1466"/>
                </a:lnTo>
                <a:lnTo>
                  <a:pt x="865" y="1443"/>
                </a:lnTo>
                <a:lnTo>
                  <a:pt x="865" y="1329"/>
                </a:lnTo>
                <a:lnTo>
                  <a:pt x="865" y="1223"/>
                </a:lnTo>
                <a:lnTo>
                  <a:pt x="865" y="1113"/>
                </a:lnTo>
                <a:lnTo>
                  <a:pt x="852" y="988"/>
                </a:lnTo>
                <a:lnTo>
                  <a:pt x="865" y="891"/>
                </a:lnTo>
                <a:lnTo>
                  <a:pt x="865" y="781"/>
                </a:lnTo>
                <a:lnTo>
                  <a:pt x="865" y="600"/>
                </a:lnTo>
                <a:lnTo>
                  <a:pt x="865" y="419"/>
                </a:lnTo>
                <a:lnTo>
                  <a:pt x="865" y="238"/>
                </a:lnTo>
                <a:lnTo>
                  <a:pt x="865" y="127"/>
                </a:lnTo>
                <a:lnTo>
                  <a:pt x="865" y="17"/>
                </a:lnTo>
                <a:lnTo>
                  <a:pt x="750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8201160" y="303840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8353440" y="3152880"/>
            <a:ext cx="667080" cy="267120"/>
          </a:xfrm>
          <a:custGeom>
            <a:avLst/>
            <a:gdLst/>
            <a:ahLst/>
            <a:rect l="0" t="0" r="r" b="b"/>
            <a:pathLst>
              <a:path w="1853" h="742">
                <a:moveTo>
                  <a:pt x="0" y="247"/>
                </a:moveTo>
                <a:lnTo>
                  <a:pt x="0" y="494"/>
                </a:lnTo>
                <a:lnTo>
                  <a:pt x="1297" y="494"/>
                </a:lnTo>
                <a:lnTo>
                  <a:pt x="1297" y="742"/>
                </a:lnTo>
                <a:lnTo>
                  <a:pt x="1853" y="371"/>
                </a:lnTo>
                <a:lnTo>
                  <a:pt x="1297" y="0"/>
                </a:lnTo>
                <a:lnTo>
                  <a:pt x="1297" y="247"/>
                </a:lnTo>
                <a:lnTo>
                  <a:pt x="0" y="247"/>
                </a:lnTo>
                <a:close/>
              </a:path>
            </a:pathLst>
          </a:cu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52600" y="3630600"/>
            <a:ext cx="7134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1       2      3      4       5      6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85720" y="4356000"/>
            <a:ext cx="7318440" cy="191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24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MOVE 10 TO CountyTax(5)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ADD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TaxPaid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TO CountyTax(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CountyNum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24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ADD TaxPaid TO CountyTax(CountyNum + 2)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90520" y="722160"/>
            <a:ext cx="8489880" cy="1457280"/>
          </a:xfrm>
          <a:prstGeom prst="rect">
            <a:avLst/>
          </a:prstGeom>
          <a:solidFill>
            <a:srgbClr val="DADADA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table is a contiguous sequence of memory locations called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elements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which all have the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same name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and are uniquely identified by that name and by their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position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 the sequence.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916600" y="3090960"/>
            <a:ext cx="636480" cy="5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32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685880" y="5029200"/>
            <a:ext cx="4815000" cy="25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55                                                               2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1542960" y="3400560"/>
            <a:ext cx="357480" cy="1729080"/>
          </a:xfrm>
          <a:custGeom>
            <a:avLst/>
            <a:gdLst/>
            <a:ahLst/>
            <a:rect l="0" t="0" r="r" b="b"/>
            <a:pathLst>
              <a:path fill="none" w="993" h="4803">
                <a:moveTo>
                  <a:pt x="993" y="0"/>
                </a:moveTo>
                <a:lnTo>
                  <a:pt x="993" y="0"/>
                </a:lnTo>
                <a:cubicBezTo>
                  <a:pt x="819" y="0"/>
                  <a:pt x="647" y="222"/>
                  <a:pt x="496" y="643"/>
                </a:cubicBezTo>
                <a:cubicBezTo>
                  <a:pt x="346" y="1065"/>
                  <a:pt x="220" y="1671"/>
                  <a:pt x="133" y="2402"/>
                </a:cubicBezTo>
                <a:cubicBezTo>
                  <a:pt x="46" y="3132"/>
                  <a:pt x="0" y="3960"/>
                  <a:pt x="0" y="4803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214200" y="2743200"/>
            <a:ext cx="13129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CountyTax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152388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887480" y="3062160"/>
            <a:ext cx="636480" cy="5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32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55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56272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2819520" y="133200"/>
            <a:ext cx="25369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Tables/Arrays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18576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287172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421020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90552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7956720" y="3051000"/>
            <a:ext cx="311400" cy="530640"/>
          </a:xfrm>
          <a:custGeom>
            <a:avLst/>
            <a:gdLst/>
            <a:ahLst/>
            <a:rect l="0" t="0" r="r" b="b"/>
            <a:pathLst>
              <a:path w="865" h="1474">
                <a:moveTo>
                  <a:pt x="750" y="0"/>
                </a:moveTo>
                <a:lnTo>
                  <a:pt x="644" y="39"/>
                </a:lnTo>
                <a:lnTo>
                  <a:pt x="587" y="167"/>
                </a:lnTo>
                <a:lnTo>
                  <a:pt x="455" y="176"/>
                </a:lnTo>
                <a:lnTo>
                  <a:pt x="468" y="313"/>
                </a:lnTo>
                <a:lnTo>
                  <a:pt x="163" y="352"/>
                </a:lnTo>
                <a:lnTo>
                  <a:pt x="414" y="490"/>
                </a:lnTo>
                <a:lnTo>
                  <a:pt x="414" y="600"/>
                </a:lnTo>
                <a:lnTo>
                  <a:pt x="313" y="640"/>
                </a:lnTo>
                <a:lnTo>
                  <a:pt x="0" y="671"/>
                </a:lnTo>
                <a:lnTo>
                  <a:pt x="366" y="856"/>
                </a:lnTo>
                <a:lnTo>
                  <a:pt x="468" y="891"/>
                </a:lnTo>
                <a:lnTo>
                  <a:pt x="547" y="975"/>
                </a:lnTo>
                <a:lnTo>
                  <a:pt x="455" y="1072"/>
                </a:lnTo>
                <a:lnTo>
                  <a:pt x="361" y="1148"/>
                </a:lnTo>
                <a:lnTo>
                  <a:pt x="229" y="1188"/>
                </a:lnTo>
                <a:lnTo>
                  <a:pt x="123" y="1289"/>
                </a:lnTo>
                <a:lnTo>
                  <a:pt x="348" y="1377"/>
                </a:lnTo>
                <a:lnTo>
                  <a:pt x="450" y="1435"/>
                </a:lnTo>
                <a:lnTo>
                  <a:pt x="556" y="1435"/>
                </a:lnTo>
                <a:lnTo>
                  <a:pt x="671" y="1474"/>
                </a:lnTo>
                <a:lnTo>
                  <a:pt x="737" y="1448"/>
                </a:lnTo>
                <a:lnTo>
                  <a:pt x="812" y="1466"/>
                </a:lnTo>
                <a:lnTo>
                  <a:pt x="865" y="1443"/>
                </a:lnTo>
                <a:lnTo>
                  <a:pt x="865" y="1329"/>
                </a:lnTo>
                <a:lnTo>
                  <a:pt x="865" y="1223"/>
                </a:lnTo>
                <a:lnTo>
                  <a:pt x="865" y="1113"/>
                </a:lnTo>
                <a:lnTo>
                  <a:pt x="852" y="988"/>
                </a:lnTo>
                <a:lnTo>
                  <a:pt x="865" y="891"/>
                </a:lnTo>
                <a:lnTo>
                  <a:pt x="865" y="781"/>
                </a:lnTo>
                <a:lnTo>
                  <a:pt x="865" y="600"/>
                </a:lnTo>
                <a:lnTo>
                  <a:pt x="865" y="419"/>
                </a:lnTo>
                <a:lnTo>
                  <a:pt x="865" y="238"/>
                </a:lnTo>
                <a:lnTo>
                  <a:pt x="865" y="127"/>
                </a:lnTo>
                <a:lnTo>
                  <a:pt x="865" y="17"/>
                </a:lnTo>
                <a:lnTo>
                  <a:pt x="750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8201160" y="303840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8353440" y="3152880"/>
            <a:ext cx="667080" cy="267120"/>
          </a:xfrm>
          <a:custGeom>
            <a:avLst/>
            <a:gdLst/>
            <a:ahLst/>
            <a:rect l="0" t="0" r="r" b="b"/>
            <a:pathLst>
              <a:path w="1853" h="742">
                <a:moveTo>
                  <a:pt x="0" y="247"/>
                </a:moveTo>
                <a:lnTo>
                  <a:pt x="0" y="494"/>
                </a:lnTo>
                <a:lnTo>
                  <a:pt x="1297" y="494"/>
                </a:lnTo>
                <a:lnTo>
                  <a:pt x="1297" y="742"/>
                </a:lnTo>
                <a:lnTo>
                  <a:pt x="1853" y="371"/>
                </a:lnTo>
                <a:lnTo>
                  <a:pt x="1297" y="0"/>
                </a:lnTo>
                <a:lnTo>
                  <a:pt x="1297" y="247"/>
                </a:lnTo>
                <a:lnTo>
                  <a:pt x="0" y="247"/>
                </a:lnTo>
                <a:close/>
              </a:path>
            </a:pathLst>
          </a:cu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52600" y="3630600"/>
            <a:ext cx="7134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1       2      3      4       5      6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85720" y="4356000"/>
            <a:ext cx="7318440" cy="191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24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MOVE 10 TO CountyTax(5)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24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ADD TaxPaid TO CountyTax(CountyNum)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ADD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TaxPaid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TO CountyTax(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CountyNum + 2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290520" y="722160"/>
            <a:ext cx="8489880" cy="1457280"/>
          </a:xfrm>
          <a:prstGeom prst="rect">
            <a:avLst/>
          </a:prstGeom>
          <a:solidFill>
            <a:srgbClr val="DADADA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table is a contiguous sequence of memory locations called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elements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which all have the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same name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and are uniquely identified by that name and by their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position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 the sequence.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916600" y="3090960"/>
            <a:ext cx="636480" cy="5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32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771560" y="5772240"/>
            <a:ext cx="4815000" cy="25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55                                                               2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521240" y="3081240"/>
            <a:ext cx="636480" cy="5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32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55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2300400" y="3414600"/>
            <a:ext cx="2143440" cy="2457720"/>
          </a:xfrm>
          <a:custGeom>
            <a:avLst/>
            <a:gdLst/>
            <a:ahLst/>
            <a:rect l="0" t="0" r="r" b="b"/>
            <a:pathLst>
              <a:path fill="none" w="5954" h="6827">
                <a:moveTo>
                  <a:pt x="5954" y="0"/>
                </a:moveTo>
                <a:lnTo>
                  <a:pt x="5954" y="0"/>
                </a:lnTo>
                <a:cubicBezTo>
                  <a:pt x="4909" y="0"/>
                  <a:pt x="3882" y="315"/>
                  <a:pt x="2977" y="915"/>
                </a:cubicBezTo>
                <a:cubicBezTo>
                  <a:pt x="2072" y="1514"/>
                  <a:pt x="1320" y="2376"/>
                  <a:pt x="798" y="3414"/>
                </a:cubicBezTo>
                <a:cubicBezTo>
                  <a:pt x="275" y="4451"/>
                  <a:pt x="0" y="5629"/>
                  <a:pt x="0" y="6827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214200" y="2743200"/>
            <a:ext cx="13129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CountyTax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421020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516560" y="3076560"/>
            <a:ext cx="636480" cy="5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32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55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152388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887480" y="3062160"/>
            <a:ext cx="636480" cy="5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32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55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556272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2819520" y="133200"/>
            <a:ext cx="25369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Tables/Arrays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18576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287172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905520" y="304488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7956720" y="3051000"/>
            <a:ext cx="311400" cy="530640"/>
          </a:xfrm>
          <a:custGeom>
            <a:avLst/>
            <a:gdLst/>
            <a:ahLst/>
            <a:rect l="0" t="0" r="r" b="b"/>
            <a:pathLst>
              <a:path w="865" h="1474">
                <a:moveTo>
                  <a:pt x="750" y="0"/>
                </a:moveTo>
                <a:lnTo>
                  <a:pt x="644" y="39"/>
                </a:lnTo>
                <a:lnTo>
                  <a:pt x="587" y="167"/>
                </a:lnTo>
                <a:lnTo>
                  <a:pt x="455" y="176"/>
                </a:lnTo>
                <a:lnTo>
                  <a:pt x="468" y="313"/>
                </a:lnTo>
                <a:lnTo>
                  <a:pt x="163" y="352"/>
                </a:lnTo>
                <a:lnTo>
                  <a:pt x="414" y="490"/>
                </a:lnTo>
                <a:lnTo>
                  <a:pt x="414" y="600"/>
                </a:lnTo>
                <a:lnTo>
                  <a:pt x="313" y="640"/>
                </a:lnTo>
                <a:lnTo>
                  <a:pt x="0" y="671"/>
                </a:lnTo>
                <a:lnTo>
                  <a:pt x="366" y="856"/>
                </a:lnTo>
                <a:lnTo>
                  <a:pt x="468" y="891"/>
                </a:lnTo>
                <a:lnTo>
                  <a:pt x="547" y="975"/>
                </a:lnTo>
                <a:lnTo>
                  <a:pt x="455" y="1072"/>
                </a:lnTo>
                <a:lnTo>
                  <a:pt x="361" y="1148"/>
                </a:lnTo>
                <a:lnTo>
                  <a:pt x="229" y="1188"/>
                </a:lnTo>
                <a:lnTo>
                  <a:pt x="123" y="1289"/>
                </a:lnTo>
                <a:lnTo>
                  <a:pt x="348" y="1377"/>
                </a:lnTo>
                <a:lnTo>
                  <a:pt x="450" y="1435"/>
                </a:lnTo>
                <a:lnTo>
                  <a:pt x="556" y="1435"/>
                </a:lnTo>
                <a:lnTo>
                  <a:pt x="671" y="1474"/>
                </a:lnTo>
                <a:lnTo>
                  <a:pt x="737" y="1448"/>
                </a:lnTo>
                <a:lnTo>
                  <a:pt x="812" y="1466"/>
                </a:lnTo>
                <a:lnTo>
                  <a:pt x="865" y="1443"/>
                </a:lnTo>
                <a:lnTo>
                  <a:pt x="865" y="1329"/>
                </a:lnTo>
                <a:lnTo>
                  <a:pt x="865" y="1223"/>
                </a:lnTo>
                <a:lnTo>
                  <a:pt x="865" y="1113"/>
                </a:lnTo>
                <a:lnTo>
                  <a:pt x="852" y="988"/>
                </a:lnTo>
                <a:lnTo>
                  <a:pt x="865" y="891"/>
                </a:lnTo>
                <a:lnTo>
                  <a:pt x="865" y="781"/>
                </a:lnTo>
                <a:lnTo>
                  <a:pt x="865" y="600"/>
                </a:lnTo>
                <a:lnTo>
                  <a:pt x="865" y="419"/>
                </a:lnTo>
                <a:lnTo>
                  <a:pt x="865" y="238"/>
                </a:lnTo>
                <a:lnTo>
                  <a:pt x="865" y="127"/>
                </a:lnTo>
                <a:lnTo>
                  <a:pt x="865" y="17"/>
                </a:lnTo>
                <a:lnTo>
                  <a:pt x="750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8201160" y="303840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8353440" y="3152880"/>
            <a:ext cx="667080" cy="267120"/>
          </a:xfrm>
          <a:custGeom>
            <a:avLst/>
            <a:gdLst/>
            <a:ahLst/>
            <a:rect l="0" t="0" r="r" b="b"/>
            <a:pathLst>
              <a:path w="1853" h="742">
                <a:moveTo>
                  <a:pt x="0" y="247"/>
                </a:moveTo>
                <a:lnTo>
                  <a:pt x="0" y="494"/>
                </a:lnTo>
                <a:lnTo>
                  <a:pt x="1297" y="494"/>
                </a:lnTo>
                <a:lnTo>
                  <a:pt x="1297" y="742"/>
                </a:lnTo>
                <a:lnTo>
                  <a:pt x="1853" y="371"/>
                </a:lnTo>
                <a:lnTo>
                  <a:pt x="1297" y="0"/>
                </a:lnTo>
                <a:lnTo>
                  <a:pt x="1297" y="247"/>
                </a:lnTo>
                <a:lnTo>
                  <a:pt x="0" y="247"/>
                </a:lnTo>
                <a:close/>
              </a:path>
            </a:pathLst>
          </a:cu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52600" y="3630600"/>
            <a:ext cx="7134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1       2      3      4       5      6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585720" y="4370400"/>
            <a:ext cx="7182000" cy="191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MOVE 10 TO CountyTax(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ADD TaxPaid TO CountyTax(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CountyNum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ADD TaxPaid TO CountyTax(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CountyNum + 2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290520" y="722160"/>
            <a:ext cx="8489880" cy="1457280"/>
          </a:xfrm>
          <a:prstGeom prst="rect">
            <a:avLst/>
          </a:prstGeom>
          <a:solidFill>
            <a:srgbClr val="DADADA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table is a contiguous sequence of memory locations called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elements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which all have the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same name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and are uniquely identified by that name and by their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position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 the sequence.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916600" y="3090960"/>
            <a:ext cx="636480" cy="5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32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2449440" y="1731960"/>
            <a:ext cx="6045120" cy="272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19"/>
              </a:spcBef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position index is called a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subscript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                                              </a:t>
            </a:r>
            <a:br>
              <a:rPr sz="2400"/>
            </a:b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                                Subscript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4629240" y="4186080"/>
            <a:ext cx="643320" cy="228960"/>
          </a:xfrm>
          <a:custGeom>
            <a:avLst/>
            <a:gdLst/>
            <a:ahLst/>
            <a:rect l="0" t="0" r="r" b="b"/>
            <a:pathLst>
              <a:path fill="none" w="1787" h="636">
                <a:moveTo>
                  <a:pt x="1787" y="0"/>
                </a:moveTo>
                <a:lnTo>
                  <a:pt x="1787" y="0"/>
                </a:lnTo>
                <a:cubicBezTo>
                  <a:pt x="1473" y="0"/>
                  <a:pt x="1165" y="29"/>
                  <a:pt x="893" y="85"/>
                </a:cubicBezTo>
                <a:cubicBezTo>
                  <a:pt x="622" y="141"/>
                  <a:pt x="396" y="221"/>
                  <a:pt x="239" y="318"/>
                </a:cubicBezTo>
                <a:cubicBezTo>
                  <a:pt x="83" y="415"/>
                  <a:pt x="0" y="524"/>
                  <a:pt x="0" y="636"/>
                </a:cubicBezTo>
              </a:path>
            </a:pathLst>
          </a:custGeom>
          <a:ln w="12600">
            <a:solidFill>
              <a:srgbClr val="FFFFFF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5972040" y="4386240"/>
            <a:ext cx="0" cy="8287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6729480" y="4214880"/>
            <a:ext cx="500400" cy="1600560"/>
          </a:xfrm>
          <a:custGeom>
            <a:avLst/>
            <a:gdLst/>
            <a:ahLst/>
            <a:rect l="0" t="0" r="r" b="b"/>
            <a:pathLst>
              <a:path fill="none" w="1390" h="4446">
                <a:moveTo>
                  <a:pt x="1390" y="4446"/>
                </a:moveTo>
                <a:lnTo>
                  <a:pt x="1390" y="4446"/>
                </a:lnTo>
                <a:lnTo>
                  <a:pt x="1390" y="4446"/>
                </a:lnTo>
                <a:cubicBezTo>
                  <a:pt x="1390" y="3666"/>
                  <a:pt x="1326" y="2899"/>
                  <a:pt x="1204" y="2223"/>
                </a:cubicBezTo>
                <a:cubicBezTo>
                  <a:pt x="1082" y="1547"/>
                  <a:pt x="906" y="986"/>
                  <a:pt x="695" y="596"/>
                </a:cubicBezTo>
                <a:cubicBezTo>
                  <a:pt x="484" y="205"/>
                  <a:pt x="244" y="0"/>
                  <a:pt x="0" y="0"/>
                </a:cubicBezTo>
              </a:path>
            </a:pathLst>
          </a:custGeom>
          <a:ln w="12600">
            <a:solidFill>
              <a:srgbClr val="FFFFFF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214200" y="2743200"/>
            <a:ext cx="13129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CountyTax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 txBox="1"/>
          <p:nvPr/>
        </p:nvSpPr>
        <p:spPr>
          <a:xfrm>
            <a:off x="385920" y="1014480"/>
            <a:ext cx="8105760" cy="560232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839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OPEN INPUT TaxFile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READ TaxFile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AT END SET EndOfTaxFile TO TRUE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END-READ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EndOfTaxFile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ADD TaxPaid TO CountyTax(CountyNum)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READ TaxFile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AT END SET EndOfTaxFile TO TRUE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END-READ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END-PERFORM.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VARYING Idx FROM 1 BY 1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UNTIL Idx GREATER THAN 26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DISPLAY "County ", CountyNum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" tax total is " CountyTax(Idx)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END-PERFORM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CLOSE TaxFile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257040" y="1011240"/>
            <a:ext cx="8296560" cy="1143360"/>
          </a:xfrm>
          <a:custGeom>
            <a:avLst/>
            <a:gdLst/>
            <a:ahLst/>
            <a:rect l="0" t="0" r="r" b="b"/>
            <a:pathLst>
              <a:path w="23046" h="3176">
                <a:moveTo>
                  <a:pt x="357" y="13"/>
                </a:moveTo>
                <a:lnTo>
                  <a:pt x="476" y="13"/>
                </a:lnTo>
                <a:lnTo>
                  <a:pt x="595" y="13"/>
                </a:lnTo>
                <a:lnTo>
                  <a:pt x="714" y="13"/>
                </a:lnTo>
                <a:lnTo>
                  <a:pt x="833" y="13"/>
                </a:lnTo>
                <a:lnTo>
                  <a:pt x="952" y="13"/>
                </a:lnTo>
                <a:lnTo>
                  <a:pt x="1071" y="13"/>
                </a:lnTo>
                <a:lnTo>
                  <a:pt x="1190" y="13"/>
                </a:lnTo>
                <a:lnTo>
                  <a:pt x="1389" y="13"/>
                </a:lnTo>
                <a:lnTo>
                  <a:pt x="1627" y="13"/>
                </a:lnTo>
                <a:lnTo>
                  <a:pt x="1746" y="13"/>
                </a:lnTo>
                <a:lnTo>
                  <a:pt x="1865" y="13"/>
                </a:lnTo>
                <a:lnTo>
                  <a:pt x="1984" y="13"/>
                </a:lnTo>
                <a:lnTo>
                  <a:pt x="2103" y="13"/>
                </a:lnTo>
                <a:lnTo>
                  <a:pt x="2222" y="13"/>
                </a:lnTo>
                <a:lnTo>
                  <a:pt x="2341" y="13"/>
                </a:lnTo>
                <a:lnTo>
                  <a:pt x="2460" y="13"/>
                </a:lnTo>
                <a:lnTo>
                  <a:pt x="2579" y="13"/>
                </a:lnTo>
                <a:lnTo>
                  <a:pt x="2698" y="13"/>
                </a:lnTo>
                <a:lnTo>
                  <a:pt x="2817" y="13"/>
                </a:lnTo>
                <a:lnTo>
                  <a:pt x="2936" y="13"/>
                </a:lnTo>
                <a:lnTo>
                  <a:pt x="3055" y="13"/>
                </a:lnTo>
                <a:lnTo>
                  <a:pt x="3175" y="13"/>
                </a:lnTo>
                <a:lnTo>
                  <a:pt x="3294" y="13"/>
                </a:lnTo>
                <a:lnTo>
                  <a:pt x="3413" y="13"/>
                </a:lnTo>
                <a:lnTo>
                  <a:pt x="3532" y="13"/>
                </a:lnTo>
                <a:lnTo>
                  <a:pt x="3651" y="13"/>
                </a:lnTo>
                <a:lnTo>
                  <a:pt x="3770" y="13"/>
                </a:lnTo>
                <a:lnTo>
                  <a:pt x="3968" y="13"/>
                </a:lnTo>
                <a:lnTo>
                  <a:pt x="4167" y="13"/>
                </a:lnTo>
                <a:lnTo>
                  <a:pt x="4286" y="13"/>
                </a:lnTo>
                <a:lnTo>
                  <a:pt x="4405" y="13"/>
                </a:lnTo>
                <a:lnTo>
                  <a:pt x="4524" y="13"/>
                </a:lnTo>
                <a:lnTo>
                  <a:pt x="4643" y="13"/>
                </a:lnTo>
                <a:lnTo>
                  <a:pt x="4762" y="13"/>
                </a:lnTo>
                <a:lnTo>
                  <a:pt x="4881" y="13"/>
                </a:lnTo>
                <a:lnTo>
                  <a:pt x="5000" y="13"/>
                </a:lnTo>
                <a:lnTo>
                  <a:pt x="5119" y="13"/>
                </a:lnTo>
                <a:lnTo>
                  <a:pt x="5238" y="13"/>
                </a:lnTo>
                <a:lnTo>
                  <a:pt x="5357" y="13"/>
                </a:lnTo>
                <a:lnTo>
                  <a:pt x="5516" y="13"/>
                </a:lnTo>
                <a:lnTo>
                  <a:pt x="5635" y="13"/>
                </a:lnTo>
                <a:lnTo>
                  <a:pt x="5754" y="13"/>
                </a:lnTo>
                <a:lnTo>
                  <a:pt x="5913" y="13"/>
                </a:lnTo>
                <a:lnTo>
                  <a:pt x="6072" y="13"/>
                </a:lnTo>
                <a:lnTo>
                  <a:pt x="6230" y="13"/>
                </a:lnTo>
                <a:lnTo>
                  <a:pt x="6389" y="13"/>
                </a:lnTo>
                <a:lnTo>
                  <a:pt x="6508" y="13"/>
                </a:lnTo>
                <a:lnTo>
                  <a:pt x="6627" y="13"/>
                </a:lnTo>
                <a:lnTo>
                  <a:pt x="6746" y="13"/>
                </a:lnTo>
                <a:lnTo>
                  <a:pt x="6865" y="13"/>
                </a:lnTo>
                <a:lnTo>
                  <a:pt x="6985" y="13"/>
                </a:lnTo>
                <a:lnTo>
                  <a:pt x="7143" y="13"/>
                </a:lnTo>
                <a:lnTo>
                  <a:pt x="7342" y="13"/>
                </a:lnTo>
                <a:lnTo>
                  <a:pt x="7500" y="13"/>
                </a:lnTo>
                <a:lnTo>
                  <a:pt x="7659" y="13"/>
                </a:lnTo>
                <a:lnTo>
                  <a:pt x="7818" y="13"/>
                </a:lnTo>
                <a:lnTo>
                  <a:pt x="7977" y="13"/>
                </a:lnTo>
                <a:lnTo>
                  <a:pt x="8096" y="13"/>
                </a:lnTo>
                <a:lnTo>
                  <a:pt x="8294" y="13"/>
                </a:lnTo>
                <a:lnTo>
                  <a:pt x="8413" y="13"/>
                </a:lnTo>
                <a:lnTo>
                  <a:pt x="8532" y="13"/>
                </a:lnTo>
                <a:lnTo>
                  <a:pt x="8651" y="13"/>
                </a:lnTo>
                <a:lnTo>
                  <a:pt x="8770" y="13"/>
                </a:lnTo>
                <a:lnTo>
                  <a:pt x="8969" y="13"/>
                </a:lnTo>
                <a:lnTo>
                  <a:pt x="9088" y="13"/>
                </a:lnTo>
                <a:lnTo>
                  <a:pt x="9207" y="13"/>
                </a:lnTo>
                <a:lnTo>
                  <a:pt x="9366" y="13"/>
                </a:lnTo>
                <a:lnTo>
                  <a:pt x="9485" y="13"/>
                </a:lnTo>
                <a:lnTo>
                  <a:pt x="9604" y="13"/>
                </a:lnTo>
                <a:lnTo>
                  <a:pt x="9723" y="13"/>
                </a:lnTo>
                <a:lnTo>
                  <a:pt x="9842" y="13"/>
                </a:lnTo>
                <a:lnTo>
                  <a:pt x="9961" y="13"/>
                </a:lnTo>
                <a:lnTo>
                  <a:pt x="10080" y="13"/>
                </a:lnTo>
                <a:lnTo>
                  <a:pt x="10199" y="13"/>
                </a:lnTo>
                <a:lnTo>
                  <a:pt x="10358" y="13"/>
                </a:lnTo>
                <a:lnTo>
                  <a:pt x="10517" y="13"/>
                </a:lnTo>
                <a:lnTo>
                  <a:pt x="10675" y="13"/>
                </a:lnTo>
                <a:lnTo>
                  <a:pt x="10834" y="13"/>
                </a:lnTo>
                <a:lnTo>
                  <a:pt x="10993" y="13"/>
                </a:lnTo>
                <a:lnTo>
                  <a:pt x="11112" y="13"/>
                </a:lnTo>
                <a:lnTo>
                  <a:pt x="11310" y="13"/>
                </a:lnTo>
                <a:lnTo>
                  <a:pt x="11469" y="13"/>
                </a:lnTo>
                <a:lnTo>
                  <a:pt x="11589" y="13"/>
                </a:lnTo>
                <a:lnTo>
                  <a:pt x="11708" y="13"/>
                </a:lnTo>
                <a:lnTo>
                  <a:pt x="11827" y="13"/>
                </a:lnTo>
                <a:lnTo>
                  <a:pt x="11946" y="13"/>
                </a:lnTo>
                <a:lnTo>
                  <a:pt x="12105" y="13"/>
                </a:lnTo>
                <a:lnTo>
                  <a:pt x="12224" y="13"/>
                </a:lnTo>
                <a:lnTo>
                  <a:pt x="12343" y="13"/>
                </a:lnTo>
                <a:lnTo>
                  <a:pt x="12462" y="13"/>
                </a:lnTo>
                <a:lnTo>
                  <a:pt x="12581" y="13"/>
                </a:lnTo>
                <a:lnTo>
                  <a:pt x="12701" y="13"/>
                </a:lnTo>
                <a:lnTo>
                  <a:pt x="12820" y="13"/>
                </a:lnTo>
                <a:lnTo>
                  <a:pt x="12939" y="13"/>
                </a:lnTo>
                <a:lnTo>
                  <a:pt x="13058" y="13"/>
                </a:lnTo>
                <a:lnTo>
                  <a:pt x="13216" y="13"/>
                </a:lnTo>
                <a:lnTo>
                  <a:pt x="13336" y="13"/>
                </a:lnTo>
                <a:lnTo>
                  <a:pt x="13455" y="13"/>
                </a:lnTo>
                <a:lnTo>
                  <a:pt x="13574" y="13"/>
                </a:lnTo>
                <a:lnTo>
                  <a:pt x="13693" y="13"/>
                </a:lnTo>
                <a:lnTo>
                  <a:pt x="13851" y="13"/>
                </a:lnTo>
                <a:lnTo>
                  <a:pt x="13971" y="13"/>
                </a:lnTo>
                <a:lnTo>
                  <a:pt x="14129" y="13"/>
                </a:lnTo>
                <a:lnTo>
                  <a:pt x="14328" y="13"/>
                </a:lnTo>
                <a:lnTo>
                  <a:pt x="14566" y="13"/>
                </a:lnTo>
                <a:lnTo>
                  <a:pt x="14804" y="13"/>
                </a:lnTo>
                <a:lnTo>
                  <a:pt x="14963" y="13"/>
                </a:lnTo>
                <a:lnTo>
                  <a:pt x="15121" y="13"/>
                </a:lnTo>
                <a:lnTo>
                  <a:pt x="15280" y="13"/>
                </a:lnTo>
                <a:lnTo>
                  <a:pt x="15399" y="13"/>
                </a:lnTo>
                <a:lnTo>
                  <a:pt x="15518" y="13"/>
                </a:lnTo>
                <a:lnTo>
                  <a:pt x="15637" y="13"/>
                </a:lnTo>
                <a:lnTo>
                  <a:pt x="15796" y="13"/>
                </a:lnTo>
                <a:lnTo>
                  <a:pt x="15915" y="13"/>
                </a:lnTo>
                <a:lnTo>
                  <a:pt x="16034" y="13"/>
                </a:lnTo>
                <a:lnTo>
                  <a:pt x="16153" y="13"/>
                </a:lnTo>
                <a:lnTo>
                  <a:pt x="16272" y="13"/>
                </a:lnTo>
                <a:lnTo>
                  <a:pt x="16391" y="13"/>
                </a:lnTo>
                <a:lnTo>
                  <a:pt x="16550" y="13"/>
                </a:lnTo>
                <a:lnTo>
                  <a:pt x="16709" y="13"/>
                </a:lnTo>
                <a:lnTo>
                  <a:pt x="16868" y="13"/>
                </a:lnTo>
                <a:lnTo>
                  <a:pt x="16987" y="13"/>
                </a:lnTo>
                <a:lnTo>
                  <a:pt x="17146" y="13"/>
                </a:lnTo>
                <a:lnTo>
                  <a:pt x="17265" y="13"/>
                </a:lnTo>
                <a:lnTo>
                  <a:pt x="17384" y="13"/>
                </a:lnTo>
                <a:lnTo>
                  <a:pt x="17503" y="13"/>
                </a:lnTo>
                <a:lnTo>
                  <a:pt x="17661" y="13"/>
                </a:lnTo>
                <a:lnTo>
                  <a:pt x="17781" y="13"/>
                </a:lnTo>
                <a:lnTo>
                  <a:pt x="17900" y="13"/>
                </a:lnTo>
                <a:lnTo>
                  <a:pt x="18019" y="13"/>
                </a:lnTo>
                <a:lnTo>
                  <a:pt x="18138" y="13"/>
                </a:lnTo>
                <a:lnTo>
                  <a:pt x="18296" y="13"/>
                </a:lnTo>
                <a:lnTo>
                  <a:pt x="18455" y="13"/>
                </a:lnTo>
                <a:lnTo>
                  <a:pt x="18614" y="13"/>
                </a:lnTo>
                <a:lnTo>
                  <a:pt x="18733" y="13"/>
                </a:lnTo>
                <a:lnTo>
                  <a:pt x="18852" y="13"/>
                </a:lnTo>
                <a:lnTo>
                  <a:pt x="18971" y="13"/>
                </a:lnTo>
                <a:lnTo>
                  <a:pt x="19090" y="13"/>
                </a:lnTo>
                <a:lnTo>
                  <a:pt x="19209" y="13"/>
                </a:lnTo>
                <a:lnTo>
                  <a:pt x="19328" y="13"/>
                </a:lnTo>
                <a:lnTo>
                  <a:pt x="19447" y="13"/>
                </a:lnTo>
                <a:lnTo>
                  <a:pt x="19566" y="13"/>
                </a:lnTo>
                <a:lnTo>
                  <a:pt x="19686" y="13"/>
                </a:lnTo>
                <a:lnTo>
                  <a:pt x="19805" y="13"/>
                </a:lnTo>
                <a:lnTo>
                  <a:pt x="19924" y="13"/>
                </a:lnTo>
                <a:lnTo>
                  <a:pt x="20043" y="13"/>
                </a:lnTo>
                <a:lnTo>
                  <a:pt x="20201" y="13"/>
                </a:lnTo>
                <a:lnTo>
                  <a:pt x="20321" y="13"/>
                </a:lnTo>
                <a:lnTo>
                  <a:pt x="20440" y="13"/>
                </a:lnTo>
                <a:lnTo>
                  <a:pt x="20559" y="13"/>
                </a:lnTo>
                <a:lnTo>
                  <a:pt x="20678" y="13"/>
                </a:lnTo>
                <a:lnTo>
                  <a:pt x="20797" y="13"/>
                </a:lnTo>
                <a:lnTo>
                  <a:pt x="20916" y="13"/>
                </a:lnTo>
                <a:lnTo>
                  <a:pt x="21035" y="13"/>
                </a:lnTo>
                <a:lnTo>
                  <a:pt x="21154" y="13"/>
                </a:lnTo>
                <a:lnTo>
                  <a:pt x="21313" y="13"/>
                </a:lnTo>
                <a:lnTo>
                  <a:pt x="21432" y="13"/>
                </a:lnTo>
                <a:lnTo>
                  <a:pt x="21551" y="13"/>
                </a:lnTo>
                <a:lnTo>
                  <a:pt x="21670" y="13"/>
                </a:lnTo>
                <a:lnTo>
                  <a:pt x="21789" y="13"/>
                </a:lnTo>
                <a:lnTo>
                  <a:pt x="21908" y="13"/>
                </a:lnTo>
                <a:lnTo>
                  <a:pt x="22027" y="13"/>
                </a:lnTo>
                <a:lnTo>
                  <a:pt x="22146" y="13"/>
                </a:lnTo>
                <a:lnTo>
                  <a:pt x="22265" y="13"/>
                </a:lnTo>
                <a:lnTo>
                  <a:pt x="22424" y="13"/>
                </a:lnTo>
                <a:lnTo>
                  <a:pt x="22543" y="13"/>
                </a:lnTo>
                <a:lnTo>
                  <a:pt x="22662" y="13"/>
                </a:lnTo>
                <a:lnTo>
                  <a:pt x="22781" y="13"/>
                </a:lnTo>
                <a:lnTo>
                  <a:pt x="22900" y="13"/>
                </a:lnTo>
                <a:lnTo>
                  <a:pt x="23046" y="158"/>
                </a:lnTo>
                <a:lnTo>
                  <a:pt x="23046" y="277"/>
                </a:lnTo>
                <a:lnTo>
                  <a:pt x="23046" y="396"/>
                </a:lnTo>
                <a:lnTo>
                  <a:pt x="23046" y="515"/>
                </a:lnTo>
                <a:lnTo>
                  <a:pt x="23046" y="635"/>
                </a:lnTo>
                <a:lnTo>
                  <a:pt x="23046" y="754"/>
                </a:lnTo>
                <a:lnTo>
                  <a:pt x="23046" y="873"/>
                </a:lnTo>
                <a:lnTo>
                  <a:pt x="23046" y="992"/>
                </a:lnTo>
                <a:lnTo>
                  <a:pt x="23046" y="1111"/>
                </a:lnTo>
                <a:lnTo>
                  <a:pt x="23046" y="1230"/>
                </a:lnTo>
                <a:lnTo>
                  <a:pt x="23046" y="1349"/>
                </a:lnTo>
                <a:lnTo>
                  <a:pt x="23046" y="1468"/>
                </a:lnTo>
                <a:lnTo>
                  <a:pt x="23046" y="1587"/>
                </a:lnTo>
                <a:lnTo>
                  <a:pt x="23046" y="1707"/>
                </a:lnTo>
                <a:lnTo>
                  <a:pt x="23046" y="1826"/>
                </a:lnTo>
                <a:lnTo>
                  <a:pt x="23046" y="1945"/>
                </a:lnTo>
                <a:lnTo>
                  <a:pt x="23046" y="2064"/>
                </a:lnTo>
                <a:lnTo>
                  <a:pt x="23046" y="2183"/>
                </a:lnTo>
                <a:lnTo>
                  <a:pt x="23046" y="2302"/>
                </a:lnTo>
                <a:lnTo>
                  <a:pt x="23046" y="2421"/>
                </a:lnTo>
                <a:lnTo>
                  <a:pt x="23046" y="2541"/>
                </a:lnTo>
                <a:lnTo>
                  <a:pt x="23046" y="2739"/>
                </a:lnTo>
                <a:lnTo>
                  <a:pt x="23046" y="2937"/>
                </a:lnTo>
                <a:lnTo>
                  <a:pt x="23046" y="3056"/>
                </a:lnTo>
                <a:lnTo>
                  <a:pt x="23046" y="3176"/>
                </a:lnTo>
                <a:lnTo>
                  <a:pt x="22861" y="3176"/>
                </a:lnTo>
                <a:lnTo>
                  <a:pt x="22662" y="3176"/>
                </a:lnTo>
                <a:lnTo>
                  <a:pt x="22503" y="3176"/>
                </a:lnTo>
                <a:lnTo>
                  <a:pt x="22384" y="3056"/>
                </a:lnTo>
                <a:lnTo>
                  <a:pt x="22384" y="2937"/>
                </a:lnTo>
                <a:lnTo>
                  <a:pt x="22265" y="2937"/>
                </a:lnTo>
                <a:lnTo>
                  <a:pt x="22146" y="2937"/>
                </a:lnTo>
                <a:lnTo>
                  <a:pt x="22027" y="2937"/>
                </a:lnTo>
                <a:lnTo>
                  <a:pt x="21908" y="2818"/>
                </a:lnTo>
                <a:lnTo>
                  <a:pt x="21789" y="2858"/>
                </a:lnTo>
                <a:lnTo>
                  <a:pt x="21670" y="2779"/>
                </a:lnTo>
                <a:lnTo>
                  <a:pt x="21551" y="2699"/>
                </a:lnTo>
                <a:lnTo>
                  <a:pt x="21432" y="2620"/>
                </a:lnTo>
                <a:lnTo>
                  <a:pt x="21313" y="2541"/>
                </a:lnTo>
                <a:lnTo>
                  <a:pt x="21194" y="2620"/>
                </a:lnTo>
                <a:lnTo>
                  <a:pt x="21075" y="2501"/>
                </a:lnTo>
                <a:lnTo>
                  <a:pt x="20916" y="2382"/>
                </a:lnTo>
                <a:lnTo>
                  <a:pt x="20797" y="2382"/>
                </a:lnTo>
                <a:lnTo>
                  <a:pt x="20678" y="2382"/>
                </a:lnTo>
                <a:lnTo>
                  <a:pt x="20519" y="2421"/>
                </a:lnTo>
                <a:lnTo>
                  <a:pt x="20400" y="2421"/>
                </a:lnTo>
                <a:lnTo>
                  <a:pt x="20281" y="2382"/>
                </a:lnTo>
                <a:lnTo>
                  <a:pt x="20162" y="2302"/>
                </a:lnTo>
                <a:lnTo>
                  <a:pt x="20043" y="2223"/>
                </a:lnTo>
                <a:lnTo>
                  <a:pt x="19963" y="2064"/>
                </a:lnTo>
                <a:lnTo>
                  <a:pt x="19884" y="1945"/>
                </a:lnTo>
                <a:lnTo>
                  <a:pt x="19765" y="1945"/>
                </a:lnTo>
                <a:lnTo>
                  <a:pt x="19606" y="2064"/>
                </a:lnTo>
                <a:lnTo>
                  <a:pt x="19447" y="2183"/>
                </a:lnTo>
                <a:lnTo>
                  <a:pt x="19408" y="2302"/>
                </a:lnTo>
                <a:lnTo>
                  <a:pt x="19328" y="2421"/>
                </a:lnTo>
                <a:lnTo>
                  <a:pt x="19249" y="2541"/>
                </a:lnTo>
                <a:lnTo>
                  <a:pt x="19130" y="2501"/>
                </a:lnTo>
                <a:lnTo>
                  <a:pt x="19090" y="2382"/>
                </a:lnTo>
                <a:lnTo>
                  <a:pt x="19011" y="2223"/>
                </a:lnTo>
                <a:lnTo>
                  <a:pt x="18971" y="2104"/>
                </a:lnTo>
                <a:lnTo>
                  <a:pt x="18931" y="1985"/>
                </a:lnTo>
                <a:lnTo>
                  <a:pt x="18931" y="1866"/>
                </a:lnTo>
                <a:lnTo>
                  <a:pt x="18773" y="1747"/>
                </a:lnTo>
                <a:lnTo>
                  <a:pt x="18654" y="1667"/>
                </a:lnTo>
                <a:lnTo>
                  <a:pt x="18614" y="1547"/>
                </a:lnTo>
                <a:lnTo>
                  <a:pt x="18614" y="1428"/>
                </a:lnTo>
                <a:lnTo>
                  <a:pt x="18574" y="1309"/>
                </a:lnTo>
                <a:lnTo>
                  <a:pt x="18495" y="1190"/>
                </a:lnTo>
                <a:lnTo>
                  <a:pt x="18376" y="1270"/>
                </a:lnTo>
                <a:lnTo>
                  <a:pt x="18296" y="1389"/>
                </a:lnTo>
                <a:lnTo>
                  <a:pt x="18217" y="1508"/>
                </a:lnTo>
                <a:lnTo>
                  <a:pt x="18138" y="1628"/>
                </a:lnTo>
                <a:lnTo>
                  <a:pt x="18138" y="1747"/>
                </a:lnTo>
                <a:lnTo>
                  <a:pt x="18019" y="1826"/>
                </a:lnTo>
                <a:lnTo>
                  <a:pt x="17900" y="1866"/>
                </a:lnTo>
                <a:lnTo>
                  <a:pt x="17781" y="1906"/>
                </a:lnTo>
                <a:lnTo>
                  <a:pt x="17661" y="1906"/>
                </a:lnTo>
                <a:lnTo>
                  <a:pt x="17582" y="2025"/>
                </a:lnTo>
                <a:lnTo>
                  <a:pt x="17503" y="2144"/>
                </a:lnTo>
                <a:lnTo>
                  <a:pt x="17423" y="2263"/>
                </a:lnTo>
                <a:lnTo>
                  <a:pt x="17344" y="2382"/>
                </a:lnTo>
                <a:lnTo>
                  <a:pt x="17225" y="2461"/>
                </a:lnTo>
                <a:lnTo>
                  <a:pt x="17106" y="2501"/>
                </a:lnTo>
                <a:lnTo>
                  <a:pt x="16987" y="2421"/>
                </a:lnTo>
                <a:lnTo>
                  <a:pt x="16868" y="2342"/>
                </a:lnTo>
                <a:lnTo>
                  <a:pt x="16749" y="2302"/>
                </a:lnTo>
                <a:lnTo>
                  <a:pt x="16630" y="2223"/>
                </a:lnTo>
                <a:lnTo>
                  <a:pt x="16511" y="2223"/>
                </a:lnTo>
                <a:lnTo>
                  <a:pt x="16391" y="2144"/>
                </a:lnTo>
                <a:lnTo>
                  <a:pt x="16272" y="2144"/>
                </a:lnTo>
                <a:lnTo>
                  <a:pt x="16153" y="2064"/>
                </a:lnTo>
                <a:lnTo>
                  <a:pt x="16034" y="2104"/>
                </a:lnTo>
                <a:lnTo>
                  <a:pt x="15915" y="2183"/>
                </a:lnTo>
                <a:lnTo>
                  <a:pt x="15756" y="2223"/>
                </a:lnTo>
                <a:lnTo>
                  <a:pt x="15598" y="2183"/>
                </a:lnTo>
                <a:lnTo>
                  <a:pt x="15479" y="2064"/>
                </a:lnTo>
                <a:lnTo>
                  <a:pt x="15360" y="1985"/>
                </a:lnTo>
                <a:lnTo>
                  <a:pt x="15280" y="1866"/>
                </a:lnTo>
                <a:lnTo>
                  <a:pt x="15161" y="1826"/>
                </a:lnTo>
                <a:lnTo>
                  <a:pt x="15042" y="1747"/>
                </a:lnTo>
                <a:lnTo>
                  <a:pt x="14923" y="1587"/>
                </a:lnTo>
                <a:lnTo>
                  <a:pt x="14804" y="1468"/>
                </a:lnTo>
                <a:lnTo>
                  <a:pt x="14725" y="1349"/>
                </a:lnTo>
                <a:lnTo>
                  <a:pt x="14606" y="1349"/>
                </a:lnTo>
                <a:lnTo>
                  <a:pt x="14486" y="1428"/>
                </a:lnTo>
                <a:lnTo>
                  <a:pt x="14367" y="1508"/>
                </a:lnTo>
                <a:lnTo>
                  <a:pt x="14248" y="1587"/>
                </a:lnTo>
                <a:lnTo>
                  <a:pt x="14129" y="1667"/>
                </a:lnTo>
                <a:lnTo>
                  <a:pt x="14010" y="1707"/>
                </a:lnTo>
                <a:lnTo>
                  <a:pt x="13891" y="1707"/>
                </a:lnTo>
                <a:lnTo>
                  <a:pt x="13772" y="1747"/>
                </a:lnTo>
                <a:lnTo>
                  <a:pt x="13653" y="1747"/>
                </a:lnTo>
                <a:lnTo>
                  <a:pt x="13534" y="1747"/>
                </a:lnTo>
                <a:lnTo>
                  <a:pt x="13375" y="1587"/>
                </a:lnTo>
                <a:lnTo>
                  <a:pt x="13216" y="1508"/>
                </a:lnTo>
                <a:lnTo>
                  <a:pt x="13097" y="1468"/>
                </a:lnTo>
                <a:lnTo>
                  <a:pt x="12899" y="1349"/>
                </a:lnTo>
                <a:lnTo>
                  <a:pt x="12740" y="1270"/>
                </a:lnTo>
                <a:lnTo>
                  <a:pt x="12621" y="1270"/>
                </a:lnTo>
                <a:lnTo>
                  <a:pt x="12502" y="1190"/>
                </a:lnTo>
                <a:lnTo>
                  <a:pt x="12264" y="1111"/>
                </a:lnTo>
                <a:lnTo>
                  <a:pt x="12145" y="1071"/>
                </a:lnTo>
                <a:lnTo>
                  <a:pt x="12026" y="1031"/>
                </a:lnTo>
                <a:lnTo>
                  <a:pt x="11907" y="952"/>
                </a:lnTo>
                <a:lnTo>
                  <a:pt x="11788" y="952"/>
                </a:lnTo>
                <a:lnTo>
                  <a:pt x="11669" y="952"/>
                </a:lnTo>
                <a:lnTo>
                  <a:pt x="11550" y="952"/>
                </a:lnTo>
                <a:lnTo>
                  <a:pt x="11390" y="992"/>
                </a:lnTo>
                <a:lnTo>
                  <a:pt x="11271" y="1031"/>
                </a:lnTo>
                <a:lnTo>
                  <a:pt x="11152" y="1031"/>
                </a:lnTo>
                <a:lnTo>
                  <a:pt x="11033" y="1031"/>
                </a:lnTo>
                <a:lnTo>
                  <a:pt x="10914" y="1031"/>
                </a:lnTo>
                <a:lnTo>
                  <a:pt x="10795" y="1071"/>
                </a:lnTo>
                <a:lnTo>
                  <a:pt x="10675" y="1071"/>
                </a:lnTo>
                <a:lnTo>
                  <a:pt x="10517" y="1071"/>
                </a:lnTo>
                <a:lnTo>
                  <a:pt x="10398" y="1031"/>
                </a:lnTo>
                <a:lnTo>
                  <a:pt x="10279" y="1031"/>
                </a:lnTo>
                <a:lnTo>
                  <a:pt x="10160" y="992"/>
                </a:lnTo>
                <a:lnTo>
                  <a:pt x="10040" y="952"/>
                </a:lnTo>
                <a:lnTo>
                  <a:pt x="9882" y="952"/>
                </a:lnTo>
                <a:lnTo>
                  <a:pt x="9763" y="873"/>
                </a:lnTo>
                <a:lnTo>
                  <a:pt x="9644" y="873"/>
                </a:lnTo>
                <a:lnTo>
                  <a:pt x="9525" y="873"/>
                </a:lnTo>
                <a:lnTo>
                  <a:pt x="9405" y="793"/>
                </a:lnTo>
                <a:lnTo>
                  <a:pt x="9286" y="793"/>
                </a:lnTo>
                <a:lnTo>
                  <a:pt x="9128" y="793"/>
                </a:lnTo>
                <a:lnTo>
                  <a:pt x="8929" y="793"/>
                </a:lnTo>
                <a:lnTo>
                  <a:pt x="8770" y="833"/>
                </a:lnTo>
                <a:lnTo>
                  <a:pt x="8651" y="873"/>
                </a:lnTo>
                <a:lnTo>
                  <a:pt x="8532" y="873"/>
                </a:lnTo>
                <a:lnTo>
                  <a:pt x="8374" y="912"/>
                </a:lnTo>
                <a:lnTo>
                  <a:pt x="8255" y="952"/>
                </a:lnTo>
                <a:lnTo>
                  <a:pt x="8135" y="952"/>
                </a:lnTo>
                <a:lnTo>
                  <a:pt x="8016" y="952"/>
                </a:lnTo>
                <a:lnTo>
                  <a:pt x="7897" y="912"/>
                </a:lnTo>
                <a:lnTo>
                  <a:pt x="7818" y="793"/>
                </a:lnTo>
                <a:lnTo>
                  <a:pt x="7699" y="714"/>
                </a:lnTo>
                <a:lnTo>
                  <a:pt x="7580" y="793"/>
                </a:lnTo>
                <a:lnTo>
                  <a:pt x="7461" y="873"/>
                </a:lnTo>
                <a:lnTo>
                  <a:pt x="7342" y="873"/>
                </a:lnTo>
                <a:lnTo>
                  <a:pt x="7183" y="793"/>
                </a:lnTo>
                <a:lnTo>
                  <a:pt x="7064" y="754"/>
                </a:lnTo>
                <a:lnTo>
                  <a:pt x="6945" y="714"/>
                </a:lnTo>
                <a:lnTo>
                  <a:pt x="6826" y="714"/>
                </a:lnTo>
                <a:lnTo>
                  <a:pt x="6707" y="674"/>
                </a:lnTo>
                <a:lnTo>
                  <a:pt x="6588" y="635"/>
                </a:lnTo>
                <a:lnTo>
                  <a:pt x="6469" y="635"/>
                </a:lnTo>
                <a:lnTo>
                  <a:pt x="6350" y="595"/>
                </a:lnTo>
                <a:lnTo>
                  <a:pt x="6230" y="635"/>
                </a:lnTo>
                <a:lnTo>
                  <a:pt x="6072" y="674"/>
                </a:lnTo>
                <a:lnTo>
                  <a:pt x="5953" y="793"/>
                </a:lnTo>
                <a:lnTo>
                  <a:pt x="5834" y="873"/>
                </a:lnTo>
                <a:lnTo>
                  <a:pt x="5715" y="912"/>
                </a:lnTo>
                <a:lnTo>
                  <a:pt x="5595" y="873"/>
                </a:lnTo>
                <a:lnTo>
                  <a:pt x="5437" y="873"/>
                </a:lnTo>
                <a:lnTo>
                  <a:pt x="5278" y="793"/>
                </a:lnTo>
                <a:lnTo>
                  <a:pt x="5159" y="793"/>
                </a:lnTo>
                <a:lnTo>
                  <a:pt x="5040" y="754"/>
                </a:lnTo>
                <a:lnTo>
                  <a:pt x="4921" y="793"/>
                </a:lnTo>
                <a:lnTo>
                  <a:pt x="4802" y="793"/>
                </a:lnTo>
                <a:lnTo>
                  <a:pt x="4683" y="873"/>
                </a:lnTo>
                <a:lnTo>
                  <a:pt x="4564" y="1031"/>
                </a:lnTo>
                <a:lnTo>
                  <a:pt x="4445" y="952"/>
                </a:lnTo>
                <a:lnTo>
                  <a:pt x="4325" y="873"/>
                </a:lnTo>
                <a:lnTo>
                  <a:pt x="4206" y="873"/>
                </a:lnTo>
                <a:lnTo>
                  <a:pt x="4087" y="873"/>
                </a:lnTo>
                <a:lnTo>
                  <a:pt x="3968" y="793"/>
                </a:lnTo>
                <a:lnTo>
                  <a:pt x="3849" y="912"/>
                </a:lnTo>
                <a:lnTo>
                  <a:pt x="3690" y="873"/>
                </a:lnTo>
                <a:lnTo>
                  <a:pt x="3571" y="873"/>
                </a:lnTo>
                <a:lnTo>
                  <a:pt x="3413" y="912"/>
                </a:lnTo>
                <a:lnTo>
                  <a:pt x="3294" y="912"/>
                </a:lnTo>
                <a:lnTo>
                  <a:pt x="3095" y="952"/>
                </a:lnTo>
                <a:lnTo>
                  <a:pt x="2936" y="992"/>
                </a:lnTo>
                <a:lnTo>
                  <a:pt x="2817" y="1031"/>
                </a:lnTo>
                <a:lnTo>
                  <a:pt x="2659" y="1071"/>
                </a:lnTo>
                <a:lnTo>
                  <a:pt x="2540" y="1071"/>
                </a:lnTo>
                <a:lnTo>
                  <a:pt x="2420" y="1111"/>
                </a:lnTo>
                <a:lnTo>
                  <a:pt x="2262" y="1071"/>
                </a:lnTo>
                <a:lnTo>
                  <a:pt x="2103" y="1031"/>
                </a:lnTo>
                <a:lnTo>
                  <a:pt x="1944" y="1031"/>
                </a:lnTo>
                <a:lnTo>
                  <a:pt x="1825" y="992"/>
                </a:lnTo>
                <a:lnTo>
                  <a:pt x="1627" y="992"/>
                </a:lnTo>
                <a:lnTo>
                  <a:pt x="1468" y="992"/>
                </a:lnTo>
                <a:lnTo>
                  <a:pt x="1349" y="992"/>
                </a:lnTo>
                <a:lnTo>
                  <a:pt x="1230" y="992"/>
                </a:lnTo>
                <a:lnTo>
                  <a:pt x="1071" y="992"/>
                </a:lnTo>
                <a:lnTo>
                  <a:pt x="952" y="992"/>
                </a:lnTo>
                <a:lnTo>
                  <a:pt x="833" y="1031"/>
                </a:lnTo>
                <a:lnTo>
                  <a:pt x="714" y="1031"/>
                </a:lnTo>
                <a:lnTo>
                  <a:pt x="595" y="1071"/>
                </a:lnTo>
                <a:lnTo>
                  <a:pt x="476" y="1111"/>
                </a:lnTo>
                <a:lnTo>
                  <a:pt x="357" y="1111"/>
                </a:lnTo>
                <a:lnTo>
                  <a:pt x="238" y="1190"/>
                </a:lnTo>
                <a:lnTo>
                  <a:pt x="119" y="1190"/>
                </a:lnTo>
                <a:lnTo>
                  <a:pt x="0" y="1190"/>
                </a:lnTo>
                <a:lnTo>
                  <a:pt x="0" y="1071"/>
                </a:lnTo>
                <a:lnTo>
                  <a:pt x="0" y="952"/>
                </a:lnTo>
                <a:lnTo>
                  <a:pt x="0" y="833"/>
                </a:lnTo>
                <a:lnTo>
                  <a:pt x="0" y="714"/>
                </a:lnTo>
                <a:lnTo>
                  <a:pt x="0" y="595"/>
                </a:lnTo>
                <a:lnTo>
                  <a:pt x="0" y="476"/>
                </a:lnTo>
                <a:lnTo>
                  <a:pt x="0" y="357"/>
                </a:lnTo>
                <a:lnTo>
                  <a:pt x="0" y="238"/>
                </a:lnTo>
                <a:lnTo>
                  <a:pt x="119" y="119"/>
                </a:lnTo>
                <a:lnTo>
                  <a:pt x="119" y="0"/>
                </a:lnTo>
                <a:lnTo>
                  <a:pt x="238" y="0"/>
                </a:lnTo>
                <a:lnTo>
                  <a:pt x="357" y="0"/>
                </a:lnTo>
                <a:lnTo>
                  <a:pt x="357" y="13"/>
                </a:lnTo>
                <a:close/>
              </a:path>
            </a:pathLst>
          </a:cu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6872400" y="4029120"/>
            <a:ext cx="1328760" cy="485640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Subscript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 flipH="1">
            <a:off x="7086600" y="4371840"/>
            <a:ext cx="385920" cy="881280"/>
          </a:xfrm>
          <a:prstGeom prst="line">
            <a:avLst/>
          </a:prstGeom>
          <a:ln w="12600">
            <a:solidFill>
              <a:srgbClr val="114FF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6230880" y="2585880"/>
            <a:ext cx="1341720" cy="1501200"/>
          </a:xfrm>
          <a:custGeom>
            <a:avLst/>
            <a:gdLst/>
            <a:ahLst/>
            <a:rect l="0" t="0" r="r" b="b"/>
            <a:pathLst>
              <a:path fill="none" w="3727" h="4170">
                <a:moveTo>
                  <a:pt x="3727" y="4170"/>
                </a:moveTo>
                <a:lnTo>
                  <a:pt x="3727" y="4170"/>
                </a:lnTo>
                <a:cubicBezTo>
                  <a:pt x="3727" y="4169"/>
                  <a:pt x="3727" y="4169"/>
                  <a:pt x="3727" y="4168"/>
                </a:cubicBezTo>
                <a:cubicBezTo>
                  <a:pt x="3727" y="3436"/>
                  <a:pt x="3632" y="2718"/>
                  <a:pt x="3453" y="2084"/>
                </a:cubicBezTo>
                <a:cubicBezTo>
                  <a:pt x="3273" y="1450"/>
                  <a:pt x="3014" y="924"/>
                  <a:pt x="2703" y="558"/>
                </a:cubicBezTo>
                <a:cubicBezTo>
                  <a:pt x="2391" y="193"/>
                  <a:pt x="2038" y="0"/>
                  <a:pt x="1678" y="0"/>
                </a:cubicBezTo>
                <a:cubicBezTo>
                  <a:pt x="1319" y="0"/>
                  <a:pt x="966" y="193"/>
                  <a:pt x="654" y="558"/>
                </a:cubicBezTo>
                <a:cubicBezTo>
                  <a:pt x="395" y="863"/>
                  <a:pt x="172" y="1279"/>
                  <a:pt x="0" y="1778"/>
                </a:cubicBezTo>
              </a:path>
            </a:pathLst>
          </a:custGeom>
          <a:ln w="12600">
            <a:solidFill>
              <a:srgbClr val="114FFB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6110280" y="6024600"/>
            <a:ext cx="208116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</a:pP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9 Statements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681120" y="969840"/>
            <a:ext cx="7134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1       2      3      4       5      6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4235400" y="430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1549440" y="430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5587920" y="430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210960" y="430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2897280" y="430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6931080" y="430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7981920" y="436680"/>
            <a:ext cx="311400" cy="530640"/>
          </a:xfrm>
          <a:custGeom>
            <a:avLst/>
            <a:gdLst/>
            <a:ahLst/>
            <a:rect l="0" t="0" r="r" b="b"/>
            <a:pathLst>
              <a:path w="865" h="1474">
                <a:moveTo>
                  <a:pt x="750" y="0"/>
                </a:moveTo>
                <a:lnTo>
                  <a:pt x="644" y="39"/>
                </a:lnTo>
                <a:lnTo>
                  <a:pt x="587" y="167"/>
                </a:lnTo>
                <a:lnTo>
                  <a:pt x="455" y="176"/>
                </a:lnTo>
                <a:lnTo>
                  <a:pt x="468" y="313"/>
                </a:lnTo>
                <a:lnTo>
                  <a:pt x="163" y="352"/>
                </a:lnTo>
                <a:lnTo>
                  <a:pt x="414" y="490"/>
                </a:lnTo>
                <a:lnTo>
                  <a:pt x="414" y="600"/>
                </a:lnTo>
                <a:lnTo>
                  <a:pt x="313" y="640"/>
                </a:lnTo>
                <a:lnTo>
                  <a:pt x="0" y="671"/>
                </a:lnTo>
                <a:lnTo>
                  <a:pt x="366" y="856"/>
                </a:lnTo>
                <a:lnTo>
                  <a:pt x="468" y="891"/>
                </a:lnTo>
                <a:lnTo>
                  <a:pt x="547" y="975"/>
                </a:lnTo>
                <a:lnTo>
                  <a:pt x="455" y="1072"/>
                </a:lnTo>
                <a:lnTo>
                  <a:pt x="361" y="1148"/>
                </a:lnTo>
                <a:lnTo>
                  <a:pt x="229" y="1188"/>
                </a:lnTo>
                <a:lnTo>
                  <a:pt x="123" y="1289"/>
                </a:lnTo>
                <a:lnTo>
                  <a:pt x="348" y="1377"/>
                </a:lnTo>
                <a:lnTo>
                  <a:pt x="450" y="1435"/>
                </a:lnTo>
                <a:lnTo>
                  <a:pt x="556" y="1435"/>
                </a:lnTo>
                <a:lnTo>
                  <a:pt x="671" y="1474"/>
                </a:lnTo>
                <a:lnTo>
                  <a:pt x="737" y="1448"/>
                </a:lnTo>
                <a:lnTo>
                  <a:pt x="812" y="1466"/>
                </a:lnTo>
                <a:lnTo>
                  <a:pt x="865" y="1443"/>
                </a:lnTo>
                <a:lnTo>
                  <a:pt x="865" y="1329"/>
                </a:lnTo>
                <a:lnTo>
                  <a:pt x="865" y="1223"/>
                </a:lnTo>
                <a:lnTo>
                  <a:pt x="865" y="1113"/>
                </a:lnTo>
                <a:lnTo>
                  <a:pt x="852" y="988"/>
                </a:lnTo>
                <a:lnTo>
                  <a:pt x="865" y="891"/>
                </a:lnTo>
                <a:lnTo>
                  <a:pt x="865" y="781"/>
                </a:lnTo>
                <a:lnTo>
                  <a:pt x="865" y="600"/>
                </a:lnTo>
                <a:lnTo>
                  <a:pt x="865" y="419"/>
                </a:lnTo>
                <a:lnTo>
                  <a:pt x="865" y="238"/>
                </a:lnTo>
                <a:lnTo>
                  <a:pt x="865" y="127"/>
                </a:lnTo>
                <a:lnTo>
                  <a:pt x="865" y="17"/>
                </a:lnTo>
                <a:lnTo>
                  <a:pt x="750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8226360" y="423720"/>
            <a:ext cx="290520" cy="638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8379000" y="538200"/>
            <a:ext cx="667080" cy="267120"/>
          </a:xfrm>
          <a:custGeom>
            <a:avLst/>
            <a:gdLst/>
            <a:ahLst/>
            <a:rect l="0" t="0" r="r" b="b"/>
            <a:pathLst>
              <a:path w="1853" h="742">
                <a:moveTo>
                  <a:pt x="0" y="247"/>
                </a:moveTo>
                <a:lnTo>
                  <a:pt x="0" y="494"/>
                </a:lnTo>
                <a:lnTo>
                  <a:pt x="1297" y="494"/>
                </a:lnTo>
                <a:lnTo>
                  <a:pt x="1297" y="742"/>
                </a:lnTo>
                <a:lnTo>
                  <a:pt x="1853" y="371"/>
                </a:lnTo>
                <a:lnTo>
                  <a:pt x="1297" y="0"/>
                </a:lnTo>
                <a:lnTo>
                  <a:pt x="1297" y="247"/>
                </a:lnTo>
                <a:lnTo>
                  <a:pt x="0" y="247"/>
                </a:lnTo>
                <a:close/>
              </a:path>
            </a:pathLst>
          </a:cu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239760" y="128520"/>
            <a:ext cx="13129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CountyTax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257040" y="709560"/>
            <a:ext cx="5553000" cy="44784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334800" y="200160"/>
            <a:ext cx="513720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TaxRecord.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PAYENum        CountyName           TaxPaid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724040" y="738360"/>
            <a:ext cx="0" cy="41904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4253040" y="723960"/>
            <a:ext cx="0" cy="41904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9" name=""/>
          <p:cNvGrpSpPr/>
          <p:nvPr/>
        </p:nvGrpSpPr>
        <p:grpSpPr>
          <a:xfrm>
            <a:off x="196920" y="1628640"/>
            <a:ext cx="8834760" cy="1235160"/>
            <a:chOff x="196920" y="1628640"/>
            <a:chExt cx="8834760" cy="1235160"/>
          </a:xfrm>
        </p:grpSpPr>
        <p:sp>
          <p:nvSpPr>
            <p:cNvPr id="190" name=""/>
            <p:cNvSpPr txBox="1"/>
            <p:nvPr/>
          </p:nvSpPr>
          <p:spPr>
            <a:xfrm>
              <a:off x="623880" y="2498760"/>
              <a:ext cx="7134120" cy="3650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FFFFF"/>
                  </a:solidFill>
                  <a:effectLst/>
                  <a:uFillTx/>
                  <a:latin typeface="Courier New"/>
                  <a:ea typeface="Courier New"/>
                </a:rPr>
                <a:t>1       2      3      4       5      6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"/>
            <p:cNvSpPr/>
            <p:nvPr/>
          </p:nvSpPr>
          <p:spPr>
            <a:xfrm>
              <a:off x="4221000" y="193032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"/>
            <p:cNvSpPr/>
            <p:nvPr/>
          </p:nvSpPr>
          <p:spPr>
            <a:xfrm>
              <a:off x="1535040" y="193032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"/>
            <p:cNvSpPr/>
            <p:nvPr/>
          </p:nvSpPr>
          <p:spPr>
            <a:xfrm>
              <a:off x="5573880" y="193032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"/>
            <p:cNvSpPr/>
            <p:nvPr/>
          </p:nvSpPr>
          <p:spPr>
            <a:xfrm>
              <a:off x="196920" y="193032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"/>
            <p:cNvSpPr/>
            <p:nvPr/>
          </p:nvSpPr>
          <p:spPr>
            <a:xfrm>
              <a:off x="2882880" y="193032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"/>
            <p:cNvSpPr/>
            <p:nvPr/>
          </p:nvSpPr>
          <p:spPr>
            <a:xfrm>
              <a:off x="6916680" y="193032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"/>
            <p:cNvSpPr/>
            <p:nvPr/>
          </p:nvSpPr>
          <p:spPr>
            <a:xfrm>
              <a:off x="7967520" y="1936800"/>
              <a:ext cx="311400" cy="530640"/>
            </a:xfrm>
            <a:custGeom>
              <a:avLst/>
              <a:gdLst/>
              <a:ahLst/>
              <a:rect l="0" t="0" r="r" b="b"/>
              <a:pathLst>
                <a:path w="865" h="1474">
                  <a:moveTo>
                    <a:pt x="750" y="0"/>
                  </a:moveTo>
                  <a:lnTo>
                    <a:pt x="644" y="39"/>
                  </a:lnTo>
                  <a:lnTo>
                    <a:pt x="587" y="167"/>
                  </a:lnTo>
                  <a:lnTo>
                    <a:pt x="455" y="176"/>
                  </a:lnTo>
                  <a:lnTo>
                    <a:pt x="468" y="313"/>
                  </a:lnTo>
                  <a:lnTo>
                    <a:pt x="163" y="352"/>
                  </a:lnTo>
                  <a:lnTo>
                    <a:pt x="414" y="490"/>
                  </a:lnTo>
                  <a:lnTo>
                    <a:pt x="414" y="600"/>
                  </a:lnTo>
                  <a:lnTo>
                    <a:pt x="313" y="640"/>
                  </a:lnTo>
                  <a:lnTo>
                    <a:pt x="0" y="671"/>
                  </a:lnTo>
                  <a:lnTo>
                    <a:pt x="366" y="856"/>
                  </a:lnTo>
                  <a:lnTo>
                    <a:pt x="468" y="891"/>
                  </a:lnTo>
                  <a:lnTo>
                    <a:pt x="547" y="975"/>
                  </a:lnTo>
                  <a:lnTo>
                    <a:pt x="455" y="1072"/>
                  </a:lnTo>
                  <a:lnTo>
                    <a:pt x="361" y="1148"/>
                  </a:lnTo>
                  <a:lnTo>
                    <a:pt x="229" y="1188"/>
                  </a:lnTo>
                  <a:lnTo>
                    <a:pt x="123" y="1289"/>
                  </a:lnTo>
                  <a:lnTo>
                    <a:pt x="348" y="1377"/>
                  </a:lnTo>
                  <a:lnTo>
                    <a:pt x="450" y="1435"/>
                  </a:lnTo>
                  <a:lnTo>
                    <a:pt x="556" y="1435"/>
                  </a:lnTo>
                  <a:lnTo>
                    <a:pt x="671" y="1474"/>
                  </a:lnTo>
                  <a:lnTo>
                    <a:pt x="737" y="1448"/>
                  </a:lnTo>
                  <a:lnTo>
                    <a:pt x="812" y="1466"/>
                  </a:lnTo>
                  <a:lnTo>
                    <a:pt x="865" y="1443"/>
                  </a:lnTo>
                  <a:lnTo>
                    <a:pt x="865" y="1329"/>
                  </a:lnTo>
                  <a:lnTo>
                    <a:pt x="865" y="1223"/>
                  </a:lnTo>
                  <a:lnTo>
                    <a:pt x="865" y="1113"/>
                  </a:lnTo>
                  <a:lnTo>
                    <a:pt x="852" y="988"/>
                  </a:lnTo>
                  <a:lnTo>
                    <a:pt x="865" y="891"/>
                  </a:lnTo>
                  <a:lnTo>
                    <a:pt x="865" y="781"/>
                  </a:lnTo>
                  <a:lnTo>
                    <a:pt x="865" y="600"/>
                  </a:lnTo>
                  <a:lnTo>
                    <a:pt x="865" y="419"/>
                  </a:lnTo>
                  <a:lnTo>
                    <a:pt x="865" y="238"/>
                  </a:lnTo>
                  <a:lnTo>
                    <a:pt x="865" y="127"/>
                  </a:lnTo>
                  <a:lnTo>
                    <a:pt x="865" y="17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FFFF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"/>
            <p:cNvSpPr/>
            <p:nvPr/>
          </p:nvSpPr>
          <p:spPr>
            <a:xfrm>
              <a:off x="8211960" y="1924200"/>
              <a:ext cx="90360" cy="60012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8364600" y="2038320"/>
              <a:ext cx="667080" cy="267120"/>
            </a:xfrm>
            <a:custGeom>
              <a:avLst/>
              <a:gdLst/>
              <a:ahLst/>
              <a:rect l="0" t="0" r="r" b="b"/>
              <a:pathLst>
                <a:path w="1853" h="742">
                  <a:moveTo>
                    <a:pt x="0" y="247"/>
                  </a:moveTo>
                  <a:lnTo>
                    <a:pt x="0" y="494"/>
                  </a:lnTo>
                  <a:lnTo>
                    <a:pt x="1297" y="494"/>
                  </a:lnTo>
                  <a:lnTo>
                    <a:pt x="1297" y="742"/>
                  </a:lnTo>
                  <a:lnTo>
                    <a:pt x="1853" y="371"/>
                  </a:lnTo>
                  <a:lnTo>
                    <a:pt x="1297" y="0"/>
                  </a:lnTo>
                  <a:lnTo>
                    <a:pt x="1297" y="247"/>
                  </a:lnTo>
                  <a:lnTo>
                    <a:pt x="0" y="247"/>
                  </a:lnTo>
                  <a:close/>
                </a:path>
              </a:pathLst>
            </a:custGeom>
            <a:solidFill>
              <a:srgbClr val="DADADA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"/>
            <p:cNvSpPr txBox="1"/>
            <p:nvPr/>
          </p:nvSpPr>
          <p:spPr>
            <a:xfrm>
              <a:off x="225360" y="1628640"/>
              <a:ext cx="1312920" cy="304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CountyTax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"/>
          <p:cNvSpPr txBox="1"/>
          <p:nvPr/>
        </p:nvSpPr>
        <p:spPr>
          <a:xfrm>
            <a:off x="744480" y="3309840"/>
            <a:ext cx="6595920" cy="34416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spcBef>
                <a:spcPts val="601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CountyName = "CARLOW"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ADD TaxPaid TO CountyTax(1)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CountyName = "CAVAN"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ADD TaxPaid TO CountyTax(2)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END-IF</a:t>
            </a:r>
            <a:br>
              <a:rPr sz="2000"/>
            </a:b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:    :    :     :     :</a:t>
            </a:r>
            <a:br>
              <a:rPr sz="2400"/>
            </a:b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:    :    :     :     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601"/>
              </a:spcBef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     24 TIMES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728640" y="3243240"/>
            <a:ext cx="6644160" cy="628920"/>
          </a:xfrm>
          <a:custGeom>
            <a:avLst/>
            <a:gdLst/>
            <a:ahLst/>
            <a:rect l="0" t="0" r="r" b="b"/>
            <a:pathLst>
              <a:path w="18456" h="1747">
                <a:moveTo>
                  <a:pt x="0" y="0"/>
                </a:moveTo>
                <a:lnTo>
                  <a:pt x="18456" y="35"/>
                </a:lnTo>
                <a:lnTo>
                  <a:pt x="18456" y="1076"/>
                </a:lnTo>
                <a:lnTo>
                  <a:pt x="18337" y="1002"/>
                </a:lnTo>
                <a:lnTo>
                  <a:pt x="18222" y="931"/>
                </a:lnTo>
                <a:lnTo>
                  <a:pt x="18103" y="855"/>
                </a:lnTo>
                <a:lnTo>
                  <a:pt x="18024" y="745"/>
                </a:lnTo>
                <a:lnTo>
                  <a:pt x="17905" y="705"/>
                </a:lnTo>
                <a:lnTo>
                  <a:pt x="17790" y="595"/>
                </a:lnTo>
                <a:lnTo>
                  <a:pt x="17671" y="595"/>
                </a:lnTo>
                <a:lnTo>
                  <a:pt x="17592" y="705"/>
                </a:lnTo>
                <a:lnTo>
                  <a:pt x="17592" y="815"/>
                </a:lnTo>
                <a:lnTo>
                  <a:pt x="17592" y="931"/>
                </a:lnTo>
                <a:lnTo>
                  <a:pt x="17513" y="1041"/>
                </a:lnTo>
                <a:lnTo>
                  <a:pt x="17433" y="1151"/>
                </a:lnTo>
                <a:lnTo>
                  <a:pt x="17318" y="1226"/>
                </a:lnTo>
                <a:lnTo>
                  <a:pt x="17239" y="1337"/>
                </a:lnTo>
                <a:lnTo>
                  <a:pt x="17160" y="1451"/>
                </a:lnTo>
                <a:lnTo>
                  <a:pt x="17041" y="1522"/>
                </a:lnTo>
                <a:lnTo>
                  <a:pt x="16966" y="1637"/>
                </a:lnTo>
                <a:lnTo>
                  <a:pt x="16847" y="1747"/>
                </a:lnTo>
                <a:lnTo>
                  <a:pt x="16728" y="1672"/>
                </a:lnTo>
                <a:lnTo>
                  <a:pt x="16648" y="1562"/>
                </a:lnTo>
                <a:lnTo>
                  <a:pt x="16573" y="1451"/>
                </a:lnTo>
                <a:lnTo>
                  <a:pt x="16494" y="1337"/>
                </a:lnTo>
                <a:lnTo>
                  <a:pt x="16494" y="1226"/>
                </a:lnTo>
                <a:lnTo>
                  <a:pt x="16414" y="1116"/>
                </a:lnTo>
                <a:lnTo>
                  <a:pt x="16335" y="1002"/>
                </a:lnTo>
                <a:lnTo>
                  <a:pt x="16181" y="931"/>
                </a:lnTo>
                <a:lnTo>
                  <a:pt x="16062" y="855"/>
                </a:lnTo>
                <a:lnTo>
                  <a:pt x="16022" y="745"/>
                </a:lnTo>
                <a:lnTo>
                  <a:pt x="15943" y="630"/>
                </a:lnTo>
                <a:lnTo>
                  <a:pt x="15824" y="555"/>
                </a:lnTo>
                <a:lnTo>
                  <a:pt x="15709" y="555"/>
                </a:lnTo>
                <a:lnTo>
                  <a:pt x="15669" y="705"/>
                </a:lnTo>
                <a:lnTo>
                  <a:pt x="15550" y="630"/>
                </a:lnTo>
                <a:lnTo>
                  <a:pt x="15431" y="670"/>
                </a:lnTo>
                <a:lnTo>
                  <a:pt x="15316" y="745"/>
                </a:lnTo>
                <a:lnTo>
                  <a:pt x="15237" y="855"/>
                </a:lnTo>
                <a:lnTo>
                  <a:pt x="15078" y="931"/>
                </a:lnTo>
                <a:lnTo>
                  <a:pt x="14964" y="891"/>
                </a:lnTo>
                <a:lnTo>
                  <a:pt x="14845" y="931"/>
                </a:lnTo>
                <a:lnTo>
                  <a:pt x="14726" y="1002"/>
                </a:lnTo>
                <a:lnTo>
                  <a:pt x="14607" y="1041"/>
                </a:lnTo>
                <a:lnTo>
                  <a:pt x="14492" y="1002"/>
                </a:lnTo>
                <a:lnTo>
                  <a:pt x="14373" y="855"/>
                </a:lnTo>
                <a:lnTo>
                  <a:pt x="14254" y="855"/>
                </a:lnTo>
                <a:lnTo>
                  <a:pt x="14139" y="745"/>
                </a:lnTo>
                <a:lnTo>
                  <a:pt x="13980" y="630"/>
                </a:lnTo>
                <a:lnTo>
                  <a:pt x="13821" y="630"/>
                </a:lnTo>
                <a:lnTo>
                  <a:pt x="13706" y="705"/>
                </a:lnTo>
                <a:lnTo>
                  <a:pt x="13587" y="745"/>
                </a:lnTo>
                <a:lnTo>
                  <a:pt x="13468" y="855"/>
                </a:lnTo>
                <a:lnTo>
                  <a:pt x="13349" y="891"/>
                </a:lnTo>
                <a:lnTo>
                  <a:pt x="13194" y="1002"/>
                </a:lnTo>
                <a:lnTo>
                  <a:pt x="13155" y="855"/>
                </a:lnTo>
                <a:lnTo>
                  <a:pt x="13036" y="780"/>
                </a:lnTo>
                <a:lnTo>
                  <a:pt x="12921" y="780"/>
                </a:lnTo>
                <a:lnTo>
                  <a:pt x="12802" y="745"/>
                </a:lnTo>
                <a:lnTo>
                  <a:pt x="12723" y="630"/>
                </a:lnTo>
                <a:lnTo>
                  <a:pt x="12603" y="630"/>
                </a:lnTo>
                <a:lnTo>
                  <a:pt x="12489" y="745"/>
                </a:lnTo>
                <a:lnTo>
                  <a:pt x="12370" y="745"/>
                </a:lnTo>
                <a:lnTo>
                  <a:pt x="12251" y="595"/>
                </a:lnTo>
                <a:lnTo>
                  <a:pt x="12132" y="555"/>
                </a:lnTo>
                <a:lnTo>
                  <a:pt x="12017" y="485"/>
                </a:lnTo>
                <a:lnTo>
                  <a:pt x="11898" y="555"/>
                </a:lnTo>
                <a:lnTo>
                  <a:pt x="11779" y="555"/>
                </a:lnTo>
                <a:lnTo>
                  <a:pt x="11625" y="595"/>
                </a:lnTo>
                <a:lnTo>
                  <a:pt x="11505" y="705"/>
                </a:lnTo>
                <a:lnTo>
                  <a:pt x="11386" y="595"/>
                </a:lnTo>
                <a:lnTo>
                  <a:pt x="11272" y="485"/>
                </a:lnTo>
                <a:lnTo>
                  <a:pt x="11153" y="410"/>
                </a:lnTo>
                <a:lnTo>
                  <a:pt x="10994" y="410"/>
                </a:lnTo>
                <a:lnTo>
                  <a:pt x="10915" y="520"/>
                </a:lnTo>
                <a:lnTo>
                  <a:pt x="10800" y="595"/>
                </a:lnTo>
                <a:lnTo>
                  <a:pt x="10681" y="705"/>
                </a:lnTo>
                <a:lnTo>
                  <a:pt x="10562" y="815"/>
                </a:lnTo>
                <a:lnTo>
                  <a:pt x="10447" y="931"/>
                </a:lnTo>
                <a:lnTo>
                  <a:pt x="10328" y="855"/>
                </a:lnTo>
                <a:lnTo>
                  <a:pt x="10209" y="780"/>
                </a:lnTo>
                <a:lnTo>
                  <a:pt x="10090" y="705"/>
                </a:lnTo>
                <a:lnTo>
                  <a:pt x="9975" y="630"/>
                </a:lnTo>
                <a:lnTo>
                  <a:pt x="9817" y="595"/>
                </a:lnTo>
                <a:lnTo>
                  <a:pt x="9697" y="520"/>
                </a:lnTo>
                <a:lnTo>
                  <a:pt x="9583" y="485"/>
                </a:lnTo>
                <a:lnTo>
                  <a:pt x="9464" y="485"/>
                </a:lnTo>
                <a:lnTo>
                  <a:pt x="9345" y="485"/>
                </a:lnTo>
                <a:lnTo>
                  <a:pt x="9265" y="370"/>
                </a:lnTo>
                <a:lnTo>
                  <a:pt x="9151" y="445"/>
                </a:lnTo>
                <a:lnTo>
                  <a:pt x="9032" y="335"/>
                </a:lnTo>
                <a:lnTo>
                  <a:pt x="8913" y="260"/>
                </a:lnTo>
                <a:lnTo>
                  <a:pt x="8798" y="260"/>
                </a:lnTo>
                <a:lnTo>
                  <a:pt x="8679" y="260"/>
                </a:lnTo>
                <a:lnTo>
                  <a:pt x="8639" y="370"/>
                </a:lnTo>
                <a:lnTo>
                  <a:pt x="8560" y="485"/>
                </a:lnTo>
                <a:lnTo>
                  <a:pt x="8441" y="555"/>
                </a:lnTo>
                <a:lnTo>
                  <a:pt x="8326" y="595"/>
                </a:lnTo>
                <a:lnTo>
                  <a:pt x="8207" y="630"/>
                </a:lnTo>
                <a:lnTo>
                  <a:pt x="8088" y="555"/>
                </a:lnTo>
                <a:lnTo>
                  <a:pt x="7973" y="555"/>
                </a:lnTo>
                <a:lnTo>
                  <a:pt x="7854" y="630"/>
                </a:lnTo>
                <a:lnTo>
                  <a:pt x="7775" y="745"/>
                </a:lnTo>
                <a:lnTo>
                  <a:pt x="7656" y="705"/>
                </a:lnTo>
                <a:lnTo>
                  <a:pt x="7541" y="630"/>
                </a:lnTo>
                <a:lnTo>
                  <a:pt x="7382" y="595"/>
                </a:lnTo>
                <a:lnTo>
                  <a:pt x="7263" y="555"/>
                </a:lnTo>
                <a:lnTo>
                  <a:pt x="7149" y="485"/>
                </a:lnTo>
                <a:lnTo>
                  <a:pt x="6990" y="555"/>
                </a:lnTo>
                <a:lnTo>
                  <a:pt x="6871" y="555"/>
                </a:lnTo>
                <a:lnTo>
                  <a:pt x="6756" y="555"/>
                </a:lnTo>
                <a:lnTo>
                  <a:pt x="6597" y="555"/>
                </a:lnTo>
                <a:lnTo>
                  <a:pt x="6439" y="595"/>
                </a:lnTo>
                <a:lnTo>
                  <a:pt x="6324" y="555"/>
                </a:lnTo>
                <a:lnTo>
                  <a:pt x="6284" y="445"/>
                </a:lnTo>
                <a:lnTo>
                  <a:pt x="6165" y="410"/>
                </a:lnTo>
                <a:lnTo>
                  <a:pt x="6046" y="485"/>
                </a:lnTo>
                <a:lnTo>
                  <a:pt x="5967" y="595"/>
                </a:lnTo>
                <a:lnTo>
                  <a:pt x="5852" y="630"/>
                </a:lnTo>
                <a:lnTo>
                  <a:pt x="5773" y="745"/>
                </a:lnTo>
                <a:lnTo>
                  <a:pt x="5654" y="705"/>
                </a:lnTo>
                <a:lnTo>
                  <a:pt x="5539" y="630"/>
                </a:lnTo>
                <a:lnTo>
                  <a:pt x="5420" y="555"/>
                </a:lnTo>
                <a:lnTo>
                  <a:pt x="5301" y="445"/>
                </a:lnTo>
                <a:lnTo>
                  <a:pt x="5222" y="335"/>
                </a:lnTo>
                <a:lnTo>
                  <a:pt x="5107" y="260"/>
                </a:lnTo>
                <a:lnTo>
                  <a:pt x="4988" y="295"/>
                </a:lnTo>
                <a:lnTo>
                  <a:pt x="4869" y="410"/>
                </a:lnTo>
                <a:lnTo>
                  <a:pt x="4750" y="485"/>
                </a:lnTo>
                <a:lnTo>
                  <a:pt x="4635" y="555"/>
                </a:lnTo>
                <a:lnTo>
                  <a:pt x="4515" y="630"/>
                </a:lnTo>
                <a:lnTo>
                  <a:pt x="4396" y="630"/>
                </a:lnTo>
                <a:lnTo>
                  <a:pt x="4281" y="630"/>
                </a:lnTo>
                <a:lnTo>
                  <a:pt x="4162" y="705"/>
                </a:lnTo>
                <a:lnTo>
                  <a:pt x="4043" y="780"/>
                </a:lnTo>
                <a:lnTo>
                  <a:pt x="3924" y="780"/>
                </a:lnTo>
                <a:lnTo>
                  <a:pt x="3810" y="780"/>
                </a:lnTo>
                <a:lnTo>
                  <a:pt x="3690" y="815"/>
                </a:lnTo>
                <a:lnTo>
                  <a:pt x="3571" y="780"/>
                </a:lnTo>
                <a:lnTo>
                  <a:pt x="3457" y="815"/>
                </a:lnTo>
                <a:lnTo>
                  <a:pt x="3377" y="931"/>
                </a:lnTo>
                <a:lnTo>
                  <a:pt x="3258" y="891"/>
                </a:lnTo>
                <a:lnTo>
                  <a:pt x="3139" y="745"/>
                </a:lnTo>
                <a:lnTo>
                  <a:pt x="3064" y="630"/>
                </a:lnTo>
                <a:lnTo>
                  <a:pt x="2906" y="595"/>
                </a:lnTo>
                <a:lnTo>
                  <a:pt x="2786" y="555"/>
                </a:lnTo>
                <a:lnTo>
                  <a:pt x="2667" y="485"/>
                </a:lnTo>
                <a:lnTo>
                  <a:pt x="2592" y="595"/>
                </a:lnTo>
                <a:lnTo>
                  <a:pt x="2473" y="705"/>
                </a:lnTo>
                <a:lnTo>
                  <a:pt x="2354" y="745"/>
                </a:lnTo>
                <a:lnTo>
                  <a:pt x="2275" y="855"/>
                </a:lnTo>
                <a:lnTo>
                  <a:pt x="2160" y="931"/>
                </a:lnTo>
                <a:lnTo>
                  <a:pt x="2041" y="1002"/>
                </a:lnTo>
                <a:lnTo>
                  <a:pt x="1962" y="891"/>
                </a:lnTo>
                <a:lnTo>
                  <a:pt x="1847" y="855"/>
                </a:lnTo>
                <a:lnTo>
                  <a:pt x="1688" y="780"/>
                </a:lnTo>
                <a:lnTo>
                  <a:pt x="1569" y="780"/>
                </a:lnTo>
                <a:lnTo>
                  <a:pt x="1450" y="705"/>
                </a:lnTo>
                <a:lnTo>
                  <a:pt x="1336" y="630"/>
                </a:lnTo>
                <a:lnTo>
                  <a:pt x="1217" y="555"/>
                </a:lnTo>
                <a:lnTo>
                  <a:pt x="1098" y="485"/>
                </a:lnTo>
                <a:lnTo>
                  <a:pt x="983" y="445"/>
                </a:lnTo>
                <a:lnTo>
                  <a:pt x="864" y="445"/>
                </a:lnTo>
                <a:lnTo>
                  <a:pt x="745" y="485"/>
                </a:lnTo>
                <a:lnTo>
                  <a:pt x="626" y="485"/>
                </a:lnTo>
                <a:lnTo>
                  <a:pt x="511" y="555"/>
                </a:lnTo>
                <a:lnTo>
                  <a:pt x="392" y="555"/>
                </a:lnTo>
                <a:lnTo>
                  <a:pt x="273" y="595"/>
                </a:lnTo>
                <a:lnTo>
                  <a:pt x="158" y="595"/>
                </a:lnTo>
                <a:lnTo>
                  <a:pt x="39" y="595"/>
                </a:lnTo>
                <a:lnTo>
                  <a:pt x="0" y="485"/>
                </a:lnTo>
                <a:lnTo>
                  <a:pt x="0" y="370"/>
                </a:lnTo>
                <a:lnTo>
                  <a:pt x="0" y="260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238E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700200" y="6343560"/>
            <a:ext cx="6729840" cy="443160"/>
          </a:xfrm>
          <a:custGeom>
            <a:avLst/>
            <a:gdLst/>
            <a:ahLst/>
            <a:rect l="0" t="0" r="r" b="b"/>
            <a:pathLst>
              <a:path w="18694" h="1231">
                <a:moveTo>
                  <a:pt x="0" y="317"/>
                </a:moveTo>
                <a:lnTo>
                  <a:pt x="238" y="317"/>
                </a:lnTo>
                <a:lnTo>
                  <a:pt x="357" y="317"/>
                </a:lnTo>
                <a:lnTo>
                  <a:pt x="476" y="317"/>
                </a:lnTo>
                <a:lnTo>
                  <a:pt x="590" y="277"/>
                </a:lnTo>
                <a:lnTo>
                  <a:pt x="709" y="238"/>
                </a:lnTo>
                <a:lnTo>
                  <a:pt x="829" y="158"/>
                </a:lnTo>
                <a:lnTo>
                  <a:pt x="948" y="119"/>
                </a:lnTo>
                <a:lnTo>
                  <a:pt x="1067" y="158"/>
                </a:lnTo>
                <a:lnTo>
                  <a:pt x="1106" y="277"/>
                </a:lnTo>
                <a:lnTo>
                  <a:pt x="1186" y="396"/>
                </a:lnTo>
                <a:lnTo>
                  <a:pt x="1305" y="476"/>
                </a:lnTo>
                <a:lnTo>
                  <a:pt x="1384" y="595"/>
                </a:lnTo>
                <a:lnTo>
                  <a:pt x="1464" y="715"/>
                </a:lnTo>
                <a:lnTo>
                  <a:pt x="1578" y="715"/>
                </a:lnTo>
                <a:lnTo>
                  <a:pt x="1737" y="715"/>
                </a:lnTo>
                <a:lnTo>
                  <a:pt x="1856" y="636"/>
                </a:lnTo>
                <a:lnTo>
                  <a:pt x="1975" y="555"/>
                </a:lnTo>
                <a:lnTo>
                  <a:pt x="2094" y="476"/>
                </a:lnTo>
                <a:lnTo>
                  <a:pt x="2213" y="436"/>
                </a:lnTo>
                <a:lnTo>
                  <a:pt x="2332" y="396"/>
                </a:lnTo>
                <a:lnTo>
                  <a:pt x="2451" y="317"/>
                </a:lnTo>
                <a:lnTo>
                  <a:pt x="2570" y="317"/>
                </a:lnTo>
                <a:lnTo>
                  <a:pt x="2685" y="277"/>
                </a:lnTo>
                <a:lnTo>
                  <a:pt x="2764" y="396"/>
                </a:lnTo>
                <a:lnTo>
                  <a:pt x="2844" y="515"/>
                </a:lnTo>
                <a:lnTo>
                  <a:pt x="2963" y="595"/>
                </a:lnTo>
                <a:lnTo>
                  <a:pt x="3082" y="595"/>
                </a:lnTo>
                <a:lnTo>
                  <a:pt x="3201" y="595"/>
                </a:lnTo>
                <a:lnTo>
                  <a:pt x="3320" y="555"/>
                </a:lnTo>
                <a:lnTo>
                  <a:pt x="3479" y="515"/>
                </a:lnTo>
                <a:lnTo>
                  <a:pt x="3598" y="476"/>
                </a:lnTo>
                <a:lnTo>
                  <a:pt x="3712" y="476"/>
                </a:lnTo>
                <a:lnTo>
                  <a:pt x="3832" y="555"/>
                </a:lnTo>
                <a:lnTo>
                  <a:pt x="3951" y="555"/>
                </a:lnTo>
                <a:lnTo>
                  <a:pt x="4109" y="595"/>
                </a:lnTo>
                <a:lnTo>
                  <a:pt x="4228" y="595"/>
                </a:lnTo>
                <a:lnTo>
                  <a:pt x="4347" y="555"/>
                </a:lnTo>
                <a:lnTo>
                  <a:pt x="4467" y="555"/>
                </a:lnTo>
                <a:lnTo>
                  <a:pt x="4586" y="515"/>
                </a:lnTo>
                <a:lnTo>
                  <a:pt x="4701" y="515"/>
                </a:lnTo>
                <a:lnTo>
                  <a:pt x="4820" y="555"/>
                </a:lnTo>
                <a:lnTo>
                  <a:pt x="4939" y="555"/>
                </a:lnTo>
                <a:lnTo>
                  <a:pt x="5058" y="555"/>
                </a:lnTo>
                <a:lnTo>
                  <a:pt x="5217" y="595"/>
                </a:lnTo>
                <a:lnTo>
                  <a:pt x="5376" y="595"/>
                </a:lnTo>
                <a:lnTo>
                  <a:pt x="5495" y="595"/>
                </a:lnTo>
                <a:lnTo>
                  <a:pt x="5614" y="595"/>
                </a:lnTo>
                <a:lnTo>
                  <a:pt x="5729" y="595"/>
                </a:lnTo>
                <a:lnTo>
                  <a:pt x="5848" y="595"/>
                </a:lnTo>
                <a:lnTo>
                  <a:pt x="6007" y="555"/>
                </a:lnTo>
                <a:lnTo>
                  <a:pt x="6165" y="555"/>
                </a:lnTo>
                <a:lnTo>
                  <a:pt x="6324" y="476"/>
                </a:lnTo>
                <a:lnTo>
                  <a:pt x="6443" y="436"/>
                </a:lnTo>
                <a:lnTo>
                  <a:pt x="6562" y="396"/>
                </a:lnTo>
                <a:lnTo>
                  <a:pt x="6681" y="476"/>
                </a:lnTo>
                <a:lnTo>
                  <a:pt x="6756" y="595"/>
                </a:lnTo>
                <a:lnTo>
                  <a:pt x="6796" y="715"/>
                </a:lnTo>
                <a:lnTo>
                  <a:pt x="6915" y="675"/>
                </a:lnTo>
                <a:lnTo>
                  <a:pt x="7034" y="636"/>
                </a:lnTo>
                <a:lnTo>
                  <a:pt x="7193" y="595"/>
                </a:lnTo>
                <a:lnTo>
                  <a:pt x="7312" y="555"/>
                </a:lnTo>
                <a:lnTo>
                  <a:pt x="7431" y="515"/>
                </a:lnTo>
                <a:lnTo>
                  <a:pt x="7590" y="476"/>
                </a:lnTo>
                <a:lnTo>
                  <a:pt x="7709" y="396"/>
                </a:lnTo>
                <a:lnTo>
                  <a:pt x="7823" y="357"/>
                </a:lnTo>
                <a:lnTo>
                  <a:pt x="7942" y="317"/>
                </a:lnTo>
                <a:lnTo>
                  <a:pt x="8061" y="277"/>
                </a:lnTo>
                <a:lnTo>
                  <a:pt x="8181" y="238"/>
                </a:lnTo>
                <a:lnTo>
                  <a:pt x="8300" y="238"/>
                </a:lnTo>
                <a:lnTo>
                  <a:pt x="8379" y="357"/>
                </a:lnTo>
                <a:lnTo>
                  <a:pt x="8458" y="476"/>
                </a:lnTo>
                <a:lnTo>
                  <a:pt x="8538" y="595"/>
                </a:lnTo>
                <a:lnTo>
                  <a:pt x="8657" y="595"/>
                </a:lnTo>
                <a:lnTo>
                  <a:pt x="8776" y="595"/>
                </a:lnTo>
                <a:lnTo>
                  <a:pt x="8891" y="555"/>
                </a:lnTo>
                <a:lnTo>
                  <a:pt x="9010" y="555"/>
                </a:lnTo>
                <a:lnTo>
                  <a:pt x="9129" y="515"/>
                </a:lnTo>
                <a:lnTo>
                  <a:pt x="9327" y="476"/>
                </a:lnTo>
                <a:lnTo>
                  <a:pt x="9486" y="476"/>
                </a:lnTo>
                <a:lnTo>
                  <a:pt x="9645" y="436"/>
                </a:lnTo>
                <a:lnTo>
                  <a:pt x="9803" y="317"/>
                </a:lnTo>
                <a:lnTo>
                  <a:pt x="9918" y="396"/>
                </a:lnTo>
                <a:lnTo>
                  <a:pt x="9958" y="515"/>
                </a:lnTo>
                <a:lnTo>
                  <a:pt x="10077" y="555"/>
                </a:lnTo>
                <a:lnTo>
                  <a:pt x="10196" y="476"/>
                </a:lnTo>
                <a:lnTo>
                  <a:pt x="10315" y="515"/>
                </a:lnTo>
                <a:lnTo>
                  <a:pt x="10434" y="436"/>
                </a:lnTo>
                <a:lnTo>
                  <a:pt x="10553" y="396"/>
                </a:lnTo>
                <a:lnTo>
                  <a:pt x="10712" y="396"/>
                </a:lnTo>
                <a:lnTo>
                  <a:pt x="10831" y="317"/>
                </a:lnTo>
                <a:lnTo>
                  <a:pt x="10985" y="277"/>
                </a:lnTo>
                <a:lnTo>
                  <a:pt x="11104" y="317"/>
                </a:lnTo>
                <a:lnTo>
                  <a:pt x="11144" y="436"/>
                </a:lnTo>
                <a:lnTo>
                  <a:pt x="11263" y="476"/>
                </a:lnTo>
                <a:lnTo>
                  <a:pt x="11382" y="436"/>
                </a:lnTo>
                <a:lnTo>
                  <a:pt x="11501" y="396"/>
                </a:lnTo>
                <a:lnTo>
                  <a:pt x="11620" y="396"/>
                </a:lnTo>
                <a:lnTo>
                  <a:pt x="11779" y="396"/>
                </a:lnTo>
                <a:lnTo>
                  <a:pt x="11898" y="476"/>
                </a:lnTo>
                <a:lnTo>
                  <a:pt x="12013" y="555"/>
                </a:lnTo>
                <a:lnTo>
                  <a:pt x="12132" y="476"/>
                </a:lnTo>
                <a:lnTo>
                  <a:pt x="12251" y="436"/>
                </a:lnTo>
                <a:lnTo>
                  <a:pt x="12370" y="476"/>
                </a:lnTo>
                <a:lnTo>
                  <a:pt x="12489" y="555"/>
                </a:lnTo>
                <a:lnTo>
                  <a:pt x="12608" y="636"/>
                </a:lnTo>
                <a:lnTo>
                  <a:pt x="12727" y="595"/>
                </a:lnTo>
                <a:lnTo>
                  <a:pt x="12886" y="555"/>
                </a:lnTo>
                <a:lnTo>
                  <a:pt x="13040" y="436"/>
                </a:lnTo>
                <a:lnTo>
                  <a:pt x="13159" y="396"/>
                </a:lnTo>
                <a:lnTo>
                  <a:pt x="13278" y="317"/>
                </a:lnTo>
                <a:lnTo>
                  <a:pt x="13437" y="277"/>
                </a:lnTo>
                <a:lnTo>
                  <a:pt x="13596" y="238"/>
                </a:lnTo>
                <a:lnTo>
                  <a:pt x="13715" y="198"/>
                </a:lnTo>
                <a:lnTo>
                  <a:pt x="13834" y="119"/>
                </a:lnTo>
                <a:lnTo>
                  <a:pt x="13953" y="79"/>
                </a:lnTo>
                <a:lnTo>
                  <a:pt x="14069" y="0"/>
                </a:lnTo>
                <a:lnTo>
                  <a:pt x="14148" y="158"/>
                </a:lnTo>
                <a:lnTo>
                  <a:pt x="14227" y="277"/>
                </a:lnTo>
                <a:lnTo>
                  <a:pt x="14307" y="396"/>
                </a:lnTo>
                <a:lnTo>
                  <a:pt x="14426" y="476"/>
                </a:lnTo>
                <a:lnTo>
                  <a:pt x="14545" y="595"/>
                </a:lnTo>
                <a:lnTo>
                  <a:pt x="14664" y="636"/>
                </a:lnTo>
                <a:lnTo>
                  <a:pt x="14823" y="595"/>
                </a:lnTo>
                <a:lnTo>
                  <a:pt x="14981" y="595"/>
                </a:lnTo>
                <a:lnTo>
                  <a:pt x="15096" y="555"/>
                </a:lnTo>
                <a:lnTo>
                  <a:pt x="15215" y="476"/>
                </a:lnTo>
                <a:lnTo>
                  <a:pt x="15334" y="396"/>
                </a:lnTo>
                <a:lnTo>
                  <a:pt x="15453" y="357"/>
                </a:lnTo>
                <a:lnTo>
                  <a:pt x="15572" y="277"/>
                </a:lnTo>
                <a:lnTo>
                  <a:pt x="15771" y="396"/>
                </a:lnTo>
                <a:lnTo>
                  <a:pt x="15890" y="476"/>
                </a:lnTo>
                <a:lnTo>
                  <a:pt x="16009" y="476"/>
                </a:lnTo>
                <a:lnTo>
                  <a:pt x="16123" y="555"/>
                </a:lnTo>
                <a:lnTo>
                  <a:pt x="16243" y="555"/>
                </a:lnTo>
                <a:lnTo>
                  <a:pt x="16362" y="555"/>
                </a:lnTo>
                <a:lnTo>
                  <a:pt x="16481" y="595"/>
                </a:lnTo>
                <a:lnTo>
                  <a:pt x="16600" y="595"/>
                </a:lnTo>
                <a:lnTo>
                  <a:pt x="16719" y="595"/>
                </a:lnTo>
                <a:lnTo>
                  <a:pt x="16838" y="595"/>
                </a:lnTo>
                <a:lnTo>
                  <a:pt x="16957" y="555"/>
                </a:lnTo>
                <a:lnTo>
                  <a:pt x="17076" y="555"/>
                </a:lnTo>
                <a:lnTo>
                  <a:pt x="17191" y="476"/>
                </a:lnTo>
                <a:lnTo>
                  <a:pt x="17310" y="436"/>
                </a:lnTo>
                <a:lnTo>
                  <a:pt x="17429" y="436"/>
                </a:lnTo>
                <a:lnTo>
                  <a:pt x="17587" y="436"/>
                </a:lnTo>
                <a:lnTo>
                  <a:pt x="17707" y="436"/>
                </a:lnTo>
                <a:lnTo>
                  <a:pt x="17826" y="396"/>
                </a:lnTo>
                <a:lnTo>
                  <a:pt x="17945" y="396"/>
                </a:lnTo>
                <a:lnTo>
                  <a:pt x="18064" y="396"/>
                </a:lnTo>
                <a:lnTo>
                  <a:pt x="18178" y="396"/>
                </a:lnTo>
                <a:lnTo>
                  <a:pt x="18297" y="436"/>
                </a:lnTo>
                <a:lnTo>
                  <a:pt x="18417" y="436"/>
                </a:lnTo>
                <a:lnTo>
                  <a:pt x="18536" y="476"/>
                </a:lnTo>
                <a:lnTo>
                  <a:pt x="18655" y="515"/>
                </a:lnTo>
                <a:lnTo>
                  <a:pt x="18694" y="1231"/>
                </a:lnTo>
                <a:lnTo>
                  <a:pt x="39" y="1191"/>
                </a:lnTo>
                <a:lnTo>
                  <a:pt x="0" y="31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299880" y="727200"/>
            <a:ext cx="548784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A-89432  CLARE        7894.55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"/>
          <p:cNvGrpSpPr/>
          <p:nvPr/>
        </p:nvGrpSpPr>
        <p:grpSpPr>
          <a:xfrm>
            <a:off x="106200" y="3009960"/>
            <a:ext cx="8834760" cy="1234800"/>
            <a:chOff x="106200" y="3009960"/>
            <a:chExt cx="8834760" cy="1234800"/>
          </a:xfrm>
        </p:grpSpPr>
        <p:sp>
          <p:nvSpPr>
            <p:cNvPr id="206" name=""/>
            <p:cNvSpPr txBox="1"/>
            <p:nvPr/>
          </p:nvSpPr>
          <p:spPr>
            <a:xfrm>
              <a:off x="533520" y="3879720"/>
              <a:ext cx="7134120" cy="3650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FFFFF"/>
                  </a:solidFill>
                  <a:effectLst/>
                  <a:uFillTx/>
                  <a:latin typeface="Courier New"/>
                  <a:ea typeface="Courier New"/>
                </a:rPr>
                <a:t>1       2      3      4       5      6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"/>
            <p:cNvSpPr/>
            <p:nvPr/>
          </p:nvSpPr>
          <p:spPr>
            <a:xfrm>
              <a:off x="413064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"/>
            <p:cNvSpPr/>
            <p:nvPr/>
          </p:nvSpPr>
          <p:spPr>
            <a:xfrm>
              <a:off x="144468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548316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10620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279252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682632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7877160" y="3317760"/>
              <a:ext cx="311400" cy="530640"/>
            </a:xfrm>
            <a:custGeom>
              <a:avLst/>
              <a:gdLst/>
              <a:ahLst/>
              <a:rect l="0" t="0" r="r" b="b"/>
              <a:pathLst>
                <a:path w="865" h="1474">
                  <a:moveTo>
                    <a:pt x="750" y="0"/>
                  </a:moveTo>
                  <a:lnTo>
                    <a:pt x="644" y="39"/>
                  </a:lnTo>
                  <a:lnTo>
                    <a:pt x="587" y="167"/>
                  </a:lnTo>
                  <a:lnTo>
                    <a:pt x="455" y="176"/>
                  </a:lnTo>
                  <a:lnTo>
                    <a:pt x="468" y="313"/>
                  </a:lnTo>
                  <a:lnTo>
                    <a:pt x="163" y="352"/>
                  </a:lnTo>
                  <a:lnTo>
                    <a:pt x="414" y="490"/>
                  </a:lnTo>
                  <a:lnTo>
                    <a:pt x="414" y="600"/>
                  </a:lnTo>
                  <a:lnTo>
                    <a:pt x="313" y="640"/>
                  </a:lnTo>
                  <a:lnTo>
                    <a:pt x="0" y="671"/>
                  </a:lnTo>
                  <a:lnTo>
                    <a:pt x="366" y="856"/>
                  </a:lnTo>
                  <a:lnTo>
                    <a:pt x="468" y="891"/>
                  </a:lnTo>
                  <a:lnTo>
                    <a:pt x="547" y="975"/>
                  </a:lnTo>
                  <a:lnTo>
                    <a:pt x="455" y="1072"/>
                  </a:lnTo>
                  <a:lnTo>
                    <a:pt x="361" y="1148"/>
                  </a:lnTo>
                  <a:lnTo>
                    <a:pt x="229" y="1188"/>
                  </a:lnTo>
                  <a:lnTo>
                    <a:pt x="123" y="1289"/>
                  </a:lnTo>
                  <a:lnTo>
                    <a:pt x="348" y="1377"/>
                  </a:lnTo>
                  <a:lnTo>
                    <a:pt x="450" y="1435"/>
                  </a:lnTo>
                  <a:lnTo>
                    <a:pt x="556" y="1435"/>
                  </a:lnTo>
                  <a:lnTo>
                    <a:pt x="671" y="1474"/>
                  </a:lnTo>
                  <a:lnTo>
                    <a:pt x="737" y="1448"/>
                  </a:lnTo>
                  <a:lnTo>
                    <a:pt x="812" y="1466"/>
                  </a:lnTo>
                  <a:lnTo>
                    <a:pt x="865" y="1443"/>
                  </a:lnTo>
                  <a:lnTo>
                    <a:pt x="865" y="1329"/>
                  </a:lnTo>
                  <a:lnTo>
                    <a:pt x="865" y="1223"/>
                  </a:lnTo>
                  <a:lnTo>
                    <a:pt x="865" y="1113"/>
                  </a:lnTo>
                  <a:lnTo>
                    <a:pt x="852" y="988"/>
                  </a:lnTo>
                  <a:lnTo>
                    <a:pt x="865" y="891"/>
                  </a:lnTo>
                  <a:lnTo>
                    <a:pt x="865" y="781"/>
                  </a:lnTo>
                  <a:lnTo>
                    <a:pt x="865" y="600"/>
                  </a:lnTo>
                  <a:lnTo>
                    <a:pt x="865" y="419"/>
                  </a:lnTo>
                  <a:lnTo>
                    <a:pt x="865" y="238"/>
                  </a:lnTo>
                  <a:lnTo>
                    <a:pt x="865" y="127"/>
                  </a:lnTo>
                  <a:lnTo>
                    <a:pt x="865" y="17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FFFF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8121600" y="3305160"/>
              <a:ext cx="90360" cy="60012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8273880" y="3419640"/>
              <a:ext cx="667080" cy="267120"/>
            </a:xfrm>
            <a:custGeom>
              <a:avLst/>
              <a:gdLst/>
              <a:ahLst/>
              <a:rect l="0" t="0" r="r" b="b"/>
              <a:pathLst>
                <a:path w="1853" h="742">
                  <a:moveTo>
                    <a:pt x="0" y="247"/>
                  </a:moveTo>
                  <a:lnTo>
                    <a:pt x="0" y="494"/>
                  </a:lnTo>
                  <a:lnTo>
                    <a:pt x="1297" y="494"/>
                  </a:lnTo>
                  <a:lnTo>
                    <a:pt x="1297" y="742"/>
                  </a:lnTo>
                  <a:lnTo>
                    <a:pt x="1853" y="371"/>
                  </a:lnTo>
                  <a:lnTo>
                    <a:pt x="1297" y="0"/>
                  </a:lnTo>
                  <a:lnTo>
                    <a:pt x="1297" y="247"/>
                  </a:lnTo>
                  <a:lnTo>
                    <a:pt x="0" y="247"/>
                  </a:lnTo>
                  <a:close/>
                </a:path>
              </a:pathLst>
            </a:custGeom>
            <a:solidFill>
              <a:srgbClr val="DADADA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"/>
            <p:cNvSpPr txBox="1"/>
            <p:nvPr/>
          </p:nvSpPr>
          <p:spPr>
            <a:xfrm>
              <a:off x="135000" y="3009960"/>
              <a:ext cx="1312920" cy="304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CountyTax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7" name=""/>
          <p:cNvSpPr txBox="1"/>
          <p:nvPr/>
        </p:nvSpPr>
        <p:spPr>
          <a:xfrm>
            <a:off x="157320" y="609480"/>
            <a:ext cx="5553000" cy="44784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A-89432 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CLARE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7894.55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235080" y="100080"/>
            <a:ext cx="741060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TaxRecord.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PAYENum        CountyName           TaxPaid                           Idx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1623960" y="638280"/>
            <a:ext cx="0" cy="41904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4152960" y="623880"/>
            <a:ext cx="0" cy="41904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595440" y="2384280"/>
            <a:ext cx="7134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1       2      3      4       5      6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419256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CORK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50660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CAVAN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554508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DONEGAL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6812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CARLOW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285444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CLARE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688824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DUBLIN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7939080" y="1822320"/>
            <a:ext cx="311400" cy="530640"/>
          </a:xfrm>
          <a:custGeom>
            <a:avLst/>
            <a:gdLst/>
            <a:ahLst/>
            <a:rect l="0" t="0" r="r" b="b"/>
            <a:pathLst>
              <a:path w="865" h="1474">
                <a:moveTo>
                  <a:pt x="750" y="0"/>
                </a:moveTo>
                <a:lnTo>
                  <a:pt x="644" y="39"/>
                </a:lnTo>
                <a:lnTo>
                  <a:pt x="587" y="167"/>
                </a:lnTo>
                <a:lnTo>
                  <a:pt x="455" y="176"/>
                </a:lnTo>
                <a:lnTo>
                  <a:pt x="468" y="313"/>
                </a:lnTo>
                <a:lnTo>
                  <a:pt x="163" y="352"/>
                </a:lnTo>
                <a:lnTo>
                  <a:pt x="414" y="490"/>
                </a:lnTo>
                <a:lnTo>
                  <a:pt x="414" y="600"/>
                </a:lnTo>
                <a:lnTo>
                  <a:pt x="313" y="640"/>
                </a:lnTo>
                <a:lnTo>
                  <a:pt x="0" y="671"/>
                </a:lnTo>
                <a:lnTo>
                  <a:pt x="366" y="856"/>
                </a:lnTo>
                <a:lnTo>
                  <a:pt x="468" y="891"/>
                </a:lnTo>
                <a:lnTo>
                  <a:pt x="547" y="975"/>
                </a:lnTo>
                <a:lnTo>
                  <a:pt x="455" y="1072"/>
                </a:lnTo>
                <a:lnTo>
                  <a:pt x="361" y="1148"/>
                </a:lnTo>
                <a:lnTo>
                  <a:pt x="229" y="1188"/>
                </a:lnTo>
                <a:lnTo>
                  <a:pt x="123" y="1289"/>
                </a:lnTo>
                <a:lnTo>
                  <a:pt x="348" y="1377"/>
                </a:lnTo>
                <a:lnTo>
                  <a:pt x="450" y="1435"/>
                </a:lnTo>
                <a:lnTo>
                  <a:pt x="556" y="1435"/>
                </a:lnTo>
                <a:lnTo>
                  <a:pt x="671" y="1474"/>
                </a:lnTo>
                <a:lnTo>
                  <a:pt x="737" y="1448"/>
                </a:lnTo>
                <a:lnTo>
                  <a:pt x="812" y="1466"/>
                </a:lnTo>
                <a:lnTo>
                  <a:pt x="865" y="1443"/>
                </a:lnTo>
                <a:lnTo>
                  <a:pt x="865" y="1329"/>
                </a:lnTo>
                <a:lnTo>
                  <a:pt x="865" y="1223"/>
                </a:lnTo>
                <a:lnTo>
                  <a:pt x="865" y="1113"/>
                </a:lnTo>
                <a:lnTo>
                  <a:pt x="852" y="988"/>
                </a:lnTo>
                <a:lnTo>
                  <a:pt x="865" y="891"/>
                </a:lnTo>
                <a:lnTo>
                  <a:pt x="865" y="781"/>
                </a:lnTo>
                <a:lnTo>
                  <a:pt x="865" y="600"/>
                </a:lnTo>
                <a:lnTo>
                  <a:pt x="865" y="419"/>
                </a:lnTo>
                <a:lnTo>
                  <a:pt x="865" y="238"/>
                </a:lnTo>
                <a:lnTo>
                  <a:pt x="865" y="127"/>
                </a:lnTo>
                <a:lnTo>
                  <a:pt x="865" y="17"/>
                </a:lnTo>
                <a:lnTo>
                  <a:pt x="750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8183520" y="180972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8335800" y="1924200"/>
            <a:ext cx="667080" cy="267120"/>
          </a:xfrm>
          <a:custGeom>
            <a:avLst/>
            <a:gdLst/>
            <a:ahLst/>
            <a:rect l="0" t="0" r="r" b="b"/>
            <a:pathLst>
              <a:path w="1853" h="742">
                <a:moveTo>
                  <a:pt x="0" y="247"/>
                </a:moveTo>
                <a:lnTo>
                  <a:pt x="0" y="494"/>
                </a:lnTo>
                <a:lnTo>
                  <a:pt x="1297" y="494"/>
                </a:lnTo>
                <a:lnTo>
                  <a:pt x="1297" y="742"/>
                </a:lnTo>
                <a:lnTo>
                  <a:pt x="1853" y="371"/>
                </a:lnTo>
                <a:lnTo>
                  <a:pt x="1297" y="0"/>
                </a:lnTo>
                <a:lnTo>
                  <a:pt x="1297" y="247"/>
                </a:lnTo>
                <a:lnTo>
                  <a:pt x="0" y="247"/>
                </a:lnTo>
                <a:close/>
              </a:path>
            </a:pathLst>
          </a:cu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196920" y="1514520"/>
            <a:ext cx="87480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787320" y="4592520"/>
            <a:ext cx="6595920" cy="182232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spcBef>
                <a:spcPts val="601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 PERFORM VARYING Idx FROM 1 BY 1</a:t>
            </a:r>
            <a:br>
              <a:rPr sz="2000"/>
            </a:b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       UNTIL County(Idx) = CountyName</a:t>
            </a:r>
            <a:br>
              <a:rPr sz="2000"/>
            </a:b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  END-PERFORM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ADD TaxPaid TO CountyTax(Idx)</a:t>
            </a:r>
            <a:r>
              <a:rPr lang="en-US" sz="2400" b="1" u="none" strike="noStrike">
                <a:solidFill>
                  <a:srgbClr val="919191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685800" y="6072120"/>
            <a:ext cx="6729840" cy="443160"/>
          </a:xfrm>
          <a:custGeom>
            <a:avLst/>
            <a:gdLst/>
            <a:ahLst/>
            <a:rect l="0" t="0" r="r" b="b"/>
            <a:pathLst>
              <a:path w="18694" h="1231">
                <a:moveTo>
                  <a:pt x="0" y="317"/>
                </a:moveTo>
                <a:lnTo>
                  <a:pt x="238" y="317"/>
                </a:lnTo>
                <a:lnTo>
                  <a:pt x="357" y="317"/>
                </a:lnTo>
                <a:lnTo>
                  <a:pt x="476" y="317"/>
                </a:lnTo>
                <a:lnTo>
                  <a:pt x="590" y="277"/>
                </a:lnTo>
                <a:lnTo>
                  <a:pt x="709" y="238"/>
                </a:lnTo>
                <a:lnTo>
                  <a:pt x="829" y="158"/>
                </a:lnTo>
                <a:lnTo>
                  <a:pt x="948" y="119"/>
                </a:lnTo>
                <a:lnTo>
                  <a:pt x="1067" y="158"/>
                </a:lnTo>
                <a:lnTo>
                  <a:pt x="1106" y="277"/>
                </a:lnTo>
                <a:lnTo>
                  <a:pt x="1186" y="396"/>
                </a:lnTo>
                <a:lnTo>
                  <a:pt x="1305" y="476"/>
                </a:lnTo>
                <a:lnTo>
                  <a:pt x="1384" y="595"/>
                </a:lnTo>
                <a:lnTo>
                  <a:pt x="1464" y="715"/>
                </a:lnTo>
                <a:lnTo>
                  <a:pt x="1578" y="715"/>
                </a:lnTo>
                <a:lnTo>
                  <a:pt x="1737" y="715"/>
                </a:lnTo>
                <a:lnTo>
                  <a:pt x="1856" y="636"/>
                </a:lnTo>
                <a:lnTo>
                  <a:pt x="1975" y="555"/>
                </a:lnTo>
                <a:lnTo>
                  <a:pt x="2094" y="476"/>
                </a:lnTo>
                <a:lnTo>
                  <a:pt x="2213" y="436"/>
                </a:lnTo>
                <a:lnTo>
                  <a:pt x="2332" y="396"/>
                </a:lnTo>
                <a:lnTo>
                  <a:pt x="2451" y="317"/>
                </a:lnTo>
                <a:lnTo>
                  <a:pt x="2570" y="317"/>
                </a:lnTo>
                <a:lnTo>
                  <a:pt x="2685" y="277"/>
                </a:lnTo>
                <a:lnTo>
                  <a:pt x="2764" y="396"/>
                </a:lnTo>
                <a:lnTo>
                  <a:pt x="2844" y="515"/>
                </a:lnTo>
                <a:lnTo>
                  <a:pt x="2963" y="595"/>
                </a:lnTo>
                <a:lnTo>
                  <a:pt x="3082" y="595"/>
                </a:lnTo>
                <a:lnTo>
                  <a:pt x="3201" y="595"/>
                </a:lnTo>
                <a:lnTo>
                  <a:pt x="3320" y="555"/>
                </a:lnTo>
                <a:lnTo>
                  <a:pt x="3479" y="515"/>
                </a:lnTo>
                <a:lnTo>
                  <a:pt x="3598" y="476"/>
                </a:lnTo>
                <a:lnTo>
                  <a:pt x="3712" y="476"/>
                </a:lnTo>
                <a:lnTo>
                  <a:pt x="3832" y="555"/>
                </a:lnTo>
                <a:lnTo>
                  <a:pt x="3951" y="555"/>
                </a:lnTo>
                <a:lnTo>
                  <a:pt x="4109" y="595"/>
                </a:lnTo>
                <a:lnTo>
                  <a:pt x="4228" y="595"/>
                </a:lnTo>
                <a:lnTo>
                  <a:pt x="4347" y="555"/>
                </a:lnTo>
                <a:lnTo>
                  <a:pt x="4467" y="555"/>
                </a:lnTo>
                <a:lnTo>
                  <a:pt x="4586" y="515"/>
                </a:lnTo>
                <a:lnTo>
                  <a:pt x="4701" y="515"/>
                </a:lnTo>
                <a:lnTo>
                  <a:pt x="4820" y="555"/>
                </a:lnTo>
                <a:lnTo>
                  <a:pt x="4939" y="555"/>
                </a:lnTo>
                <a:lnTo>
                  <a:pt x="5058" y="555"/>
                </a:lnTo>
                <a:lnTo>
                  <a:pt x="5217" y="595"/>
                </a:lnTo>
                <a:lnTo>
                  <a:pt x="5376" y="595"/>
                </a:lnTo>
                <a:lnTo>
                  <a:pt x="5495" y="595"/>
                </a:lnTo>
                <a:lnTo>
                  <a:pt x="5614" y="595"/>
                </a:lnTo>
                <a:lnTo>
                  <a:pt x="5729" y="595"/>
                </a:lnTo>
                <a:lnTo>
                  <a:pt x="5848" y="595"/>
                </a:lnTo>
                <a:lnTo>
                  <a:pt x="6007" y="555"/>
                </a:lnTo>
                <a:lnTo>
                  <a:pt x="6165" y="555"/>
                </a:lnTo>
                <a:lnTo>
                  <a:pt x="6324" y="476"/>
                </a:lnTo>
                <a:lnTo>
                  <a:pt x="6443" y="436"/>
                </a:lnTo>
                <a:lnTo>
                  <a:pt x="6562" y="396"/>
                </a:lnTo>
                <a:lnTo>
                  <a:pt x="6681" y="476"/>
                </a:lnTo>
                <a:lnTo>
                  <a:pt x="6756" y="595"/>
                </a:lnTo>
                <a:lnTo>
                  <a:pt x="6796" y="715"/>
                </a:lnTo>
                <a:lnTo>
                  <a:pt x="6915" y="675"/>
                </a:lnTo>
                <a:lnTo>
                  <a:pt x="7034" y="636"/>
                </a:lnTo>
                <a:lnTo>
                  <a:pt x="7193" y="595"/>
                </a:lnTo>
                <a:lnTo>
                  <a:pt x="7312" y="555"/>
                </a:lnTo>
                <a:lnTo>
                  <a:pt x="7431" y="515"/>
                </a:lnTo>
                <a:lnTo>
                  <a:pt x="7590" y="476"/>
                </a:lnTo>
                <a:lnTo>
                  <a:pt x="7709" y="396"/>
                </a:lnTo>
                <a:lnTo>
                  <a:pt x="7823" y="357"/>
                </a:lnTo>
                <a:lnTo>
                  <a:pt x="7942" y="317"/>
                </a:lnTo>
                <a:lnTo>
                  <a:pt x="8061" y="277"/>
                </a:lnTo>
                <a:lnTo>
                  <a:pt x="8181" y="238"/>
                </a:lnTo>
                <a:lnTo>
                  <a:pt x="8300" y="238"/>
                </a:lnTo>
                <a:lnTo>
                  <a:pt x="8379" y="357"/>
                </a:lnTo>
                <a:lnTo>
                  <a:pt x="8458" y="476"/>
                </a:lnTo>
                <a:lnTo>
                  <a:pt x="8538" y="595"/>
                </a:lnTo>
                <a:lnTo>
                  <a:pt x="8657" y="595"/>
                </a:lnTo>
                <a:lnTo>
                  <a:pt x="8776" y="595"/>
                </a:lnTo>
                <a:lnTo>
                  <a:pt x="8891" y="555"/>
                </a:lnTo>
                <a:lnTo>
                  <a:pt x="9010" y="555"/>
                </a:lnTo>
                <a:lnTo>
                  <a:pt x="9129" y="515"/>
                </a:lnTo>
                <a:lnTo>
                  <a:pt x="9327" y="476"/>
                </a:lnTo>
                <a:lnTo>
                  <a:pt x="9486" y="476"/>
                </a:lnTo>
                <a:lnTo>
                  <a:pt x="9645" y="436"/>
                </a:lnTo>
                <a:lnTo>
                  <a:pt x="9803" y="317"/>
                </a:lnTo>
                <a:lnTo>
                  <a:pt x="9918" y="396"/>
                </a:lnTo>
                <a:lnTo>
                  <a:pt x="9958" y="515"/>
                </a:lnTo>
                <a:lnTo>
                  <a:pt x="10077" y="555"/>
                </a:lnTo>
                <a:lnTo>
                  <a:pt x="10196" y="476"/>
                </a:lnTo>
                <a:lnTo>
                  <a:pt x="10315" y="515"/>
                </a:lnTo>
                <a:lnTo>
                  <a:pt x="10434" y="436"/>
                </a:lnTo>
                <a:lnTo>
                  <a:pt x="10553" y="396"/>
                </a:lnTo>
                <a:lnTo>
                  <a:pt x="10712" y="396"/>
                </a:lnTo>
                <a:lnTo>
                  <a:pt x="10831" y="317"/>
                </a:lnTo>
                <a:lnTo>
                  <a:pt x="10985" y="277"/>
                </a:lnTo>
                <a:lnTo>
                  <a:pt x="11104" y="317"/>
                </a:lnTo>
                <a:lnTo>
                  <a:pt x="11144" y="436"/>
                </a:lnTo>
                <a:lnTo>
                  <a:pt x="11263" y="476"/>
                </a:lnTo>
                <a:lnTo>
                  <a:pt x="11382" y="436"/>
                </a:lnTo>
                <a:lnTo>
                  <a:pt x="11501" y="396"/>
                </a:lnTo>
                <a:lnTo>
                  <a:pt x="11620" y="396"/>
                </a:lnTo>
                <a:lnTo>
                  <a:pt x="11779" y="396"/>
                </a:lnTo>
                <a:lnTo>
                  <a:pt x="11898" y="476"/>
                </a:lnTo>
                <a:lnTo>
                  <a:pt x="12013" y="555"/>
                </a:lnTo>
                <a:lnTo>
                  <a:pt x="12132" y="476"/>
                </a:lnTo>
                <a:lnTo>
                  <a:pt x="12251" y="436"/>
                </a:lnTo>
                <a:lnTo>
                  <a:pt x="12370" y="476"/>
                </a:lnTo>
                <a:lnTo>
                  <a:pt x="12489" y="555"/>
                </a:lnTo>
                <a:lnTo>
                  <a:pt x="12608" y="636"/>
                </a:lnTo>
                <a:lnTo>
                  <a:pt x="12727" y="595"/>
                </a:lnTo>
                <a:lnTo>
                  <a:pt x="12886" y="555"/>
                </a:lnTo>
                <a:lnTo>
                  <a:pt x="13040" y="436"/>
                </a:lnTo>
                <a:lnTo>
                  <a:pt x="13159" y="396"/>
                </a:lnTo>
                <a:lnTo>
                  <a:pt x="13278" y="317"/>
                </a:lnTo>
                <a:lnTo>
                  <a:pt x="13437" y="277"/>
                </a:lnTo>
                <a:lnTo>
                  <a:pt x="13596" y="238"/>
                </a:lnTo>
                <a:lnTo>
                  <a:pt x="13715" y="198"/>
                </a:lnTo>
                <a:lnTo>
                  <a:pt x="13834" y="119"/>
                </a:lnTo>
                <a:lnTo>
                  <a:pt x="13953" y="79"/>
                </a:lnTo>
                <a:lnTo>
                  <a:pt x="14069" y="0"/>
                </a:lnTo>
                <a:lnTo>
                  <a:pt x="14148" y="158"/>
                </a:lnTo>
                <a:lnTo>
                  <a:pt x="14227" y="277"/>
                </a:lnTo>
                <a:lnTo>
                  <a:pt x="14307" y="396"/>
                </a:lnTo>
                <a:lnTo>
                  <a:pt x="14426" y="476"/>
                </a:lnTo>
                <a:lnTo>
                  <a:pt x="14545" y="595"/>
                </a:lnTo>
                <a:lnTo>
                  <a:pt x="14664" y="636"/>
                </a:lnTo>
                <a:lnTo>
                  <a:pt x="14823" y="595"/>
                </a:lnTo>
                <a:lnTo>
                  <a:pt x="14981" y="595"/>
                </a:lnTo>
                <a:lnTo>
                  <a:pt x="15096" y="555"/>
                </a:lnTo>
                <a:lnTo>
                  <a:pt x="15215" y="476"/>
                </a:lnTo>
                <a:lnTo>
                  <a:pt x="15334" y="396"/>
                </a:lnTo>
                <a:lnTo>
                  <a:pt x="15453" y="357"/>
                </a:lnTo>
                <a:lnTo>
                  <a:pt x="15572" y="277"/>
                </a:lnTo>
                <a:lnTo>
                  <a:pt x="15771" y="396"/>
                </a:lnTo>
                <a:lnTo>
                  <a:pt x="15890" y="476"/>
                </a:lnTo>
                <a:lnTo>
                  <a:pt x="16009" y="476"/>
                </a:lnTo>
                <a:lnTo>
                  <a:pt x="16123" y="555"/>
                </a:lnTo>
                <a:lnTo>
                  <a:pt x="16243" y="555"/>
                </a:lnTo>
                <a:lnTo>
                  <a:pt x="16362" y="555"/>
                </a:lnTo>
                <a:lnTo>
                  <a:pt x="16481" y="595"/>
                </a:lnTo>
                <a:lnTo>
                  <a:pt x="16600" y="595"/>
                </a:lnTo>
                <a:lnTo>
                  <a:pt x="16719" y="595"/>
                </a:lnTo>
                <a:lnTo>
                  <a:pt x="16838" y="595"/>
                </a:lnTo>
                <a:lnTo>
                  <a:pt x="16957" y="555"/>
                </a:lnTo>
                <a:lnTo>
                  <a:pt x="17076" y="555"/>
                </a:lnTo>
                <a:lnTo>
                  <a:pt x="17191" y="476"/>
                </a:lnTo>
                <a:lnTo>
                  <a:pt x="17310" y="436"/>
                </a:lnTo>
                <a:lnTo>
                  <a:pt x="17429" y="436"/>
                </a:lnTo>
                <a:lnTo>
                  <a:pt x="17587" y="436"/>
                </a:lnTo>
                <a:lnTo>
                  <a:pt x="17707" y="436"/>
                </a:lnTo>
                <a:lnTo>
                  <a:pt x="17826" y="396"/>
                </a:lnTo>
                <a:lnTo>
                  <a:pt x="17945" y="396"/>
                </a:lnTo>
                <a:lnTo>
                  <a:pt x="18064" y="396"/>
                </a:lnTo>
                <a:lnTo>
                  <a:pt x="18178" y="396"/>
                </a:lnTo>
                <a:lnTo>
                  <a:pt x="18297" y="436"/>
                </a:lnTo>
                <a:lnTo>
                  <a:pt x="18417" y="436"/>
                </a:lnTo>
                <a:lnTo>
                  <a:pt x="18536" y="476"/>
                </a:lnTo>
                <a:lnTo>
                  <a:pt x="18655" y="515"/>
                </a:lnTo>
                <a:lnTo>
                  <a:pt x="18694" y="1231"/>
                </a:lnTo>
                <a:lnTo>
                  <a:pt x="39" y="1191"/>
                </a:lnTo>
                <a:lnTo>
                  <a:pt x="0" y="31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771480" y="4529160"/>
            <a:ext cx="6644160" cy="628920"/>
          </a:xfrm>
          <a:custGeom>
            <a:avLst/>
            <a:gdLst/>
            <a:ahLst/>
            <a:rect l="0" t="0" r="r" b="b"/>
            <a:pathLst>
              <a:path w="18456" h="1747">
                <a:moveTo>
                  <a:pt x="0" y="0"/>
                </a:moveTo>
                <a:lnTo>
                  <a:pt x="18456" y="35"/>
                </a:lnTo>
                <a:lnTo>
                  <a:pt x="18456" y="1076"/>
                </a:lnTo>
                <a:lnTo>
                  <a:pt x="18337" y="1002"/>
                </a:lnTo>
                <a:lnTo>
                  <a:pt x="18222" y="931"/>
                </a:lnTo>
                <a:lnTo>
                  <a:pt x="18103" y="855"/>
                </a:lnTo>
                <a:lnTo>
                  <a:pt x="18024" y="745"/>
                </a:lnTo>
                <a:lnTo>
                  <a:pt x="17905" y="705"/>
                </a:lnTo>
                <a:lnTo>
                  <a:pt x="17790" y="595"/>
                </a:lnTo>
                <a:lnTo>
                  <a:pt x="17671" y="595"/>
                </a:lnTo>
                <a:lnTo>
                  <a:pt x="17592" y="705"/>
                </a:lnTo>
                <a:lnTo>
                  <a:pt x="17592" y="815"/>
                </a:lnTo>
                <a:lnTo>
                  <a:pt x="17592" y="931"/>
                </a:lnTo>
                <a:lnTo>
                  <a:pt x="17513" y="1041"/>
                </a:lnTo>
                <a:lnTo>
                  <a:pt x="17433" y="1151"/>
                </a:lnTo>
                <a:lnTo>
                  <a:pt x="17318" y="1226"/>
                </a:lnTo>
                <a:lnTo>
                  <a:pt x="17239" y="1337"/>
                </a:lnTo>
                <a:lnTo>
                  <a:pt x="17160" y="1451"/>
                </a:lnTo>
                <a:lnTo>
                  <a:pt x="17041" y="1522"/>
                </a:lnTo>
                <a:lnTo>
                  <a:pt x="16966" y="1637"/>
                </a:lnTo>
                <a:lnTo>
                  <a:pt x="16847" y="1747"/>
                </a:lnTo>
                <a:lnTo>
                  <a:pt x="16728" y="1672"/>
                </a:lnTo>
                <a:lnTo>
                  <a:pt x="16648" y="1562"/>
                </a:lnTo>
                <a:lnTo>
                  <a:pt x="16573" y="1451"/>
                </a:lnTo>
                <a:lnTo>
                  <a:pt x="16494" y="1337"/>
                </a:lnTo>
                <a:lnTo>
                  <a:pt x="16494" y="1226"/>
                </a:lnTo>
                <a:lnTo>
                  <a:pt x="16414" y="1116"/>
                </a:lnTo>
                <a:lnTo>
                  <a:pt x="16335" y="1002"/>
                </a:lnTo>
                <a:lnTo>
                  <a:pt x="16181" y="931"/>
                </a:lnTo>
                <a:lnTo>
                  <a:pt x="16062" y="855"/>
                </a:lnTo>
                <a:lnTo>
                  <a:pt x="16022" y="745"/>
                </a:lnTo>
                <a:lnTo>
                  <a:pt x="15943" y="630"/>
                </a:lnTo>
                <a:lnTo>
                  <a:pt x="15824" y="555"/>
                </a:lnTo>
                <a:lnTo>
                  <a:pt x="15709" y="555"/>
                </a:lnTo>
                <a:lnTo>
                  <a:pt x="15669" y="705"/>
                </a:lnTo>
                <a:lnTo>
                  <a:pt x="15550" y="630"/>
                </a:lnTo>
                <a:lnTo>
                  <a:pt x="15431" y="670"/>
                </a:lnTo>
                <a:lnTo>
                  <a:pt x="15316" y="745"/>
                </a:lnTo>
                <a:lnTo>
                  <a:pt x="15237" y="855"/>
                </a:lnTo>
                <a:lnTo>
                  <a:pt x="15078" y="931"/>
                </a:lnTo>
                <a:lnTo>
                  <a:pt x="14964" y="891"/>
                </a:lnTo>
                <a:lnTo>
                  <a:pt x="14845" y="931"/>
                </a:lnTo>
                <a:lnTo>
                  <a:pt x="14726" y="1002"/>
                </a:lnTo>
                <a:lnTo>
                  <a:pt x="14607" y="1041"/>
                </a:lnTo>
                <a:lnTo>
                  <a:pt x="14492" y="1002"/>
                </a:lnTo>
                <a:lnTo>
                  <a:pt x="14373" y="855"/>
                </a:lnTo>
                <a:lnTo>
                  <a:pt x="14254" y="855"/>
                </a:lnTo>
                <a:lnTo>
                  <a:pt x="14139" y="745"/>
                </a:lnTo>
                <a:lnTo>
                  <a:pt x="13980" y="630"/>
                </a:lnTo>
                <a:lnTo>
                  <a:pt x="13821" y="630"/>
                </a:lnTo>
                <a:lnTo>
                  <a:pt x="13706" y="705"/>
                </a:lnTo>
                <a:lnTo>
                  <a:pt x="13587" y="745"/>
                </a:lnTo>
                <a:lnTo>
                  <a:pt x="13468" y="855"/>
                </a:lnTo>
                <a:lnTo>
                  <a:pt x="13349" y="891"/>
                </a:lnTo>
                <a:lnTo>
                  <a:pt x="13194" y="1002"/>
                </a:lnTo>
                <a:lnTo>
                  <a:pt x="13155" y="855"/>
                </a:lnTo>
                <a:lnTo>
                  <a:pt x="13036" y="780"/>
                </a:lnTo>
                <a:lnTo>
                  <a:pt x="12921" y="780"/>
                </a:lnTo>
                <a:lnTo>
                  <a:pt x="12802" y="745"/>
                </a:lnTo>
                <a:lnTo>
                  <a:pt x="12723" y="630"/>
                </a:lnTo>
                <a:lnTo>
                  <a:pt x="12603" y="630"/>
                </a:lnTo>
                <a:lnTo>
                  <a:pt x="12489" y="745"/>
                </a:lnTo>
                <a:lnTo>
                  <a:pt x="12370" y="745"/>
                </a:lnTo>
                <a:lnTo>
                  <a:pt x="12251" y="595"/>
                </a:lnTo>
                <a:lnTo>
                  <a:pt x="12132" y="555"/>
                </a:lnTo>
                <a:lnTo>
                  <a:pt x="12017" y="485"/>
                </a:lnTo>
                <a:lnTo>
                  <a:pt x="11898" y="555"/>
                </a:lnTo>
                <a:lnTo>
                  <a:pt x="11779" y="555"/>
                </a:lnTo>
                <a:lnTo>
                  <a:pt x="11625" y="595"/>
                </a:lnTo>
                <a:lnTo>
                  <a:pt x="11505" y="705"/>
                </a:lnTo>
                <a:lnTo>
                  <a:pt x="11386" y="595"/>
                </a:lnTo>
                <a:lnTo>
                  <a:pt x="11272" y="485"/>
                </a:lnTo>
                <a:lnTo>
                  <a:pt x="11153" y="410"/>
                </a:lnTo>
                <a:lnTo>
                  <a:pt x="10994" y="410"/>
                </a:lnTo>
                <a:lnTo>
                  <a:pt x="10915" y="520"/>
                </a:lnTo>
                <a:lnTo>
                  <a:pt x="10800" y="595"/>
                </a:lnTo>
                <a:lnTo>
                  <a:pt x="10681" y="705"/>
                </a:lnTo>
                <a:lnTo>
                  <a:pt x="10562" y="815"/>
                </a:lnTo>
                <a:lnTo>
                  <a:pt x="10447" y="931"/>
                </a:lnTo>
                <a:lnTo>
                  <a:pt x="10328" y="855"/>
                </a:lnTo>
                <a:lnTo>
                  <a:pt x="10209" y="780"/>
                </a:lnTo>
                <a:lnTo>
                  <a:pt x="10090" y="705"/>
                </a:lnTo>
                <a:lnTo>
                  <a:pt x="9975" y="630"/>
                </a:lnTo>
                <a:lnTo>
                  <a:pt x="9817" y="595"/>
                </a:lnTo>
                <a:lnTo>
                  <a:pt x="9697" y="520"/>
                </a:lnTo>
                <a:lnTo>
                  <a:pt x="9583" y="485"/>
                </a:lnTo>
                <a:lnTo>
                  <a:pt x="9464" y="485"/>
                </a:lnTo>
                <a:lnTo>
                  <a:pt x="9345" y="485"/>
                </a:lnTo>
                <a:lnTo>
                  <a:pt x="9265" y="370"/>
                </a:lnTo>
                <a:lnTo>
                  <a:pt x="9151" y="445"/>
                </a:lnTo>
                <a:lnTo>
                  <a:pt x="9032" y="335"/>
                </a:lnTo>
                <a:lnTo>
                  <a:pt x="8913" y="260"/>
                </a:lnTo>
                <a:lnTo>
                  <a:pt x="8798" y="260"/>
                </a:lnTo>
                <a:lnTo>
                  <a:pt x="8679" y="260"/>
                </a:lnTo>
                <a:lnTo>
                  <a:pt x="8639" y="370"/>
                </a:lnTo>
                <a:lnTo>
                  <a:pt x="8560" y="485"/>
                </a:lnTo>
                <a:lnTo>
                  <a:pt x="8441" y="555"/>
                </a:lnTo>
                <a:lnTo>
                  <a:pt x="8326" y="595"/>
                </a:lnTo>
                <a:lnTo>
                  <a:pt x="8207" y="630"/>
                </a:lnTo>
                <a:lnTo>
                  <a:pt x="8088" y="555"/>
                </a:lnTo>
                <a:lnTo>
                  <a:pt x="7973" y="555"/>
                </a:lnTo>
                <a:lnTo>
                  <a:pt x="7854" y="630"/>
                </a:lnTo>
                <a:lnTo>
                  <a:pt x="7775" y="745"/>
                </a:lnTo>
                <a:lnTo>
                  <a:pt x="7656" y="705"/>
                </a:lnTo>
                <a:lnTo>
                  <a:pt x="7541" y="630"/>
                </a:lnTo>
                <a:lnTo>
                  <a:pt x="7382" y="595"/>
                </a:lnTo>
                <a:lnTo>
                  <a:pt x="7263" y="555"/>
                </a:lnTo>
                <a:lnTo>
                  <a:pt x="7149" y="485"/>
                </a:lnTo>
                <a:lnTo>
                  <a:pt x="6990" y="555"/>
                </a:lnTo>
                <a:lnTo>
                  <a:pt x="6871" y="555"/>
                </a:lnTo>
                <a:lnTo>
                  <a:pt x="6756" y="555"/>
                </a:lnTo>
                <a:lnTo>
                  <a:pt x="6597" y="555"/>
                </a:lnTo>
                <a:lnTo>
                  <a:pt x="6439" y="595"/>
                </a:lnTo>
                <a:lnTo>
                  <a:pt x="6324" y="555"/>
                </a:lnTo>
                <a:lnTo>
                  <a:pt x="6284" y="445"/>
                </a:lnTo>
                <a:lnTo>
                  <a:pt x="6165" y="410"/>
                </a:lnTo>
                <a:lnTo>
                  <a:pt x="6046" y="485"/>
                </a:lnTo>
                <a:lnTo>
                  <a:pt x="5967" y="595"/>
                </a:lnTo>
                <a:lnTo>
                  <a:pt x="5852" y="630"/>
                </a:lnTo>
                <a:lnTo>
                  <a:pt x="5773" y="745"/>
                </a:lnTo>
                <a:lnTo>
                  <a:pt x="5654" y="705"/>
                </a:lnTo>
                <a:lnTo>
                  <a:pt x="5539" y="630"/>
                </a:lnTo>
                <a:lnTo>
                  <a:pt x="5420" y="555"/>
                </a:lnTo>
                <a:lnTo>
                  <a:pt x="5301" y="445"/>
                </a:lnTo>
                <a:lnTo>
                  <a:pt x="5222" y="335"/>
                </a:lnTo>
                <a:lnTo>
                  <a:pt x="5107" y="260"/>
                </a:lnTo>
                <a:lnTo>
                  <a:pt x="4988" y="295"/>
                </a:lnTo>
                <a:lnTo>
                  <a:pt x="4869" y="410"/>
                </a:lnTo>
                <a:lnTo>
                  <a:pt x="4750" y="485"/>
                </a:lnTo>
                <a:lnTo>
                  <a:pt x="4635" y="555"/>
                </a:lnTo>
                <a:lnTo>
                  <a:pt x="4515" y="630"/>
                </a:lnTo>
                <a:lnTo>
                  <a:pt x="4396" y="630"/>
                </a:lnTo>
                <a:lnTo>
                  <a:pt x="4281" y="630"/>
                </a:lnTo>
                <a:lnTo>
                  <a:pt x="4162" y="705"/>
                </a:lnTo>
                <a:lnTo>
                  <a:pt x="4043" y="780"/>
                </a:lnTo>
                <a:lnTo>
                  <a:pt x="3924" y="780"/>
                </a:lnTo>
                <a:lnTo>
                  <a:pt x="3810" y="780"/>
                </a:lnTo>
                <a:lnTo>
                  <a:pt x="3690" y="815"/>
                </a:lnTo>
                <a:lnTo>
                  <a:pt x="3571" y="780"/>
                </a:lnTo>
                <a:lnTo>
                  <a:pt x="3457" y="815"/>
                </a:lnTo>
                <a:lnTo>
                  <a:pt x="3377" y="931"/>
                </a:lnTo>
                <a:lnTo>
                  <a:pt x="3258" y="891"/>
                </a:lnTo>
                <a:lnTo>
                  <a:pt x="3139" y="745"/>
                </a:lnTo>
                <a:lnTo>
                  <a:pt x="3064" y="630"/>
                </a:lnTo>
                <a:lnTo>
                  <a:pt x="2906" y="595"/>
                </a:lnTo>
                <a:lnTo>
                  <a:pt x="2786" y="555"/>
                </a:lnTo>
                <a:lnTo>
                  <a:pt x="2667" y="485"/>
                </a:lnTo>
                <a:lnTo>
                  <a:pt x="2592" y="595"/>
                </a:lnTo>
                <a:lnTo>
                  <a:pt x="2473" y="705"/>
                </a:lnTo>
                <a:lnTo>
                  <a:pt x="2354" y="745"/>
                </a:lnTo>
                <a:lnTo>
                  <a:pt x="2275" y="855"/>
                </a:lnTo>
                <a:lnTo>
                  <a:pt x="2160" y="931"/>
                </a:lnTo>
                <a:lnTo>
                  <a:pt x="2041" y="1002"/>
                </a:lnTo>
                <a:lnTo>
                  <a:pt x="1962" y="891"/>
                </a:lnTo>
                <a:lnTo>
                  <a:pt x="1847" y="855"/>
                </a:lnTo>
                <a:lnTo>
                  <a:pt x="1688" y="780"/>
                </a:lnTo>
                <a:lnTo>
                  <a:pt x="1569" y="780"/>
                </a:lnTo>
                <a:lnTo>
                  <a:pt x="1450" y="705"/>
                </a:lnTo>
                <a:lnTo>
                  <a:pt x="1336" y="630"/>
                </a:lnTo>
                <a:lnTo>
                  <a:pt x="1217" y="555"/>
                </a:lnTo>
                <a:lnTo>
                  <a:pt x="1098" y="485"/>
                </a:lnTo>
                <a:lnTo>
                  <a:pt x="983" y="445"/>
                </a:lnTo>
                <a:lnTo>
                  <a:pt x="864" y="445"/>
                </a:lnTo>
                <a:lnTo>
                  <a:pt x="745" y="485"/>
                </a:lnTo>
                <a:lnTo>
                  <a:pt x="626" y="485"/>
                </a:lnTo>
                <a:lnTo>
                  <a:pt x="511" y="555"/>
                </a:lnTo>
                <a:lnTo>
                  <a:pt x="392" y="555"/>
                </a:lnTo>
                <a:lnTo>
                  <a:pt x="273" y="595"/>
                </a:lnTo>
                <a:lnTo>
                  <a:pt x="158" y="595"/>
                </a:lnTo>
                <a:lnTo>
                  <a:pt x="39" y="595"/>
                </a:lnTo>
                <a:lnTo>
                  <a:pt x="0" y="485"/>
                </a:lnTo>
                <a:lnTo>
                  <a:pt x="0" y="370"/>
                </a:lnTo>
                <a:lnTo>
                  <a:pt x="0" y="260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81D58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6983280" y="582480"/>
            <a:ext cx="971640" cy="47160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42920" y="3343320"/>
            <a:ext cx="7786800" cy="5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500.50     125.75    1000.00    745.55    345.23     123.45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"/>
          <p:cNvGrpSpPr/>
          <p:nvPr/>
        </p:nvGrpSpPr>
        <p:grpSpPr>
          <a:xfrm>
            <a:off x="106200" y="3009960"/>
            <a:ext cx="8834760" cy="1234800"/>
            <a:chOff x="106200" y="3009960"/>
            <a:chExt cx="8834760" cy="1234800"/>
          </a:xfrm>
        </p:grpSpPr>
        <p:sp>
          <p:nvSpPr>
            <p:cNvPr id="238" name=""/>
            <p:cNvSpPr txBox="1"/>
            <p:nvPr/>
          </p:nvSpPr>
          <p:spPr>
            <a:xfrm>
              <a:off x="533520" y="3879720"/>
              <a:ext cx="7134120" cy="3650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FFFFF"/>
                  </a:solidFill>
                  <a:effectLst/>
                  <a:uFillTx/>
                  <a:latin typeface="Courier New"/>
                  <a:ea typeface="Courier New"/>
                </a:rPr>
                <a:t>1       2      3      4       5      6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413064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144468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548316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"/>
            <p:cNvSpPr/>
            <p:nvPr/>
          </p:nvSpPr>
          <p:spPr>
            <a:xfrm>
              <a:off x="10620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"/>
            <p:cNvSpPr/>
            <p:nvPr/>
          </p:nvSpPr>
          <p:spPr>
            <a:xfrm>
              <a:off x="279252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682632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"/>
            <p:cNvSpPr/>
            <p:nvPr/>
          </p:nvSpPr>
          <p:spPr>
            <a:xfrm>
              <a:off x="7877160" y="3317760"/>
              <a:ext cx="311400" cy="530640"/>
            </a:xfrm>
            <a:custGeom>
              <a:avLst/>
              <a:gdLst/>
              <a:ahLst/>
              <a:rect l="0" t="0" r="r" b="b"/>
              <a:pathLst>
                <a:path w="865" h="1474">
                  <a:moveTo>
                    <a:pt x="750" y="0"/>
                  </a:moveTo>
                  <a:lnTo>
                    <a:pt x="644" y="39"/>
                  </a:lnTo>
                  <a:lnTo>
                    <a:pt x="587" y="167"/>
                  </a:lnTo>
                  <a:lnTo>
                    <a:pt x="455" y="176"/>
                  </a:lnTo>
                  <a:lnTo>
                    <a:pt x="468" y="313"/>
                  </a:lnTo>
                  <a:lnTo>
                    <a:pt x="163" y="352"/>
                  </a:lnTo>
                  <a:lnTo>
                    <a:pt x="414" y="490"/>
                  </a:lnTo>
                  <a:lnTo>
                    <a:pt x="414" y="600"/>
                  </a:lnTo>
                  <a:lnTo>
                    <a:pt x="313" y="640"/>
                  </a:lnTo>
                  <a:lnTo>
                    <a:pt x="0" y="671"/>
                  </a:lnTo>
                  <a:lnTo>
                    <a:pt x="366" y="856"/>
                  </a:lnTo>
                  <a:lnTo>
                    <a:pt x="468" y="891"/>
                  </a:lnTo>
                  <a:lnTo>
                    <a:pt x="547" y="975"/>
                  </a:lnTo>
                  <a:lnTo>
                    <a:pt x="455" y="1072"/>
                  </a:lnTo>
                  <a:lnTo>
                    <a:pt x="361" y="1148"/>
                  </a:lnTo>
                  <a:lnTo>
                    <a:pt x="229" y="1188"/>
                  </a:lnTo>
                  <a:lnTo>
                    <a:pt x="123" y="1289"/>
                  </a:lnTo>
                  <a:lnTo>
                    <a:pt x="348" y="1377"/>
                  </a:lnTo>
                  <a:lnTo>
                    <a:pt x="450" y="1435"/>
                  </a:lnTo>
                  <a:lnTo>
                    <a:pt x="556" y="1435"/>
                  </a:lnTo>
                  <a:lnTo>
                    <a:pt x="671" y="1474"/>
                  </a:lnTo>
                  <a:lnTo>
                    <a:pt x="737" y="1448"/>
                  </a:lnTo>
                  <a:lnTo>
                    <a:pt x="812" y="1466"/>
                  </a:lnTo>
                  <a:lnTo>
                    <a:pt x="865" y="1443"/>
                  </a:lnTo>
                  <a:lnTo>
                    <a:pt x="865" y="1329"/>
                  </a:lnTo>
                  <a:lnTo>
                    <a:pt x="865" y="1223"/>
                  </a:lnTo>
                  <a:lnTo>
                    <a:pt x="865" y="1113"/>
                  </a:lnTo>
                  <a:lnTo>
                    <a:pt x="852" y="988"/>
                  </a:lnTo>
                  <a:lnTo>
                    <a:pt x="865" y="891"/>
                  </a:lnTo>
                  <a:lnTo>
                    <a:pt x="865" y="781"/>
                  </a:lnTo>
                  <a:lnTo>
                    <a:pt x="865" y="600"/>
                  </a:lnTo>
                  <a:lnTo>
                    <a:pt x="865" y="419"/>
                  </a:lnTo>
                  <a:lnTo>
                    <a:pt x="865" y="238"/>
                  </a:lnTo>
                  <a:lnTo>
                    <a:pt x="865" y="127"/>
                  </a:lnTo>
                  <a:lnTo>
                    <a:pt x="865" y="17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FFFF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8121600" y="3305160"/>
              <a:ext cx="90360" cy="60012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8273880" y="3419640"/>
              <a:ext cx="667080" cy="267120"/>
            </a:xfrm>
            <a:custGeom>
              <a:avLst/>
              <a:gdLst/>
              <a:ahLst/>
              <a:rect l="0" t="0" r="r" b="b"/>
              <a:pathLst>
                <a:path w="1853" h="742">
                  <a:moveTo>
                    <a:pt x="0" y="247"/>
                  </a:moveTo>
                  <a:lnTo>
                    <a:pt x="0" y="494"/>
                  </a:lnTo>
                  <a:lnTo>
                    <a:pt x="1297" y="494"/>
                  </a:lnTo>
                  <a:lnTo>
                    <a:pt x="1297" y="742"/>
                  </a:lnTo>
                  <a:lnTo>
                    <a:pt x="1853" y="371"/>
                  </a:lnTo>
                  <a:lnTo>
                    <a:pt x="1297" y="0"/>
                  </a:lnTo>
                  <a:lnTo>
                    <a:pt x="1297" y="247"/>
                  </a:lnTo>
                  <a:lnTo>
                    <a:pt x="0" y="247"/>
                  </a:lnTo>
                  <a:close/>
                </a:path>
              </a:pathLst>
            </a:custGeom>
            <a:solidFill>
              <a:srgbClr val="DADADA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"/>
            <p:cNvSpPr txBox="1"/>
            <p:nvPr/>
          </p:nvSpPr>
          <p:spPr>
            <a:xfrm>
              <a:off x="135000" y="3009960"/>
              <a:ext cx="1312920" cy="304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CountyTax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9" name=""/>
          <p:cNvSpPr txBox="1"/>
          <p:nvPr/>
        </p:nvSpPr>
        <p:spPr>
          <a:xfrm>
            <a:off x="157320" y="609480"/>
            <a:ext cx="5553000" cy="44784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A-89432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CLARE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7894.55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235080" y="100080"/>
            <a:ext cx="741060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TaxRecord.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PAYENum        CountyName           TaxPaid                           Idx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1623960" y="638280"/>
            <a:ext cx="0" cy="41904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4152960" y="623880"/>
            <a:ext cx="0" cy="41904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95440" y="2384280"/>
            <a:ext cx="7134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1       2      3      4       5      6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419256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CORK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50660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CAVAN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554508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DONEGAL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6812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CARLOW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285444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CLARE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688824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DUBLIN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7939080" y="1822320"/>
            <a:ext cx="311400" cy="530640"/>
          </a:xfrm>
          <a:custGeom>
            <a:avLst/>
            <a:gdLst/>
            <a:ahLst/>
            <a:rect l="0" t="0" r="r" b="b"/>
            <a:pathLst>
              <a:path w="865" h="1474">
                <a:moveTo>
                  <a:pt x="750" y="0"/>
                </a:moveTo>
                <a:lnTo>
                  <a:pt x="644" y="39"/>
                </a:lnTo>
                <a:lnTo>
                  <a:pt x="587" y="167"/>
                </a:lnTo>
                <a:lnTo>
                  <a:pt x="455" y="176"/>
                </a:lnTo>
                <a:lnTo>
                  <a:pt x="468" y="313"/>
                </a:lnTo>
                <a:lnTo>
                  <a:pt x="163" y="352"/>
                </a:lnTo>
                <a:lnTo>
                  <a:pt x="414" y="490"/>
                </a:lnTo>
                <a:lnTo>
                  <a:pt x="414" y="600"/>
                </a:lnTo>
                <a:lnTo>
                  <a:pt x="313" y="640"/>
                </a:lnTo>
                <a:lnTo>
                  <a:pt x="0" y="671"/>
                </a:lnTo>
                <a:lnTo>
                  <a:pt x="366" y="856"/>
                </a:lnTo>
                <a:lnTo>
                  <a:pt x="468" y="891"/>
                </a:lnTo>
                <a:lnTo>
                  <a:pt x="547" y="975"/>
                </a:lnTo>
                <a:lnTo>
                  <a:pt x="455" y="1072"/>
                </a:lnTo>
                <a:lnTo>
                  <a:pt x="361" y="1148"/>
                </a:lnTo>
                <a:lnTo>
                  <a:pt x="229" y="1188"/>
                </a:lnTo>
                <a:lnTo>
                  <a:pt x="123" y="1289"/>
                </a:lnTo>
                <a:lnTo>
                  <a:pt x="348" y="1377"/>
                </a:lnTo>
                <a:lnTo>
                  <a:pt x="450" y="1435"/>
                </a:lnTo>
                <a:lnTo>
                  <a:pt x="556" y="1435"/>
                </a:lnTo>
                <a:lnTo>
                  <a:pt x="671" y="1474"/>
                </a:lnTo>
                <a:lnTo>
                  <a:pt x="737" y="1448"/>
                </a:lnTo>
                <a:lnTo>
                  <a:pt x="812" y="1466"/>
                </a:lnTo>
                <a:lnTo>
                  <a:pt x="865" y="1443"/>
                </a:lnTo>
                <a:lnTo>
                  <a:pt x="865" y="1329"/>
                </a:lnTo>
                <a:lnTo>
                  <a:pt x="865" y="1223"/>
                </a:lnTo>
                <a:lnTo>
                  <a:pt x="865" y="1113"/>
                </a:lnTo>
                <a:lnTo>
                  <a:pt x="852" y="988"/>
                </a:lnTo>
                <a:lnTo>
                  <a:pt x="865" y="891"/>
                </a:lnTo>
                <a:lnTo>
                  <a:pt x="865" y="781"/>
                </a:lnTo>
                <a:lnTo>
                  <a:pt x="865" y="600"/>
                </a:lnTo>
                <a:lnTo>
                  <a:pt x="865" y="419"/>
                </a:lnTo>
                <a:lnTo>
                  <a:pt x="865" y="238"/>
                </a:lnTo>
                <a:lnTo>
                  <a:pt x="865" y="127"/>
                </a:lnTo>
                <a:lnTo>
                  <a:pt x="865" y="17"/>
                </a:lnTo>
                <a:lnTo>
                  <a:pt x="750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8183520" y="180972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8335800" y="1924200"/>
            <a:ext cx="667080" cy="267120"/>
          </a:xfrm>
          <a:custGeom>
            <a:avLst/>
            <a:gdLst/>
            <a:ahLst/>
            <a:rect l="0" t="0" r="r" b="b"/>
            <a:pathLst>
              <a:path w="1853" h="742">
                <a:moveTo>
                  <a:pt x="0" y="247"/>
                </a:moveTo>
                <a:lnTo>
                  <a:pt x="0" y="494"/>
                </a:lnTo>
                <a:lnTo>
                  <a:pt x="1297" y="494"/>
                </a:lnTo>
                <a:lnTo>
                  <a:pt x="1297" y="742"/>
                </a:lnTo>
                <a:lnTo>
                  <a:pt x="1853" y="371"/>
                </a:lnTo>
                <a:lnTo>
                  <a:pt x="1297" y="0"/>
                </a:lnTo>
                <a:lnTo>
                  <a:pt x="1297" y="247"/>
                </a:lnTo>
                <a:lnTo>
                  <a:pt x="0" y="247"/>
                </a:lnTo>
                <a:close/>
              </a:path>
            </a:pathLst>
          </a:cu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196920" y="1514520"/>
            <a:ext cx="87480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87320" y="4592520"/>
            <a:ext cx="6595920" cy="182232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spcBef>
                <a:spcPts val="601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 PERFORM VARYING Idx FROM 1 BY 1</a:t>
            </a:r>
            <a:br>
              <a:rPr sz="2000"/>
            </a:b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       UNTIL County(Idx) = CountyName</a:t>
            </a:r>
            <a:br>
              <a:rPr sz="2000"/>
            </a:b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  END-PERFORM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ADD TaxPaid TO CountyTax(Idx)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685800" y="6072120"/>
            <a:ext cx="6729840" cy="443160"/>
          </a:xfrm>
          <a:custGeom>
            <a:avLst/>
            <a:gdLst/>
            <a:ahLst/>
            <a:rect l="0" t="0" r="r" b="b"/>
            <a:pathLst>
              <a:path w="18694" h="1231">
                <a:moveTo>
                  <a:pt x="0" y="317"/>
                </a:moveTo>
                <a:lnTo>
                  <a:pt x="238" y="317"/>
                </a:lnTo>
                <a:lnTo>
                  <a:pt x="357" y="317"/>
                </a:lnTo>
                <a:lnTo>
                  <a:pt x="476" y="317"/>
                </a:lnTo>
                <a:lnTo>
                  <a:pt x="590" y="277"/>
                </a:lnTo>
                <a:lnTo>
                  <a:pt x="709" y="238"/>
                </a:lnTo>
                <a:lnTo>
                  <a:pt x="829" y="158"/>
                </a:lnTo>
                <a:lnTo>
                  <a:pt x="948" y="119"/>
                </a:lnTo>
                <a:lnTo>
                  <a:pt x="1067" y="158"/>
                </a:lnTo>
                <a:lnTo>
                  <a:pt x="1106" y="277"/>
                </a:lnTo>
                <a:lnTo>
                  <a:pt x="1186" y="396"/>
                </a:lnTo>
                <a:lnTo>
                  <a:pt x="1305" y="476"/>
                </a:lnTo>
                <a:lnTo>
                  <a:pt x="1384" y="595"/>
                </a:lnTo>
                <a:lnTo>
                  <a:pt x="1464" y="715"/>
                </a:lnTo>
                <a:lnTo>
                  <a:pt x="1578" y="715"/>
                </a:lnTo>
                <a:lnTo>
                  <a:pt x="1737" y="715"/>
                </a:lnTo>
                <a:lnTo>
                  <a:pt x="1856" y="636"/>
                </a:lnTo>
                <a:lnTo>
                  <a:pt x="1975" y="555"/>
                </a:lnTo>
                <a:lnTo>
                  <a:pt x="2094" y="476"/>
                </a:lnTo>
                <a:lnTo>
                  <a:pt x="2213" y="436"/>
                </a:lnTo>
                <a:lnTo>
                  <a:pt x="2332" y="396"/>
                </a:lnTo>
                <a:lnTo>
                  <a:pt x="2451" y="317"/>
                </a:lnTo>
                <a:lnTo>
                  <a:pt x="2570" y="317"/>
                </a:lnTo>
                <a:lnTo>
                  <a:pt x="2685" y="277"/>
                </a:lnTo>
                <a:lnTo>
                  <a:pt x="2764" y="396"/>
                </a:lnTo>
                <a:lnTo>
                  <a:pt x="2844" y="515"/>
                </a:lnTo>
                <a:lnTo>
                  <a:pt x="2963" y="595"/>
                </a:lnTo>
                <a:lnTo>
                  <a:pt x="3082" y="595"/>
                </a:lnTo>
                <a:lnTo>
                  <a:pt x="3201" y="595"/>
                </a:lnTo>
                <a:lnTo>
                  <a:pt x="3320" y="555"/>
                </a:lnTo>
                <a:lnTo>
                  <a:pt x="3479" y="515"/>
                </a:lnTo>
                <a:lnTo>
                  <a:pt x="3598" y="476"/>
                </a:lnTo>
                <a:lnTo>
                  <a:pt x="3712" y="476"/>
                </a:lnTo>
                <a:lnTo>
                  <a:pt x="3832" y="555"/>
                </a:lnTo>
                <a:lnTo>
                  <a:pt x="3951" y="555"/>
                </a:lnTo>
                <a:lnTo>
                  <a:pt x="4109" y="595"/>
                </a:lnTo>
                <a:lnTo>
                  <a:pt x="4228" y="595"/>
                </a:lnTo>
                <a:lnTo>
                  <a:pt x="4347" y="555"/>
                </a:lnTo>
                <a:lnTo>
                  <a:pt x="4467" y="555"/>
                </a:lnTo>
                <a:lnTo>
                  <a:pt x="4586" y="515"/>
                </a:lnTo>
                <a:lnTo>
                  <a:pt x="4701" y="515"/>
                </a:lnTo>
                <a:lnTo>
                  <a:pt x="4820" y="555"/>
                </a:lnTo>
                <a:lnTo>
                  <a:pt x="4939" y="555"/>
                </a:lnTo>
                <a:lnTo>
                  <a:pt x="5058" y="555"/>
                </a:lnTo>
                <a:lnTo>
                  <a:pt x="5217" y="595"/>
                </a:lnTo>
                <a:lnTo>
                  <a:pt x="5376" y="595"/>
                </a:lnTo>
                <a:lnTo>
                  <a:pt x="5495" y="595"/>
                </a:lnTo>
                <a:lnTo>
                  <a:pt x="5614" y="595"/>
                </a:lnTo>
                <a:lnTo>
                  <a:pt x="5729" y="595"/>
                </a:lnTo>
                <a:lnTo>
                  <a:pt x="5848" y="595"/>
                </a:lnTo>
                <a:lnTo>
                  <a:pt x="6007" y="555"/>
                </a:lnTo>
                <a:lnTo>
                  <a:pt x="6165" y="555"/>
                </a:lnTo>
                <a:lnTo>
                  <a:pt x="6324" y="476"/>
                </a:lnTo>
                <a:lnTo>
                  <a:pt x="6443" y="436"/>
                </a:lnTo>
                <a:lnTo>
                  <a:pt x="6562" y="396"/>
                </a:lnTo>
                <a:lnTo>
                  <a:pt x="6681" y="476"/>
                </a:lnTo>
                <a:lnTo>
                  <a:pt x="6756" y="595"/>
                </a:lnTo>
                <a:lnTo>
                  <a:pt x="6796" y="715"/>
                </a:lnTo>
                <a:lnTo>
                  <a:pt x="6915" y="675"/>
                </a:lnTo>
                <a:lnTo>
                  <a:pt x="7034" y="636"/>
                </a:lnTo>
                <a:lnTo>
                  <a:pt x="7193" y="595"/>
                </a:lnTo>
                <a:lnTo>
                  <a:pt x="7312" y="555"/>
                </a:lnTo>
                <a:lnTo>
                  <a:pt x="7431" y="515"/>
                </a:lnTo>
                <a:lnTo>
                  <a:pt x="7590" y="476"/>
                </a:lnTo>
                <a:lnTo>
                  <a:pt x="7709" y="396"/>
                </a:lnTo>
                <a:lnTo>
                  <a:pt x="7823" y="357"/>
                </a:lnTo>
                <a:lnTo>
                  <a:pt x="7942" y="317"/>
                </a:lnTo>
                <a:lnTo>
                  <a:pt x="8061" y="277"/>
                </a:lnTo>
                <a:lnTo>
                  <a:pt x="8181" y="238"/>
                </a:lnTo>
                <a:lnTo>
                  <a:pt x="8300" y="238"/>
                </a:lnTo>
                <a:lnTo>
                  <a:pt x="8379" y="357"/>
                </a:lnTo>
                <a:lnTo>
                  <a:pt x="8458" y="476"/>
                </a:lnTo>
                <a:lnTo>
                  <a:pt x="8538" y="595"/>
                </a:lnTo>
                <a:lnTo>
                  <a:pt x="8657" y="595"/>
                </a:lnTo>
                <a:lnTo>
                  <a:pt x="8776" y="595"/>
                </a:lnTo>
                <a:lnTo>
                  <a:pt x="8891" y="555"/>
                </a:lnTo>
                <a:lnTo>
                  <a:pt x="9010" y="555"/>
                </a:lnTo>
                <a:lnTo>
                  <a:pt x="9129" y="515"/>
                </a:lnTo>
                <a:lnTo>
                  <a:pt x="9327" y="476"/>
                </a:lnTo>
                <a:lnTo>
                  <a:pt x="9486" y="476"/>
                </a:lnTo>
                <a:lnTo>
                  <a:pt x="9645" y="436"/>
                </a:lnTo>
                <a:lnTo>
                  <a:pt x="9803" y="317"/>
                </a:lnTo>
                <a:lnTo>
                  <a:pt x="9918" y="396"/>
                </a:lnTo>
                <a:lnTo>
                  <a:pt x="9958" y="515"/>
                </a:lnTo>
                <a:lnTo>
                  <a:pt x="10077" y="555"/>
                </a:lnTo>
                <a:lnTo>
                  <a:pt x="10196" y="476"/>
                </a:lnTo>
                <a:lnTo>
                  <a:pt x="10315" y="515"/>
                </a:lnTo>
                <a:lnTo>
                  <a:pt x="10434" y="436"/>
                </a:lnTo>
                <a:lnTo>
                  <a:pt x="10553" y="396"/>
                </a:lnTo>
                <a:lnTo>
                  <a:pt x="10712" y="396"/>
                </a:lnTo>
                <a:lnTo>
                  <a:pt x="10831" y="317"/>
                </a:lnTo>
                <a:lnTo>
                  <a:pt x="10985" y="277"/>
                </a:lnTo>
                <a:lnTo>
                  <a:pt x="11104" y="317"/>
                </a:lnTo>
                <a:lnTo>
                  <a:pt x="11144" y="436"/>
                </a:lnTo>
                <a:lnTo>
                  <a:pt x="11263" y="476"/>
                </a:lnTo>
                <a:lnTo>
                  <a:pt x="11382" y="436"/>
                </a:lnTo>
                <a:lnTo>
                  <a:pt x="11501" y="396"/>
                </a:lnTo>
                <a:lnTo>
                  <a:pt x="11620" y="396"/>
                </a:lnTo>
                <a:lnTo>
                  <a:pt x="11779" y="396"/>
                </a:lnTo>
                <a:lnTo>
                  <a:pt x="11898" y="476"/>
                </a:lnTo>
                <a:lnTo>
                  <a:pt x="12013" y="555"/>
                </a:lnTo>
                <a:lnTo>
                  <a:pt x="12132" y="476"/>
                </a:lnTo>
                <a:lnTo>
                  <a:pt x="12251" y="436"/>
                </a:lnTo>
                <a:lnTo>
                  <a:pt x="12370" y="476"/>
                </a:lnTo>
                <a:lnTo>
                  <a:pt x="12489" y="555"/>
                </a:lnTo>
                <a:lnTo>
                  <a:pt x="12608" y="636"/>
                </a:lnTo>
                <a:lnTo>
                  <a:pt x="12727" y="595"/>
                </a:lnTo>
                <a:lnTo>
                  <a:pt x="12886" y="555"/>
                </a:lnTo>
                <a:lnTo>
                  <a:pt x="13040" y="436"/>
                </a:lnTo>
                <a:lnTo>
                  <a:pt x="13159" y="396"/>
                </a:lnTo>
                <a:lnTo>
                  <a:pt x="13278" y="317"/>
                </a:lnTo>
                <a:lnTo>
                  <a:pt x="13437" y="277"/>
                </a:lnTo>
                <a:lnTo>
                  <a:pt x="13596" y="238"/>
                </a:lnTo>
                <a:lnTo>
                  <a:pt x="13715" y="198"/>
                </a:lnTo>
                <a:lnTo>
                  <a:pt x="13834" y="119"/>
                </a:lnTo>
                <a:lnTo>
                  <a:pt x="13953" y="79"/>
                </a:lnTo>
                <a:lnTo>
                  <a:pt x="14069" y="0"/>
                </a:lnTo>
                <a:lnTo>
                  <a:pt x="14148" y="158"/>
                </a:lnTo>
                <a:lnTo>
                  <a:pt x="14227" y="277"/>
                </a:lnTo>
                <a:lnTo>
                  <a:pt x="14307" y="396"/>
                </a:lnTo>
                <a:lnTo>
                  <a:pt x="14426" y="476"/>
                </a:lnTo>
                <a:lnTo>
                  <a:pt x="14545" y="595"/>
                </a:lnTo>
                <a:lnTo>
                  <a:pt x="14664" y="636"/>
                </a:lnTo>
                <a:lnTo>
                  <a:pt x="14823" y="595"/>
                </a:lnTo>
                <a:lnTo>
                  <a:pt x="14981" y="595"/>
                </a:lnTo>
                <a:lnTo>
                  <a:pt x="15096" y="555"/>
                </a:lnTo>
                <a:lnTo>
                  <a:pt x="15215" y="476"/>
                </a:lnTo>
                <a:lnTo>
                  <a:pt x="15334" y="396"/>
                </a:lnTo>
                <a:lnTo>
                  <a:pt x="15453" y="357"/>
                </a:lnTo>
                <a:lnTo>
                  <a:pt x="15572" y="277"/>
                </a:lnTo>
                <a:lnTo>
                  <a:pt x="15771" y="396"/>
                </a:lnTo>
                <a:lnTo>
                  <a:pt x="15890" y="476"/>
                </a:lnTo>
                <a:lnTo>
                  <a:pt x="16009" y="476"/>
                </a:lnTo>
                <a:lnTo>
                  <a:pt x="16123" y="555"/>
                </a:lnTo>
                <a:lnTo>
                  <a:pt x="16243" y="555"/>
                </a:lnTo>
                <a:lnTo>
                  <a:pt x="16362" y="555"/>
                </a:lnTo>
                <a:lnTo>
                  <a:pt x="16481" y="595"/>
                </a:lnTo>
                <a:lnTo>
                  <a:pt x="16600" y="595"/>
                </a:lnTo>
                <a:lnTo>
                  <a:pt x="16719" y="595"/>
                </a:lnTo>
                <a:lnTo>
                  <a:pt x="16838" y="595"/>
                </a:lnTo>
                <a:lnTo>
                  <a:pt x="16957" y="555"/>
                </a:lnTo>
                <a:lnTo>
                  <a:pt x="17076" y="555"/>
                </a:lnTo>
                <a:lnTo>
                  <a:pt x="17191" y="476"/>
                </a:lnTo>
                <a:lnTo>
                  <a:pt x="17310" y="436"/>
                </a:lnTo>
                <a:lnTo>
                  <a:pt x="17429" y="436"/>
                </a:lnTo>
                <a:lnTo>
                  <a:pt x="17587" y="436"/>
                </a:lnTo>
                <a:lnTo>
                  <a:pt x="17707" y="436"/>
                </a:lnTo>
                <a:lnTo>
                  <a:pt x="17826" y="396"/>
                </a:lnTo>
                <a:lnTo>
                  <a:pt x="17945" y="396"/>
                </a:lnTo>
                <a:lnTo>
                  <a:pt x="18064" y="396"/>
                </a:lnTo>
                <a:lnTo>
                  <a:pt x="18178" y="396"/>
                </a:lnTo>
                <a:lnTo>
                  <a:pt x="18297" y="436"/>
                </a:lnTo>
                <a:lnTo>
                  <a:pt x="18417" y="436"/>
                </a:lnTo>
                <a:lnTo>
                  <a:pt x="18536" y="476"/>
                </a:lnTo>
                <a:lnTo>
                  <a:pt x="18655" y="515"/>
                </a:lnTo>
                <a:lnTo>
                  <a:pt x="18694" y="1231"/>
                </a:lnTo>
                <a:lnTo>
                  <a:pt x="39" y="1191"/>
                </a:lnTo>
                <a:lnTo>
                  <a:pt x="0" y="31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771480" y="4529160"/>
            <a:ext cx="6644160" cy="628920"/>
          </a:xfrm>
          <a:custGeom>
            <a:avLst/>
            <a:gdLst/>
            <a:ahLst/>
            <a:rect l="0" t="0" r="r" b="b"/>
            <a:pathLst>
              <a:path w="18456" h="1747">
                <a:moveTo>
                  <a:pt x="0" y="0"/>
                </a:moveTo>
                <a:lnTo>
                  <a:pt x="18456" y="35"/>
                </a:lnTo>
                <a:lnTo>
                  <a:pt x="18456" y="1076"/>
                </a:lnTo>
                <a:lnTo>
                  <a:pt x="18337" y="1002"/>
                </a:lnTo>
                <a:lnTo>
                  <a:pt x="18222" y="931"/>
                </a:lnTo>
                <a:lnTo>
                  <a:pt x="18103" y="855"/>
                </a:lnTo>
                <a:lnTo>
                  <a:pt x="18024" y="745"/>
                </a:lnTo>
                <a:lnTo>
                  <a:pt x="17905" y="705"/>
                </a:lnTo>
                <a:lnTo>
                  <a:pt x="17790" y="595"/>
                </a:lnTo>
                <a:lnTo>
                  <a:pt x="17671" y="595"/>
                </a:lnTo>
                <a:lnTo>
                  <a:pt x="17592" y="705"/>
                </a:lnTo>
                <a:lnTo>
                  <a:pt x="17592" y="815"/>
                </a:lnTo>
                <a:lnTo>
                  <a:pt x="17592" y="931"/>
                </a:lnTo>
                <a:lnTo>
                  <a:pt x="17513" y="1041"/>
                </a:lnTo>
                <a:lnTo>
                  <a:pt x="17433" y="1151"/>
                </a:lnTo>
                <a:lnTo>
                  <a:pt x="17318" y="1226"/>
                </a:lnTo>
                <a:lnTo>
                  <a:pt x="17239" y="1337"/>
                </a:lnTo>
                <a:lnTo>
                  <a:pt x="17160" y="1451"/>
                </a:lnTo>
                <a:lnTo>
                  <a:pt x="17041" y="1522"/>
                </a:lnTo>
                <a:lnTo>
                  <a:pt x="16966" y="1637"/>
                </a:lnTo>
                <a:lnTo>
                  <a:pt x="16847" y="1747"/>
                </a:lnTo>
                <a:lnTo>
                  <a:pt x="16728" y="1672"/>
                </a:lnTo>
                <a:lnTo>
                  <a:pt x="16648" y="1562"/>
                </a:lnTo>
                <a:lnTo>
                  <a:pt x="16573" y="1451"/>
                </a:lnTo>
                <a:lnTo>
                  <a:pt x="16494" y="1337"/>
                </a:lnTo>
                <a:lnTo>
                  <a:pt x="16494" y="1226"/>
                </a:lnTo>
                <a:lnTo>
                  <a:pt x="16414" y="1116"/>
                </a:lnTo>
                <a:lnTo>
                  <a:pt x="16335" y="1002"/>
                </a:lnTo>
                <a:lnTo>
                  <a:pt x="16181" y="931"/>
                </a:lnTo>
                <a:lnTo>
                  <a:pt x="16062" y="855"/>
                </a:lnTo>
                <a:lnTo>
                  <a:pt x="16022" y="745"/>
                </a:lnTo>
                <a:lnTo>
                  <a:pt x="15943" y="630"/>
                </a:lnTo>
                <a:lnTo>
                  <a:pt x="15824" y="555"/>
                </a:lnTo>
                <a:lnTo>
                  <a:pt x="15709" y="555"/>
                </a:lnTo>
                <a:lnTo>
                  <a:pt x="15669" y="705"/>
                </a:lnTo>
                <a:lnTo>
                  <a:pt x="15550" y="630"/>
                </a:lnTo>
                <a:lnTo>
                  <a:pt x="15431" y="670"/>
                </a:lnTo>
                <a:lnTo>
                  <a:pt x="15316" y="745"/>
                </a:lnTo>
                <a:lnTo>
                  <a:pt x="15237" y="855"/>
                </a:lnTo>
                <a:lnTo>
                  <a:pt x="15078" y="931"/>
                </a:lnTo>
                <a:lnTo>
                  <a:pt x="14964" y="891"/>
                </a:lnTo>
                <a:lnTo>
                  <a:pt x="14845" y="931"/>
                </a:lnTo>
                <a:lnTo>
                  <a:pt x="14726" y="1002"/>
                </a:lnTo>
                <a:lnTo>
                  <a:pt x="14607" y="1041"/>
                </a:lnTo>
                <a:lnTo>
                  <a:pt x="14492" y="1002"/>
                </a:lnTo>
                <a:lnTo>
                  <a:pt x="14373" y="855"/>
                </a:lnTo>
                <a:lnTo>
                  <a:pt x="14254" y="855"/>
                </a:lnTo>
                <a:lnTo>
                  <a:pt x="14139" y="745"/>
                </a:lnTo>
                <a:lnTo>
                  <a:pt x="13980" y="630"/>
                </a:lnTo>
                <a:lnTo>
                  <a:pt x="13821" y="630"/>
                </a:lnTo>
                <a:lnTo>
                  <a:pt x="13706" y="705"/>
                </a:lnTo>
                <a:lnTo>
                  <a:pt x="13587" y="745"/>
                </a:lnTo>
                <a:lnTo>
                  <a:pt x="13468" y="855"/>
                </a:lnTo>
                <a:lnTo>
                  <a:pt x="13349" y="891"/>
                </a:lnTo>
                <a:lnTo>
                  <a:pt x="13194" y="1002"/>
                </a:lnTo>
                <a:lnTo>
                  <a:pt x="13155" y="855"/>
                </a:lnTo>
                <a:lnTo>
                  <a:pt x="13036" y="780"/>
                </a:lnTo>
                <a:lnTo>
                  <a:pt x="12921" y="780"/>
                </a:lnTo>
                <a:lnTo>
                  <a:pt x="12802" y="745"/>
                </a:lnTo>
                <a:lnTo>
                  <a:pt x="12723" y="630"/>
                </a:lnTo>
                <a:lnTo>
                  <a:pt x="12603" y="630"/>
                </a:lnTo>
                <a:lnTo>
                  <a:pt x="12489" y="745"/>
                </a:lnTo>
                <a:lnTo>
                  <a:pt x="12370" y="745"/>
                </a:lnTo>
                <a:lnTo>
                  <a:pt x="12251" y="595"/>
                </a:lnTo>
                <a:lnTo>
                  <a:pt x="12132" y="555"/>
                </a:lnTo>
                <a:lnTo>
                  <a:pt x="12017" y="485"/>
                </a:lnTo>
                <a:lnTo>
                  <a:pt x="11898" y="555"/>
                </a:lnTo>
                <a:lnTo>
                  <a:pt x="11779" y="555"/>
                </a:lnTo>
                <a:lnTo>
                  <a:pt x="11625" y="595"/>
                </a:lnTo>
                <a:lnTo>
                  <a:pt x="11505" y="705"/>
                </a:lnTo>
                <a:lnTo>
                  <a:pt x="11386" y="595"/>
                </a:lnTo>
                <a:lnTo>
                  <a:pt x="11272" y="485"/>
                </a:lnTo>
                <a:lnTo>
                  <a:pt x="11153" y="410"/>
                </a:lnTo>
                <a:lnTo>
                  <a:pt x="10994" y="410"/>
                </a:lnTo>
                <a:lnTo>
                  <a:pt x="10915" y="520"/>
                </a:lnTo>
                <a:lnTo>
                  <a:pt x="10800" y="595"/>
                </a:lnTo>
                <a:lnTo>
                  <a:pt x="10681" y="705"/>
                </a:lnTo>
                <a:lnTo>
                  <a:pt x="10562" y="815"/>
                </a:lnTo>
                <a:lnTo>
                  <a:pt x="10447" y="931"/>
                </a:lnTo>
                <a:lnTo>
                  <a:pt x="10328" y="855"/>
                </a:lnTo>
                <a:lnTo>
                  <a:pt x="10209" y="780"/>
                </a:lnTo>
                <a:lnTo>
                  <a:pt x="10090" y="705"/>
                </a:lnTo>
                <a:lnTo>
                  <a:pt x="9975" y="630"/>
                </a:lnTo>
                <a:lnTo>
                  <a:pt x="9817" y="595"/>
                </a:lnTo>
                <a:lnTo>
                  <a:pt x="9697" y="520"/>
                </a:lnTo>
                <a:lnTo>
                  <a:pt x="9583" y="485"/>
                </a:lnTo>
                <a:lnTo>
                  <a:pt x="9464" y="485"/>
                </a:lnTo>
                <a:lnTo>
                  <a:pt x="9345" y="485"/>
                </a:lnTo>
                <a:lnTo>
                  <a:pt x="9265" y="370"/>
                </a:lnTo>
                <a:lnTo>
                  <a:pt x="9151" y="445"/>
                </a:lnTo>
                <a:lnTo>
                  <a:pt x="9032" y="335"/>
                </a:lnTo>
                <a:lnTo>
                  <a:pt x="8913" y="260"/>
                </a:lnTo>
                <a:lnTo>
                  <a:pt x="8798" y="260"/>
                </a:lnTo>
                <a:lnTo>
                  <a:pt x="8679" y="260"/>
                </a:lnTo>
                <a:lnTo>
                  <a:pt x="8639" y="370"/>
                </a:lnTo>
                <a:lnTo>
                  <a:pt x="8560" y="485"/>
                </a:lnTo>
                <a:lnTo>
                  <a:pt x="8441" y="555"/>
                </a:lnTo>
                <a:lnTo>
                  <a:pt x="8326" y="595"/>
                </a:lnTo>
                <a:lnTo>
                  <a:pt x="8207" y="630"/>
                </a:lnTo>
                <a:lnTo>
                  <a:pt x="8088" y="555"/>
                </a:lnTo>
                <a:lnTo>
                  <a:pt x="7973" y="555"/>
                </a:lnTo>
                <a:lnTo>
                  <a:pt x="7854" y="630"/>
                </a:lnTo>
                <a:lnTo>
                  <a:pt x="7775" y="745"/>
                </a:lnTo>
                <a:lnTo>
                  <a:pt x="7656" y="705"/>
                </a:lnTo>
                <a:lnTo>
                  <a:pt x="7541" y="630"/>
                </a:lnTo>
                <a:lnTo>
                  <a:pt x="7382" y="595"/>
                </a:lnTo>
                <a:lnTo>
                  <a:pt x="7263" y="555"/>
                </a:lnTo>
                <a:lnTo>
                  <a:pt x="7149" y="485"/>
                </a:lnTo>
                <a:lnTo>
                  <a:pt x="6990" y="555"/>
                </a:lnTo>
                <a:lnTo>
                  <a:pt x="6871" y="555"/>
                </a:lnTo>
                <a:lnTo>
                  <a:pt x="6756" y="555"/>
                </a:lnTo>
                <a:lnTo>
                  <a:pt x="6597" y="555"/>
                </a:lnTo>
                <a:lnTo>
                  <a:pt x="6439" y="595"/>
                </a:lnTo>
                <a:lnTo>
                  <a:pt x="6324" y="555"/>
                </a:lnTo>
                <a:lnTo>
                  <a:pt x="6284" y="445"/>
                </a:lnTo>
                <a:lnTo>
                  <a:pt x="6165" y="410"/>
                </a:lnTo>
                <a:lnTo>
                  <a:pt x="6046" y="485"/>
                </a:lnTo>
                <a:lnTo>
                  <a:pt x="5967" y="595"/>
                </a:lnTo>
                <a:lnTo>
                  <a:pt x="5852" y="630"/>
                </a:lnTo>
                <a:lnTo>
                  <a:pt x="5773" y="745"/>
                </a:lnTo>
                <a:lnTo>
                  <a:pt x="5654" y="705"/>
                </a:lnTo>
                <a:lnTo>
                  <a:pt x="5539" y="630"/>
                </a:lnTo>
                <a:lnTo>
                  <a:pt x="5420" y="555"/>
                </a:lnTo>
                <a:lnTo>
                  <a:pt x="5301" y="445"/>
                </a:lnTo>
                <a:lnTo>
                  <a:pt x="5222" y="335"/>
                </a:lnTo>
                <a:lnTo>
                  <a:pt x="5107" y="260"/>
                </a:lnTo>
                <a:lnTo>
                  <a:pt x="4988" y="295"/>
                </a:lnTo>
                <a:lnTo>
                  <a:pt x="4869" y="410"/>
                </a:lnTo>
                <a:lnTo>
                  <a:pt x="4750" y="485"/>
                </a:lnTo>
                <a:lnTo>
                  <a:pt x="4635" y="555"/>
                </a:lnTo>
                <a:lnTo>
                  <a:pt x="4515" y="630"/>
                </a:lnTo>
                <a:lnTo>
                  <a:pt x="4396" y="630"/>
                </a:lnTo>
                <a:lnTo>
                  <a:pt x="4281" y="630"/>
                </a:lnTo>
                <a:lnTo>
                  <a:pt x="4162" y="705"/>
                </a:lnTo>
                <a:lnTo>
                  <a:pt x="4043" y="780"/>
                </a:lnTo>
                <a:lnTo>
                  <a:pt x="3924" y="780"/>
                </a:lnTo>
                <a:lnTo>
                  <a:pt x="3810" y="780"/>
                </a:lnTo>
                <a:lnTo>
                  <a:pt x="3690" y="815"/>
                </a:lnTo>
                <a:lnTo>
                  <a:pt x="3571" y="780"/>
                </a:lnTo>
                <a:lnTo>
                  <a:pt x="3457" y="815"/>
                </a:lnTo>
                <a:lnTo>
                  <a:pt x="3377" y="931"/>
                </a:lnTo>
                <a:lnTo>
                  <a:pt x="3258" y="891"/>
                </a:lnTo>
                <a:lnTo>
                  <a:pt x="3139" y="745"/>
                </a:lnTo>
                <a:lnTo>
                  <a:pt x="3064" y="630"/>
                </a:lnTo>
                <a:lnTo>
                  <a:pt x="2906" y="595"/>
                </a:lnTo>
                <a:lnTo>
                  <a:pt x="2786" y="555"/>
                </a:lnTo>
                <a:lnTo>
                  <a:pt x="2667" y="485"/>
                </a:lnTo>
                <a:lnTo>
                  <a:pt x="2592" y="595"/>
                </a:lnTo>
                <a:lnTo>
                  <a:pt x="2473" y="705"/>
                </a:lnTo>
                <a:lnTo>
                  <a:pt x="2354" y="745"/>
                </a:lnTo>
                <a:lnTo>
                  <a:pt x="2275" y="855"/>
                </a:lnTo>
                <a:lnTo>
                  <a:pt x="2160" y="931"/>
                </a:lnTo>
                <a:lnTo>
                  <a:pt x="2041" y="1002"/>
                </a:lnTo>
                <a:lnTo>
                  <a:pt x="1962" y="891"/>
                </a:lnTo>
                <a:lnTo>
                  <a:pt x="1847" y="855"/>
                </a:lnTo>
                <a:lnTo>
                  <a:pt x="1688" y="780"/>
                </a:lnTo>
                <a:lnTo>
                  <a:pt x="1569" y="780"/>
                </a:lnTo>
                <a:lnTo>
                  <a:pt x="1450" y="705"/>
                </a:lnTo>
                <a:lnTo>
                  <a:pt x="1336" y="630"/>
                </a:lnTo>
                <a:lnTo>
                  <a:pt x="1217" y="555"/>
                </a:lnTo>
                <a:lnTo>
                  <a:pt x="1098" y="485"/>
                </a:lnTo>
                <a:lnTo>
                  <a:pt x="983" y="445"/>
                </a:lnTo>
                <a:lnTo>
                  <a:pt x="864" y="445"/>
                </a:lnTo>
                <a:lnTo>
                  <a:pt x="745" y="485"/>
                </a:lnTo>
                <a:lnTo>
                  <a:pt x="626" y="485"/>
                </a:lnTo>
                <a:lnTo>
                  <a:pt x="511" y="555"/>
                </a:lnTo>
                <a:lnTo>
                  <a:pt x="392" y="555"/>
                </a:lnTo>
                <a:lnTo>
                  <a:pt x="273" y="595"/>
                </a:lnTo>
                <a:lnTo>
                  <a:pt x="158" y="595"/>
                </a:lnTo>
                <a:lnTo>
                  <a:pt x="39" y="595"/>
                </a:lnTo>
                <a:lnTo>
                  <a:pt x="0" y="485"/>
                </a:lnTo>
                <a:lnTo>
                  <a:pt x="0" y="370"/>
                </a:lnTo>
                <a:lnTo>
                  <a:pt x="0" y="260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81D58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6983280" y="582480"/>
            <a:ext cx="971640" cy="47160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42920" y="3343320"/>
            <a:ext cx="7786800" cy="5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500.50     125.75    1000.00    745.55    345.23     123.45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"/>
          <p:cNvGrpSpPr/>
          <p:nvPr/>
        </p:nvGrpSpPr>
        <p:grpSpPr>
          <a:xfrm>
            <a:off x="106200" y="3009960"/>
            <a:ext cx="8834760" cy="1234800"/>
            <a:chOff x="106200" y="3009960"/>
            <a:chExt cx="8834760" cy="1234800"/>
          </a:xfrm>
        </p:grpSpPr>
        <p:sp>
          <p:nvSpPr>
            <p:cNvPr id="270" name=""/>
            <p:cNvSpPr txBox="1"/>
            <p:nvPr/>
          </p:nvSpPr>
          <p:spPr>
            <a:xfrm>
              <a:off x="533520" y="3879720"/>
              <a:ext cx="7134120" cy="3650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FFFFF"/>
                  </a:solidFill>
                  <a:effectLst/>
                  <a:uFillTx/>
                  <a:latin typeface="Courier New"/>
                  <a:ea typeface="Courier New"/>
                </a:rPr>
                <a:t>1       2      3      4       5      6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413064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"/>
            <p:cNvSpPr/>
            <p:nvPr/>
          </p:nvSpPr>
          <p:spPr>
            <a:xfrm>
              <a:off x="144468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"/>
            <p:cNvSpPr/>
            <p:nvPr/>
          </p:nvSpPr>
          <p:spPr>
            <a:xfrm>
              <a:off x="548316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"/>
            <p:cNvSpPr/>
            <p:nvPr/>
          </p:nvSpPr>
          <p:spPr>
            <a:xfrm>
              <a:off x="10620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"/>
            <p:cNvSpPr/>
            <p:nvPr/>
          </p:nvSpPr>
          <p:spPr>
            <a:xfrm>
              <a:off x="279252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"/>
            <p:cNvSpPr/>
            <p:nvPr/>
          </p:nvSpPr>
          <p:spPr>
            <a:xfrm>
              <a:off x="682632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"/>
            <p:cNvSpPr/>
            <p:nvPr/>
          </p:nvSpPr>
          <p:spPr>
            <a:xfrm>
              <a:off x="7877160" y="3317760"/>
              <a:ext cx="311400" cy="530640"/>
            </a:xfrm>
            <a:custGeom>
              <a:avLst/>
              <a:gdLst/>
              <a:ahLst/>
              <a:rect l="0" t="0" r="r" b="b"/>
              <a:pathLst>
                <a:path w="865" h="1474">
                  <a:moveTo>
                    <a:pt x="750" y="0"/>
                  </a:moveTo>
                  <a:lnTo>
                    <a:pt x="644" y="39"/>
                  </a:lnTo>
                  <a:lnTo>
                    <a:pt x="587" y="167"/>
                  </a:lnTo>
                  <a:lnTo>
                    <a:pt x="455" y="176"/>
                  </a:lnTo>
                  <a:lnTo>
                    <a:pt x="468" y="313"/>
                  </a:lnTo>
                  <a:lnTo>
                    <a:pt x="163" y="352"/>
                  </a:lnTo>
                  <a:lnTo>
                    <a:pt x="414" y="490"/>
                  </a:lnTo>
                  <a:lnTo>
                    <a:pt x="414" y="600"/>
                  </a:lnTo>
                  <a:lnTo>
                    <a:pt x="313" y="640"/>
                  </a:lnTo>
                  <a:lnTo>
                    <a:pt x="0" y="671"/>
                  </a:lnTo>
                  <a:lnTo>
                    <a:pt x="366" y="856"/>
                  </a:lnTo>
                  <a:lnTo>
                    <a:pt x="468" y="891"/>
                  </a:lnTo>
                  <a:lnTo>
                    <a:pt x="547" y="975"/>
                  </a:lnTo>
                  <a:lnTo>
                    <a:pt x="455" y="1072"/>
                  </a:lnTo>
                  <a:lnTo>
                    <a:pt x="361" y="1148"/>
                  </a:lnTo>
                  <a:lnTo>
                    <a:pt x="229" y="1188"/>
                  </a:lnTo>
                  <a:lnTo>
                    <a:pt x="123" y="1289"/>
                  </a:lnTo>
                  <a:lnTo>
                    <a:pt x="348" y="1377"/>
                  </a:lnTo>
                  <a:lnTo>
                    <a:pt x="450" y="1435"/>
                  </a:lnTo>
                  <a:lnTo>
                    <a:pt x="556" y="1435"/>
                  </a:lnTo>
                  <a:lnTo>
                    <a:pt x="671" y="1474"/>
                  </a:lnTo>
                  <a:lnTo>
                    <a:pt x="737" y="1448"/>
                  </a:lnTo>
                  <a:lnTo>
                    <a:pt x="812" y="1466"/>
                  </a:lnTo>
                  <a:lnTo>
                    <a:pt x="865" y="1443"/>
                  </a:lnTo>
                  <a:lnTo>
                    <a:pt x="865" y="1329"/>
                  </a:lnTo>
                  <a:lnTo>
                    <a:pt x="865" y="1223"/>
                  </a:lnTo>
                  <a:lnTo>
                    <a:pt x="865" y="1113"/>
                  </a:lnTo>
                  <a:lnTo>
                    <a:pt x="852" y="988"/>
                  </a:lnTo>
                  <a:lnTo>
                    <a:pt x="865" y="891"/>
                  </a:lnTo>
                  <a:lnTo>
                    <a:pt x="865" y="781"/>
                  </a:lnTo>
                  <a:lnTo>
                    <a:pt x="865" y="600"/>
                  </a:lnTo>
                  <a:lnTo>
                    <a:pt x="865" y="419"/>
                  </a:lnTo>
                  <a:lnTo>
                    <a:pt x="865" y="238"/>
                  </a:lnTo>
                  <a:lnTo>
                    <a:pt x="865" y="127"/>
                  </a:lnTo>
                  <a:lnTo>
                    <a:pt x="865" y="17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FFFF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"/>
            <p:cNvSpPr/>
            <p:nvPr/>
          </p:nvSpPr>
          <p:spPr>
            <a:xfrm>
              <a:off x="8121600" y="3305160"/>
              <a:ext cx="90360" cy="60012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"/>
            <p:cNvSpPr/>
            <p:nvPr/>
          </p:nvSpPr>
          <p:spPr>
            <a:xfrm>
              <a:off x="8273880" y="3419640"/>
              <a:ext cx="667080" cy="267120"/>
            </a:xfrm>
            <a:custGeom>
              <a:avLst/>
              <a:gdLst/>
              <a:ahLst/>
              <a:rect l="0" t="0" r="r" b="b"/>
              <a:pathLst>
                <a:path w="1853" h="742">
                  <a:moveTo>
                    <a:pt x="0" y="247"/>
                  </a:moveTo>
                  <a:lnTo>
                    <a:pt x="0" y="494"/>
                  </a:lnTo>
                  <a:lnTo>
                    <a:pt x="1297" y="494"/>
                  </a:lnTo>
                  <a:lnTo>
                    <a:pt x="1297" y="742"/>
                  </a:lnTo>
                  <a:lnTo>
                    <a:pt x="1853" y="371"/>
                  </a:lnTo>
                  <a:lnTo>
                    <a:pt x="1297" y="0"/>
                  </a:lnTo>
                  <a:lnTo>
                    <a:pt x="1297" y="247"/>
                  </a:lnTo>
                  <a:lnTo>
                    <a:pt x="0" y="247"/>
                  </a:lnTo>
                  <a:close/>
                </a:path>
              </a:pathLst>
            </a:custGeom>
            <a:solidFill>
              <a:srgbClr val="DADADA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"/>
            <p:cNvSpPr txBox="1"/>
            <p:nvPr/>
          </p:nvSpPr>
          <p:spPr>
            <a:xfrm>
              <a:off x="135000" y="3009960"/>
              <a:ext cx="1312920" cy="304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CountyTax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1" name=""/>
          <p:cNvSpPr txBox="1"/>
          <p:nvPr/>
        </p:nvSpPr>
        <p:spPr>
          <a:xfrm>
            <a:off x="157320" y="609480"/>
            <a:ext cx="5553000" cy="44784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A-89432 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CLARE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7894.55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235080" y="100080"/>
            <a:ext cx="741060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TaxRecord.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PAYENum        CountyName           TaxPaid                           Idx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1623960" y="638280"/>
            <a:ext cx="0" cy="41904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4152960" y="623880"/>
            <a:ext cx="0" cy="41904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595440" y="2384280"/>
            <a:ext cx="7134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1       2      3      4       5      6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419256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CORK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150660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CAVAN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554508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DONEGAL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6812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CARLOW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285444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CLARE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688824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DUBLIN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7939080" y="1822320"/>
            <a:ext cx="311400" cy="530640"/>
          </a:xfrm>
          <a:custGeom>
            <a:avLst/>
            <a:gdLst/>
            <a:ahLst/>
            <a:rect l="0" t="0" r="r" b="b"/>
            <a:pathLst>
              <a:path w="865" h="1474">
                <a:moveTo>
                  <a:pt x="750" y="0"/>
                </a:moveTo>
                <a:lnTo>
                  <a:pt x="644" y="39"/>
                </a:lnTo>
                <a:lnTo>
                  <a:pt x="587" y="167"/>
                </a:lnTo>
                <a:lnTo>
                  <a:pt x="455" y="176"/>
                </a:lnTo>
                <a:lnTo>
                  <a:pt x="468" y="313"/>
                </a:lnTo>
                <a:lnTo>
                  <a:pt x="163" y="352"/>
                </a:lnTo>
                <a:lnTo>
                  <a:pt x="414" y="490"/>
                </a:lnTo>
                <a:lnTo>
                  <a:pt x="414" y="600"/>
                </a:lnTo>
                <a:lnTo>
                  <a:pt x="313" y="640"/>
                </a:lnTo>
                <a:lnTo>
                  <a:pt x="0" y="671"/>
                </a:lnTo>
                <a:lnTo>
                  <a:pt x="366" y="856"/>
                </a:lnTo>
                <a:lnTo>
                  <a:pt x="468" y="891"/>
                </a:lnTo>
                <a:lnTo>
                  <a:pt x="547" y="975"/>
                </a:lnTo>
                <a:lnTo>
                  <a:pt x="455" y="1072"/>
                </a:lnTo>
                <a:lnTo>
                  <a:pt x="361" y="1148"/>
                </a:lnTo>
                <a:lnTo>
                  <a:pt x="229" y="1188"/>
                </a:lnTo>
                <a:lnTo>
                  <a:pt x="123" y="1289"/>
                </a:lnTo>
                <a:lnTo>
                  <a:pt x="348" y="1377"/>
                </a:lnTo>
                <a:lnTo>
                  <a:pt x="450" y="1435"/>
                </a:lnTo>
                <a:lnTo>
                  <a:pt x="556" y="1435"/>
                </a:lnTo>
                <a:lnTo>
                  <a:pt x="671" y="1474"/>
                </a:lnTo>
                <a:lnTo>
                  <a:pt x="737" y="1448"/>
                </a:lnTo>
                <a:lnTo>
                  <a:pt x="812" y="1466"/>
                </a:lnTo>
                <a:lnTo>
                  <a:pt x="865" y="1443"/>
                </a:lnTo>
                <a:lnTo>
                  <a:pt x="865" y="1329"/>
                </a:lnTo>
                <a:lnTo>
                  <a:pt x="865" y="1223"/>
                </a:lnTo>
                <a:lnTo>
                  <a:pt x="865" y="1113"/>
                </a:lnTo>
                <a:lnTo>
                  <a:pt x="852" y="988"/>
                </a:lnTo>
                <a:lnTo>
                  <a:pt x="865" y="891"/>
                </a:lnTo>
                <a:lnTo>
                  <a:pt x="865" y="781"/>
                </a:lnTo>
                <a:lnTo>
                  <a:pt x="865" y="600"/>
                </a:lnTo>
                <a:lnTo>
                  <a:pt x="865" y="419"/>
                </a:lnTo>
                <a:lnTo>
                  <a:pt x="865" y="238"/>
                </a:lnTo>
                <a:lnTo>
                  <a:pt x="865" y="127"/>
                </a:lnTo>
                <a:lnTo>
                  <a:pt x="865" y="17"/>
                </a:lnTo>
                <a:lnTo>
                  <a:pt x="750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8183520" y="180972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8335800" y="1924200"/>
            <a:ext cx="667080" cy="267120"/>
          </a:xfrm>
          <a:custGeom>
            <a:avLst/>
            <a:gdLst/>
            <a:ahLst/>
            <a:rect l="0" t="0" r="r" b="b"/>
            <a:pathLst>
              <a:path w="1853" h="742">
                <a:moveTo>
                  <a:pt x="0" y="247"/>
                </a:moveTo>
                <a:lnTo>
                  <a:pt x="0" y="494"/>
                </a:lnTo>
                <a:lnTo>
                  <a:pt x="1297" y="494"/>
                </a:lnTo>
                <a:lnTo>
                  <a:pt x="1297" y="742"/>
                </a:lnTo>
                <a:lnTo>
                  <a:pt x="1853" y="371"/>
                </a:lnTo>
                <a:lnTo>
                  <a:pt x="1297" y="0"/>
                </a:lnTo>
                <a:lnTo>
                  <a:pt x="1297" y="247"/>
                </a:lnTo>
                <a:lnTo>
                  <a:pt x="0" y="247"/>
                </a:lnTo>
                <a:close/>
              </a:path>
            </a:pathLst>
          </a:cu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196920" y="1514520"/>
            <a:ext cx="87480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787320" y="4592520"/>
            <a:ext cx="6595920" cy="182232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spcBef>
                <a:spcPts val="601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PERFORM VARYING Idx FROM 1 BY 1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UNTIL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County(Idx) = CountyName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END-PERFORM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ADD TaxPaid TO CountyTax(Idx)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685800" y="6072120"/>
            <a:ext cx="6729840" cy="443160"/>
          </a:xfrm>
          <a:custGeom>
            <a:avLst/>
            <a:gdLst/>
            <a:ahLst/>
            <a:rect l="0" t="0" r="r" b="b"/>
            <a:pathLst>
              <a:path w="18694" h="1231">
                <a:moveTo>
                  <a:pt x="0" y="317"/>
                </a:moveTo>
                <a:lnTo>
                  <a:pt x="238" y="317"/>
                </a:lnTo>
                <a:lnTo>
                  <a:pt x="357" y="317"/>
                </a:lnTo>
                <a:lnTo>
                  <a:pt x="476" y="317"/>
                </a:lnTo>
                <a:lnTo>
                  <a:pt x="590" y="277"/>
                </a:lnTo>
                <a:lnTo>
                  <a:pt x="709" y="238"/>
                </a:lnTo>
                <a:lnTo>
                  <a:pt x="829" y="158"/>
                </a:lnTo>
                <a:lnTo>
                  <a:pt x="948" y="119"/>
                </a:lnTo>
                <a:lnTo>
                  <a:pt x="1067" y="158"/>
                </a:lnTo>
                <a:lnTo>
                  <a:pt x="1106" y="277"/>
                </a:lnTo>
                <a:lnTo>
                  <a:pt x="1186" y="396"/>
                </a:lnTo>
                <a:lnTo>
                  <a:pt x="1305" y="476"/>
                </a:lnTo>
                <a:lnTo>
                  <a:pt x="1384" y="595"/>
                </a:lnTo>
                <a:lnTo>
                  <a:pt x="1464" y="715"/>
                </a:lnTo>
                <a:lnTo>
                  <a:pt x="1578" y="715"/>
                </a:lnTo>
                <a:lnTo>
                  <a:pt x="1737" y="715"/>
                </a:lnTo>
                <a:lnTo>
                  <a:pt x="1856" y="636"/>
                </a:lnTo>
                <a:lnTo>
                  <a:pt x="1975" y="555"/>
                </a:lnTo>
                <a:lnTo>
                  <a:pt x="2094" y="476"/>
                </a:lnTo>
                <a:lnTo>
                  <a:pt x="2213" y="436"/>
                </a:lnTo>
                <a:lnTo>
                  <a:pt x="2332" y="396"/>
                </a:lnTo>
                <a:lnTo>
                  <a:pt x="2451" y="317"/>
                </a:lnTo>
                <a:lnTo>
                  <a:pt x="2570" y="317"/>
                </a:lnTo>
                <a:lnTo>
                  <a:pt x="2685" y="277"/>
                </a:lnTo>
                <a:lnTo>
                  <a:pt x="2764" y="396"/>
                </a:lnTo>
                <a:lnTo>
                  <a:pt x="2844" y="515"/>
                </a:lnTo>
                <a:lnTo>
                  <a:pt x="2963" y="595"/>
                </a:lnTo>
                <a:lnTo>
                  <a:pt x="3082" y="595"/>
                </a:lnTo>
                <a:lnTo>
                  <a:pt x="3201" y="595"/>
                </a:lnTo>
                <a:lnTo>
                  <a:pt x="3320" y="555"/>
                </a:lnTo>
                <a:lnTo>
                  <a:pt x="3479" y="515"/>
                </a:lnTo>
                <a:lnTo>
                  <a:pt x="3598" y="476"/>
                </a:lnTo>
                <a:lnTo>
                  <a:pt x="3712" y="476"/>
                </a:lnTo>
                <a:lnTo>
                  <a:pt x="3832" y="555"/>
                </a:lnTo>
                <a:lnTo>
                  <a:pt x="3951" y="555"/>
                </a:lnTo>
                <a:lnTo>
                  <a:pt x="4109" y="595"/>
                </a:lnTo>
                <a:lnTo>
                  <a:pt x="4228" y="595"/>
                </a:lnTo>
                <a:lnTo>
                  <a:pt x="4347" y="555"/>
                </a:lnTo>
                <a:lnTo>
                  <a:pt x="4467" y="555"/>
                </a:lnTo>
                <a:lnTo>
                  <a:pt x="4586" y="515"/>
                </a:lnTo>
                <a:lnTo>
                  <a:pt x="4701" y="515"/>
                </a:lnTo>
                <a:lnTo>
                  <a:pt x="4820" y="555"/>
                </a:lnTo>
                <a:lnTo>
                  <a:pt x="4939" y="555"/>
                </a:lnTo>
                <a:lnTo>
                  <a:pt x="5058" y="555"/>
                </a:lnTo>
                <a:lnTo>
                  <a:pt x="5217" y="595"/>
                </a:lnTo>
                <a:lnTo>
                  <a:pt x="5376" y="595"/>
                </a:lnTo>
                <a:lnTo>
                  <a:pt x="5495" y="595"/>
                </a:lnTo>
                <a:lnTo>
                  <a:pt x="5614" y="595"/>
                </a:lnTo>
                <a:lnTo>
                  <a:pt x="5729" y="595"/>
                </a:lnTo>
                <a:lnTo>
                  <a:pt x="5848" y="595"/>
                </a:lnTo>
                <a:lnTo>
                  <a:pt x="6007" y="555"/>
                </a:lnTo>
                <a:lnTo>
                  <a:pt x="6165" y="555"/>
                </a:lnTo>
                <a:lnTo>
                  <a:pt x="6324" y="476"/>
                </a:lnTo>
                <a:lnTo>
                  <a:pt x="6443" y="436"/>
                </a:lnTo>
                <a:lnTo>
                  <a:pt x="6562" y="396"/>
                </a:lnTo>
                <a:lnTo>
                  <a:pt x="6681" y="476"/>
                </a:lnTo>
                <a:lnTo>
                  <a:pt x="6756" y="595"/>
                </a:lnTo>
                <a:lnTo>
                  <a:pt x="6796" y="715"/>
                </a:lnTo>
                <a:lnTo>
                  <a:pt x="6915" y="675"/>
                </a:lnTo>
                <a:lnTo>
                  <a:pt x="7034" y="636"/>
                </a:lnTo>
                <a:lnTo>
                  <a:pt x="7193" y="595"/>
                </a:lnTo>
                <a:lnTo>
                  <a:pt x="7312" y="555"/>
                </a:lnTo>
                <a:lnTo>
                  <a:pt x="7431" y="515"/>
                </a:lnTo>
                <a:lnTo>
                  <a:pt x="7590" y="476"/>
                </a:lnTo>
                <a:lnTo>
                  <a:pt x="7709" y="396"/>
                </a:lnTo>
                <a:lnTo>
                  <a:pt x="7823" y="357"/>
                </a:lnTo>
                <a:lnTo>
                  <a:pt x="7942" y="317"/>
                </a:lnTo>
                <a:lnTo>
                  <a:pt x="8061" y="277"/>
                </a:lnTo>
                <a:lnTo>
                  <a:pt x="8181" y="238"/>
                </a:lnTo>
                <a:lnTo>
                  <a:pt x="8300" y="238"/>
                </a:lnTo>
                <a:lnTo>
                  <a:pt x="8379" y="357"/>
                </a:lnTo>
                <a:lnTo>
                  <a:pt x="8458" y="476"/>
                </a:lnTo>
                <a:lnTo>
                  <a:pt x="8538" y="595"/>
                </a:lnTo>
                <a:lnTo>
                  <a:pt x="8657" y="595"/>
                </a:lnTo>
                <a:lnTo>
                  <a:pt x="8776" y="595"/>
                </a:lnTo>
                <a:lnTo>
                  <a:pt x="8891" y="555"/>
                </a:lnTo>
                <a:lnTo>
                  <a:pt x="9010" y="555"/>
                </a:lnTo>
                <a:lnTo>
                  <a:pt x="9129" y="515"/>
                </a:lnTo>
                <a:lnTo>
                  <a:pt x="9327" y="476"/>
                </a:lnTo>
                <a:lnTo>
                  <a:pt x="9486" y="476"/>
                </a:lnTo>
                <a:lnTo>
                  <a:pt x="9645" y="436"/>
                </a:lnTo>
                <a:lnTo>
                  <a:pt x="9803" y="317"/>
                </a:lnTo>
                <a:lnTo>
                  <a:pt x="9918" y="396"/>
                </a:lnTo>
                <a:lnTo>
                  <a:pt x="9958" y="515"/>
                </a:lnTo>
                <a:lnTo>
                  <a:pt x="10077" y="555"/>
                </a:lnTo>
                <a:lnTo>
                  <a:pt x="10196" y="476"/>
                </a:lnTo>
                <a:lnTo>
                  <a:pt x="10315" y="515"/>
                </a:lnTo>
                <a:lnTo>
                  <a:pt x="10434" y="436"/>
                </a:lnTo>
                <a:lnTo>
                  <a:pt x="10553" y="396"/>
                </a:lnTo>
                <a:lnTo>
                  <a:pt x="10712" y="396"/>
                </a:lnTo>
                <a:lnTo>
                  <a:pt x="10831" y="317"/>
                </a:lnTo>
                <a:lnTo>
                  <a:pt x="10985" y="277"/>
                </a:lnTo>
                <a:lnTo>
                  <a:pt x="11104" y="317"/>
                </a:lnTo>
                <a:lnTo>
                  <a:pt x="11144" y="436"/>
                </a:lnTo>
                <a:lnTo>
                  <a:pt x="11263" y="476"/>
                </a:lnTo>
                <a:lnTo>
                  <a:pt x="11382" y="436"/>
                </a:lnTo>
                <a:lnTo>
                  <a:pt x="11501" y="396"/>
                </a:lnTo>
                <a:lnTo>
                  <a:pt x="11620" y="396"/>
                </a:lnTo>
                <a:lnTo>
                  <a:pt x="11779" y="396"/>
                </a:lnTo>
                <a:lnTo>
                  <a:pt x="11898" y="476"/>
                </a:lnTo>
                <a:lnTo>
                  <a:pt x="12013" y="555"/>
                </a:lnTo>
                <a:lnTo>
                  <a:pt x="12132" y="476"/>
                </a:lnTo>
                <a:lnTo>
                  <a:pt x="12251" y="436"/>
                </a:lnTo>
                <a:lnTo>
                  <a:pt x="12370" y="476"/>
                </a:lnTo>
                <a:lnTo>
                  <a:pt x="12489" y="555"/>
                </a:lnTo>
                <a:lnTo>
                  <a:pt x="12608" y="636"/>
                </a:lnTo>
                <a:lnTo>
                  <a:pt x="12727" y="595"/>
                </a:lnTo>
                <a:lnTo>
                  <a:pt x="12886" y="555"/>
                </a:lnTo>
                <a:lnTo>
                  <a:pt x="13040" y="436"/>
                </a:lnTo>
                <a:lnTo>
                  <a:pt x="13159" y="396"/>
                </a:lnTo>
                <a:lnTo>
                  <a:pt x="13278" y="317"/>
                </a:lnTo>
                <a:lnTo>
                  <a:pt x="13437" y="277"/>
                </a:lnTo>
                <a:lnTo>
                  <a:pt x="13596" y="238"/>
                </a:lnTo>
                <a:lnTo>
                  <a:pt x="13715" y="198"/>
                </a:lnTo>
                <a:lnTo>
                  <a:pt x="13834" y="119"/>
                </a:lnTo>
                <a:lnTo>
                  <a:pt x="13953" y="79"/>
                </a:lnTo>
                <a:lnTo>
                  <a:pt x="14069" y="0"/>
                </a:lnTo>
                <a:lnTo>
                  <a:pt x="14148" y="158"/>
                </a:lnTo>
                <a:lnTo>
                  <a:pt x="14227" y="277"/>
                </a:lnTo>
                <a:lnTo>
                  <a:pt x="14307" y="396"/>
                </a:lnTo>
                <a:lnTo>
                  <a:pt x="14426" y="476"/>
                </a:lnTo>
                <a:lnTo>
                  <a:pt x="14545" y="595"/>
                </a:lnTo>
                <a:lnTo>
                  <a:pt x="14664" y="636"/>
                </a:lnTo>
                <a:lnTo>
                  <a:pt x="14823" y="595"/>
                </a:lnTo>
                <a:lnTo>
                  <a:pt x="14981" y="595"/>
                </a:lnTo>
                <a:lnTo>
                  <a:pt x="15096" y="555"/>
                </a:lnTo>
                <a:lnTo>
                  <a:pt x="15215" y="476"/>
                </a:lnTo>
                <a:lnTo>
                  <a:pt x="15334" y="396"/>
                </a:lnTo>
                <a:lnTo>
                  <a:pt x="15453" y="357"/>
                </a:lnTo>
                <a:lnTo>
                  <a:pt x="15572" y="277"/>
                </a:lnTo>
                <a:lnTo>
                  <a:pt x="15771" y="396"/>
                </a:lnTo>
                <a:lnTo>
                  <a:pt x="15890" y="476"/>
                </a:lnTo>
                <a:lnTo>
                  <a:pt x="16009" y="476"/>
                </a:lnTo>
                <a:lnTo>
                  <a:pt x="16123" y="555"/>
                </a:lnTo>
                <a:lnTo>
                  <a:pt x="16243" y="555"/>
                </a:lnTo>
                <a:lnTo>
                  <a:pt x="16362" y="555"/>
                </a:lnTo>
                <a:lnTo>
                  <a:pt x="16481" y="595"/>
                </a:lnTo>
                <a:lnTo>
                  <a:pt x="16600" y="595"/>
                </a:lnTo>
                <a:lnTo>
                  <a:pt x="16719" y="595"/>
                </a:lnTo>
                <a:lnTo>
                  <a:pt x="16838" y="595"/>
                </a:lnTo>
                <a:lnTo>
                  <a:pt x="16957" y="555"/>
                </a:lnTo>
                <a:lnTo>
                  <a:pt x="17076" y="555"/>
                </a:lnTo>
                <a:lnTo>
                  <a:pt x="17191" y="476"/>
                </a:lnTo>
                <a:lnTo>
                  <a:pt x="17310" y="436"/>
                </a:lnTo>
                <a:lnTo>
                  <a:pt x="17429" y="436"/>
                </a:lnTo>
                <a:lnTo>
                  <a:pt x="17587" y="436"/>
                </a:lnTo>
                <a:lnTo>
                  <a:pt x="17707" y="436"/>
                </a:lnTo>
                <a:lnTo>
                  <a:pt x="17826" y="396"/>
                </a:lnTo>
                <a:lnTo>
                  <a:pt x="17945" y="396"/>
                </a:lnTo>
                <a:lnTo>
                  <a:pt x="18064" y="396"/>
                </a:lnTo>
                <a:lnTo>
                  <a:pt x="18178" y="396"/>
                </a:lnTo>
                <a:lnTo>
                  <a:pt x="18297" y="436"/>
                </a:lnTo>
                <a:lnTo>
                  <a:pt x="18417" y="436"/>
                </a:lnTo>
                <a:lnTo>
                  <a:pt x="18536" y="476"/>
                </a:lnTo>
                <a:lnTo>
                  <a:pt x="18655" y="515"/>
                </a:lnTo>
                <a:lnTo>
                  <a:pt x="18694" y="1231"/>
                </a:lnTo>
                <a:lnTo>
                  <a:pt x="39" y="1191"/>
                </a:lnTo>
                <a:lnTo>
                  <a:pt x="0" y="31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771480" y="4529160"/>
            <a:ext cx="6644160" cy="628920"/>
          </a:xfrm>
          <a:custGeom>
            <a:avLst/>
            <a:gdLst/>
            <a:ahLst/>
            <a:rect l="0" t="0" r="r" b="b"/>
            <a:pathLst>
              <a:path w="18456" h="1747">
                <a:moveTo>
                  <a:pt x="0" y="0"/>
                </a:moveTo>
                <a:lnTo>
                  <a:pt x="18456" y="35"/>
                </a:lnTo>
                <a:lnTo>
                  <a:pt x="18456" y="1076"/>
                </a:lnTo>
                <a:lnTo>
                  <a:pt x="18337" y="1002"/>
                </a:lnTo>
                <a:lnTo>
                  <a:pt x="18222" y="931"/>
                </a:lnTo>
                <a:lnTo>
                  <a:pt x="18103" y="855"/>
                </a:lnTo>
                <a:lnTo>
                  <a:pt x="18024" y="745"/>
                </a:lnTo>
                <a:lnTo>
                  <a:pt x="17905" y="705"/>
                </a:lnTo>
                <a:lnTo>
                  <a:pt x="17790" y="595"/>
                </a:lnTo>
                <a:lnTo>
                  <a:pt x="17671" y="595"/>
                </a:lnTo>
                <a:lnTo>
                  <a:pt x="17592" y="705"/>
                </a:lnTo>
                <a:lnTo>
                  <a:pt x="17592" y="815"/>
                </a:lnTo>
                <a:lnTo>
                  <a:pt x="17592" y="931"/>
                </a:lnTo>
                <a:lnTo>
                  <a:pt x="17513" y="1041"/>
                </a:lnTo>
                <a:lnTo>
                  <a:pt x="17433" y="1151"/>
                </a:lnTo>
                <a:lnTo>
                  <a:pt x="17318" y="1226"/>
                </a:lnTo>
                <a:lnTo>
                  <a:pt x="17239" y="1337"/>
                </a:lnTo>
                <a:lnTo>
                  <a:pt x="17160" y="1451"/>
                </a:lnTo>
                <a:lnTo>
                  <a:pt x="17041" y="1522"/>
                </a:lnTo>
                <a:lnTo>
                  <a:pt x="16966" y="1637"/>
                </a:lnTo>
                <a:lnTo>
                  <a:pt x="16847" y="1747"/>
                </a:lnTo>
                <a:lnTo>
                  <a:pt x="16728" y="1672"/>
                </a:lnTo>
                <a:lnTo>
                  <a:pt x="16648" y="1562"/>
                </a:lnTo>
                <a:lnTo>
                  <a:pt x="16573" y="1451"/>
                </a:lnTo>
                <a:lnTo>
                  <a:pt x="16494" y="1337"/>
                </a:lnTo>
                <a:lnTo>
                  <a:pt x="16494" y="1226"/>
                </a:lnTo>
                <a:lnTo>
                  <a:pt x="16414" y="1116"/>
                </a:lnTo>
                <a:lnTo>
                  <a:pt x="16335" y="1002"/>
                </a:lnTo>
                <a:lnTo>
                  <a:pt x="16181" y="931"/>
                </a:lnTo>
                <a:lnTo>
                  <a:pt x="16062" y="855"/>
                </a:lnTo>
                <a:lnTo>
                  <a:pt x="16022" y="745"/>
                </a:lnTo>
                <a:lnTo>
                  <a:pt x="15943" y="630"/>
                </a:lnTo>
                <a:lnTo>
                  <a:pt x="15824" y="555"/>
                </a:lnTo>
                <a:lnTo>
                  <a:pt x="15709" y="555"/>
                </a:lnTo>
                <a:lnTo>
                  <a:pt x="15669" y="705"/>
                </a:lnTo>
                <a:lnTo>
                  <a:pt x="15550" y="630"/>
                </a:lnTo>
                <a:lnTo>
                  <a:pt x="15431" y="670"/>
                </a:lnTo>
                <a:lnTo>
                  <a:pt x="15316" y="745"/>
                </a:lnTo>
                <a:lnTo>
                  <a:pt x="15237" y="855"/>
                </a:lnTo>
                <a:lnTo>
                  <a:pt x="15078" y="931"/>
                </a:lnTo>
                <a:lnTo>
                  <a:pt x="14964" y="891"/>
                </a:lnTo>
                <a:lnTo>
                  <a:pt x="14845" y="931"/>
                </a:lnTo>
                <a:lnTo>
                  <a:pt x="14726" y="1002"/>
                </a:lnTo>
                <a:lnTo>
                  <a:pt x="14607" y="1041"/>
                </a:lnTo>
                <a:lnTo>
                  <a:pt x="14492" y="1002"/>
                </a:lnTo>
                <a:lnTo>
                  <a:pt x="14373" y="855"/>
                </a:lnTo>
                <a:lnTo>
                  <a:pt x="14254" y="855"/>
                </a:lnTo>
                <a:lnTo>
                  <a:pt x="14139" y="745"/>
                </a:lnTo>
                <a:lnTo>
                  <a:pt x="13980" y="630"/>
                </a:lnTo>
                <a:lnTo>
                  <a:pt x="13821" y="630"/>
                </a:lnTo>
                <a:lnTo>
                  <a:pt x="13706" y="705"/>
                </a:lnTo>
                <a:lnTo>
                  <a:pt x="13587" y="745"/>
                </a:lnTo>
                <a:lnTo>
                  <a:pt x="13468" y="855"/>
                </a:lnTo>
                <a:lnTo>
                  <a:pt x="13349" y="891"/>
                </a:lnTo>
                <a:lnTo>
                  <a:pt x="13194" y="1002"/>
                </a:lnTo>
                <a:lnTo>
                  <a:pt x="13155" y="855"/>
                </a:lnTo>
                <a:lnTo>
                  <a:pt x="13036" y="780"/>
                </a:lnTo>
                <a:lnTo>
                  <a:pt x="12921" y="780"/>
                </a:lnTo>
                <a:lnTo>
                  <a:pt x="12802" y="745"/>
                </a:lnTo>
                <a:lnTo>
                  <a:pt x="12723" y="630"/>
                </a:lnTo>
                <a:lnTo>
                  <a:pt x="12603" y="630"/>
                </a:lnTo>
                <a:lnTo>
                  <a:pt x="12489" y="745"/>
                </a:lnTo>
                <a:lnTo>
                  <a:pt x="12370" y="745"/>
                </a:lnTo>
                <a:lnTo>
                  <a:pt x="12251" y="595"/>
                </a:lnTo>
                <a:lnTo>
                  <a:pt x="12132" y="555"/>
                </a:lnTo>
                <a:lnTo>
                  <a:pt x="12017" y="485"/>
                </a:lnTo>
                <a:lnTo>
                  <a:pt x="11898" y="555"/>
                </a:lnTo>
                <a:lnTo>
                  <a:pt x="11779" y="555"/>
                </a:lnTo>
                <a:lnTo>
                  <a:pt x="11625" y="595"/>
                </a:lnTo>
                <a:lnTo>
                  <a:pt x="11505" y="705"/>
                </a:lnTo>
                <a:lnTo>
                  <a:pt x="11386" y="595"/>
                </a:lnTo>
                <a:lnTo>
                  <a:pt x="11272" y="485"/>
                </a:lnTo>
                <a:lnTo>
                  <a:pt x="11153" y="410"/>
                </a:lnTo>
                <a:lnTo>
                  <a:pt x="10994" y="410"/>
                </a:lnTo>
                <a:lnTo>
                  <a:pt x="10915" y="520"/>
                </a:lnTo>
                <a:lnTo>
                  <a:pt x="10800" y="595"/>
                </a:lnTo>
                <a:lnTo>
                  <a:pt x="10681" y="705"/>
                </a:lnTo>
                <a:lnTo>
                  <a:pt x="10562" y="815"/>
                </a:lnTo>
                <a:lnTo>
                  <a:pt x="10447" y="931"/>
                </a:lnTo>
                <a:lnTo>
                  <a:pt x="10328" y="855"/>
                </a:lnTo>
                <a:lnTo>
                  <a:pt x="10209" y="780"/>
                </a:lnTo>
                <a:lnTo>
                  <a:pt x="10090" y="705"/>
                </a:lnTo>
                <a:lnTo>
                  <a:pt x="9975" y="630"/>
                </a:lnTo>
                <a:lnTo>
                  <a:pt x="9817" y="595"/>
                </a:lnTo>
                <a:lnTo>
                  <a:pt x="9697" y="520"/>
                </a:lnTo>
                <a:lnTo>
                  <a:pt x="9583" y="485"/>
                </a:lnTo>
                <a:lnTo>
                  <a:pt x="9464" y="485"/>
                </a:lnTo>
                <a:lnTo>
                  <a:pt x="9345" y="485"/>
                </a:lnTo>
                <a:lnTo>
                  <a:pt x="9265" y="370"/>
                </a:lnTo>
                <a:lnTo>
                  <a:pt x="9151" y="445"/>
                </a:lnTo>
                <a:lnTo>
                  <a:pt x="9032" y="335"/>
                </a:lnTo>
                <a:lnTo>
                  <a:pt x="8913" y="260"/>
                </a:lnTo>
                <a:lnTo>
                  <a:pt x="8798" y="260"/>
                </a:lnTo>
                <a:lnTo>
                  <a:pt x="8679" y="260"/>
                </a:lnTo>
                <a:lnTo>
                  <a:pt x="8639" y="370"/>
                </a:lnTo>
                <a:lnTo>
                  <a:pt x="8560" y="485"/>
                </a:lnTo>
                <a:lnTo>
                  <a:pt x="8441" y="555"/>
                </a:lnTo>
                <a:lnTo>
                  <a:pt x="8326" y="595"/>
                </a:lnTo>
                <a:lnTo>
                  <a:pt x="8207" y="630"/>
                </a:lnTo>
                <a:lnTo>
                  <a:pt x="8088" y="555"/>
                </a:lnTo>
                <a:lnTo>
                  <a:pt x="7973" y="555"/>
                </a:lnTo>
                <a:lnTo>
                  <a:pt x="7854" y="630"/>
                </a:lnTo>
                <a:lnTo>
                  <a:pt x="7775" y="745"/>
                </a:lnTo>
                <a:lnTo>
                  <a:pt x="7656" y="705"/>
                </a:lnTo>
                <a:lnTo>
                  <a:pt x="7541" y="630"/>
                </a:lnTo>
                <a:lnTo>
                  <a:pt x="7382" y="595"/>
                </a:lnTo>
                <a:lnTo>
                  <a:pt x="7263" y="555"/>
                </a:lnTo>
                <a:lnTo>
                  <a:pt x="7149" y="485"/>
                </a:lnTo>
                <a:lnTo>
                  <a:pt x="6990" y="555"/>
                </a:lnTo>
                <a:lnTo>
                  <a:pt x="6871" y="555"/>
                </a:lnTo>
                <a:lnTo>
                  <a:pt x="6756" y="555"/>
                </a:lnTo>
                <a:lnTo>
                  <a:pt x="6597" y="555"/>
                </a:lnTo>
                <a:lnTo>
                  <a:pt x="6439" y="595"/>
                </a:lnTo>
                <a:lnTo>
                  <a:pt x="6324" y="555"/>
                </a:lnTo>
                <a:lnTo>
                  <a:pt x="6284" y="445"/>
                </a:lnTo>
                <a:lnTo>
                  <a:pt x="6165" y="410"/>
                </a:lnTo>
                <a:lnTo>
                  <a:pt x="6046" y="485"/>
                </a:lnTo>
                <a:lnTo>
                  <a:pt x="5967" y="595"/>
                </a:lnTo>
                <a:lnTo>
                  <a:pt x="5852" y="630"/>
                </a:lnTo>
                <a:lnTo>
                  <a:pt x="5773" y="745"/>
                </a:lnTo>
                <a:lnTo>
                  <a:pt x="5654" y="705"/>
                </a:lnTo>
                <a:lnTo>
                  <a:pt x="5539" y="630"/>
                </a:lnTo>
                <a:lnTo>
                  <a:pt x="5420" y="555"/>
                </a:lnTo>
                <a:lnTo>
                  <a:pt x="5301" y="445"/>
                </a:lnTo>
                <a:lnTo>
                  <a:pt x="5222" y="335"/>
                </a:lnTo>
                <a:lnTo>
                  <a:pt x="5107" y="260"/>
                </a:lnTo>
                <a:lnTo>
                  <a:pt x="4988" y="295"/>
                </a:lnTo>
                <a:lnTo>
                  <a:pt x="4869" y="410"/>
                </a:lnTo>
                <a:lnTo>
                  <a:pt x="4750" y="485"/>
                </a:lnTo>
                <a:lnTo>
                  <a:pt x="4635" y="555"/>
                </a:lnTo>
                <a:lnTo>
                  <a:pt x="4515" y="630"/>
                </a:lnTo>
                <a:lnTo>
                  <a:pt x="4396" y="630"/>
                </a:lnTo>
                <a:lnTo>
                  <a:pt x="4281" y="630"/>
                </a:lnTo>
                <a:lnTo>
                  <a:pt x="4162" y="705"/>
                </a:lnTo>
                <a:lnTo>
                  <a:pt x="4043" y="780"/>
                </a:lnTo>
                <a:lnTo>
                  <a:pt x="3924" y="780"/>
                </a:lnTo>
                <a:lnTo>
                  <a:pt x="3810" y="780"/>
                </a:lnTo>
                <a:lnTo>
                  <a:pt x="3690" y="815"/>
                </a:lnTo>
                <a:lnTo>
                  <a:pt x="3571" y="780"/>
                </a:lnTo>
                <a:lnTo>
                  <a:pt x="3457" y="815"/>
                </a:lnTo>
                <a:lnTo>
                  <a:pt x="3377" y="931"/>
                </a:lnTo>
                <a:lnTo>
                  <a:pt x="3258" y="891"/>
                </a:lnTo>
                <a:lnTo>
                  <a:pt x="3139" y="745"/>
                </a:lnTo>
                <a:lnTo>
                  <a:pt x="3064" y="630"/>
                </a:lnTo>
                <a:lnTo>
                  <a:pt x="2906" y="595"/>
                </a:lnTo>
                <a:lnTo>
                  <a:pt x="2786" y="555"/>
                </a:lnTo>
                <a:lnTo>
                  <a:pt x="2667" y="485"/>
                </a:lnTo>
                <a:lnTo>
                  <a:pt x="2592" y="595"/>
                </a:lnTo>
                <a:lnTo>
                  <a:pt x="2473" y="705"/>
                </a:lnTo>
                <a:lnTo>
                  <a:pt x="2354" y="745"/>
                </a:lnTo>
                <a:lnTo>
                  <a:pt x="2275" y="855"/>
                </a:lnTo>
                <a:lnTo>
                  <a:pt x="2160" y="931"/>
                </a:lnTo>
                <a:lnTo>
                  <a:pt x="2041" y="1002"/>
                </a:lnTo>
                <a:lnTo>
                  <a:pt x="1962" y="891"/>
                </a:lnTo>
                <a:lnTo>
                  <a:pt x="1847" y="855"/>
                </a:lnTo>
                <a:lnTo>
                  <a:pt x="1688" y="780"/>
                </a:lnTo>
                <a:lnTo>
                  <a:pt x="1569" y="780"/>
                </a:lnTo>
                <a:lnTo>
                  <a:pt x="1450" y="705"/>
                </a:lnTo>
                <a:lnTo>
                  <a:pt x="1336" y="630"/>
                </a:lnTo>
                <a:lnTo>
                  <a:pt x="1217" y="555"/>
                </a:lnTo>
                <a:lnTo>
                  <a:pt x="1098" y="485"/>
                </a:lnTo>
                <a:lnTo>
                  <a:pt x="983" y="445"/>
                </a:lnTo>
                <a:lnTo>
                  <a:pt x="864" y="445"/>
                </a:lnTo>
                <a:lnTo>
                  <a:pt x="745" y="485"/>
                </a:lnTo>
                <a:lnTo>
                  <a:pt x="626" y="485"/>
                </a:lnTo>
                <a:lnTo>
                  <a:pt x="511" y="555"/>
                </a:lnTo>
                <a:lnTo>
                  <a:pt x="392" y="555"/>
                </a:lnTo>
                <a:lnTo>
                  <a:pt x="273" y="595"/>
                </a:lnTo>
                <a:lnTo>
                  <a:pt x="158" y="595"/>
                </a:lnTo>
                <a:lnTo>
                  <a:pt x="39" y="595"/>
                </a:lnTo>
                <a:lnTo>
                  <a:pt x="0" y="485"/>
                </a:lnTo>
                <a:lnTo>
                  <a:pt x="0" y="370"/>
                </a:lnTo>
                <a:lnTo>
                  <a:pt x="0" y="260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81D58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6983280" y="582480"/>
            <a:ext cx="971640" cy="47160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42920" y="3343320"/>
            <a:ext cx="7786800" cy="5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500.50     125.75    1000.00    745.55    345.23     123.45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"/>
          <p:cNvGrpSpPr/>
          <p:nvPr/>
        </p:nvGrpSpPr>
        <p:grpSpPr>
          <a:xfrm>
            <a:off x="106200" y="3009960"/>
            <a:ext cx="8834760" cy="1234800"/>
            <a:chOff x="106200" y="3009960"/>
            <a:chExt cx="8834760" cy="1234800"/>
          </a:xfrm>
        </p:grpSpPr>
        <p:sp>
          <p:nvSpPr>
            <p:cNvPr id="302" name=""/>
            <p:cNvSpPr txBox="1"/>
            <p:nvPr/>
          </p:nvSpPr>
          <p:spPr>
            <a:xfrm>
              <a:off x="533520" y="3879720"/>
              <a:ext cx="7134120" cy="3650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FFFFF"/>
                  </a:solidFill>
                  <a:effectLst/>
                  <a:uFillTx/>
                  <a:latin typeface="Courier New"/>
                  <a:ea typeface="Courier New"/>
                </a:rPr>
                <a:t>1       2      3      4       5      6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"/>
            <p:cNvSpPr/>
            <p:nvPr/>
          </p:nvSpPr>
          <p:spPr>
            <a:xfrm>
              <a:off x="413064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144468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"/>
            <p:cNvSpPr/>
            <p:nvPr/>
          </p:nvSpPr>
          <p:spPr>
            <a:xfrm>
              <a:off x="548316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"/>
            <p:cNvSpPr/>
            <p:nvPr/>
          </p:nvSpPr>
          <p:spPr>
            <a:xfrm>
              <a:off x="10620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279252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"/>
            <p:cNvSpPr/>
            <p:nvPr/>
          </p:nvSpPr>
          <p:spPr>
            <a:xfrm>
              <a:off x="6826320" y="3311640"/>
              <a:ext cx="1357200" cy="557280"/>
            </a:xfrm>
            <a:prstGeom prst="rect">
              <a:avLst/>
            </a:prstGeom>
            <a:solidFill>
              <a:srgbClr val="114FFB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7877160" y="3317760"/>
              <a:ext cx="311400" cy="530640"/>
            </a:xfrm>
            <a:custGeom>
              <a:avLst/>
              <a:gdLst/>
              <a:ahLst/>
              <a:rect l="0" t="0" r="r" b="b"/>
              <a:pathLst>
                <a:path w="865" h="1474">
                  <a:moveTo>
                    <a:pt x="750" y="0"/>
                  </a:moveTo>
                  <a:lnTo>
                    <a:pt x="644" y="39"/>
                  </a:lnTo>
                  <a:lnTo>
                    <a:pt x="587" y="167"/>
                  </a:lnTo>
                  <a:lnTo>
                    <a:pt x="455" y="176"/>
                  </a:lnTo>
                  <a:lnTo>
                    <a:pt x="468" y="313"/>
                  </a:lnTo>
                  <a:lnTo>
                    <a:pt x="163" y="352"/>
                  </a:lnTo>
                  <a:lnTo>
                    <a:pt x="414" y="490"/>
                  </a:lnTo>
                  <a:lnTo>
                    <a:pt x="414" y="600"/>
                  </a:lnTo>
                  <a:lnTo>
                    <a:pt x="313" y="640"/>
                  </a:lnTo>
                  <a:lnTo>
                    <a:pt x="0" y="671"/>
                  </a:lnTo>
                  <a:lnTo>
                    <a:pt x="366" y="856"/>
                  </a:lnTo>
                  <a:lnTo>
                    <a:pt x="468" y="891"/>
                  </a:lnTo>
                  <a:lnTo>
                    <a:pt x="547" y="975"/>
                  </a:lnTo>
                  <a:lnTo>
                    <a:pt x="455" y="1072"/>
                  </a:lnTo>
                  <a:lnTo>
                    <a:pt x="361" y="1148"/>
                  </a:lnTo>
                  <a:lnTo>
                    <a:pt x="229" y="1188"/>
                  </a:lnTo>
                  <a:lnTo>
                    <a:pt x="123" y="1289"/>
                  </a:lnTo>
                  <a:lnTo>
                    <a:pt x="348" y="1377"/>
                  </a:lnTo>
                  <a:lnTo>
                    <a:pt x="450" y="1435"/>
                  </a:lnTo>
                  <a:lnTo>
                    <a:pt x="556" y="1435"/>
                  </a:lnTo>
                  <a:lnTo>
                    <a:pt x="671" y="1474"/>
                  </a:lnTo>
                  <a:lnTo>
                    <a:pt x="737" y="1448"/>
                  </a:lnTo>
                  <a:lnTo>
                    <a:pt x="812" y="1466"/>
                  </a:lnTo>
                  <a:lnTo>
                    <a:pt x="865" y="1443"/>
                  </a:lnTo>
                  <a:lnTo>
                    <a:pt x="865" y="1329"/>
                  </a:lnTo>
                  <a:lnTo>
                    <a:pt x="865" y="1223"/>
                  </a:lnTo>
                  <a:lnTo>
                    <a:pt x="865" y="1113"/>
                  </a:lnTo>
                  <a:lnTo>
                    <a:pt x="852" y="988"/>
                  </a:lnTo>
                  <a:lnTo>
                    <a:pt x="865" y="891"/>
                  </a:lnTo>
                  <a:lnTo>
                    <a:pt x="865" y="781"/>
                  </a:lnTo>
                  <a:lnTo>
                    <a:pt x="865" y="600"/>
                  </a:lnTo>
                  <a:lnTo>
                    <a:pt x="865" y="419"/>
                  </a:lnTo>
                  <a:lnTo>
                    <a:pt x="865" y="238"/>
                  </a:lnTo>
                  <a:lnTo>
                    <a:pt x="865" y="127"/>
                  </a:lnTo>
                  <a:lnTo>
                    <a:pt x="865" y="17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FFFF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8121600" y="3305160"/>
              <a:ext cx="90360" cy="60012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"/>
            <p:cNvSpPr/>
            <p:nvPr/>
          </p:nvSpPr>
          <p:spPr>
            <a:xfrm>
              <a:off x="8273880" y="3419640"/>
              <a:ext cx="667080" cy="267120"/>
            </a:xfrm>
            <a:custGeom>
              <a:avLst/>
              <a:gdLst/>
              <a:ahLst/>
              <a:rect l="0" t="0" r="r" b="b"/>
              <a:pathLst>
                <a:path w="1853" h="742">
                  <a:moveTo>
                    <a:pt x="0" y="247"/>
                  </a:moveTo>
                  <a:lnTo>
                    <a:pt x="0" y="494"/>
                  </a:lnTo>
                  <a:lnTo>
                    <a:pt x="1297" y="494"/>
                  </a:lnTo>
                  <a:lnTo>
                    <a:pt x="1297" y="742"/>
                  </a:lnTo>
                  <a:lnTo>
                    <a:pt x="1853" y="371"/>
                  </a:lnTo>
                  <a:lnTo>
                    <a:pt x="1297" y="0"/>
                  </a:lnTo>
                  <a:lnTo>
                    <a:pt x="1297" y="247"/>
                  </a:lnTo>
                  <a:lnTo>
                    <a:pt x="0" y="247"/>
                  </a:lnTo>
                  <a:close/>
                </a:path>
              </a:pathLst>
            </a:custGeom>
            <a:solidFill>
              <a:srgbClr val="DADADA"/>
            </a:solidFill>
            <a:ln w="25560">
              <a:solidFill>
                <a:srgbClr val="FFFFFF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"/>
            <p:cNvSpPr txBox="1"/>
            <p:nvPr/>
          </p:nvSpPr>
          <p:spPr>
            <a:xfrm>
              <a:off x="135000" y="3009960"/>
              <a:ext cx="1312920" cy="304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CountyTax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3" name=""/>
          <p:cNvSpPr txBox="1"/>
          <p:nvPr/>
        </p:nvSpPr>
        <p:spPr>
          <a:xfrm>
            <a:off x="157320" y="609480"/>
            <a:ext cx="5553000" cy="44784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A-89432 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CLARE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 7894.55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235080" y="100080"/>
            <a:ext cx="741060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TaxRecord.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PAYENum        CountyName           TaxPaid                           Idx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1623960" y="638280"/>
            <a:ext cx="0" cy="41904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4152960" y="623880"/>
            <a:ext cx="0" cy="41904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595440" y="2384280"/>
            <a:ext cx="7134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1       2      3      4       5      6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419256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CORK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50660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CAVAN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554508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DONEGAL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6812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CARLOW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285444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CLARE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6888240" y="181620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DUBLIN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7939080" y="1822320"/>
            <a:ext cx="311400" cy="530640"/>
          </a:xfrm>
          <a:custGeom>
            <a:avLst/>
            <a:gdLst/>
            <a:ahLst/>
            <a:rect l="0" t="0" r="r" b="b"/>
            <a:pathLst>
              <a:path w="865" h="1474">
                <a:moveTo>
                  <a:pt x="750" y="0"/>
                </a:moveTo>
                <a:lnTo>
                  <a:pt x="644" y="39"/>
                </a:lnTo>
                <a:lnTo>
                  <a:pt x="587" y="167"/>
                </a:lnTo>
                <a:lnTo>
                  <a:pt x="455" y="176"/>
                </a:lnTo>
                <a:lnTo>
                  <a:pt x="468" y="313"/>
                </a:lnTo>
                <a:lnTo>
                  <a:pt x="163" y="352"/>
                </a:lnTo>
                <a:lnTo>
                  <a:pt x="414" y="490"/>
                </a:lnTo>
                <a:lnTo>
                  <a:pt x="414" y="600"/>
                </a:lnTo>
                <a:lnTo>
                  <a:pt x="313" y="640"/>
                </a:lnTo>
                <a:lnTo>
                  <a:pt x="0" y="671"/>
                </a:lnTo>
                <a:lnTo>
                  <a:pt x="366" y="856"/>
                </a:lnTo>
                <a:lnTo>
                  <a:pt x="468" y="891"/>
                </a:lnTo>
                <a:lnTo>
                  <a:pt x="547" y="975"/>
                </a:lnTo>
                <a:lnTo>
                  <a:pt x="455" y="1072"/>
                </a:lnTo>
                <a:lnTo>
                  <a:pt x="361" y="1148"/>
                </a:lnTo>
                <a:lnTo>
                  <a:pt x="229" y="1188"/>
                </a:lnTo>
                <a:lnTo>
                  <a:pt x="123" y="1289"/>
                </a:lnTo>
                <a:lnTo>
                  <a:pt x="348" y="1377"/>
                </a:lnTo>
                <a:lnTo>
                  <a:pt x="450" y="1435"/>
                </a:lnTo>
                <a:lnTo>
                  <a:pt x="556" y="1435"/>
                </a:lnTo>
                <a:lnTo>
                  <a:pt x="671" y="1474"/>
                </a:lnTo>
                <a:lnTo>
                  <a:pt x="737" y="1448"/>
                </a:lnTo>
                <a:lnTo>
                  <a:pt x="812" y="1466"/>
                </a:lnTo>
                <a:lnTo>
                  <a:pt x="865" y="1443"/>
                </a:lnTo>
                <a:lnTo>
                  <a:pt x="865" y="1329"/>
                </a:lnTo>
                <a:lnTo>
                  <a:pt x="865" y="1223"/>
                </a:lnTo>
                <a:lnTo>
                  <a:pt x="865" y="1113"/>
                </a:lnTo>
                <a:lnTo>
                  <a:pt x="852" y="988"/>
                </a:lnTo>
                <a:lnTo>
                  <a:pt x="865" y="891"/>
                </a:lnTo>
                <a:lnTo>
                  <a:pt x="865" y="781"/>
                </a:lnTo>
                <a:lnTo>
                  <a:pt x="865" y="600"/>
                </a:lnTo>
                <a:lnTo>
                  <a:pt x="865" y="419"/>
                </a:lnTo>
                <a:lnTo>
                  <a:pt x="865" y="238"/>
                </a:lnTo>
                <a:lnTo>
                  <a:pt x="865" y="127"/>
                </a:lnTo>
                <a:lnTo>
                  <a:pt x="865" y="17"/>
                </a:lnTo>
                <a:lnTo>
                  <a:pt x="750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8183520" y="180972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8335800" y="1924200"/>
            <a:ext cx="667080" cy="267120"/>
          </a:xfrm>
          <a:custGeom>
            <a:avLst/>
            <a:gdLst/>
            <a:ahLst/>
            <a:rect l="0" t="0" r="r" b="b"/>
            <a:pathLst>
              <a:path w="1853" h="742">
                <a:moveTo>
                  <a:pt x="0" y="247"/>
                </a:moveTo>
                <a:lnTo>
                  <a:pt x="0" y="494"/>
                </a:lnTo>
                <a:lnTo>
                  <a:pt x="1297" y="494"/>
                </a:lnTo>
                <a:lnTo>
                  <a:pt x="1297" y="742"/>
                </a:lnTo>
                <a:lnTo>
                  <a:pt x="1853" y="371"/>
                </a:lnTo>
                <a:lnTo>
                  <a:pt x="1297" y="0"/>
                </a:lnTo>
                <a:lnTo>
                  <a:pt x="1297" y="247"/>
                </a:lnTo>
                <a:lnTo>
                  <a:pt x="0" y="247"/>
                </a:lnTo>
                <a:close/>
              </a:path>
            </a:pathLst>
          </a:cu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96920" y="1514520"/>
            <a:ext cx="87480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787320" y="4592520"/>
            <a:ext cx="6595920" cy="182232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spcBef>
                <a:spcPts val="601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PERFORM VARYING Idx FROM 1 BY 1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UNTIL County(Idx) = CountyName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END-PERFORM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ADD TaxPaid TO CountyTax(Idx)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685800" y="6072120"/>
            <a:ext cx="6729840" cy="443160"/>
          </a:xfrm>
          <a:custGeom>
            <a:avLst/>
            <a:gdLst/>
            <a:ahLst/>
            <a:rect l="0" t="0" r="r" b="b"/>
            <a:pathLst>
              <a:path w="18694" h="1231">
                <a:moveTo>
                  <a:pt x="0" y="317"/>
                </a:moveTo>
                <a:lnTo>
                  <a:pt x="238" y="317"/>
                </a:lnTo>
                <a:lnTo>
                  <a:pt x="357" y="317"/>
                </a:lnTo>
                <a:lnTo>
                  <a:pt x="476" y="317"/>
                </a:lnTo>
                <a:lnTo>
                  <a:pt x="590" y="277"/>
                </a:lnTo>
                <a:lnTo>
                  <a:pt x="709" y="238"/>
                </a:lnTo>
                <a:lnTo>
                  <a:pt x="829" y="158"/>
                </a:lnTo>
                <a:lnTo>
                  <a:pt x="948" y="119"/>
                </a:lnTo>
                <a:lnTo>
                  <a:pt x="1067" y="158"/>
                </a:lnTo>
                <a:lnTo>
                  <a:pt x="1106" y="277"/>
                </a:lnTo>
                <a:lnTo>
                  <a:pt x="1186" y="396"/>
                </a:lnTo>
                <a:lnTo>
                  <a:pt x="1305" y="476"/>
                </a:lnTo>
                <a:lnTo>
                  <a:pt x="1384" y="595"/>
                </a:lnTo>
                <a:lnTo>
                  <a:pt x="1464" y="715"/>
                </a:lnTo>
                <a:lnTo>
                  <a:pt x="1578" y="715"/>
                </a:lnTo>
                <a:lnTo>
                  <a:pt x="1737" y="715"/>
                </a:lnTo>
                <a:lnTo>
                  <a:pt x="1856" y="636"/>
                </a:lnTo>
                <a:lnTo>
                  <a:pt x="1975" y="555"/>
                </a:lnTo>
                <a:lnTo>
                  <a:pt x="2094" y="476"/>
                </a:lnTo>
                <a:lnTo>
                  <a:pt x="2213" y="436"/>
                </a:lnTo>
                <a:lnTo>
                  <a:pt x="2332" y="396"/>
                </a:lnTo>
                <a:lnTo>
                  <a:pt x="2451" y="317"/>
                </a:lnTo>
                <a:lnTo>
                  <a:pt x="2570" y="317"/>
                </a:lnTo>
                <a:lnTo>
                  <a:pt x="2685" y="277"/>
                </a:lnTo>
                <a:lnTo>
                  <a:pt x="2764" y="396"/>
                </a:lnTo>
                <a:lnTo>
                  <a:pt x="2844" y="515"/>
                </a:lnTo>
                <a:lnTo>
                  <a:pt x="2963" y="595"/>
                </a:lnTo>
                <a:lnTo>
                  <a:pt x="3082" y="595"/>
                </a:lnTo>
                <a:lnTo>
                  <a:pt x="3201" y="595"/>
                </a:lnTo>
                <a:lnTo>
                  <a:pt x="3320" y="555"/>
                </a:lnTo>
                <a:lnTo>
                  <a:pt x="3479" y="515"/>
                </a:lnTo>
                <a:lnTo>
                  <a:pt x="3598" y="476"/>
                </a:lnTo>
                <a:lnTo>
                  <a:pt x="3712" y="476"/>
                </a:lnTo>
                <a:lnTo>
                  <a:pt x="3832" y="555"/>
                </a:lnTo>
                <a:lnTo>
                  <a:pt x="3951" y="555"/>
                </a:lnTo>
                <a:lnTo>
                  <a:pt x="4109" y="595"/>
                </a:lnTo>
                <a:lnTo>
                  <a:pt x="4228" y="595"/>
                </a:lnTo>
                <a:lnTo>
                  <a:pt x="4347" y="555"/>
                </a:lnTo>
                <a:lnTo>
                  <a:pt x="4467" y="555"/>
                </a:lnTo>
                <a:lnTo>
                  <a:pt x="4586" y="515"/>
                </a:lnTo>
                <a:lnTo>
                  <a:pt x="4701" y="515"/>
                </a:lnTo>
                <a:lnTo>
                  <a:pt x="4820" y="555"/>
                </a:lnTo>
                <a:lnTo>
                  <a:pt x="4939" y="555"/>
                </a:lnTo>
                <a:lnTo>
                  <a:pt x="5058" y="555"/>
                </a:lnTo>
                <a:lnTo>
                  <a:pt x="5217" y="595"/>
                </a:lnTo>
                <a:lnTo>
                  <a:pt x="5376" y="595"/>
                </a:lnTo>
                <a:lnTo>
                  <a:pt x="5495" y="595"/>
                </a:lnTo>
                <a:lnTo>
                  <a:pt x="5614" y="595"/>
                </a:lnTo>
                <a:lnTo>
                  <a:pt x="5729" y="595"/>
                </a:lnTo>
                <a:lnTo>
                  <a:pt x="5848" y="595"/>
                </a:lnTo>
                <a:lnTo>
                  <a:pt x="6007" y="555"/>
                </a:lnTo>
                <a:lnTo>
                  <a:pt x="6165" y="555"/>
                </a:lnTo>
                <a:lnTo>
                  <a:pt x="6324" y="476"/>
                </a:lnTo>
                <a:lnTo>
                  <a:pt x="6443" y="436"/>
                </a:lnTo>
                <a:lnTo>
                  <a:pt x="6562" y="396"/>
                </a:lnTo>
                <a:lnTo>
                  <a:pt x="6681" y="476"/>
                </a:lnTo>
                <a:lnTo>
                  <a:pt x="6756" y="595"/>
                </a:lnTo>
                <a:lnTo>
                  <a:pt x="6796" y="715"/>
                </a:lnTo>
                <a:lnTo>
                  <a:pt x="6915" y="675"/>
                </a:lnTo>
                <a:lnTo>
                  <a:pt x="7034" y="636"/>
                </a:lnTo>
                <a:lnTo>
                  <a:pt x="7193" y="595"/>
                </a:lnTo>
                <a:lnTo>
                  <a:pt x="7312" y="555"/>
                </a:lnTo>
                <a:lnTo>
                  <a:pt x="7431" y="515"/>
                </a:lnTo>
                <a:lnTo>
                  <a:pt x="7590" y="476"/>
                </a:lnTo>
                <a:lnTo>
                  <a:pt x="7709" y="396"/>
                </a:lnTo>
                <a:lnTo>
                  <a:pt x="7823" y="357"/>
                </a:lnTo>
                <a:lnTo>
                  <a:pt x="7942" y="317"/>
                </a:lnTo>
                <a:lnTo>
                  <a:pt x="8061" y="277"/>
                </a:lnTo>
                <a:lnTo>
                  <a:pt x="8181" y="238"/>
                </a:lnTo>
                <a:lnTo>
                  <a:pt x="8300" y="238"/>
                </a:lnTo>
                <a:lnTo>
                  <a:pt x="8379" y="357"/>
                </a:lnTo>
                <a:lnTo>
                  <a:pt x="8458" y="476"/>
                </a:lnTo>
                <a:lnTo>
                  <a:pt x="8538" y="595"/>
                </a:lnTo>
                <a:lnTo>
                  <a:pt x="8657" y="595"/>
                </a:lnTo>
                <a:lnTo>
                  <a:pt x="8776" y="595"/>
                </a:lnTo>
                <a:lnTo>
                  <a:pt x="8891" y="555"/>
                </a:lnTo>
                <a:lnTo>
                  <a:pt x="9010" y="555"/>
                </a:lnTo>
                <a:lnTo>
                  <a:pt x="9129" y="515"/>
                </a:lnTo>
                <a:lnTo>
                  <a:pt x="9327" y="476"/>
                </a:lnTo>
                <a:lnTo>
                  <a:pt x="9486" y="476"/>
                </a:lnTo>
                <a:lnTo>
                  <a:pt x="9645" y="436"/>
                </a:lnTo>
                <a:lnTo>
                  <a:pt x="9803" y="317"/>
                </a:lnTo>
                <a:lnTo>
                  <a:pt x="9918" y="396"/>
                </a:lnTo>
                <a:lnTo>
                  <a:pt x="9958" y="515"/>
                </a:lnTo>
                <a:lnTo>
                  <a:pt x="10077" y="555"/>
                </a:lnTo>
                <a:lnTo>
                  <a:pt x="10196" y="476"/>
                </a:lnTo>
                <a:lnTo>
                  <a:pt x="10315" y="515"/>
                </a:lnTo>
                <a:lnTo>
                  <a:pt x="10434" y="436"/>
                </a:lnTo>
                <a:lnTo>
                  <a:pt x="10553" y="396"/>
                </a:lnTo>
                <a:lnTo>
                  <a:pt x="10712" y="396"/>
                </a:lnTo>
                <a:lnTo>
                  <a:pt x="10831" y="317"/>
                </a:lnTo>
                <a:lnTo>
                  <a:pt x="10985" y="277"/>
                </a:lnTo>
                <a:lnTo>
                  <a:pt x="11104" y="317"/>
                </a:lnTo>
                <a:lnTo>
                  <a:pt x="11144" y="436"/>
                </a:lnTo>
                <a:lnTo>
                  <a:pt x="11263" y="476"/>
                </a:lnTo>
                <a:lnTo>
                  <a:pt x="11382" y="436"/>
                </a:lnTo>
                <a:lnTo>
                  <a:pt x="11501" y="396"/>
                </a:lnTo>
                <a:lnTo>
                  <a:pt x="11620" y="396"/>
                </a:lnTo>
                <a:lnTo>
                  <a:pt x="11779" y="396"/>
                </a:lnTo>
                <a:lnTo>
                  <a:pt x="11898" y="476"/>
                </a:lnTo>
                <a:lnTo>
                  <a:pt x="12013" y="555"/>
                </a:lnTo>
                <a:lnTo>
                  <a:pt x="12132" y="476"/>
                </a:lnTo>
                <a:lnTo>
                  <a:pt x="12251" y="436"/>
                </a:lnTo>
                <a:lnTo>
                  <a:pt x="12370" y="476"/>
                </a:lnTo>
                <a:lnTo>
                  <a:pt x="12489" y="555"/>
                </a:lnTo>
                <a:lnTo>
                  <a:pt x="12608" y="636"/>
                </a:lnTo>
                <a:lnTo>
                  <a:pt x="12727" y="595"/>
                </a:lnTo>
                <a:lnTo>
                  <a:pt x="12886" y="555"/>
                </a:lnTo>
                <a:lnTo>
                  <a:pt x="13040" y="436"/>
                </a:lnTo>
                <a:lnTo>
                  <a:pt x="13159" y="396"/>
                </a:lnTo>
                <a:lnTo>
                  <a:pt x="13278" y="317"/>
                </a:lnTo>
                <a:lnTo>
                  <a:pt x="13437" y="277"/>
                </a:lnTo>
                <a:lnTo>
                  <a:pt x="13596" y="238"/>
                </a:lnTo>
                <a:lnTo>
                  <a:pt x="13715" y="198"/>
                </a:lnTo>
                <a:lnTo>
                  <a:pt x="13834" y="119"/>
                </a:lnTo>
                <a:lnTo>
                  <a:pt x="13953" y="79"/>
                </a:lnTo>
                <a:lnTo>
                  <a:pt x="14069" y="0"/>
                </a:lnTo>
                <a:lnTo>
                  <a:pt x="14148" y="158"/>
                </a:lnTo>
                <a:lnTo>
                  <a:pt x="14227" y="277"/>
                </a:lnTo>
                <a:lnTo>
                  <a:pt x="14307" y="396"/>
                </a:lnTo>
                <a:lnTo>
                  <a:pt x="14426" y="476"/>
                </a:lnTo>
                <a:lnTo>
                  <a:pt x="14545" y="595"/>
                </a:lnTo>
                <a:lnTo>
                  <a:pt x="14664" y="636"/>
                </a:lnTo>
                <a:lnTo>
                  <a:pt x="14823" y="595"/>
                </a:lnTo>
                <a:lnTo>
                  <a:pt x="14981" y="595"/>
                </a:lnTo>
                <a:lnTo>
                  <a:pt x="15096" y="555"/>
                </a:lnTo>
                <a:lnTo>
                  <a:pt x="15215" y="476"/>
                </a:lnTo>
                <a:lnTo>
                  <a:pt x="15334" y="396"/>
                </a:lnTo>
                <a:lnTo>
                  <a:pt x="15453" y="357"/>
                </a:lnTo>
                <a:lnTo>
                  <a:pt x="15572" y="277"/>
                </a:lnTo>
                <a:lnTo>
                  <a:pt x="15771" y="396"/>
                </a:lnTo>
                <a:lnTo>
                  <a:pt x="15890" y="476"/>
                </a:lnTo>
                <a:lnTo>
                  <a:pt x="16009" y="476"/>
                </a:lnTo>
                <a:lnTo>
                  <a:pt x="16123" y="555"/>
                </a:lnTo>
                <a:lnTo>
                  <a:pt x="16243" y="555"/>
                </a:lnTo>
                <a:lnTo>
                  <a:pt x="16362" y="555"/>
                </a:lnTo>
                <a:lnTo>
                  <a:pt x="16481" y="595"/>
                </a:lnTo>
                <a:lnTo>
                  <a:pt x="16600" y="595"/>
                </a:lnTo>
                <a:lnTo>
                  <a:pt x="16719" y="595"/>
                </a:lnTo>
                <a:lnTo>
                  <a:pt x="16838" y="595"/>
                </a:lnTo>
                <a:lnTo>
                  <a:pt x="16957" y="555"/>
                </a:lnTo>
                <a:lnTo>
                  <a:pt x="17076" y="555"/>
                </a:lnTo>
                <a:lnTo>
                  <a:pt x="17191" y="476"/>
                </a:lnTo>
                <a:lnTo>
                  <a:pt x="17310" y="436"/>
                </a:lnTo>
                <a:lnTo>
                  <a:pt x="17429" y="436"/>
                </a:lnTo>
                <a:lnTo>
                  <a:pt x="17587" y="436"/>
                </a:lnTo>
                <a:lnTo>
                  <a:pt x="17707" y="436"/>
                </a:lnTo>
                <a:lnTo>
                  <a:pt x="17826" y="396"/>
                </a:lnTo>
                <a:lnTo>
                  <a:pt x="17945" y="396"/>
                </a:lnTo>
                <a:lnTo>
                  <a:pt x="18064" y="396"/>
                </a:lnTo>
                <a:lnTo>
                  <a:pt x="18178" y="396"/>
                </a:lnTo>
                <a:lnTo>
                  <a:pt x="18297" y="436"/>
                </a:lnTo>
                <a:lnTo>
                  <a:pt x="18417" y="436"/>
                </a:lnTo>
                <a:lnTo>
                  <a:pt x="18536" y="476"/>
                </a:lnTo>
                <a:lnTo>
                  <a:pt x="18655" y="515"/>
                </a:lnTo>
                <a:lnTo>
                  <a:pt x="18694" y="1231"/>
                </a:lnTo>
                <a:lnTo>
                  <a:pt x="39" y="1191"/>
                </a:lnTo>
                <a:lnTo>
                  <a:pt x="0" y="31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771480" y="4529160"/>
            <a:ext cx="6644160" cy="628920"/>
          </a:xfrm>
          <a:custGeom>
            <a:avLst/>
            <a:gdLst/>
            <a:ahLst/>
            <a:rect l="0" t="0" r="r" b="b"/>
            <a:pathLst>
              <a:path w="18456" h="1747">
                <a:moveTo>
                  <a:pt x="0" y="0"/>
                </a:moveTo>
                <a:lnTo>
                  <a:pt x="18456" y="35"/>
                </a:lnTo>
                <a:lnTo>
                  <a:pt x="18456" y="1076"/>
                </a:lnTo>
                <a:lnTo>
                  <a:pt x="18337" y="1002"/>
                </a:lnTo>
                <a:lnTo>
                  <a:pt x="18222" y="931"/>
                </a:lnTo>
                <a:lnTo>
                  <a:pt x="18103" y="855"/>
                </a:lnTo>
                <a:lnTo>
                  <a:pt x="18024" y="745"/>
                </a:lnTo>
                <a:lnTo>
                  <a:pt x="17905" y="705"/>
                </a:lnTo>
                <a:lnTo>
                  <a:pt x="17790" y="595"/>
                </a:lnTo>
                <a:lnTo>
                  <a:pt x="17671" y="595"/>
                </a:lnTo>
                <a:lnTo>
                  <a:pt x="17592" y="705"/>
                </a:lnTo>
                <a:lnTo>
                  <a:pt x="17592" y="815"/>
                </a:lnTo>
                <a:lnTo>
                  <a:pt x="17592" y="931"/>
                </a:lnTo>
                <a:lnTo>
                  <a:pt x="17513" y="1041"/>
                </a:lnTo>
                <a:lnTo>
                  <a:pt x="17433" y="1151"/>
                </a:lnTo>
                <a:lnTo>
                  <a:pt x="17318" y="1226"/>
                </a:lnTo>
                <a:lnTo>
                  <a:pt x="17239" y="1337"/>
                </a:lnTo>
                <a:lnTo>
                  <a:pt x="17160" y="1451"/>
                </a:lnTo>
                <a:lnTo>
                  <a:pt x="17041" y="1522"/>
                </a:lnTo>
                <a:lnTo>
                  <a:pt x="16966" y="1637"/>
                </a:lnTo>
                <a:lnTo>
                  <a:pt x="16847" y="1747"/>
                </a:lnTo>
                <a:lnTo>
                  <a:pt x="16728" y="1672"/>
                </a:lnTo>
                <a:lnTo>
                  <a:pt x="16648" y="1562"/>
                </a:lnTo>
                <a:lnTo>
                  <a:pt x="16573" y="1451"/>
                </a:lnTo>
                <a:lnTo>
                  <a:pt x="16494" y="1337"/>
                </a:lnTo>
                <a:lnTo>
                  <a:pt x="16494" y="1226"/>
                </a:lnTo>
                <a:lnTo>
                  <a:pt x="16414" y="1116"/>
                </a:lnTo>
                <a:lnTo>
                  <a:pt x="16335" y="1002"/>
                </a:lnTo>
                <a:lnTo>
                  <a:pt x="16181" y="931"/>
                </a:lnTo>
                <a:lnTo>
                  <a:pt x="16062" y="855"/>
                </a:lnTo>
                <a:lnTo>
                  <a:pt x="16022" y="745"/>
                </a:lnTo>
                <a:lnTo>
                  <a:pt x="15943" y="630"/>
                </a:lnTo>
                <a:lnTo>
                  <a:pt x="15824" y="555"/>
                </a:lnTo>
                <a:lnTo>
                  <a:pt x="15709" y="555"/>
                </a:lnTo>
                <a:lnTo>
                  <a:pt x="15669" y="705"/>
                </a:lnTo>
                <a:lnTo>
                  <a:pt x="15550" y="630"/>
                </a:lnTo>
                <a:lnTo>
                  <a:pt x="15431" y="670"/>
                </a:lnTo>
                <a:lnTo>
                  <a:pt x="15316" y="745"/>
                </a:lnTo>
                <a:lnTo>
                  <a:pt x="15237" y="855"/>
                </a:lnTo>
                <a:lnTo>
                  <a:pt x="15078" y="931"/>
                </a:lnTo>
                <a:lnTo>
                  <a:pt x="14964" y="891"/>
                </a:lnTo>
                <a:lnTo>
                  <a:pt x="14845" y="931"/>
                </a:lnTo>
                <a:lnTo>
                  <a:pt x="14726" y="1002"/>
                </a:lnTo>
                <a:lnTo>
                  <a:pt x="14607" y="1041"/>
                </a:lnTo>
                <a:lnTo>
                  <a:pt x="14492" y="1002"/>
                </a:lnTo>
                <a:lnTo>
                  <a:pt x="14373" y="855"/>
                </a:lnTo>
                <a:lnTo>
                  <a:pt x="14254" y="855"/>
                </a:lnTo>
                <a:lnTo>
                  <a:pt x="14139" y="745"/>
                </a:lnTo>
                <a:lnTo>
                  <a:pt x="13980" y="630"/>
                </a:lnTo>
                <a:lnTo>
                  <a:pt x="13821" y="630"/>
                </a:lnTo>
                <a:lnTo>
                  <a:pt x="13706" y="705"/>
                </a:lnTo>
                <a:lnTo>
                  <a:pt x="13587" y="745"/>
                </a:lnTo>
                <a:lnTo>
                  <a:pt x="13468" y="855"/>
                </a:lnTo>
                <a:lnTo>
                  <a:pt x="13349" y="891"/>
                </a:lnTo>
                <a:lnTo>
                  <a:pt x="13194" y="1002"/>
                </a:lnTo>
                <a:lnTo>
                  <a:pt x="13155" y="855"/>
                </a:lnTo>
                <a:lnTo>
                  <a:pt x="13036" y="780"/>
                </a:lnTo>
                <a:lnTo>
                  <a:pt x="12921" y="780"/>
                </a:lnTo>
                <a:lnTo>
                  <a:pt x="12802" y="745"/>
                </a:lnTo>
                <a:lnTo>
                  <a:pt x="12723" y="630"/>
                </a:lnTo>
                <a:lnTo>
                  <a:pt x="12603" y="630"/>
                </a:lnTo>
                <a:lnTo>
                  <a:pt x="12489" y="745"/>
                </a:lnTo>
                <a:lnTo>
                  <a:pt x="12370" y="745"/>
                </a:lnTo>
                <a:lnTo>
                  <a:pt x="12251" y="595"/>
                </a:lnTo>
                <a:lnTo>
                  <a:pt x="12132" y="555"/>
                </a:lnTo>
                <a:lnTo>
                  <a:pt x="12017" y="485"/>
                </a:lnTo>
                <a:lnTo>
                  <a:pt x="11898" y="555"/>
                </a:lnTo>
                <a:lnTo>
                  <a:pt x="11779" y="555"/>
                </a:lnTo>
                <a:lnTo>
                  <a:pt x="11625" y="595"/>
                </a:lnTo>
                <a:lnTo>
                  <a:pt x="11505" y="705"/>
                </a:lnTo>
                <a:lnTo>
                  <a:pt x="11386" y="595"/>
                </a:lnTo>
                <a:lnTo>
                  <a:pt x="11272" y="485"/>
                </a:lnTo>
                <a:lnTo>
                  <a:pt x="11153" y="410"/>
                </a:lnTo>
                <a:lnTo>
                  <a:pt x="10994" y="410"/>
                </a:lnTo>
                <a:lnTo>
                  <a:pt x="10915" y="520"/>
                </a:lnTo>
                <a:lnTo>
                  <a:pt x="10800" y="595"/>
                </a:lnTo>
                <a:lnTo>
                  <a:pt x="10681" y="705"/>
                </a:lnTo>
                <a:lnTo>
                  <a:pt x="10562" y="815"/>
                </a:lnTo>
                <a:lnTo>
                  <a:pt x="10447" y="931"/>
                </a:lnTo>
                <a:lnTo>
                  <a:pt x="10328" y="855"/>
                </a:lnTo>
                <a:lnTo>
                  <a:pt x="10209" y="780"/>
                </a:lnTo>
                <a:lnTo>
                  <a:pt x="10090" y="705"/>
                </a:lnTo>
                <a:lnTo>
                  <a:pt x="9975" y="630"/>
                </a:lnTo>
                <a:lnTo>
                  <a:pt x="9817" y="595"/>
                </a:lnTo>
                <a:lnTo>
                  <a:pt x="9697" y="520"/>
                </a:lnTo>
                <a:lnTo>
                  <a:pt x="9583" y="485"/>
                </a:lnTo>
                <a:lnTo>
                  <a:pt x="9464" y="485"/>
                </a:lnTo>
                <a:lnTo>
                  <a:pt x="9345" y="485"/>
                </a:lnTo>
                <a:lnTo>
                  <a:pt x="9265" y="370"/>
                </a:lnTo>
                <a:lnTo>
                  <a:pt x="9151" y="445"/>
                </a:lnTo>
                <a:lnTo>
                  <a:pt x="9032" y="335"/>
                </a:lnTo>
                <a:lnTo>
                  <a:pt x="8913" y="260"/>
                </a:lnTo>
                <a:lnTo>
                  <a:pt x="8798" y="260"/>
                </a:lnTo>
                <a:lnTo>
                  <a:pt x="8679" y="260"/>
                </a:lnTo>
                <a:lnTo>
                  <a:pt x="8639" y="370"/>
                </a:lnTo>
                <a:lnTo>
                  <a:pt x="8560" y="485"/>
                </a:lnTo>
                <a:lnTo>
                  <a:pt x="8441" y="555"/>
                </a:lnTo>
                <a:lnTo>
                  <a:pt x="8326" y="595"/>
                </a:lnTo>
                <a:lnTo>
                  <a:pt x="8207" y="630"/>
                </a:lnTo>
                <a:lnTo>
                  <a:pt x="8088" y="555"/>
                </a:lnTo>
                <a:lnTo>
                  <a:pt x="7973" y="555"/>
                </a:lnTo>
                <a:lnTo>
                  <a:pt x="7854" y="630"/>
                </a:lnTo>
                <a:lnTo>
                  <a:pt x="7775" y="745"/>
                </a:lnTo>
                <a:lnTo>
                  <a:pt x="7656" y="705"/>
                </a:lnTo>
                <a:lnTo>
                  <a:pt x="7541" y="630"/>
                </a:lnTo>
                <a:lnTo>
                  <a:pt x="7382" y="595"/>
                </a:lnTo>
                <a:lnTo>
                  <a:pt x="7263" y="555"/>
                </a:lnTo>
                <a:lnTo>
                  <a:pt x="7149" y="485"/>
                </a:lnTo>
                <a:lnTo>
                  <a:pt x="6990" y="555"/>
                </a:lnTo>
                <a:lnTo>
                  <a:pt x="6871" y="555"/>
                </a:lnTo>
                <a:lnTo>
                  <a:pt x="6756" y="555"/>
                </a:lnTo>
                <a:lnTo>
                  <a:pt x="6597" y="555"/>
                </a:lnTo>
                <a:lnTo>
                  <a:pt x="6439" y="595"/>
                </a:lnTo>
                <a:lnTo>
                  <a:pt x="6324" y="555"/>
                </a:lnTo>
                <a:lnTo>
                  <a:pt x="6284" y="445"/>
                </a:lnTo>
                <a:lnTo>
                  <a:pt x="6165" y="410"/>
                </a:lnTo>
                <a:lnTo>
                  <a:pt x="6046" y="485"/>
                </a:lnTo>
                <a:lnTo>
                  <a:pt x="5967" y="595"/>
                </a:lnTo>
                <a:lnTo>
                  <a:pt x="5852" y="630"/>
                </a:lnTo>
                <a:lnTo>
                  <a:pt x="5773" y="745"/>
                </a:lnTo>
                <a:lnTo>
                  <a:pt x="5654" y="705"/>
                </a:lnTo>
                <a:lnTo>
                  <a:pt x="5539" y="630"/>
                </a:lnTo>
                <a:lnTo>
                  <a:pt x="5420" y="555"/>
                </a:lnTo>
                <a:lnTo>
                  <a:pt x="5301" y="445"/>
                </a:lnTo>
                <a:lnTo>
                  <a:pt x="5222" y="335"/>
                </a:lnTo>
                <a:lnTo>
                  <a:pt x="5107" y="260"/>
                </a:lnTo>
                <a:lnTo>
                  <a:pt x="4988" y="295"/>
                </a:lnTo>
                <a:lnTo>
                  <a:pt x="4869" y="410"/>
                </a:lnTo>
                <a:lnTo>
                  <a:pt x="4750" y="485"/>
                </a:lnTo>
                <a:lnTo>
                  <a:pt x="4635" y="555"/>
                </a:lnTo>
                <a:lnTo>
                  <a:pt x="4515" y="630"/>
                </a:lnTo>
                <a:lnTo>
                  <a:pt x="4396" y="630"/>
                </a:lnTo>
                <a:lnTo>
                  <a:pt x="4281" y="630"/>
                </a:lnTo>
                <a:lnTo>
                  <a:pt x="4162" y="705"/>
                </a:lnTo>
                <a:lnTo>
                  <a:pt x="4043" y="780"/>
                </a:lnTo>
                <a:lnTo>
                  <a:pt x="3924" y="780"/>
                </a:lnTo>
                <a:lnTo>
                  <a:pt x="3810" y="780"/>
                </a:lnTo>
                <a:lnTo>
                  <a:pt x="3690" y="815"/>
                </a:lnTo>
                <a:lnTo>
                  <a:pt x="3571" y="780"/>
                </a:lnTo>
                <a:lnTo>
                  <a:pt x="3457" y="815"/>
                </a:lnTo>
                <a:lnTo>
                  <a:pt x="3377" y="931"/>
                </a:lnTo>
                <a:lnTo>
                  <a:pt x="3258" y="891"/>
                </a:lnTo>
                <a:lnTo>
                  <a:pt x="3139" y="745"/>
                </a:lnTo>
                <a:lnTo>
                  <a:pt x="3064" y="630"/>
                </a:lnTo>
                <a:lnTo>
                  <a:pt x="2906" y="595"/>
                </a:lnTo>
                <a:lnTo>
                  <a:pt x="2786" y="555"/>
                </a:lnTo>
                <a:lnTo>
                  <a:pt x="2667" y="485"/>
                </a:lnTo>
                <a:lnTo>
                  <a:pt x="2592" y="595"/>
                </a:lnTo>
                <a:lnTo>
                  <a:pt x="2473" y="705"/>
                </a:lnTo>
                <a:lnTo>
                  <a:pt x="2354" y="745"/>
                </a:lnTo>
                <a:lnTo>
                  <a:pt x="2275" y="855"/>
                </a:lnTo>
                <a:lnTo>
                  <a:pt x="2160" y="931"/>
                </a:lnTo>
                <a:lnTo>
                  <a:pt x="2041" y="1002"/>
                </a:lnTo>
                <a:lnTo>
                  <a:pt x="1962" y="891"/>
                </a:lnTo>
                <a:lnTo>
                  <a:pt x="1847" y="855"/>
                </a:lnTo>
                <a:lnTo>
                  <a:pt x="1688" y="780"/>
                </a:lnTo>
                <a:lnTo>
                  <a:pt x="1569" y="780"/>
                </a:lnTo>
                <a:lnTo>
                  <a:pt x="1450" y="705"/>
                </a:lnTo>
                <a:lnTo>
                  <a:pt x="1336" y="630"/>
                </a:lnTo>
                <a:lnTo>
                  <a:pt x="1217" y="555"/>
                </a:lnTo>
                <a:lnTo>
                  <a:pt x="1098" y="485"/>
                </a:lnTo>
                <a:lnTo>
                  <a:pt x="983" y="445"/>
                </a:lnTo>
                <a:lnTo>
                  <a:pt x="864" y="445"/>
                </a:lnTo>
                <a:lnTo>
                  <a:pt x="745" y="485"/>
                </a:lnTo>
                <a:lnTo>
                  <a:pt x="626" y="485"/>
                </a:lnTo>
                <a:lnTo>
                  <a:pt x="511" y="555"/>
                </a:lnTo>
                <a:lnTo>
                  <a:pt x="392" y="555"/>
                </a:lnTo>
                <a:lnTo>
                  <a:pt x="273" y="595"/>
                </a:lnTo>
                <a:lnTo>
                  <a:pt x="158" y="595"/>
                </a:lnTo>
                <a:lnTo>
                  <a:pt x="39" y="595"/>
                </a:lnTo>
                <a:lnTo>
                  <a:pt x="0" y="485"/>
                </a:lnTo>
                <a:lnTo>
                  <a:pt x="0" y="370"/>
                </a:lnTo>
                <a:lnTo>
                  <a:pt x="0" y="260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81D58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6983280" y="582480"/>
            <a:ext cx="971640" cy="47160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42920" y="3343320"/>
            <a:ext cx="7786800" cy="5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500.50     125.75   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8894.55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    745.55    345.23     123.45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 txBox="1"/>
          <p:nvPr/>
        </p:nvSpPr>
        <p:spPr>
          <a:xfrm>
            <a:off x="723960" y="1708200"/>
            <a:ext cx="7134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1       2      3      4       5      6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4321080" y="113976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1635120" y="113976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5673600" y="113976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297000" y="113976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2982960" y="113976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7016760" y="113976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8464680" y="1247760"/>
            <a:ext cx="667080" cy="267120"/>
          </a:xfrm>
          <a:custGeom>
            <a:avLst/>
            <a:gdLst/>
            <a:ahLst/>
            <a:rect l="0" t="0" r="r" b="b"/>
            <a:pathLst>
              <a:path w="1853" h="742">
                <a:moveTo>
                  <a:pt x="0" y="247"/>
                </a:moveTo>
                <a:lnTo>
                  <a:pt x="0" y="494"/>
                </a:lnTo>
                <a:lnTo>
                  <a:pt x="1297" y="494"/>
                </a:lnTo>
                <a:lnTo>
                  <a:pt x="1297" y="742"/>
                </a:lnTo>
                <a:lnTo>
                  <a:pt x="1853" y="371"/>
                </a:lnTo>
                <a:lnTo>
                  <a:pt x="1297" y="0"/>
                </a:lnTo>
                <a:lnTo>
                  <a:pt x="1297" y="247"/>
                </a:lnTo>
                <a:lnTo>
                  <a:pt x="0" y="247"/>
                </a:lnTo>
                <a:close/>
              </a:path>
            </a:pathLst>
          </a:cu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325440" y="573120"/>
            <a:ext cx="1312920" cy="77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TaxTotals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CountyTax</a:t>
            </a:r>
            <a:br>
              <a:rPr sz="20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2819520" y="133200"/>
            <a:ext cx="31291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Declaring Tables.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366840" y="1238400"/>
            <a:ext cx="781056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000000   000000    000000    000000    000000   000000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890640" y="2476440"/>
            <a:ext cx="6600960" cy="396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TaxTotals.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02  CountyTax  PIC 9(10)V99 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        OCCURS 26 TIMES.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</a:pPr>
            <a:r>
              <a:rPr lang="en-US" sz="32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          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 CountyTax  OCCURS 26 TIMES 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        PIC 9(10)V99.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e.g.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MOVE ZEROS TO TaxTotals.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MOVE 20 TO CountyTax(5).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8067600" y="1146240"/>
            <a:ext cx="311400" cy="530640"/>
          </a:xfrm>
          <a:custGeom>
            <a:avLst/>
            <a:gdLst/>
            <a:ahLst/>
            <a:rect l="0" t="0" r="r" b="b"/>
            <a:pathLst>
              <a:path w="865" h="1474">
                <a:moveTo>
                  <a:pt x="750" y="0"/>
                </a:moveTo>
                <a:lnTo>
                  <a:pt x="644" y="39"/>
                </a:lnTo>
                <a:lnTo>
                  <a:pt x="587" y="167"/>
                </a:lnTo>
                <a:lnTo>
                  <a:pt x="455" y="176"/>
                </a:lnTo>
                <a:lnTo>
                  <a:pt x="468" y="313"/>
                </a:lnTo>
                <a:lnTo>
                  <a:pt x="163" y="352"/>
                </a:lnTo>
                <a:lnTo>
                  <a:pt x="414" y="490"/>
                </a:lnTo>
                <a:lnTo>
                  <a:pt x="414" y="600"/>
                </a:lnTo>
                <a:lnTo>
                  <a:pt x="313" y="640"/>
                </a:lnTo>
                <a:lnTo>
                  <a:pt x="0" y="671"/>
                </a:lnTo>
                <a:lnTo>
                  <a:pt x="366" y="856"/>
                </a:lnTo>
                <a:lnTo>
                  <a:pt x="468" y="891"/>
                </a:lnTo>
                <a:lnTo>
                  <a:pt x="547" y="975"/>
                </a:lnTo>
                <a:lnTo>
                  <a:pt x="455" y="1072"/>
                </a:lnTo>
                <a:lnTo>
                  <a:pt x="361" y="1148"/>
                </a:lnTo>
                <a:lnTo>
                  <a:pt x="229" y="1188"/>
                </a:lnTo>
                <a:lnTo>
                  <a:pt x="123" y="1289"/>
                </a:lnTo>
                <a:lnTo>
                  <a:pt x="348" y="1377"/>
                </a:lnTo>
                <a:lnTo>
                  <a:pt x="450" y="1435"/>
                </a:lnTo>
                <a:lnTo>
                  <a:pt x="556" y="1435"/>
                </a:lnTo>
                <a:lnTo>
                  <a:pt x="671" y="1474"/>
                </a:lnTo>
                <a:lnTo>
                  <a:pt x="737" y="1448"/>
                </a:lnTo>
                <a:lnTo>
                  <a:pt x="812" y="1466"/>
                </a:lnTo>
                <a:lnTo>
                  <a:pt x="865" y="1443"/>
                </a:lnTo>
                <a:lnTo>
                  <a:pt x="865" y="1329"/>
                </a:lnTo>
                <a:lnTo>
                  <a:pt x="865" y="1223"/>
                </a:lnTo>
                <a:lnTo>
                  <a:pt x="865" y="1113"/>
                </a:lnTo>
                <a:lnTo>
                  <a:pt x="852" y="988"/>
                </a:lnTo>
                <a:lnTo>
                  <a:pt x="865" y="891"/>
                </a:lnTo>
                <a:lnTo>
                  <a:pt x="865" y="781"/>
                </a:lnTo>
                <a:lnTo>
                  <a:pt x="865" y="600"/>
                </a:lnTo>
                <a:lnTo>
                  <a:pt x="865" y="419"/>
                </a:lnTo>
                <a:lnTo>
                  <a:pt x="865" y="238"/>
                </a:lnTo>
                <a:lnTo>
                  <a:pt x="865" y="127"/>
                </a:lnTo>
                <a:lnTo>
                  <a:pt x="865" y="17"/>
                </a:lnTo>
                <a:lnTo>
                  <a:pt x="750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8312040" y="113364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"/>
          <p:cNvSpPr txBox="1"/>
          <p:nvPr/>
        </p:nvSpPr>
        <p:spPr>
          <a:xfrm>
            <a:off x="2305080" y="76320"/>
            <a:ext cx="45514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Group Items as Elements.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681120" y="1351080"/>
            <a:ext cx="716580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1       2      3     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4    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5      6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4307040" y="78264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1592280" y="78264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5664240" y="78264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225360" y="78264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2940120" y="782640"/>
            <a:ext cx="1357200" cy="557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7021440" y="782640"/>
            <a:ext cx="135720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8072280" y="789120"/>
            <a:ext cx="311400" cy="530640"/>
          </a:xfrm>
          <a:custGeom>
            <a:avLst/>
            <a:gdLst/>
            <a:ahLst/>
            <a:rect l="0" t="0" r="r" b="b"/>
            <a:pathLst>
              <a:path w="865" h="1474">
                <a:moveTo>
                  <a:pt x="750" y="0"/>
                </a:moveTo>
                <a:lnTo>
                  <a:pt x="644" y="39"/>
                </a:lnTo>
                <a:lnTo>
                  <a:pt x="587" y="167"/>
                </a:lnTo>
                <a:lnTo>
                  <a:pt x="455" y="176"/>
                </a:lnTo>
                <a:lnTo>
                  <a:pt x="468" y="313"/>
                </a:lnTo>
                <a:lnTo>
                  <a:pt x="163" y="352"/>
                </a:lnTo>
                <a:lnTo>
                  <a:pt x="414" y="490"/>
                </a:lnTo>
                <a:lnTo>
                  <a:pt x="414" y="600"/>
                </a:lnTo>
                <a:lnTo>
                  <a:pt x="313" y="640"/>
                </a:lnTo>
                <a:lnTo>
                  <a:pt x="0" y="671"/>
                </a:lnTo>
                <a:lnTo>
                  <a:pt x="366" y="856"/>
                </a:lnTo>
                <a:lnTo>
                  <a:pt x="468" y="891"/>
                </a:lnTo>
                <a:lnTo>
                  <a:pt x="547" y="975"/>
                </a:lnTo>
                <a:lnTo>
                  <a:pt x="455" y="1072"/>
                </a:lnTo>
                <a:lnTo>
                  <a:pt x="361" y="1148"/>
                </a:lnTo>
                <a:lnTo>
                  <a:pt x="229" y="1188"/>
                </a:lnTo>
                <a:lnTo>
                  <a:pt x="123" y="1289"/>
                </a:lnTo>
                <a:lnTo>
                  <a:pt x="348" y="1377"/>
                </a:lnTo>
                <a:lnTo>
                  <a:pt x="450" y="1435"/>
                </a:lnTo>
                <a:lnTo>
                  <a:pt x="556" y="1435"/>
                </a:lnTo>
                <a:lnTo>
                  <a:pt x="671" y="1474"/>
                </a:lnTo>
                <a:lnTo>
                  <a:pt x="737" y="1448"/>
                </a:lnTo>
                <a:lnTo>
                  <a:pt x="812" y="1466"/>
                </a:lnTo>
                <a:lnTo>
                  <a:pt x="865" y="1443"/>
                </a:lnTo>
                <a:lnTo>
                  <a:pt x="865" y="1329"/>
                </a:lnTo>
                <a:lnTo>
                  <a:pt x="865" y="1223"/>
                </a:lnTo>
                <a:lnTo>
                  <a:pt x="865" y="1113"/>
                </a:lnTo>
                <a:lnTo>
                  <a:pt x="852" y="988"/>
                </a:lnTo>
                <a:lnTo>
                  <a:pt x="865" y="891"/>
                </a:lnTo>
                <a:lnTo>
                  <a:pt x="865" y="781"/>
                </a:lnTo>
                <a:lnTo>
                  <a:pt x="865" y="600"/>
                </a:lnTo>
                <a:lnTo>
                  <a:pt x="865" y="419"/>
                </a:lnTo>
                <a:lnTo>
                  <a:pt x="865" y="238"/>
                </a:lnTo>
                <a:lnTo>
                  <a:pt x="865" y="127"/>
                </a:lnTo>
                <a:lnTo>
                  <a:pt x="865" y="17"/>
                </a:lnTo>
                <a:lnTo>
                  <a:pt x="750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8317080" y="77616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8421840" y="890640"/>
            <a:ext cx="667080" cy="267120"/>
          </a:xfrm>
          <a:custGeom>
            <a:avLst/>
            <a:gdLst/>
            <a:ahLst/>
            <a:rect l="0" t="0" r="r" b="b"/>
            <a:pathLst>
              <a:path w="1853" h="742">
                <a:moveTo>
                  <a:pt x="0" y="247"/>
                </a:moveTo>
                <a:lnTo>
                  <a:pt x="0" y="494"/>
                </a:lnTo>
                <a:lnTo>
                  <a:pt x="1297" y="494"/>
                </a:lnTo>
                <a:lnTo>
                  <a:pt x="1297" y="742"/>
                </a:lnTo>
                <a:lnTo>
                  <a:pt x="1853" y="371"/>
                </a:lnTo>
                <a:lnTo>
                  <a:pt x="1297" y="0"/>
                </a:lnTo>
                <a:lnTo>
                  <a:pt x="1297" y="247"/>
                </a:lnTo>
                <a:lnTo>
                  <a:pt x="0" y="247"/>
                </a:lnTo>
                <a:close/>
              </a:path>
            </a:pathLst>
          </a:cu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282600" y="447840"/>
            <a:ext cx="1422360" cy="3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TaxTotals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871560" y="800280"/>
            <a:ext cx="0" cy="54288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2238480" y="781200"/>
            <a:ext cx="0" cy="54288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3595680" y="781200"/>
            <a:ext cx="0" cy="54288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4967280" y="795240"/>
            <a:ext cx="0" cy="54288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6353280" y="795240"/>
            <a:ext cx="0" cy="54288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1978200" y="2506680"/>
            <a:ext cx="3286080" cy="557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7686720" y="795240"/>
            <a:ext cx="0" cy="54288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3619440" y="2514600"/>
            <a:ext cx="0" cy="53352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2228760" y="3186000"/>
            <a:ext cx="2800440" cy="90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CountyTax     PayerCount</a:t>
            </a:r>
            <a:br>
              <a:rPr sz="20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CountyTaxDetails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 flipH="1">
            <a:off x="1986120" y="1343160"/>
            <a:ext cx="957240" cy="115704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4286160" y="1328760"/>
            <a:ext cx="971640" cy="118584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2952720" y="790560"/>
            <a:ext cx="1371600" cy="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2957400" y="785880"/>
            <a:ext cx="0" cy="54288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4295880" y="795240"/>
            <a:ext cx="0" cy="54288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561960" y="3859200"/>
            <a:ext cx="7699320" cy="270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2041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TaxTotals.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02  CountyTaxDetails OCCURS 26 TIMES.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03  CountyTax    PIC 9(10)V99.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03  PayerCount   PIC 9(7).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2041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e.g.  MOVE 25 TO PayerCount(2).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MOVE 67 TO  CountyTax(5).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MOVE ZEROS TO CountyTaxDetails(3).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1724040" y="866880"/>
            <a:ext cx="4481640" cy="21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321"/>
              </a:spcBef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25              67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321"/>
              </a:spcBef>
            </a:pPr>
            <a:br>
              <a:rPr sz="2800"/>
            </a:br>
            <a:br>
              <a:rPr sz="2800"/>
            </a:br>
            <a:br>
              <a:rPr sz="2800"/>
            </a:b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000000  000000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"/>
          <p:cNvSpPr txBox="1"/>
          <p:nvPr/>
        </p:nvSpPr>
        <p:spPr>
          <a:xfrm>
            <a:off x="2190600" y="133200"/>
            <a:ext cx="50450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PERFORM..VARYING Syntax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6" name=""/>
          <p:cNvPicPr/>
          <p:nvPr/>
        </p:nvPicPr>
        <p:blipFill>
          <a:blip r:embed="rId1"/>
          <a:stretch/>
        </p:blipFill>
        <p:spPr>
          <a:xfrm>
            <a:off x="625320" y="1008000"/>
            <a:ext cx="7694640" cy="5122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"/>
          <p:cNvSpPr/>
          <p:nvPr/>
        </p:nvSpPr>
        <p:spPr>
          <a:xfrm>
            <a:off x="6377040" y="4971960"/>
            <a:ext cx="2104920" cy="1409760"/>
          </a:xfrm>
          <a:prstGeom prst="rect">
            <a:avLst/>
          </a:pr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1017720" y="155520"/>
            <a:ext cx="6230880" cy="17352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839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VARYING Idx1 FROM 1 BY 1 UNTIL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Idx1 EQUAL TO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DISPLAY 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995400" y="81000"/>
            <a:ext cx="6358320" cy="609840"/>
          </a:xfrm>
          <a:custGeom>
            <a:avLst/>
            <a:gdLst/>
            <a:ahLst/>
            <a:rect l="0" t="0" r="r" b="b"/>
            <a:pathLst>
              <a:path w="17662" h="1694">
                <a:moveTo>
                  <a:pt x="39" y="0"/>
                </a:moveTo>
                <a:lnTo>
                  <a:pt x="17610" y="0"/>
                </a:lnTo>
                <a:lnTo>
                  <a:pt x="17610" y="1694"/>
                </a:lnTo>
                <a:lnTo>
                  <a:pt x="17662" y="1575"/>
                </a:lnTo>
                <a:lnTo>
                  <a:pt x="17543" y="1575"/>
                </a:lnTo>
                <a:lnTo>
                  <a:pt x="17424" y="1535"/>
                </a:lnTo>
                <a:lnTo>
                  <a:pt x="17305" y="1456"/>
                </a:lnTo>
                <a:lnTo>
                  <a:pt x="17186" y="1376"/>
                </a:lnTo>
                <a:lnTo>
                  <a:pt x="17186" y="1257"/>
                </a:lnTo>
                <a:lnTo>
                  <a:pt x="17067" y="1138"/>
                </a:lnTo>
                <a:lnTo>
                  <a:pt x="17027" y="1257"/>
                </a:lnTo>
                <a:lnTo>
                  <a:pt x="16908" y="1297"/>
                </a:lnTo>
                <a:lnTo>
                  <a:pt x="16829" y="1178"/>
                </a:lnTo>
                <a:lnTo>
                  <a:pt x="16789" y="1059"/>
                </a:lnTo>
                <a:lnTo>
                  <a:pt x="16670" y="940"/>
                </a:lnTo>
                <a:lnTo>
                  <a:pt x="16551" y="900"/>
                </a:lnTo>
                <a:lnTo>
                  <a:pt x="16512" y="1019"/>
                </a:lnTo>
                <a:lnTo>
                  <a:pt x="16512" y="1138"/>
                </a:lnTo>
                <a:lnTo>
                  <a:pt x="16392" y="1059"/>
                </a:lnTo>
                <a:lnTo>
                  <a:pt x="16392" y="940"/>
                </a:lnTo>
                <a:lnTo>
                  <a:pt x="16273" y="860"/>
                </a:lnTo>
                <a:lnTo>
                  <a:pt x="16154" y="780"/>
                </a:lnTo>
                <a:lnTo>
                  <a:pt x="16035" y="740"/>
                </a:lnTo>
                <a:lnTo>
                  <a:pt x="15916" y="740"/>
                </a:lnTo>
                <a:lnTo>
                  <a:pt x="15797" y="780"/>
                </a:lnTo>
                <a:lnTo>
                  <a:pt x="15599" y="860"/>
                </a:lnTo>
                <a:lnTo>
                  <a:pt x="15480" y="900"/>
                </a:lnTo>
                <a:lnTo>
                  <a:pt x="15361" y="940"/>
                </a:lnTo>
                <a:lnTo>
                  <a:pt x="15242" y="940"/>
                </a:lnTo>
                <a:lnTo>
                  <a:pt x="15122" y="979"/>
                </a:lnTo>
                <a:lnTo>
                  <a:pt x="15003" y="1059"/>
                </a:lnTo>
                <a:lnTo>
                  <a:pt x="14884" y="1099"/>
                </a:lnTo>
                <a:lnTo>
                  <a:pt x="14765" y="1099"/>
                </a:lnTo>
                <a:lnTo>
                  <a:pt x="14646" y="1059"/>
                </a:lnTo>
                <a:lnTo>
                  <a:pt x="14527" y="979"/>
                </a:lnTo>
                <a:lnTo>
                  <a:pt x="14408" y="900"/>
                </a:lnTo>
                <a:lnTo>
                  <a:pt x="14329" y="780"/>
                </a:lnTo>
                <a:lnTo>
                  <a:pt x="14210" y="701"/>
                </a:lnTo>
                <a:lnTo>
                  <a:pt x="14091" y="621"/>
                </a:lnTo>
                <a:lnTo>
                  <a:pt x="14011" y="740"/>
                </a:lnTo>
                <a:lnTo>
                  <a:pt x="13852" y="860"/>
                </a:lnTo>
                <a:lnTo>
                  <a:pt x="13773" y="979"/>
                </a:lnTo>
                <a:lnTo>
                  <a:pt x="13654" y="1019"/>
                </a:lnTo>
                <a:lnTo>
                  <a:pt x="13535" y="979"/>
                </a:lnTo>
                <a:lnTo>
                  <a:pt x="13416" y="900"/>
                </a:lnTo>
                <a:lnTo>
                  <a:pt x="13297" y="820"/>
                </a:lnTo>
                <a:lnTo>
                  <a:pt x="13137" y="740"/>
                </a:lnTo>
                <a:lnTo>
                  <a:pt x="13018" y="661"/>
                </a:lnTo>
                <a:lnTo>
                  <a:pt x="12899" y="661"/>
                </a:lnTo>
                <a:lnTo>
                  <a:pt x="12780" y="621"/>
                </a:lnTo>
                <a:lnTo>
                  <a:pt x="12661" y="661"/>
                </a:lnTo>
                <a:lnTo>
                  <a:pt x="12502" y="740"/>
                </a:lnTo>
                <a:lnTo>
                  <a:pt x="12383" y="780"/>
                </a:lnTo>
                <a:lnTo>
                  <a:pt x="12264" y="740"/>
                </a:lnTo>
                <a:lnTo>
                  <a:pt x="12145" y="740"/>
                </a:lnTo>
                <a:lnTo>
                  <a:pt x="11986" y="740"/>
                </a:lnTo>
                <a:lnTo>
                  <a:pt x="11867" y="780"/>
                </a:lnTo>
                <a:lnTo>
                  <a:pt x="11708" y="820"/>
                </a:lnTo>
                <a:lnTo>
                  <a:pt x="11629" y="701"/>
                </a:lnTo>
                <a:lnTo>
                  <a:pt x="11510" y="621"/>
                </a:lnTo>
                <a:lnTo>
                  <a:pt x="11391" y="542"/>
                </a:lnTo>
                <a:lnTo>
                  <a:pt x="11272" y="502"/>
                </a:lnTo>
                <a:lnTo>
                  <a:pt x="11153" y="463"/>
                </a:lnTo>
                <a:lnTo>
                  <a:pt x="11034" y="542"/>
                </a:lnTo>
                <a:lnTo>
                  <a:pt x="10915" y="621"/>
                </a:lnTo>
                <a:lnTo>
                  <a:pt x="10796" y="661"/>
                </a:lnTo>
                <a:lnTo>
                  <a:pt x="10676" y="740"/>
                </a:lnTo>
                <a:lnTo>
                  <a:pt x="10557" y="740"/>
                </a:lnTo>
                <a:lnTo>
                  <a:pt x="10438" y="780"/>
                </a:lnTo>
                <a:lnTo>
                  <a:pt x="10280" y="820"/>
                </a:lnTo>
                <a:lnTo>
                  <a:pt x="10121" y="820"/>
                </a:lnTo>
                <a:lnTo>
                  <a:pt x="9922" y="900"/>
                </a:lnTo>
                <a:lnTo>
                  <a:pt x="9764" y="979"/>
                </a:lnTo>
                <a:lnTo>
                  <a:pt x="9645" y="1019"/>
                </a:lnTo>
                <a:lnTo>
                  <a:pt x="9526" y="940"/>
                </a:lnTo>
                <a:lnTo>
                  <a:pt x="9406" y="900"/>
                </a:lnTo>
                <a:lnTo>
                  <a:pt x="9287" y="860"/>
                </a:lnTo>
                <a:lnTo>
                  <a:pt x="9168" y="900"/>
                </a:lnTo>
                <a:lnTo>
                  <a:pt x="9049" y="900"/>
                </a:lnTo>
                <a:lnTo>
                  <a:pt x="8930" y="940"/>
                </a:lnTo>
                <a:lnTo>
                  <a:pt x="8811" y="979"/>
                </a:lnTo>
                <a:lnTo>
                  <a:pt x="8652" y="979"/>
                </a:lnTo>
                <a:lnTo>
                  <a:pt x="8533" y="979"/>
                </a:lnTo>
                <a:lnTo>
                  <a:pt x="8375" y="900"/>
                </a:lnTo>
                <a:lnTo>
                  <a:pt x="8256" y="820"/>
                </a:lnTo>
                <a:lnTo>
                  <a:pt x="8136" y="740"/>
                </a:lnTo>
                <a:lnTo>
                  <a:pt x="8017" y="661"/>
                </a:lnTo>
                <a:lnTo>
                  <a:pt x="7898" y="621"/>
                </a:lnTo>
                <a:lnTo>
                  <a:pt x="7779" y="661"/>
                </a:lnTo>
                <a:lnTo>
                  <a:pt x="7660" y="701"/>
                </a:lnTo>
                <a:lnTo>
                  <a:pt x="7501" y="740"/>
                </a:lnTo>
                <a:lnTo>
                  <a:pt x="7382" y="780"/>
                </a:lnTo>
                <a:lnTo>
                  <a:pt x="7263" y="860"/>
                </a:lnTo>
                <a:lnTo>
                  <a:pt x="7144" y="940"/>
                </a:lnTo>
                <a:lnTo>
                  <a:pt x="7025" y="979"/>
                </a:lnTo>
                <a:lnTo>
                  <a:pt x="6906" y="1099"/>
                </a:lnTo>
                <a:lnTo>
                  <a:pt x="6787" y="1059"/>
                </a:lnTo>
                <a:lnTo>
                  <a:pt x="6668" y="979"/>
                </a:lnTo>
                <a:lnTo>
                  <a:pt x="6549" y="900"/>
                </a:lnTo>
                <a:lnTo>
                  <a:pt x="6390" y="900"/>
                </a:lnTo>
                <a:lnTo>
                  <a:pt x="6231" y="860"/>
                </a:lnTo>
                <a:lnTo>
                  <a:pt x="6112" y="820"/>
                </a:lnTo>
                <a:lnTo>
                  <a:pt x="5993" y="740"/>
                </a:lnTo>
                <a:lnTo>
                  <a:pt x="5874" y="661"/>
                </a:lnTo>
                <a:lnTo>
                  <a:pt x="5755" y="661"/>
                </a:lnTo>
                <a:lnTo>
                  <a:pt x="5557" y="621"/>
                </a:lnTo>
                <a:lnTo>
                  <a:pt x="5438" y="582"/>
                </a:lnTo>
                <a:lnTo>
                  <a:pt x="5319" y="701"/>
                </a:lnTo>
                <a:lnTo>
                  <a:pt x="5279" y="820"/>
                </a:lnTo>
                <a:lnTo>
                  <a:pt x="5200" y="940"/>
                </a:lnTo>
                <a:lnTo>
                  <a:pt x="5080" y="979"/>
                </a:lnTo>
                <a:lnTo>
                  <a:pt x="4961" y="979"/>
                </a:lnTo>
                <a:lnTo>
                  <a:pt x="4803" y="979"/>
                </a:lnTo>
                <a:lnTo>
                  <a:pt x="4684" y="979"/>
                </a:lnTo>
                <a:lnTo>
                  <a:pt x="4565" y="1059"/>
                </a:lnTo>
                <a:lnTo>
                  <a:pt x="4445" y="1138"/>
                </a:lnTo>
                <a:lnTo>
                  <a:pt x="4325" y="1138"/>
                </a:lnTo>
                <a:lnTo>
                  <a:pt x="4206" y="1138"/>
                </a:lnTo>
                <a:lnTo>
                  <a:pt x="4087" y="1099"/>
                </a:lnTo>
                <a:lnTo>
                  <a:pt x="3929" y="1099"/>
                </a:lnTo>
                <a:lnTo>
                  <a:pt x="3809" y="1059"/>
                </a:lnTo>
                <a:lnTo>
                  <a:pt x="3690" y="1059"/>
                </a:lnTo>
                <a:lnTo>
                  <a:pt x="3571" y="979"/>
                </a:lnTo>
                <a:lnTo>
                  <a:pt x="3413" y="900"/>
                </a:lnTo>
                <a:lnTo>
                  <a:pt x="3294" y="900"/>
                </a:lnTo>
                <a:lnTo>
                  <a:pt x="3174" y="820"/>
                </a:lnTo>
                <a:lnTo>
                  <a:pt x="3055" y="740"/>
                </a:lnTo>
                <a:lnTo>
                  <a:pt x="2897" y="621"/>
                </a:lnTo>
                <a:lnTo>
                  <a:pt x="2778" y="582"/>
                </a:lnTo>
                <a:lnTo>
                  <a:pt x="2619" y="740"/>
                </a:lnTo>
                <a:lnTo>
                  <a:pt x="2500" y="820"/>
                </a:lnTo>
                <a:lnTo>
                  <a:pt x="2301" y="940"/>
                </a:lnTo>
                <a:lnTo>
                  <a:pt x="2143" y="1019"/>
                </a:lnTo>
                <a:lnTo>
                  <a:pt x="1944" y="1059"/>
                </a:lnTo>
                <a:lnTo>
                  <a:pt x="1825" y="1099"/>
                </a:lnTo>
                <a:lnTo>
                  <a:pt x="1706" y="1099"/>
                </a:lnTo>
                <a:lnTo>
                  <a:pt x="1508" y="1059"/>
                </a:lnTo>
                <a:lnTo>
                  <a:pt x="1389" y="1059"/>
                </a:lnTo>
                <a:lnTo>
                  <a:pt x="1270" y="979"/>
                </a:lnTo>
                <a:lnTo>
                  <a:pt x="1150" y="979"/>
                </a:lnTo>
                <a:lnTo>
                  <a:pt x="992" y="1059"/>
                </a:lnTo>
                <a:lnTo>
                  <a:pt x="873" y="1099"/>
                </a:lnTo>
                <a:lnTo>
                  <a:pt x="754" y="1099"/>
                </a:lnTo>
                <a:lnTo>
                  <a:pt x="635" y="1138"/>
                </a:lnTo>
                <a:lnTo>
                  <a:pt x="515" y="1138"/>
                </a:lnTo>
                <a:lnTo>
                  <a:pt x="357" y="1178"/>
                </a:lnTo>
                <a:lnTo>
                  <a:pt x="238" y="1218"/>
                </a:lnTo>
                <a:lnTo>
                  <a:pt x="119" y="1218"/>
                </a:lnTo>
                <a:lnTo>
                  <a:pt x="0" y="1218"/>
                </a:lnTo>
                <a:lnTo>
                  <a:pt x="39" y="0"/>
                </a:lnTo>
                <a:close/>
              </a:path>
            </a:pathLst>
          </a:cu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1352520" y="3559320"/>
            <a:ext cx="1871640" cy="3014640"/>
          </a:xfrm>
          <a:prstGeom prst="roundRect">
            <a:avLst/>
          </a:prstGeom>
          <a:noFill/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3206880" y="604188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3216240" y="4489560"/>
            <a:ext cx="0" cy="5047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3224160" y="2058840"/>
            <a:ext cx="0" cy="215748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2700360" y="4037040"/>
            <a:ext cx="1019160" cy="628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2567160" y="5126040"/>
            <a:ext cx="14032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3511440" y="4008600"/>
            <a:ext cx="790560" cy="34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2411280" y="2755800"/>
            <a:ext cx="178452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3225960" y="3193920"/>
            <a:ext cx="0" cy="35244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 flipH="1">
            <a:off x="3664080" y="4356000"/>
            <a:ext cx="1476360" cy="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4713120" y="4151160"/>
            <a:ext cx="18730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Statement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3220920" y="220824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2025720" y="357516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 flipV="1">
            <a:off x="1363680" y="41893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 flipH="1">
            <a:off x="2197080" y="6561000"/>
            <a:ext cx="33336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2738520" y="5654520"/>
            <a:ext cx="106056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3201840" y="4603680"/>
            <a:ext cx="60012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 flipV="1">
            <a:off x="1363680" y="56275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4202280" y="435600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5587920" y="2265480"/>
            <a:ext cx="507960" cy="45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5292720" y="2511360"/>
            <a:ext cx="971640" cy="47160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"/>
          <p:cNvSpPr/>
          <p:nvPr/>
        </p:nvSpPr>
        <p:spPr>
          <a:xfrm>
            <a:off x="6377040" y="4971960"/>
            <a:ext cx="2104920" cy="1409760"/>
          </a:xfrm>
          <a:prstGeom prst="rect">
            <a:avLst/>
          </a:pr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017720" y="155520"/>
            <a:ext cx="6230880" cy="17352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839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VARYING Idx1 FROM 1 BY 1 UNTIL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Idx1 EQUAL TO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DISPLAY 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995400" y="81000"/>
            <a:ext cx="6358320" cy="609840"/>
          </a:xfrm>
          <a:custGeom>
            <a:avLst/>
            <a:gdLst/>
            <a:ahLst/>
            <a:rect l="0" t="0" r="r" b="b"/>
            <a:pathLst>
              <a:path w="17662" h="1694">
                <a:moveTo>
                  <a:pt x="39" y="0"/>
                </a:moveTo>
                <a:lnTo>
                  <a:pt x="17610" y="0"/>
                </a:lnTo>
                <a:lnTo>
                  <a:pt x="17610" y="1694"/>
                </a:lnTo>
                <a:lnTo>
                  <a:pt x="17662" y="1575"/>
                </a:lnTo>
                <a:lnTo>
                  <a:pt x="17543" y="1575"/>
                </a:lnTo>
                <a:lnTo>
                  <a:pt x="17424" y="1535"/>
                </a:lnTo>
                <a:lnTo>
                  <a:pt x="17305" y="1456"/>
                </a:lnTo>
                <a:lnTo>
                  <a:pt x="17186" y="1376"/>
                </a:lnTo>
                <a:lnTo>
                  <a:pt x="17186" y="1257"/>
                </a:lnTo>
                <a:lnTo>
                  <a:pt x="17067" y="1138"/>
                </a:lnTo>
                <a:lnTo>
                  <a:pt x="17027" y="1257"/>
                </a:lnTo>
                <a:lnTo>
                  <a:pt x="16908" y="1297"/>
                </a:lnTo>
                <a:lnTo>
                  <a:pt x="16829" y="1178"/>
                </a:lnTo>
                <a:lnTo>
                  <a:pt x="16789" y="1059"/>
                </a:lnTo>
                <a:lnTo>
                  <a:pt x="16670" y="940"/>
                </a:lnTo>
                <a:lnTo>
                  <a:pt x="16551" y="900"/>
                </a:lnTo>
                <a:lnTo>
                  <a:pt x="16512" y="1019"/>
                </a:lnTo>
                <a:lnTo>
                  <a:pt x="16512" y="1138"/>
                </a:lnTo>
                <a:lnTo>
                  <a:pt x="16392" y="1059"/>
                </a:lnTo>
                <a:lnTo>
                  <a:pt x="16392" y="940"/>
                </a:lnTo>
                <a:lnTo>
                  <a:pt x="16273" y="860"/>
                </a:lnTo>
                <a:lnTo>
                  <a:pt x="16154" y="780"/>
                </a:lnTo>
                <a:lnTo>
                  <a:pt x="16035" y="740"/>
                </a:lnTo>
                <a:lnTo>
                  <a:pt x="15916" y="740"/>
                </a:lnTo>
                <a:lnTo>
                  <a:pt x="15797" y="780"/>
                </a:lnTo>
                <a:lnTo>
                  <a:pt x="15599" y="860"/>
                </a:lnTo>
                <a:lnTo>
                  <a:pt x="15480" y="900"/>
                </a:lnTo>
                <a:lnTo>
                  <a:pt x="15361" y="940"/>
                </a:lnTo>
                <a:lnTo>
                  <a:pt x="15242" y="940"/>
                </a:lnTo>
                <a:lnTo>
                  <a:pt x="15122" y="979"/>
                </a:lnTo>
                <a:lnTo>
                  <a:pt x="15003" y="1059"/>
                </a:lnTo>
                <a:lnTo>
                  <a:pt x="14884" y="1099"/>
                </a:lnTo>
                <a:lnTo>
                  <a:pt x="14765" y="1099"/>
                </a:lnTo>
                <a:lnTo>
                  <a:pt x="14646" y="1059"/>
                </a:lnTo>
                <a:lnTo>
                  <a:pt x="14527" y="979"/>
                </a:lnTo>
                <a:lnTo>
                  <a:pt x="14408" y="900"/>
                </a:lnTo>
                <a:lnTo>
                  <a:pt x="14329" y="780"/>
                </a:lnTo>
                <a:lnTo>
                  <a:pt x="14210" y="701"/>
                </a:lnTo>
                <a:lnTo>
                  <a:pt x="14091" y="621"/>
                </a:lnTo>
                <a:lnTo>
                  <a:pt x="14011" y="740"/>
                </a:lnTo>
                <a:lnTo>
                  <a:pt x="13852" y="860"/>
                </a:lnTo>
                <a:lnTo>
                  <a:pt x="13773" y="979"/>
                </a:lnTo>
                <a:lnTo>
                  <a:pt x="13654" y="1019"/>
                </a:lnTo>
                <a:lnTo>
                  <a:pt x="13535" y="979"/>
                </a:lnTo>
                <a:lnTo>
                  <a:pt x="13416" y="900"/>
                </a:lnTo>
                <a:lnTo>
                  <a:pt x="13297" y="820"/>
                </a:lnTo>
                <a:lnTo>
                  <a:pt x="13137" y="740"/>
                </a:lnTo>
                <a:lnTo>
                  <a:pt x="13018" y="661"/>
                </a:lnTo>
                <a:lnTo>
                  <a:pt x="12899" y="661"/>
                </a:lnTo>
                <a:lnTo>
                  <a:pt x="12780" y="621"/>
                </a:lnTo>
                <a:lnTo>
                  <a:pt x="12661" y="661"/>
                </a:lnTo>
                <a:lnTo>
                  <a:pt x="12502" y="740"/>
                </a:lnTo>
                <a:lnTo>
                  <a:pt x="12383" y="780"/>
                </a:lnTo>
                <a:lnTo>
                  <a:pt x="12264" y="740"/>
                </a:lnTo>
                <a:lnTo>
                  <a:pt x="12145" y="740"/>
                </a:lnTo>
                <a:lnTo>
                  <a:pt x="11986" y="740"/>
                </a:lnTo>
                <a:lnTo>
                  <a:pt x="11867" y="780"/>
                </a:lnTo>
                <a:lnTo>
                  <a:pt x="11708" y="820"/>
                </a:lnTo>
                <a:lnTo>
                  <a:pt x="11629" y="701"/>
                </a:lnTo>
                <a:lnTo>
                  <a:pt x="11510" y="621"/>
                </a:lnTo>
                <a:lnTo>
                  <a:pt x="11391" y="542"/>
                </a:lnTo>
                <a:lnTo>
                  <a:pt x="11272" y="502"/>
                </a:lnTo>
                <a:lnTo>
                  <a:pt x="11153" y="463"/>
                </a:lnTo>
                <a:lnTo>
                  <a:pt x="11034" y="542"/>
                </a:lnTo>
                <a:lnTo>
                  <a:pt x="10915" y="621"/>
                </a:lnTo>
                <a:lnTo>
                  <a:pt x="10796" y="661"/>
                </a:lnTo>
                <a:lnTo>
                  <a:pt x="10676" y="740"/>
                </a:lnTo>
                <a:lnTo>
                  <a:pt x="10557" y="740"/>
                </a:lnTo>
                <a:lnTo>
                  <a:pt x="10438" y="780"/>
                </a:lnTo>
                <a:lnTo>
                  <a:pt x="10280" y="820"/>
                </a:lnTo>
                <a:lnTo>
                  <a:pt x="10121" y="820"/>
                </a:lnTo>
                <a:lnTo>
                  <a:pt x="9922" y="900"/>
                </a:lnTo>
                <a:lnTo>
                  <a:pt x="9764" y="979"/>
                </a:lnTo>
                <a:lnTo>
                  <a:pt x="9645" y="1019"/>
                </a:lnTo>
                <a:lnTo>
                  <a:pt x="9526" y="940"/>
                </a:lnTo>
                <a:lnTo>
                  <a:pt x="9406" y="900"/>
                </a:lnTo>
                <a:lnTo>
                  <a:pt x="9287" y="860"/>
                </a:lnTo>
                <a:lnTo>
                  <a:pt x="9168" y="900"/>
                </a:lnTo>
                <a:lnTo>
                  <a:pt x="9049" y="900"/>
                </a:lnTo>
                <a:lnTo>
                  <a:pt x="8930" y="940"/>
                </a:lnTo>
                <a:lnTo>
                  <a:pt x="8811" y="979"/>
                </a:lnTo>
                <a:lnTo>
                  <a:pt x="8652" y="979"/>
                </a:lnTo>
                <a:lnTo>
                  <a:pt x="8533" y="979"/>
                </a:lnTo>
                <a:lnTo>
                  <a:pt x="8375" y="900"/>
                </a:lnTo>
                <a:lnTo>
                  <a:pt x="8256" y="820"/>
                </a:lnTo>
                <a:lnTo>
                  <a:pt x="8136" y="740"/>
                </a:lnTo>
                <a:lnTo>
                  <a:pt x="8017" y="661"/>
                </a:lnTo>
                <a:lnTo>
                  <a:pt x="7898" y="621"/>
                </a:lnTo>
                <a:lnTo>
                  <a:pt x="7779" y="661"/>
                </a:lnTo>
                <a:lnTo>
                  <a:pt x="7660" y="701"/>
                </a:lnTo>
                <a:lnTo>
                  <a:pt x="7501" y="740"/>
                </a:lnTo>
                <a:lnTo>
                  <a:pt x="7382" y="780"/>
                </a:lnTo>
                <a:lnTo>
                  <a:pt x="7263" y="860"/>
                </a:lnTo>
                <a:lnTo>
                  <a:pt x="7144" y="940"/>
                </a:lnTo>
                <a:lnTo>
                  <a:pt x="7025" y="979"/>
                </a:lnTo>
                <a:lnTo>
                  <a:pt x="6906" y="1099"/>
                </a:lnTo>
                <a:lnTo>
                  <a:pt x="6787" y="1059"/>
                </a:lnTo>
                <a:lnTo>
                  <a:pt x="6668" y="979"/>
                </a:lnTo>
                <a:lnTo>
                  <a:pt x="6549" y="900"/>
                </a:lnTo>
                <a:lnTo>
                  <a:pt x="6390" y="900"/>
                </a:lnTo>
                <a:lnTo>
                  <a:pt x="6231" y="860"/>
                </a:lnTo>
                <a:lnTo>
                  <a:pt x="6112" y="820"/>
                </a:lnTo>
                <a:lnTo>
                  <a:pt x="5993" y="740"/>
                </a:lnTo>
                <a:lnTo>
                  <a:pt x="5874" y="661"/>
                </a:lnTo>
                <a:lnTo>
                  <a:pt x="5755" y="661"/>
                </a:lnTo>
                <a:lnTo>
                  <a:pt x="5557" y="621"/>
                </a:lnTo>
                <a:lnTo>
                  <a:pt x="5438" y="582"/>
                </a:lnTo>
                <a:lnTo>
                  <a:pt x="5319" y="701"/>
                </a:lnTo>
                <a:lnTo>
                  <a:pt x="5279" y="820"/>
                </a:lnTo>
                <a:lnTo>
                  <a:pt x="5200" y="940"/>
                </a:lnTo>
                <a:lnTo>
                  <a:pt x="5080" y="979"/>
                </a:lnTo>
                <a:lnTo>
                  <a:pt x="4961" y="979"/>
                </a:lnTo>
                <a:lnTo>
                  <a:pt x="4803" y="979"/>
                </a:lnTo>
                <a:lnTo>
                  <a:pt x="4684" y="979"/>
                </a:lnTo>
                <a:lnTo>
                  <a:pt x="4565" y="1059"/>
                </a:lnTo>
                <a:lnTo>
                  <a:pt x="4445" y="1138"/>
                </a:lnTo>
                <a:lnTo>
                  <a:pt x="4325" y="1138"/>
                </a:lnTo>
                <a:lnTo>
                  <a:pt x="4206" y="1138"/>
                </a:lnTo>
                <a:lnTo>
                  <a:pt x="4087" y="1099"/>
                </a:lnTo>
                <a:lnTo>
                  <a:pt x="3929" y="1099"/>
                </a:lnTo>
                <a:lnTo>
                  <a:pt x="3809" y="1059"/>
                </a:lnTo>
                <a:lnTo>
                  <a:pt x="3690" y="1059"/>
                </a:lnTo>
                <a:lnTo>
                  <a:pt x="3571" y="979"/>
                </a:lnTo>
                <a:lnTo>
                  <a:pt x="3413" y="900"/>
                </a:lnTo>
                <a:lnTo>
                  <a:pt x="3294" y="900"/>
                </a:lnTo>
                <a:lnTo>
                  <a:pt x="3174" y="820"/>
                </a:lnTo>
                <a:lnTo>
                  <a:pt x="3055" y="740"/>
                </a:lnTo>
                <a:lnTo>
                  <a:pt x="2897" y="621"/>
                </a:lnTo>
                <a:lnTo>
                  <a:pt x="2778" y="582"/>
                </a:lnTo>
                <a:lnTo>
                  <a:pt x="2619" y="740"/>
                </a:lnTo>
                <a:lnTo>
                  <a:pt x="2500" y="820"/>
                </a:lnTo>
                <a:lnTo>
                  <a:pt x="2301" y="940"/>
                </a:lnTo>
                <a:lnTo>
                  <a:pt x="2143" y="1019"/>
                </a:lnTo>
                <a:lnTo>
                  <a:pt x="1944" y="1059"/>
                </a:lnTo>
                <a:lnTo>
                  <a:pt x="1825" y="1099"/>
                </a:lnTo>
                <a:lnTo>
                  <a:pt x="1706" y="1099"/>
                </a:lnTo>
                <a:lnTo>
                  <a:pt x="1508" y="1059"/>
                </a:lnTo>
                <a:lnTo>
                  <a:pt x="1389" y="1059"/>
                </a:lnTo>
                <a:lnTo>
                  <a:pt x="1270" y="979"/>
                </a:lnTo>
                <a:lnTo>
                  <a:pt x="1150" y="979"/>
                </a:lnTo>
                <a:lnTo>
                  <a:pt x="992" y="1059"/>
                </a:lnTo>
                <a:lnTo>
                  <a:pt x="873" y="1099"/>
                </a:lnTo>
                <a:lnTo>
                  <a:pt x="754" y="1099"/>
                </a:lnTo>
                <a:lnTo>
                  <a:pt x="635" y="1138"/>
                </a:lnTo>
                <a:lnTo>
                  <a:pt x="515" y="1138"/>
                </a:lnTo>
                <a:lnTo>
                  <a:pt x="357" y="1178"/>
                </a:lnTo>
                <a:lnTo>
                  <a:pt x="238" y="1218"/>
                </a:lnTo>
                <a:lnTo>
                  <a:pt x="119" y="1218"/>
                </a:lnTo>
                <a:lnTo>
                  <a:pt x="0" y="1218"/>
                </a:lnTo>
                <a:lnTo>
                  <a:pt x="39" y="0"/>
                </a:lnTo>
                <a:close/>
              </a:path>
            </a:pathLst>
          </a:cu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1352520" y="3559320"/>
            <a:ext cx="1871640" cy="3014640"/>
          </a:xfrm>
          <a:prstGeom prst="roundRect">
            <a:avLst/>
          </a:prstGeom>
          <a:noFill/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3206880" y="604188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3216240" y="4489560"/>
            <a:ext cx="0" cy="5047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3224160" y="2058840"/>
            <a:ext cx="0" cy="215748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2567160" y="5126040"/>
            <a:ext cx="14032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3511440" y="4008600"/>
            <a:ext cx="790560" cy="34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2411280" y="2755800"/>
            <a:ext cx="178452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3225960" y="3193920"/>
            <a:ext cx="0" cy="35244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 flipH="1">
            <a:off x="3664080" y="4356000"/>
            <a:ext cx="1476360" cy="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4713120" y="4151160"/>
            <a:ext cx="18730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Statement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3220920" y="220824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2025720" y="357516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 flipV="1">
            <a:off x="1363680" y="41893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 flipH="1">
            <a:off x="2197080" y="6561000"/>
            <a:ext cx="33336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2738520" y="5654520"/>
            <a:ext cx="106056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3201840" y="4603680"/>
            <a:ext cx="60012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 flipV="1">
            <a:off x="1363680" y="56275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4202280" y="435600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5587920" y="2265480"/>
            <a:ext cx="507960" cy="45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5292720" y="2511360"/>
            <a:ext cx="971640" cy="47160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2700360" y="4046400"/>
            <a:ext cx="1019160" cy="628560"/>
          </a:xfrm>
          <a:prstGeom prst="rect">
            <a:avLst/>
          </a:prstGeom>
          <a:solidFill>
            <a:srgbClr val="DC0081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"/>
          <p:cNvSpPr txBox="1"/>
          <p:nvPr/>
        </p:nvSpPr>
        <p:spPr>
          <a:xfrm>
            <a:off x="6377040" y="4971960"/>
            <a:ext cx="2104920" cy="1409760"/>
          </a:xfrm>
          <a:prstGeom prst="rect">
            <a:avLst/>
          </a:pr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017720" y="155520"/>
            <a:ext cx="6230880" cy="17352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839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VARYING Idx1 FROM 1 BY 1 UNTIL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Idx1 EQUAL TO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DISPLAY 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995400" y="81000"/>
            <a:ext cx="6358320" cy="609840"/>
          </a:xfrm>
          <a:custGeom>
            <a:avLst/>
            <a:gdLst/>
            <a:ahLst/>
            <a:rect l="0" t="0" r="r" b="b"/>
            <a:pathLst>
              <a:path w="17662" h="1694">
                <a:moveTo>
                  <a:pt x="39" y="0"/>
                </a:moveTo>
                <a:lnTo>
                  <a:pt x="17610" y="0"/>
                </a:lnTo>
                <a:lnTo>
                  <a:pt x="17610" y="1694"/>
                </a:lnTo>
                <a:lnTo>
                  <a:pt x="17662" y="1575"/>
                </a:lnTo>
                <a:lnTo>
                  <a:pt x="17543" y="1575"/>
                </a:lnTo>
                <a:lnTo>
                  <a:pt x="17424" y="1535"/>
                </a:lnTo>
                <a:lnTo>
                  <a:pt x="17305" y="1456"/>
                </a:lnTo>
                <a:lnTo>
                  <a:pt x="17186" y="1376"/>
                </a:lnTo>
                <a:lnTo>
                  <a:pt x="17186" y="1257"/>
                </a:lnTo>
                <a:lnTo>
                  <a:pt x="17067" y="1138"/>
                </a:lnTo>
                <a:lnTo>
                  <a:pt x="17027" y="1257"/>
                </a:lnTo>
                <a:lnTo>
                  <a:pt x="16908" y="1297"/>
                </a:lnTo>
                <a:lnTo>
                  <a:pt x="16829" y="1178"/>
                </a:lnTo>
                <a:lnTo>
                  <a:pt x="16789" y="1059"/>
                </a:lnTo>
                <a:lnTo>
                  <a:pt x="16670" y="940"/>
                </a:lnTo>
                <a:lnTo>
                  <a:pt x="16551" y="900"/>
                </a:lnTo>
                <a:lnTo>
                  <a:pt x="16512" y="1019"/>
                </a:lnTo>
                <a:lnTo>
                  <a:pt x="16512" y="1138"/>
                </a:lnTo>
                <a:lnTo>
                  <a:pt x="16392" y="1059"/>
                </a:lnTo>
                <a:lnTo>
                  <a:pt x="16392" y="940"/>
                </a:lnTo>
                <a:lnTo>
                  <a:pt x="16273" y="860"/>
                </a:lnTo>
                <a:lnTo>
                  <a:pt x="16154" y="780"/>
                </a:lnTo>
                <a:lnTo>
                  <a:pt x="16035" y="740"/>
                </a:lnTo>
                <a:lnTo>
                  <a:pt x="15916" y="740"/>
                </a:lnTo>
                <a:lnTo>
                  <a:pt x="15797" y="780"/>
                </a:lnTo>
                <a:lnTo>
                  <a:pt x="15599" y="860"/>
                </a:lnTo>
                <a:lnTo>
                  <a:pt x="15480" y="900"/>
                </a:lnTo>
                <a:lnTo>
                  <a:pt x="15361" y="940"/>
                </a:lnTo>
                <a:lnTo>
                  <a:pt x="15242" y="940"/>
                </a:lnTo>
                <a:lnTo>
                  <a:pt x="15122" y="979"/>
                </a:lnTo>
                <a:lnTo>
                  <a:pt x="15003" y="1059"/>
                </a:lnTo>
                <a:lnTo>
                  <a:pt x="14884" y="1099"/>
                </a:lnTo>
                <a:lnTo>
                  <a:pt x="14765" y="1099"/>
                </a:lnTo>
                <a:lnTo>
                  <a:pt x="14646" y="1059"/>
                </a:lnTo>
                <a:lnTo>
                  <a:pt x="14527" y="979"/>
                </a:lnTo>
                <a:lnTo>
                  <a:pt x="14408" y="900"/>
                </a:lnTo>
                <a:lnTo>
                  <a:pt x="14329" y="780"/>
                </a:lnTo>
                <a:lnTo>
                  <a:pt x="14210" y="701"/>
                </a:lnTo>
                <a:lnTo>
                  <a:pt x="14091" y="621"/>
                </a:lnTo>
                <a:lnTo>
                  <a:pt x="14011" y="740"/>
                </a:lnTo>
                <a:lnTo>
                  <a:pt x="13852" y="860"/>
                </a:lnTo>
                <a:lnTo>
                  <a:pt x="13773" y="979"/>
                </a:lnTo>
                <a:lnTo>
                  <a:pt x="13654" y="1019"/>
                </a:lnTo>
                <a:lnTo>
                  <a:pt x="13535" y="979"/>
                </a:lnTo>
                <a:lnTo>
                  <a:pt x="13416" y="900"/>
                </a:lnTo>
                <a:lnTo>
                  <a:pt x="13297" y="820"/>
                </a:lnTo>
                <a:lnTo>
                  <a:pt x="13137" y="740"/>
                </a:lnTo>
                <a:lnTo>
                  <a:pt x="13018" y="661"/>
                </a:lnTo>
                <a:lnTo>
                  <a:pt x="12899" y="661"/>
                </a:lnTo>
                <a:lnTo>
                  <a:pt x="12780" y="621"/>
                </a:lnTo>
                <a:lnTo>
                  <a:pt x="12661" y="661"/>
                </a:lnTo>
                <a:lnTo>
                  <a:pt x="12502" y="740"/>
                </a:lnTo>
                <a:lnTo>
                  <a:pt x="12383" y="780"/>
                </a:lnTo>
                <a:lnTo>
                  <a:pt x="12264" y="740"/>
                </a:lnTo>
                <a:lnTo>
                  <a:pt x="12145" y="740"/>
                </a:lnTo>
                <a:lnTo>
                  <a:pt x="11986" y="740"/>
                </a:lnTo>
                <a:lnTo>
                  <a:pt x="11867" y="780"/>
                </a:lnTo>
                <a:lnTo>
                  <a:pt x="11708" y="820"/>
                </a:lnTo>
                <a:lnTo>
                  <a:pt x="11629" y="701"/>
                </a:lnTo>
                <a:lnTo>
                  <a:pt x="11510" y="621"/>
                </a:lnTo>
                <a:lnTo>
                  <a:pt x="11391" y="542"/>
                </a:lnTo>
                <a:lnTo>
                  <a:pt x="11272" y="502"/>
                </a:lnTo>
                <a:lnTo>
                  <a:pt x="11153" y="463"/>
                </a:lnTo>
                <a:lnTo>
                  <a:pt x="11034" y="542"/>
                </a:lnTo>
                <a:lnTo>
                  <a:pt x="10915" y="621"/>
                </a:lnTo>
                <a:lnTo>
                  <a:pt x="10796" y="661"/>
                </a:lnTo>
                <a:lnTo>
                  <a:pt x="10676" y="740"/>
                </a:lnTo>
                <a:lnTo>
                  <a:pt x="10557" y="740"/>
                </a:lnTo>
                <a:lnTo>
                  <a:pt x="10438" y="780"/>
                </a:lnTo>
                <a:lnTo>
                  <a:pt x="10280" y="820"/>
                </a:lnTo>
                <a:lnTo>
                  <a:pt x="10121" y="820"/>
                </a:lnTo>
                <a:lnTo>
                  <a:pt x="9922" y="900"/>
                </a:lnTo>
                <a:lnTo>
                  <a:pt x="9764" y="979"/>
                </a:lnTo>
                <a:lnTo>
                  <a:pt x="9645" y="1019"/>
                </a:lnTo>
                <a:lnTo>
                  <a:pt x="9526" y="940"/>
                </a:lnTo>
                <a:lnTo>
                  <a:pt x="9406" y="900"/>
                </a:lnTo>
                <a:lnTo>
                  <a:pt x="9287" y="860"/>
                </a:lnTo>
                <a:lnTo>
                  <a:pt x="9168" y="900"/>
                </a:lnTo>
                <a:lnTo>
                  <a:pt x="9049" y="900"/>
                </a:lnTo>
                <a:lnTo>
                  <a:pt x="8930" y="940"/>
                </a:lnTo>
                <a:lnTo>
                  <a:pt x="8811" y="979"/>
                </a:lnTo>
                <a:lnTo>
                  <a:pt x="8652" y="979"/>
                </a:lnTo>
                <a:lnTo>
                  <a:pt x="8533" y="979"/>
                </a:lnTo>
                <a:lnTo>
                  <a:pt x="8375" y="900"/>
                </a:lnTo>
                <a:lnTo>
                  <a:pt x="8256" y="820"/>
                </a:lnTo>
                <a:lnTo>
                  <a:pt x="8136" y="740"/>
                </a:lnTo>
                <a:lnTo>
                  <a:pt x="8017" y="661"/>
                </a:lnTo>
                <a:lnTo>
                  <a:pt x="7898" y="621"/>
                </a:lnTo>
                <a:lnTo>
                  <a:pt x="7779" y="661"/>
                </a:lnTo>
                <a:lnTo>
                  <a:pt x="7660" y="701"/>
                </a:lnTo>
                <a:lnTo>
                  <a:pt x="7501" y="740"/>
                </a:lnTo>
                <a:lnTo>
                  <a:pt x="7382" y="780"/>
                </a:lnTo>
                <a:lnTo>
                  <a:pt x="7263" y="860"/>
                </a:lnTo>
                <a:lnTo>
                  <a:pt x="7144" y="940"/>
                </a:lnTo>
                <a:lnTo>
                  <a:pt x="7025" y="979"/>
                </a:lnTo>
                <a:lnTo>
                  <a:pt x="6906" y="1099"/>
                </a:lnTo>
                <a:lnTo>
                  <a:pt x="6787" y="1059"/>
                </a:lnTo>
                <a:lnTo>
                  <a:pt x="6668" y="979"/>
                </a:lnTo>
                <a:lnTo>
                  <a:pt x="6549" y="900"/>
                </a:lnTo>
                <a:lnTo>
                  <a:pt x="6390" y="900"/>
                </a:lnTo>
                <a:lnTo>
                  <a:pt x="6231" y="860"/>
                </a:lnTo>
                <a:lnTo>
                  <a:pt x="6112" y="820"/>
                </a:lnTo>
                <a:lnTo>
                  <a:pt x="5993" y="740"/>
                </a:lnTo>
                <a:lnTo>
                  <a:pt x="5874" y="661"/>
                </a:lnTo>
                <a:lnTo>
                  <a:pt x="5755" y="661"/>
                </a:lnTo>
                <a:lnTo>
                  <a:pt x="5557" y="621"/>
                </a:lnTo>
                <a:lnTo>
                  <a:pt x="5438" y="582"/>
                </a:lnTo>
                <a:lnTo>
                  <a:pt x="5319" y="701"/>
                </a:lnTo>
                <a:lnTo>
                  <a:pt x="5279" y="820"/>
                </a:lnTo>
                <a:lnTo>
                  <a:pt x="5200" y="940"/>
                </a:lnTo>
                <a:lnTo>
                  <a:pt x="5080" y="979"/>
                </a:lnTo>
                <a:lnTo>
                  <a:pt x="4961" y="979"/>
                </a:lnTo>
                <a:lnTo>
                  <a:pt x="4803" y="979"/>
                </a:lnTo>
                <a:lnTo>
                  <a:pt x="4684" y="979"/>
                </a:lnTo>
                <a:lnTo>
                  <a:pt x="4565" y="1059"/>
                </a:lnTo>
                <a:lnTo>
                  <a:pt x="4445" y="1138"/>
                </a:lnTo>
                <a:lnTo>
                  <a:pt x="4325" y="1138"/>
                </a:lnTo>
                <a:lnTo>
                  <a:pt x="4206" y="1138"/>
                </a:lnTo>
                <a:lnTo>
                  <a:pt x="4087" y="1099"/>
                </a:lnTo>
                <a:lnTo>
                  <a:pt x="3929" y="1099"/>
                </a:lnTo>
                <a:lnTo>
                  <a:pt x="3809" y="1059"/>
                </a:lnTo>
                <a:lnTo>
                  <a:pt x="3690" y="1059"/>
                </a:lnTo>
                <a:lnTo>
                  <a:pt x="3571" y="979"/>
                </a:lnTo>
                <a:lnTo>
                  <a:pt x="3413" y="900"/>
                </a:lnTo>
                <a:lnTo>
                  <a:pt x="3294" y="900"/>
                </a:lnTo>
                <a:lnTo>
                  <a:pt x="3174" y="820"/>
                </a:lnTo>
                <a:lnTo>
                  <a:pt x="3055" y="740"/>
                </a:lnTo>
                <a:lnTo>
                  <a:pt x="2897" y="621"/>
                </a:lnTo>
                <a:lnTo>
                  <a:pt x="2778" y="582"/>
                </a:lnTo>
                <a:lnTo>
                  <a:pt x="2619" y="740"/>
                </a:lnTo>
                <a:lnTo>
                  <a:pt x="2500" y="820"/>
                </a:lnTo>
                <a:lnTo>
                  <a:pt x="2301" y="940"/>
                </a:lnTo>
                <a:lnTo>
                  <a:pt x="2143" y="1019"/>
                </a:lnTo>
                <a:lnTo>
                  <a:pt x="1944" y="1059"/>
                </a:lnTo>
                <a:lnTo>
                  <a:pt x="1825" y="1099"/>
                </a:lnTo>
                <a:lnTo>
                  <a:pt x="1706" y="1099"/>
                </a:lnTo>
                <a:lnTo>
                  <a:pt x="1508" y="1059"/>
                </a:lnTo>
                <a:lnTo>
                  <a:pt x="1389" y="1059"/>
                </a:lnTo>
                <a:lnTo>
                  <a:pt x="1270" y="979"/>
                </a:lnTo>
                <a:lnTo>
                  <a:pt x="1150" y="979"/>
                </a:lnTo>
                <a:lnTo>
                  <a:pt x="992" y="1059"/>
                </a:lnTo>
                <a:lnTo>
                  <a:pt x="873" y="1099"/>
                </a:lnTo>
                <a:lnTo>
                  <a:pt x="754" y="1099"/>
                </a:lnTo>
                <a:lnTo>
                  <a:pt x="635" y="1138"/>
                </a:lnTo>
                <a:lnTo>
                  <a:pt x="515" y="1138"/>
                </a:lnTo>
                <a:lnTo>
                  <a:pt x="357" y="1178"/>
                </a:lnTo>
                <a:lnTo>
                  <a:pt x="238" y="1218"/>
                </a:lnTo>
                <a:lnTo>
                  <a:pt x="119" y="1218"/>
                </a:lnTo>
                <a:lnTo>
                  <a:pt x="0" y="1218"/>
                </a:lnTo>
                <a:lnTo>
                  <a:pt x="39" y="0"/>
                </a:lnTo>
                <a:close/>
              </a:path>
            </a:pathLst>
          </a:cu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1352520" y="3559320"/>
            <a:ext cx="1871640" cy="3014640"/>
          </a:xfrm>
          <a:prstGeom prst="roundRect">
            <a:avLst/>
          </a:prstGeom>
          <a:noFill/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3206880" y="604188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3216240" y="4489560"/>
            <a:ext cx="0" cy="5047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3224160" y="2058840"/>
            <a:ext cx="0" cy="215748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2567160" y="5126040"/>
            <a:ext cx="14032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3511440" y="4008600"/>
            <a:ext cx="790560" cy="34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2411280" y="2755800"/>
            <a:ext cx="178452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3225960" y="3193920"/>
            <a:ext cx="0" cy="35244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 flipH="1">
            <a:off x="3664080" y="4356000"/>
            <a:ext cx="1476360" cy="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4713120" y="4151160"/>
            <a:ext cx="18730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Statement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3220920" y="220824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2025720" y="357516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 flipV="1">
            <a:off x="1363680" y="41893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 flipH="1">
            <a:off x="2197080" y="6561000"/>
            <a:ext cx="33336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2738520" y="5654520"/>
            <a:ext cx="106056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3201840" y="4603680"/>
            <a:ext cx="60012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 flipV="1">
            <a:off x="1363680" y="56275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4202280" y="435600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5587920" y="2265480"/>
            <a:ext cx="507960" cy="45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5292720" y="2511360"/>
            <a:ext cx="971640" cy="47160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2700360" y="4037040"/>
            <a:ext cx="1019160" cy="628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"/>
          <p:cNvSpPr txBox="1"/>
          <p:nvPr/>
        </p:nvSpPr>
        <p:spPr>
          <a:xfrm>
            <a:off x="6377040" y="4971960"/>
            <a:ext cx="2104920" cy="1409760"/>
          </a:xfrm>
          <a:prstGeom prst="rect">
            <a:avLst/>
          </a:pr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1017720" y="155520"/>
            <a:ext cx="6230880" cy="17352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839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VARYING Idx1 FROM 1 BY 1 UNTIL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Idx1 EQUAL TO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DISPLAY 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995400" y="81000"/>
            <a:ext cx="6358320" cy="609840"/>
          </a:xfrm>
          <a:custGeom>
            <a:avLst/>
            <a:gdLst/>
            <a:ahLst/>
            <a:rect l="0" t="0" r="r" b="b"/>
            <a:pathLst>
              <a:path w="17662" h="1694">
                <a:moveTo>
                  <a:pt x="39" y="0"/>
                </a:moveTo>
                <a:lnTo>
                  <a:pt x="17610" y="0"/>
                </a:lnTo>
                <a:lnTo>
                  <a:pt x="17610" y="1694"/>
                </a:lnTo>
                <a:lnTo>
                  <a:pt x="17662" y="1575"/>
                </a:lnTo>
                <a:lnTo>
                  <a:pt x="17543" y="1575"/>
                </a:lnTo>
                <a:lnTo>
                  <a:pt x="17424" y="1535"/>
                </a:lnTo>
                <a:lnTo>
                  <a:pt x="17305" y="1456"/>
                </a:lnTo>
                <a:lnTo>
                  <a:pt x="17186" y="1376"/>
                </a:lnTo>
                <a:lnTo>
                  <a:pt x="17186" y="1257"/>
                </a:lnTo>
                <a:lnTo>
                  <a:pt x="17067" y="1138"/>
                </a:lnTo>
                <a:lnTo>
                  <a:pt x="17027" y="1257"/>
                </a:lnTo>
                <a:lnTo>
                  <a:pt x="16908" y="1297"/>
                </a:lnTo>
                <a:lnTo>
                  <a:pt x="16829" y="1178"/>
                </a:lnTo>
                <a:lnTo>
                  <a:pt x="16789" y="1059"/>
                </a:lnTo>
                <a:lnTo>
                  <a:pt x="16670" y="940"/>
                </a:lnTo>
                <a:lnTo>
                  <a:pt x="16551" y="900"/>
                </a:lnTo>
                <a:lnTo>
                  <a:pt x="16512" y="1019"/>
                </a:lnTo>
                <a:lnTo>
                  <a:pt x="16512" y="1138"/>
                </a:lnTo>
                <a:lnTo>
                  <a:pt x="16392" y="1059"/>
                </a:lnTo>
                <a:lnTo>
                  <a:pt x="16392" y="940"/>
                </a:lnTo>
                <a:lnTo>
                  <a:pt x="16273" y="860"/>
                </a:lnTo>
                <a:lnTo>
                  <a:pt x="16154" y="780"/>
                </a:lnTo>
                <a:lnTo>
                  <a:pt x="16035" y="740"/>
                </a:lnTo>
                <a:lnTo>
                  <a:pt x="15916" y="740"/>
                </a:lnTo>
                <a:lnTo>
                  <a:pt x="15797" y="780"/>
                </a:lnTo>
                <a:lnTo>
                  <a:pt x="15599" y="860"/>
                </a:lnTo>
                <a:lnTo>
                  <a:pt x="15480" y="900"/>
                </a:lnTo>
                <a:lnTo>
                  <a:pt x="15361" y="940"/>
                </a:lnTo>
                <a:lnTo>
                  <a:pt x="15242" y="940"/>
                </a:lnTo>
                <a:lnTo>
                  <a:pt x="15122" y="979"/>
                </a:lnTo>
                <a:lnTo>
                  <a:pt x="15003" y="1059"/>
                </a:lnTo>
                <a:lnTo>
                  <a:pt x="14884" y="1099"/>
                </a:lnTo>
                <a:lnTo>
                  <a:pt x="14765" y="1099"/>
                </a:lnTo>
                <a:lnTo>
                  <a:pt x="14646" y="1059"/>
                </a:lnTo>
                <a:lnTo>
                  <a:pt x="14527" y="979"/>
                </a:lnTo>
                <a:lnTo>
                  <a:pt x="14408" y="900"/>
                </a:lnTo>
                <a:lnTo>
                  <a:pt x="14329" y="780"/>
                </a:lnTo>
                <a:lnTo>
                  <a:pt x="14210" y="701"/>
                </a:lnTo>
                <a:lnTo>
                  <a:pt x="14091" y="621"/>
                </a:lnTo>
                <a:lnTo>
                  <a:pt x="14011" y="740"/>
                </a:lnTo>
                <a:lnTo>
                  <a:pt x="13852" y="860"/>
                </a:lnTo>
                <a:lnTo>
                  <a:pt x="13773" y="979"/>
                </a:lnTo>
                <a:lnTo>
                  <a:pt x="13654" y="1019"/>
                </a:lnTo>
                <a:lnTo>
                  <a:pt x="13535" y="979"/>
                </a:lnTo>
                <a:lnTo>
                  <a:pt x="13416" y="900"/>
                </a:lnTo>
                <a:lnTo>
                  <a:pt x="13297" y="820"/>
                </a:lnTo>
                <a:lnTo>
                  <a:pt x="13137" y="740"/>
                </a:lnTo>
                <a:lnTo>
                  <a:pt x="13018" y="661"/>
                </a:lnTo>
                <a:lnTo>
                  <a:pt x="12899" y="661"/>
                </a:lnTo>
                <a:lnTo>
                  <a:pt x="12780" y="621"/>
                </a:lnTo>
                <a:lnTo>
                  <a:pt x="12661" y="661"/>
                </a:lnTo>
                <a:lnTo>
                  <a:pt x="12502" y="740"/>
                </a:lnTo>
                <a:lnTo>
                  <a:pt x="12383" y="780"/>
                </a:lnTo>
                <a:lnTo>
                  <a:pt x="12264" y="740"/>
                </a:lnTo>
                <a:lnTo>
                  <a:pt x="12145" y="740"/>
                </a:lnTo>
                <a:lnTo>
                  <a:pt x="11986" y="740"/>
                </a:lnTo>
                <a:lnTo>
                  <a:pt x="11867" y="780"/>
                </a:lnTo>
                <a:lnTo>
                  <a:pt x="11708" y="820"/>
                </a:lnTo>
                <a:lnTo>
                  <a:pt x="11629" y="701"/>
                </a:lnTo>
                <a:lnTo>
                  <a:pt x="11510" y="621"/>
                </a:lnTo>
                <a:lnTo>
                  <a:pt x="11391" y="542"/>
                </a:lnTo>
                <a:lnTo>
                  <a:pt x="11272" y="502"/>
                </a:lnTo>
                <a:lnTo>
                  <a:pt x="11153" y="463"/>
                </a:lnTo>
                <a:lnTo>
                  <a:pt x="11034" y="542"/>
                </a:lnTo>
                <a:lnTo>
                  <a:pt x="10915" y="621"/>
                </a:lnTo>
                <a:lnTo>
                  <a:pt x="10796" y="661"/>
                </a:lnTo>
                <a:lnTo>
                  <a:pt x="10676" y="740"/>
                </a:lnTo>
                <a:lnTo>
                  <a:pt x="10557" y="740"/>
                </a:lnTo>
                <a:lnTo>
                  <a:pt x="10438" y="780"/>
                </a:lnTo>
                <a:lnTo>
                  <a:pt x="10280" y="820"/>
                </a:lnTo>
                <a:lnTo>
                  <a:pt x="10121" y="820"/>
                </a:lnTo>
                <a:lnTo>
                  <a:pt x="9922" y="900"/>
                </a:lnTo>
                <a:lnTo>
                  <a:pt x="9764" y="979"/>
                </a:lnTo>
                <a:lnTo>
                  <a:pt x="9645" y="1019"/>
                </a:lnTo>
                <a:lnTo>
                  <a:pt x="9526" y="940"/>
                </a:lnTo>
                <a:lnTo>
                  <a:pt x="9406" y="900"/>
                </a:lnTo>
                <a:lnTo>
                  <a:pt x="9287" y="860"/>
                </a:lnTo>
                <a:lnTo>
                  <a:pt x="9168" y="900"/>
                </a:lnTo>
                <a:lnTo>
                  <a:pt x="9049" y="900"/>
                </a:lnTo>
                <a:lnTo>
                  <a:pt x="8930" y="940"/>
                </a:lnTo>
                <a:lnTo>
                  <a:pt x="8811" y="979"/>
                </a:lnTo>
                <a:lnTo>
                  <a:pt x="8652" y="979"/>
                </a:lnTo>
                <a:lnTo>
                  <a:pt x="8533" y="979"/>
                </a:lnTo>
                <a:lnTo>
                  <a:pt x="8375" y="900"/>
                </a:lnTo>
                <a:lnTo>
                  <a:pt x="8256" y="820"/>
                </a:lnTo>
                <a:lnTo>
                  <a:pt x="8136" y="740"/>
                </a:lnTo>
                <a:lnTo>
                  <a:pt x="8017" y="661"/>
                </a:lnTo>
                <a:lnTo>
                  <a:pt x="7898" y="621"/>
                </a:lnTo>
                <a:lnTo>
                  <a:pt x="7779" y="661"/>
                </a:lnTo>
                <a:lnTo>
                  <a:pt x="7660" y="701"/>
                </a:lnTo>
                <a:lnTo>
                  <a:pt x="7501" y="740"/>
                </a:lnTo>
                <a:lnTo>
                  <a:pt x="7382" y="780"/>
                </a:lnTo>
                <a:lnTo>
                  <a:pt x="7263" y="860"/>
                </a:lnTo>
                <a:lnTo>
                  <a:pt x="7144" y="940"/>
                </a:lnTo>
                <a:lnTo>
                  <a:pt x="7025" y="979"/>
                </a:lnTo>
                <a:lnTo>
                  <a:pt x="6906" y="1099"/>
                </a:lnTo>
                <a:lnTo>
                  <a:pt x="6787" y="1059"/>
                </a:lnTo>
                <a:lnTo>
                  <a:pt x="6668" y="979"/>
                </a:lnTo>
                <a:lnTo>
                  <a:pt x="6549" y="900"/>
                </a:lnTo>
                <a:lnTo>
                  <a:pt x="6390" y="900"/>
                </a:lnTo>
                <a:lnTo>
                  <a:pt x="6231" y="860"/>
                </a:lnTo>
                <a:lnTo>
                  <a:pt x="6112" y="820"/>
                </a:lnTo>
                <a:lnTo>
                  <a:pt x="5993" y="740"/>
                </a:lnTo>
                <a:lnTo>
                  <a:pt x="5874" y="661"/>
                </a:lnTo>
                <a:lnTo>
                  <a:pt x="5755" y="661"/>
                </a:lnTo>
                <a:lnTo>
                  <a:pt x="5557" y="621"/>
                </a:lnTo>
                <a:lnTo>
                  <a:pt x="5438" y="582"/>
                </a:lnTo>
                <a:lnTo>
                  <a:pt x="5319" y="701"/>
                </a:lnTo>
                <a:lnTo>
                  <a:pt x="5279" y="820"/>
                </a:lnTo>
                <a:lnTo>
                  <a:pt x="5200" y="940"/>
                </a:lnTo>
                <a:lnTo>
                  <a:pt x="5080" y="979"/>
                </a:lnTo>
                <a:lnTo>
                  <a:pt x="4961" y="979"/>
                </a:lnTo>
                <a:lnTo>
                  <a:pt x="4803" y="979"/>
                </a:lnTo>
                <a:lnTo>
                  <a:pt x="4684" y="979"/>
                </a:lnTo>
                <a:lnTo>
                  <a:pt x="4565" y="1059"/>
                </a:lnTo>
                <a:lnTo>
                  <a:pt x="4445" y="1138"/>
                </a:lnTo>
                <a:lnTo>
                  <a:pt x="4325" y="1138"/>
                </a:lnTo>
                <a:lnTo>
                  <a:pt x="4206" y="1138"/>
                </a:lnTo>
                <a:lnTo>
                  <a:pt x="4087" y="1099"/>
                </a:lnTo>
                <a:lnTo>
                  <a:pt x="3929" y="1099"/>
                </a:lnTo>
                <a:lnTo>
                  <a:pt x="3809" y="1059"/>
                </a:lnTo>
                <a:lnTo>
                  <a:pt x="3690" y="1059"/>
                </a:lnTo>
                <a:lnTo>
                  <a:pt x="3571" y="979"/>
                </a:lnTo>
                <a:lnTo>
                  <a:pt x="3413" y="900"/>
                </a:lnTo>
                <a:lnTo>
                  <a:pt x="3294" y="900"/>
                </a:lnTo>
                <a:lnTo>
                  <a:pt x="3174" y="820"/>
                </a:lnTo>
                <a:lnTo>
                  <a:pt x="3055" y="740"/>
                </a:lnTo>
                <a:lnTo>
                  <a:pt x="2897" y="621"/>
                </a:lnTo>
                <a:lnTo>
                  <a:pt x="2778" y="582"/>
                </a:lnTo>
                <a:lnTo>
                  <a:pt x="2619" y="740"/>
                </a:lnTo>
                <a:lnTo>
                  <a:pt x="2500" y="820"/>
                </a:lnTo>
                <a:lnTo>
                  <a:pt x="2301" y="940"/>
                </a:lnTo>
                <a:lnTo>
                  <a:pt x="2143" y="1019"/>
                </a:lnTo>
                <a:lnTo>
                  <a:pt x="1944" y="1059"/>
                </a:lnTo>
                <a:lnTo>
                  <a:pt x="1825" y="1099"/>
                </a:lnTo>
                <a:lnTo>
                  <a:pt x="1706" y="1099"/>
                </a:lnTo>
                <a:lnTo>
                  <a:pt x="1508" y="1059"/>
                </a:lnTo>
                <a:lnTo>
                  <a:pt x="1389" y="1059"/>
                </a:lnTo>
                <a:lnTo>
                  <a:pt x="1270" y="979"/>
                </a:lnTo>
                <a:lnTo>
                  <a:pt x="1150" y="979"/>
                </a:lnTo>
                <a:lnTo>
                  <a:pt x="992" y="1059"/>
                </a:lnTo>
                <a:lnTo>
                  <a:pt x="873" y="1099"/>
                </a:lnTo>
                <a:lnTo>
                  <a:pt x="754" y="1099"/>
                </a:lnTo>
                <a:lnTo>
                  <a:pt x="635" y="1138"/>
                </a:lnTo>
                <a:lnTo>
                  <a:pt x="515" y="1138"/>
                </a:lnTo>
                <a:lnTo>
                  <a:pt x="357" y="1178"/>
                </a:lnTo>
                <a:lnTo>
                  <a:pt x="238" y="1218"/>
                </a:lnTo>
                <a:lnTo>
                  <a:pt x="119" y="1218"/>
                </a:lnTo>
                <a:lnTo>
                  <a:pt x="0" y="1218"/>
                </a:lnTo>
                <a:lnTo>
                  <a:pt x="39" y="0"/>
                </a:lnTo>
                <a:close/>
              </a:path>
            </a:pathLst>
          </a:cu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1352520" y="3559320"/>
            <a:ext cx="1871640" cy="3014640"/>
          </a:xfrm>
          <a:prstGeom prst="roundRect">
            <a:avLst/>
          </a:prstGeom>
          <a:noFill/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3206880" y="604188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3216240" y="4489560"/>
            <a:ext cx="0" cy="5047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3224160" y="2058840"/>
            <a:ext cx="0" cy="215748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2567160" y="5126040"/>
            <a:ext cx="14032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3511440" y="4008600"/>
            <a:ext cx="790560" cy="34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2411280" y="2755800"/>
            <a:ext cx="178452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3225960" y="3193920"/>
            <a:ext cx="0" cy="35244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 flipH="1">
            <a:off x="3664080" y="4356000"/>
            <a:ext cx="1476360" cy="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4713120" y="4151160"/>
            <a:ext cx="18730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Statement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3220920" y="220824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2025720" y="357516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 flipV="1">
            <a:off x="1363680" y="41893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 flipH="1">
            <a:off x="2197080" y="6561000"/>
            <a:ext cx="33336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2738520" y="5654520"/>
            <a:ext cx="106056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3201840" y="4603680"/>
            <a:ext cx="60012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 flipV="1">
            <a:off x="1363680" y="56275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4202280" y="435600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5587920" y="2265480"/>
            <a:ext cx="507960" cy="45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5292720" y="2511360"/>
            <a:ext cx="971640" cy="47160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2700360" y="4037040"/>
            <a:ext cx="1019160" cy="628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"/>
          <p:cNvSpPr txBox="1"/>
          <p:nvPr/>
        </p:nvSpPr>
        <p:spPr>
          <a:xfrm>
            <a:off x="6377040" y="4971960"/>
            <a:ext cx="2104920" cy="1409760"/>
          </a:xfrm>
          <a:prstGeom prst="rect">
            <a:avLst/>
          </a:pr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1017720" y="155520"/>
            <a:ext cx="6230880" cy="17352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839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VARYING Idx1 FROM 1 BY 1 UNTIL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Idx1 EQUAL TO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DISPLAY 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995400" y="81000"/>
            <a:ext cx="6358320" cy="609840"/>
          </a:xfrm>
          <a:custGeom>
            <a:avLst/>
            <a:gdLst/>
            <a:ahLst/>
            <a:rect l="0" t="0" r="r" b="b"/>
            <a:pathLst>
              <a:path w="17662" h="1694">
                <a:moveTo>
                  <a:pt x="39" y="0"/>
                </a:moveTo>
                <a:lnTo>
                  <a:pt x="17610" y="0"/>
                </a:lnTo>
                <a:lnTo>
                  <a:pt x="17610" y="1694"/>
                </a:lnTo>
                <a:lnTo>
                  <a:pt x="17662" y="1575"/>
                </a:lnTo>
                <a:lnTo>
                  <a:pt x="17543" y="1575"/>
                </a:lnTo>
                <a:lnTo>
                  <a:pt x="17424" y="1535"/>
                </a:lnTo>
                <a:lnTo>
                  <a:pt x="17305" y="1456"/>
                </a:lnTo>
                <a:lnTo>
                  <a:pt x="17186" y="1376"/>
                </a:lnTo>
                <a:lnTo>
                  <a:pt x="17186" y="1257"/>
                </a:lnTo>
                <a:lnTo>
                  <a:pt x="17067" y="1138"/>
                </a:lnTo>
                <a:lnTo>
                  <a:pt x="17027" y="1257"/>
                </a:lnTo>
                <a:lnTo>
                  <a:pt x="16908" y="1297"/>
                </a:lnTo>
                <a:lnTo>
                  <a:pt x="16829" y="1178"/>
                </a:lnTo>
                <a:lnTo>
                  <a:pt x="16789" y="1059"/>
                </a:lnTo>
                <a:lnTo>
                  <a:pt x="16670" y="940"/>
                </a:lnTo>
                <a:lnTo>
                  <a:pt x="16551" y="900"/>
                </a:lnTo>
                <a:lnTo>
                  <a:pt x="16512" y="1019"/>
                </a:lnTo>
                <a:lnTo>
                  <a:pt x="16512" y="1138"/>
                </a:lnTo>
                <a:lnTo>
                  <a:pt x="16392" y="1059"/>
                </a:lnTo>
                <a:lnTo>
                  <a:pt x="16392" y="940"/>
                </a:lnTo>
                <a:lnTo>
                  <a:pt x="16273" y="860"/>
                </a:lnTo>
                <a:lnTo>
                  <a:pt x="16154" y="780"/>
                </a:lnTo>
                <a:lnTo>
                  <a:pt x="16035" y="740"/>
                </a:lnTo>
                <a:lnTo>
                  <a:pt x="15916" y="740"/>
                </a:lnTo>
                <a:lnTo>
                  <a:pt x="15797" y="780"/>
                </a:lnTo>
                <a:lnTo>
                  <a:pt x="15599" y="860"/>
                </a:lnTo>
                <a:lnTo>
                  <a:pt x="15480" y="900"/>
                </a:lnTo>
                <a:lnTo>
                  <a:pt x="15361" y="940"/>
                </a:lnTo>
                <a:lnTo>
                  <a:pt x="15242" y="940"/>
                </a:lnTo>
                <a:lnTo>
                  <a:pt x="15122" y="979"/>
                </a:lnTo>
                <a:lnTo>
                  <a:pt x="15003" y="1059"/>
                </a:lnTo>
                <a:lnTo>
                  <a:pt x="14884" y="1099"/>
                </a:lnTo>
                <a:lnTo>
                  <a:pt x="14765" y="1099"/>
                </a:lnTo>
                <a:lnTo>
                  <a:pt x="14646" y="1059"/>
                </a:lnTo>
                <a:lnTo>
                  <a:pt x="14527" y="979"/>
                </a:lnTo>
                <a:lnTo>
                  <a:pt x="14408" y="900"/>
                </a:lnTo>
                <a:lnTo>
                  <a:pt x="14329" y="780"/>
                </a:lnTo>
                <a:lnTo>
                  <a:pt x="14210" y="701"/>
                </a:lnTo>
                <a:lnTo>
                  <a:pt x="14091" y="621"/>
                </a:lnTo>
                <a:lnTo>
                  <a:pt x="14011" y="740"/>
                </a:lnTo>
                <a:lnTo>
                  <a:pt x="13852" y="860"/>
                </a:lnTo>
                <a:lnTo>
                  <a:pt x="13773" y="979"/>
                </a:lnTo>
                <a:lnTo>
                  <a:pt x="13654" y="1019"/>
                </a:lnTo>
                <a:lnTo>
                  <a:pt x="13535" y="979"/>
                </a:lnTo>
                <a:lnTo>
                  <a:pt x="13416" y="900"/>
                </a:lnTo>
                <a:lnTo>
                  <a:pt x="13297" y="820"/>
                </a:lnTo>
                <a:lnTo>
                  <a:pt x="13137" y="740"/>
                </a:lnTo>
                <a:lnTo>
                  <a:pt x="13018" y="661"/>
                </a:lnTo>
                <a:lnTo>
                  <a:pt x="12899" y="661"/>
                </a:lnTo>
                <a:lnTo>
                  <a:pt x="12780" y="621"/>
                </a:lnTo>
                <a:lnTo>
                  <a:pt x="12661" y="661"/>
                </a:lnTo>
                <a:lnTo>
                  <a:pt x="12502" y="740"/>
                </a:lnTo>
                <a:lnTo>
                  <a:pt x="12383" y="780"/>
                </a:lnTo>
                <a:lnTo>
                  <a:pt x="12264" y="740"/>
                </a:lnTo>
                <a:lnTo>
                  <a:pt x="12145" y="740"/>
                </a:lnTo>
                <a:lnTo>
                  <a:pt x="11986" y="740"/>
                </a:lnTo>
                <a:lnTo>
                  <a:pt x="11867" y="780"/>
                </a:lnTo>
                <a:lnTo>
                  <a:pt x="11708" y="820"/>
                </a:lnTo>
                <a:lnTo>
                  <a:pt x="11629" y="701"/>
                </a:lnTo>
                <a:lnTo>
                  <a:pt x="11510" y="621"/>
                </a:lnTo>
                <a:lnTo>
                  <a:pt x="11391" y="542"/>
                </a:lnTo>
                <a:lnTo>
                  <a:pt x="11272" y="502"/>
                </a:lnTo>
                <a:lnTo>
                  <a:pt x="11153" y="463"/>
                </a:lnTo>
                <a:lnTo>
                  <a:pt x="11034" y="542"/>
                </a:lnTo>
                <a:lnTo>
                  <a:pt x="10915" y="621"/>
                </a:lnTo>
                <a:lnTo>
                  <a:pt x="10796" y="661"/>
                </a:lnTo>
                <a:lnTo>
                  <a:pt x="10676" y="740"/>
                </a:lnTo>
                <a:lnTo>
                  <a:pt x="10557" y="740"/>
                </a:lnTo>
                <a:lnTo>
                  <a:pt x="10438" y="780"/>
                </a:lnTo>
                <a:lnTo>
                  <a:pt x="10280" y="820"/>
                </a:lnTo>
                <a:lnTo>
                  <a:pt x="10121" y="820"/>
                </a:lnTo>
                <a:lnTo>
                  <a:pt x="9922" y="900"/>
                </a:lnTo>
                <a:lnTo>
                  <a:pt x="9764" y="979"/>
                </a:lnTo>
                <a:lnTo>
                  <a:pt x="9645" y="1019"/>
                </a:lnTo>
                <a:lnTo>
                  <a:pt x="9526" y="940"/>
                </a:lnTo>
                <a:lnTo>
                  <a:pt x="9406" y="900"/>
                </a:lnTo>
                <a:lnTo>
                  <a:pt x="9287" y="860"/>
                </a:lnTo>
                <a:lnTo>
                  <a:pt x="9168" y="900"/>
                </a:lnTo>
                <a:lnTo>
                  <a:pt x="9049" y="900"/>
                </a:lnTo>
                <a:lnTo>
                  <a:pt x="8930" y="940"/>
                </a:lnTo>
                <a:lnTo>
                  <a:pt x="8811" y="979"/>
                </a:lnTo>
                <a:lnTo>
                  <a:pt x="8652" y="979"/>
                </a:lnTo>
                <a:lnTo>
                  <a:pt x="8533" y="979"/>
                </a:lnTo>
                <a:lnTo>
                  <a:pt x="8375" y="900"/>
                </a:lnTo>
                <a:lnTo>
                  <a:pt x="8256" y="820"/>
                </a:lnTo>
                <a:lnTo>
                  <a:pt x="8136" y="740"/>
                </a:lnTo>
                <a:lnTo>
                  <a:pt x="8017" y="661"/>
                </a:lnTo>
                <a:lnTo>
                  <a:pt x="7898" y="621"/>
                </a:lnTo>
                <a:lnTo>
                  <a:pt x="7779" y="661"/>
                </a:lnTo>
                <a:lnTo>
                  <a:pt x="7660" y="701"/>
                </a:lnTo>
                <a:lnTo>
                  <a:pt x="7501" y="740"/>
                </a:lnTo>
                <a:lnTo>
                  <a:pt x="7382" y="780"/>
                </a:lnTo>
                <a:lnTo>
                  <a:pt x="7263" y="860"/>
                </a:lnTo>
                <a:lnTo>
                  <a:pt x="7144" y="940"/>
                </a:lnTo>
                <a:lnTo>
                  <a:pt x="7025" y="979"/>
                </a:lnTo>
                <a:lnTo>
                  <a:pt x="6906" y="1099"/>
                </a:lnTo>
                <a:lnTo>
                  <a:pt x="6787" y="1059"/>
                </a:lnTo>
                <a:lnTo>
                  <a:pt x="6668" y="979"/>
                </a:lnTo>
                <a:lnTo>
                  <a:pt x="6549" y="900"/>
                </a:lnTo>
                <a:lnTo>
                  <a:pt x="6390" y="900"/>
                </a:lnTo>
                <a:lnTo>
                  <a:pt x="6231" y="860"/>
                </a:lnTo>
                <a:lnTo>
                  <a:pt x="6112" y="820"/>
                </a:lnTo>
                <a:lnTo>
                  <a:pt x="5993" y="740"/>
                </a:lnTo>
                <a:lnTo>
                  <a:pt x="5874" y="661"/>
                </a:lnTo>
                <a:lnTo>
                  <a:pt x="5755" y="661"/>
                </a:lnTo>
                <a:lnTo>
                  <a:pt x="5557" y="621"/>
                </a:lnTo>
                <a:lnTo>
                  <a:pt x="5438" y="582"/>
                </a:lnTo>
                <a:lnTo>
                  <a:pt x="5319" y="701"/>
                </a:lnTo>
                <a:lnTo>
                  <a:pt x="5279" y="820"/>
                </a:lnTo>
                <a:lnTo>
                  <a:pt x="5200" y="940"/>
                </a:lnTo>
                <a:lnTo>
                  <a:pt x="5080" y="979"/>
                </a:lnTo>
                <a:lnTo>
                  <a:pt x="4961" y="979"/>
                </a:lnTo>
                <a:lnTo>
                  <a:pt x="4803" y="979"/>
                </a:lnTo>
                <a:lnTo>
                  <a:pt x="4684" y="979"/>
                </a:lnTo>
                <a:lnTo>
                  <a:pt x="4565" y="1059"/>
                </a:lnTo>
                <a:lnTo>
                  <a:pt x="4445" y="1138"/>
                </a:lnTo>
                <a:lnTo>
                  <a:pt x="4325" y="1138"/>
                </a:lnTo>
                <a:lnTo>
                  <a:pt x="4206" y="1138"/>
                </a:lnTo>
                <a:lnTo>
                  <a:pt x="4087" y="1099"/>
                </a:lnTo>
                <a:lnTo>
                  <a:pt x="3929" y="1099"/>
                </a:lnTo>
                <a:lnTo>
                  <a:pt x="3809" y="1059"/>
                </a:lnTo>
                <a:lnTo>
                  <a:pt x="3690" y="1059"/>
                </a:lnTo>
                <a:lnTo>
                  <a:pt x="3571" y="979"/>
                </a:lnTo>
                <a:lnTo>
                  <a:pt x="3413" y="900"/>
                </a:lnTo>
                <a:lnTo>
                  <a:pt x="3294" y="900"/>
                </a:lnTo>
                <a:lnTo>
                  <a:pt x="3174" y="820"/>
                </a:lnTo>
                <a:lnTo>
                  <a:pt x="3055" y="740"/>
                </a:lnTo>
                <a:lnTo>
                  <a:pt x="2897" y="621"/>
                </a:lnTo>
                <a:lnTo>
                  <a:pt x="2778" y="582"/>
                </a:lnTo>
                <a:lnTo>
                  <a:pt x="2619" y="740"/>
                </a:lnTo>
                <a:lnTo>
                  <a:pt x="2500" y="820"/>
                </a:lnTo>
                <a:lnTo>
                  <a:pt x="2301" y="940"/>
                </a:lnTo>
                <a:lnTo>
                  <a:pt x="2143" y="1019"/>
                </a:lnTo>
                <a:lnTo>
                  <a:pt x="1944" y="1059"/>
                </a:lnTo>
                <a:lnTo>
                  <a:pt x="1825" y="1099"/>
                </a:lnTo>
                <a:lnTo>
                  <a:pt x="1706" y="1099"/>
                </a:lnTo>
                <a:lnTo>
                  <a:pt x="1508" y="1059"/>
                </a:lnTo>
                <a:lnTo>
                  <a:pt x="1389" y="1059"/>
                </a:lnTo>
                <a:lnTo>
                  <a:pt x="1270" y="979"/>
                </a:lnTo>
                <a:lnTo>
                  <a:pt x="1150" y="979"/>
                </a:lnTo>
                <a:lnTo>
                  <a:pt x="992" y="1059"/>
                </a:lnTo>
                <a:lnTo>
                  <a:pt x="873" y="1099"/>
                </a:lnTo>
                <a:lnTo>
                  <a:pt x="754" y="1099"/>
                </a:lnTo>
                <a:lnTo>
                  <a:pt x="635" y="1138"/>
                </a:lnTo>
                <a:lnTo>
                  <a:pt x="515" y="1138"/>
                </a:lnTo>
                <a:lnTo>
                  <a:pt x="357" y="1178"/>
                </a:lnTo>
                <a:lnTo>
                  <a:pt x="238" y="1218"/>
                </a:lnTo>
                <a:lnTo>
                  <a:pt x="119" y="1218"/>
                </a:lnTo>
                <a:lnTo>
                  <a:pt x="0" y="1218"/>
                </a:lnTo>
                <a:lnTo>
                  <a:pt x="39" y="0"/>
                </a:lnTo>
                <a:close/>
              </a:path>
            </a:pathLst>
          </a:cu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1352520" y="3559320"/>
            <a:ext cx="1871640" cy="3014640"/>
          </a:xfrm>
          <a:prstGeom prst="roundRect">
            <a:avLst/>
          </a:prstGeom>
          <a:noFill/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3206880" y="604188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3216240" y="4489560"/>
            <a:ext cx="0" cy="5047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3224160" y="2058840"/>
            <a:ext cx="0" cy="215748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2567160" y="5126040"/>
            <a:ext cx="14032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3511440" y="4008600"/>
            <a:ext cx="790560" cy="34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2411280" y="2755800"/>
            <a:ext cx="178452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3225960" y="3193920"/>
            <a:ext cx="0" cy="35244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 flipH="1">
            <a:off x="3664080" y="4356000"/>
            <a:ext cx="1476360" cy="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4713120" y="4151160"/>
            <a:ext cx="18730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Statement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3220920" y="220824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2025720" y="357516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 flipV="1">
            <a:off x="1363680" y="41893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 flipH="1">
            <a:off x="2197080" y="6561000"/>
            <a:ext cx="33336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2738520" y="5654520"/>
            <a:ext cx="106056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3201840" y="4603680"/>
            <a:ext cx="60012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 flipV="1">
            <a:off x="1363680" y="56275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4202280" y="435600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5587920" y="2265480"/>
            <a:ext cx="507960" cy="45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5292720" y="2511360"/>
            <a:ext cx="971640" cy="47160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2700360" y="4037040"/>
            <a:ext cx="1019160" cy="628560"/>
          </a:xfrm>
          <a:prstGeom prst="rect">
            <a:avLst/>
          </a:prstGeom>
          <a:solidFill>
            <a:srgbClr val="DC0081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"/>
          <p:cNvSpPr txBox="1"/>
          <p:nvPr/>
        </p:nvSpPr>
        <p:spPr>
          <a:xfrm>
            <a:off x="6377040" y="4971960"/>
            <a:ext cx="2104920" cy="1409760"/>
          </a:xfrm>
          <a:prstGeom prst="rect">
            <a:avLst/>
          </a:pr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1017720" y="155520"/>
            <a:ext cx="6230880" cy="17352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839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VARYING Idx1 FROM 1 BY 1 UNTIL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Idx1 EQUAL TO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DISPLAY 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995400" y="81000"/>
            <a:ext cx="6358320" cy="609840"/>
          </a:xfrm>
          <a:custGeom>
            <a:avLst/>
            <a:gdLst/>
            <a:ahLst/>
            <a:rect l="0" t="0" r="r" b="b"/>
            <a:pathLst>
              <a:path w="17662" h="1694">
                <a:moveTo>
                  <a:pt x="39" y="0"/>
                </a:moveTo>
                <a:lnTo>
                  <a:pt x="17610" y="0"/>
                </a:lnTo>
                <a:lnTo>
                  <a:pt x="17610" y="1694"/>
                </a:lnTo>
                <a:lnTo>
                  <a:pt x="17662" y="1575"/>
                </a:lnTo>
                <a:lnTo>
                  <a:pt x="17543" y="1575"/>
                </a:lnTo>
                <a:lnTo>
                  <a:pt x="17424" y="1535"/>
                </a:lnTo>
                <a:lnTo>
                  <a:pt x="17305" y="1456"/>
                </a:lnTo>
                <a:lnTo>
                  <a:pt x="17186" y="1376"/>
                </a:lnTo>
                <a:lnTo>
                  <a:pt x="17186" y="1257"/>
                </a:lnTo>
                <a:lnTo>
                  <a:pt x="17067" y="1138"/>
                </a:lnTo>
                <a:lnTo>
                  <a:pt x="17027" y="1257"/>
                </a:lnTo>
                <a:lnTo>
                  <a:pt x="16908" y="1297"/>
                </a:lnTo>
                <a:lnTo>
                  <a:pt x="16829" y="1178"/>
                </a:lnTo>
                <a:lnTo>
                  <a:pt x="16789" y="1059"/>
                </a:lnTo>
                <a:lnTo>
                  <a:pt x="16670" y="940"/>
                </a:lnTo>
                <a:lnTo>
                  <a:pt x="16551" y="900"/>
                </a:lnTo>
                <a:lnTo>
                  <a:pt x="16512" y="1019"/>
                </a:lnTo>
                <a:lnTo>
                  <a:pt x="16512" y="1138"/>
                </a:lnTo>
                <a:lnTo>
                  <a:pt x="16392" y="1059"/>
                </a:lnTo>
                <a:lnTo>
                  <a:pt x="16392" y="940"/>
                </a:lnTo>
                <a:lnTo>
                  <a:pt x="16273" y="860"/>
                </a:lnTo>
                <a:lnTo>
                  <a:pt x="16154" y="780"/>
                </a:lnTo>
                <a:lnTo>
                  <a:pt x="16035" y="740"/>
                </a:lnTo>
                <a:lnTo>
                  <a:pt x="15916" y="740"/>
                </a:lnTo>
                <a:lnTo>
                  <a:pt x="15797" y="780"/>
                </a:lnTo>
                <a:lnTo>
                  <a:pt x="15599" y="860"/>
                </a:lnTo>
                <a:lnTo>
                  <a:pt x="15480" y="900"/>
                </a:lnTo>
                <a:lnTo>
                  <a:pt x="15361" y="940"/>
                </a:lnTo>
                <a:lnTo>
                  <a:pt x="15242" y="940"/>
                </a:lnTo>
                <a:lnTo>
                  <a:pt x="15122" y="979"/>
                </a:lnTo>
                <a:lnTo>
                  <a:pt x="15003" y="1059"/>
                </a:lnTo>
                <a:lnTo>
                  <a:pt x="14884" y="1099"/>
                </a:lnTo>
                <a:lnTo>
                  <a:pt x="14765" y="1099"/>
                </a:lnTo>
                <a:lnTo>
                  <a:pt x="14646" y="1059"/>
                </a:lnTo>
                <a:lnTo>
                  <a:pt x="14527" y="979"/>
                </a:lnTo>
                <a:lnTo>
                  <a:pt x="14408" y="900"/>
                </a:lnTo>
                <a:lnTo>
                  <a:pt x="14329" y="780"/>
                </a:lnTo>
                <a:lnTo>
                  <a:pt x="14210" y="701"/>
                </a:lnTo>
                <a:lnTo>
                  <a:pt x="14091" y="621"/>
                </a:lnTo>
                <a:lnTo>
                  <a:pt x="14011" y="740"/>
                </a:lnTo>
                <a:lnTo>
                  <a:pt x="13852" y="860"/>
                </a:lnTo>
                <a:lnTo>
                  <a:pt x="13773" y="979"/>
                </a:lnTo>
                <a:lnTo>
                  <a:pt x="13654" y="1019"/>
                </a:lnTo>
                <a:lnTo>
                  <a:pt x="13535" y="979"/>
                </a:lnTo>
                <a:lnTo>
                  <a:pt x="13416" y="900"/>
                </a:lnTo>
                <a:lnTo>
                  <a:pt x="13297" y="820"/>
                </a:lnTo>
                <a:lnTo>
                  <a:pt x="13137" y="740"/>
                </a:lnTo>
                <a:lnTo>
                  <a:pt x="13018" y="661"/>
                </a:lnTo>
                <a:lnTo>
                  <a:pt x="12899" y="661"/>
                </a:lnTo>
                <a:lnTo>
                  <a:pt x="12780" y="621"/>
                </a:lnTo>
                <a:lnTo>
                  <a:pt x="12661" y="661"/>
                </a:lnTo>
                <a:lnTo>
                  <a:pt x="12502" y="740"/>
                </a:lnTo>
                <a:lnTo>
                  <a:pt x="12383" y="780"/>
                </a:lnTo>
                <a:lnTo>
                  <a:pt x="12264" y="740"/>
                </a:lnTo>
                <a:lnTo>
                  <a:pt x="12145" y="740"/>
                </a:lnTo>
                <a:lnTo>
                  <a:pt x="11986" y="740"/>
                </a:lnTo>
                <a:lnTo>
                  <a:pt x="11867" y="780"/>
                </a:lnTo>
                <a:lnTo>
                  <a:pt x="11708" y="820"/>
                </a:lnTo>
                <a:lnTo>
                  <a:pt x="11629" y="701"/>
                </a:lnTo>
                <a:lnTo>
                  <a:pt x="11510" y="621"/>
                </a:lnTo>
                <a:lnTo>
                  <a:pt x="11391" y="542"/>
                </a:lnTo>
                <a:lnTo>
                  <a:pt x="11272" y="502"/>
                </a:lnTo>
                <a:lnTo>
                  <a:pt x="11153" y="463"/>
                </a:lnTo>
                <a:lnTo>
                  <a:pt x="11034" y="542"/>
                </a:lnTo>
                <a:lnTo>
                  <a:pt x="10915" y="621"/>
                </a:lnTo>
                <a:lnTo>
                  <a:pt x="10796" y="661"/>
                </a:lnTo>
                <a:lnTo>
                  <a:pt x="10676" y="740"/>
                </a:lnTo>
                <a:lnTo>
                  <a:pt x="10557" y="740"/>
                </a:lnTo>
                <a:lnTo>
                  <a:pt x="10438" y="780"/>
                </a:lnTo>
                <a:lnTo>
                  <a:pt x="10280" y="820"/>
                </a:lnTo>
                <a:lnTo>
                  <a:pt x="10121" y="820"/>
                </a:lnTo>
                <a:lnTo>
                  <a:pt x="9922" y="900"/>
                </a:lnTo>
                <a:lnTo>
                  <a:pt x="9764" y="979"/>
                </a:lnTo>
                <a:lnTo>
                  <a:pt x="9645" y="1019"/>
                </a:lnTo>
                <a:lnTo>
                  <a:pt x="9526" y="940"/>
                </a:lnTo>
                <a:lnTo>
                  <a:pt x="9406" y="900"/>
                </a:lnTo>
                <a:lnTo>
                  <a:pt x="9287" y="860"/>
                </a:lnTo>
                <a:lnTo>
                  <a:pt x="9168" y="900"/>
                </a:lnTo>
                <a:lnTo>
                  <a:pt x="9049" y="900"/>
                </a:lnTo>
                <a:lnTo>
                  <a:pt x="8930" y="940"/>
                </a:lnTo>
                <a:lnTo>
                  <a:pt x="8811" y="979"/>
                </a:lnTo>
                <a:lnTo>
                  <a:pt x="8652" y="979"/>
                </a:lnTo>
                <a:lnTo>
                  <a:pt x="8533" y="979"/>
                </a:lnTo>
                <a:lnTo>
                  <a:pt x="8375" y="900"/>
                </a:lnTo>
                <a:lnTo>
                  <a:pt x="8256" y="820"/>
                </a:lnTo>
                <a:lnTo>
                  <a:pt x="8136" y="740"/>
                </a:lnTo>
                <a:lnTo>
                  <a:pt x="8017" y="661"/>
                </a:lnTo>
                <a:lnTo>
                  <a:pt x="7898" y="621"/>
                </a:lnTo>
                <a:lnTo>
                  <a:pt x="7779" y="661"/>
                </a:lnTo>
                <a:lnTo>
                  <a:pt x="7660" y="701"/>
                </a:lnTo>
                <a:lnTo>
                  <a:pt x="7501" y="740"/>
                </a:lnTo>
                <a:lnTo>
                  <a:pt x="7382" y="780"/>
                </a:lnTo>
                <a:lnTo>
                  <a:pt x="7263" y="860"/>
                </a:lnTo>
                <a:lnTo>
                  <a:pt x="7144" y="940"/>
                </a:lnTo>
                <a:lnTo>
                  <a:pt x="7025" y="979"/>
                </a:lnTo>
                <a:lnTo>
                  <a:pt x="6906" y="1099"/>
                </a:lnTo>
                <a:lnTo>
                  <a:pt x="6787" y="1059"/>
                </a:lnTo>
                <a:lnTo>
                  <a:pt x="6668" y="979"/>
                </a:lnTo>
                <a:lnTo>
                  <a:pt x="6549" y="900"/>
                </a:lnTo>
                <a:lnTo>
                  <a:pt x="6390" y="900"/>
                </a:lnTo>
                <a:lnTo>
                  <a:pt x="6231" y="860"/>
                </a:lnTo>
                <a:lnTo>
                  <a:pt x="6112" y="820"/>
                </a:lnTo>
                <a:lnTo>
                  <a:pt x="5993" y="740"/>
                </a:lnTo>
                <a:lnTo>
                  <a:pt x="5874" y="661"/>
                </a:lnTo>
                <a:lnTo>
                  <a:pt x="5755" y="661"/>
                </a:lnTo>
                <a:lnTo>
                  <a:pt x="5557" y="621"/>
                </a:lnTo>
                <a:lnTo>
                  <a:pt x="5438" y="582"/>
                </a:lnTo>
                <a:lnTo>
                  <a:pt x="5319" y="701"/>
                </a:lnTo>
                <a:lnTo>
                  <a:pt x="5279" y="820"/>
                </a:lnTo>
                <a:lnTo>
                  <a:pt x="5200" y="940"/>
                </a:lnTo>
                <a:lnTo>
                  <a:pt x="5080" y="979"/>
                </a:lnTo>
                <a:lnTo>
                  <a:pt x="4961" y="979"/>
                </a:lnTo>
                <a:lnTo>
                  <a:pt x="4803" y="979"/>
                </a:lnTo>
                <a:lnTo>
                  <a:pt x="4684" y="979"/>
                </a:lnTo>
                <a:lnTo>
                  <a:pt x="4565" y="1059"/>
                </a:lnTo>
                <a:lnTo>
                  <a:pt x="4445" y="1138"/>
                </a:lnTo>
                <a:lnTo>
                  <a:pt x="4325" y="1138"/>
                </a:lnTo>
                <a:lnTo>
                  <a:pt x="4206" y="1138"/>
                </a:lnTo>
                <a:lnTo>
                  <a:pt x="4087" y="1099"/>
                </a:lnTo>
                <a:lnTo>
                  <a:pt x="3929" y="1099"/>
                </a:lnTo>
                <a:lnTo>
                  <a:pt x="3809" y="1059"/>
                </a:lnTo>
                <a:lnTo>
                  <a:pt x="3690" y="1059"/>
                </a:lnTo>
                <a:lnTo>
                  <a:pt x="3571" y="979"/>
                </a:lnTo>
                <a:lnTo>
                  <a:pt x="3413" y="900"/>
                </a:lnTo>
                <a:lnTo>
                  <a:pt x="3294" y="900"/>
                </a:lnTo>
                <a:lnTo>
                  <a:pt x="3174" y="820"/>
                </a:lnTo>
                <a:lnTo>
                  <a:pt x="3055" y="740"/>
                </a:lnTo>
                <a:lnTo>
                  <a:pt x="2897" y="621"/>
                </a:lnTo>
                <a:lnTo>
                  <a:pt x="2778" y="582"/>
                </a:lnTo>
                <a:lnTo>
                  <a:pt x="2619" y="740"/>
                </a:lnTo>
                <a:lnTo>
                  <a:pt x="2500" y="820"/>
                </a:lnTo>
                <a:lnTo>
                  <a:pt x="2301" y="940"/>
                </a:lnTo>
                <a:lnTo>
                  <a:pt x="2143" y="1019"/>
                </a:lnTo>
                <a:lnTo>
                  <a:pt x="1944" y="1059"/>
                </a:lnTo>
                <a:lnTo>
                  <a:pt x="1825" y="1099"/>
                </a:lnTo>
                <a:lnTo>
                  <a:pt x="1706" y="1099"/>
                </a:lnTo>
                <a:lnTo>
                  <a:pt x="1508" y="1059"/>
                </a:lnTo>
                <a:lnTo>
                  <a:pt x="1389" y="1059"/>
                </a:lnTo>
                <a:lnTo>
                  <a:pt x="1270" y="979"/>
                </a:lnTo>
                <a:lnTo>
                  <a:pt x="1150" y="979"/>
                </a:lnTo>
                <a:lnTo>
                  <a:pt x="992" y="1059"/>
                </a:lnTo>
                <a:lnTo>
                  <a:pt x="873" y="1099"/>
                </a:lnTo>
                <a:lnTo>
                  <a:pt x="754" y="1099"/>
                </a:lnTo>
                <a:lnTo>
                  <a:pt x="635" y="1138"/>
                </a:lnTo>
                <a:lnTo>
                  <a:pt x="515" y="1138"/>
                </a:lnTo>
                <a:lnTo>
                  <a:pt x="357" y="1178"/>
                </a:lnTo>
                <a:lnTo>
                  <a:pt x="238" y="1218"/>
                </a:lnTo>
                <a:lnTo>
                  <a:pt x="119" y="1218"/>
                </a:lnTo>
                <a:lnTo>
                  <a:pt x="0" y="1218"/>
                </a:lnTo>
                <a:lnTo>
                  <a:pt x="39" y="0"/>
                </a:lnTo>
                <a:close/>
              </a:path>
            </a:pathLst>
          </a:cu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1352520" y="3559320"/>
            <a:ext cx="1871640" cy="3014640"/>
          </a:xfrm>
          <a:prstGeom prst="roundRect">
            <a:avLst/>
          </a:prstGeom>
          <a:noFill/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3206880" y="604188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3216240" y="4489560"/>
            <a:ext cx="0" cy="5047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3224160" y="2058840"/>
            <a:ext cx="0" cy="215748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2567160" y="5126040"/>
            <a:ext cx="14032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3511440" y="4008600"/>
            <a:ext cx="790560" cy="34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2411280" y="2755800"/>
            <a:ext cx="178452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3225960" y="3193920"/>
            <a:ext cx="0" cy="35244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 flipH="1">
            <a:off x="3664080" y="4356000"/>
            <a:ext cx="1476360" cy="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4713120" y="4151160"/>
            <a:ext cx="18730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Statement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3220920" y="220824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2025720" y="357516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 flipV="1">
            <a:off x="1363680" y="41893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 flipH="1">
            <a:off x="2197080" y="6561000"/>
            <a:ext cx="33336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2738520" y="5654520"/>
            <a:ext cx="106056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3201840" y="4603680"/>
            <a:ext cx="60012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 flipV="1">
            <a:off x="1363680" y="56275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4202280" y="435600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5587920" y="2265480"/>
            <a:ext cx="507960" cy="45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5292720" y="2511360"/>
            <a:ext cx="971640" cy="47160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2700360" y="4037040"/>
            <a:ext cx="1019160" cy="628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"/>
          <p:cNvSpPr txBox="1"/>
          <p:nvPr/>
        </p:nvSpPr>
        <p:spPr>
          <a:xfrm>
            <a:off x="6377040" y="4971960"/>
            <a:ext cx="2104920" cy="1409760"/>
          </a:xfrm>
          <a:prstGeom prst="rect">
            <a:avLst/>
          </a:pr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017720" y="155520"/>
            <a:ext cx="6230880" cy="17352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839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VARYING Idx1 FROM 1 BY 1 UNTIL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Idx1 EQUAL TO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DISPLAY 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995400" y="81000"/>
            <a:ext cx="6358320" cy="609840"/>
          </a:xfrm>
          <a:custGeom>
            <a:avLst/>
            <a:gdLst/>
            <a:ahLst/>
            <a:rect l="0" t="0" r="r" b="b"/>
            <a:pathLst>
              <a:path w="17662" h="1694">
                <a:moveTo>
                  <a:pt x="39" y="0"/>
                </a:moveTo>
                <a:lnTo>
                  <a:pt x="17610" y="0"/>
                </a:lnTo>
                <a:lnTo>
                  <a:pt x="17610" y="1694"/>
                </a:lnTo>
                <a:lnTo>
                  <a:pt x="17662" y="1575"/>
                </a:lnTo>
                <a:lnTo>
                  <a:pt x="17543" y="1575"/>
                </a:lnTo>
                <a:lnTo>
                  <a:pt x="17424" y="1535"/>
                </a:lnTo>
                <a:lnTo>
                  <a:pt x="17305" y="1456"/>
                </a:lnTo>
                <a:lnTo>
                  <a:pt x="17186" y="1376"/>
                </a:lnTo>
                <a:lnTo>
                  <a:pt x="17186" y="1257"/>
                </a:lnTo>
                <a:lnTo>
                  <a:pt x="17067" y="1138"/>
                </a:lnTo>
                <a:lnTo>
                  <a:pt x="17027" y="1257"/>
                </a:lnTo>
                <a:lnTo>
                  <a:pt x="16908" y="1297"/>
                </a:lnTo>
                <a:lnTo>
                  <a:pt x="16829" y="1178"/>
                </a:lnTo>
                <a:lnTo>
                  <a:pt x="16789" y="1059"/>
                </a:lnTo>
                <a:lnTo>
                  <a:pt x="16670" y="940"/>
                </a:lnTo>
                <a:lnTo>
                  <a:pt x="16551" y="900"/>
                </a:lnTo>
                <a:lnTo>
                  <a:pt x="16512" y="1019"/>
                </a:lnTo>
                <a:lnTo>
                  <a:pt x="16512" y="1138"/>
                </a:lnTo>
                <a:lnTo>
                  <a:pt x="16392" y="1059"/>
                </a:lnTo>
                <a:lnTo>
                  <a:pt x="16392" y="940"/>
                </a:lnTo>
                <a:lnTo>
                  <a:pt x="16273" y="860"/>
                </a:lnTo>
                <a:lnTo>
                  <a:pt x="16154" y="780"/>
                </a:lnTo>
                <a:lnTo>
                  <a:pt x="16035" y="740"/>
                </a:lnTo>
                <a:lnTo>
                  <a:pt x="15916" y="740"/>
                </a:lnTo>
                <a:lnTo>
                  <a:pt x="15797" y="780"/>
                </a:lnTo>
                <a:lnTo>
                  <a:pt x="15599" y="860"/>
                </a:lnTo>
                <a:lnTo>
                  <a:pt x="15480" y="900"/>
                </a:lnTo>
                <a:lnTo>
                  <a:pt x="15361" y="940"/>
                </a:lnTo>
                <a:lnTo>
                  <a:pt x="15242" y="940"/>
                </a:lnTo>
                <a:lnTo>
                  <a:pt x="15122" y="979"/>
                </a:lnTo>
                <a:lnTo>
                  <a:pt x="15003" y="1059"/>
                </a:lnTo>
                <a:lnTo>
                  <a:pt x="14884" y="1099"/>
                </a:lnTo>
                <a:lnTo>
                  <a:pt x="14765" y="1099"/>
                </a:lnTo>
                <a:lnTo>
                  <a:pt x="14646" y="1059"/>
                </a:lnTo>
                <a:lnTo>
                  <a:pt x="14527" y="979"/>
                </a:lnTo>
                <a:lnTo>
                  <a:pt x="14408" y="900"/>
                </a:lnTo>
                <a:lnTo>
                  <a:pt x="14329" y="780"/>
                </a:lnTo>
                <a:lnTo>
                  <a:pt x="14210" y="701"/>
                </a:lnTo>
                <a:lnTo>
                  <a:pt x="14091" y="621"/>
                </a:lnTo>
                <a:lnTo>
                  <a:pt x="14011" y="740"/>
                </a:lnTo>
                <a:lnTo>
                  <a:pt x="13852" y="860"/>
                </a:lnTo>
                <a:lnTo>
                  <a:pt x="13773" y="979"/>
                </a:lnTo>
                <a:lnTo>
                  <a:pt x="13654" y="1019"/>
                </a:lnTo>
                <a:lnTo>
                  <a:pt x="13535" y="979"/>
                </a:lnTo>
                <a:lnTo>
                  <a:pt x="13416" y="900"/>
                </a:lnTo>
                <a:lnTo>
                  <a:pt x="13297" y="820"/>
                </a:lnTo>
                <a:lnTo>
                  <a:pt x="13137" y="740"/>
                </a:lnTo>
                <a:lnTo>
                  <a:pt x="13018" y="661"/>
                </a:lnTo>
                <a:lnTo>
                  <a:pt x="12899" y="661"/>
                </a:lnTo>
                <a:lnTo>
                  <a:pt x="12780" y="621"/>
                </a:lnTo>
                <a:lnTo>
                  <a:pt x="12661" y="661"/>
                </a:lnTo>
                <a:lnTo>
                  <a:pt x="12502" y="740"/>
                </a:lnTo>
                <a:lnTo>
                  <a:pt x="12383" y="780"/>
                </a:lnTo>
                <a:lnTo>
                  <a:pt x="12264" y="740"/>
                </a:lnTo>
                <a:lnTo>
                  <a:pt x="12145" y="740"/>
                </a:lnTo>
                <a:lnTo>
                  <a:pt x="11986" y="740"/>
                </a:lnTo>
                <a:lnTo>
                  <a:pt x="11867" y="780"/>
                </a:lnTo>
                <a:lnTo>
                  <a:pt x="11708" y="820"/>
                </a:lnTo>
                <a:lnTo>
                  <a:pt x="11629" y="701"/>
                </a:lnTo>
                <a:lnTo>
                  <a:pt x="11510" y="621"/>
                </a:lnTo>
                <a:lnTo>
                  <a:pt x="11391" y="542"/>
                </a:lnTo>
                <a:lnTo>
                  <a:pt x="11272" y="502"/>
                </a:lnTo>
                <a:lnTo>
                  <a:pt x="11153" y="463"/>
                </a:lnTo>
                <a:lnTo>
                  <a:pt x="11034" y="542"/>
                </a:lnTo>
                <a:lnTo>
                  <a:pt x="10915" y="621"/>
                </a:lnTo>
                <a:lnTo>
                  <a:pt x="10796" y="661"/>
                </a:lnTo>
                <a:lnTo>
                  <a:pt x="10676" y="740"/>
                </a:lnTo>
                <a:lnTo>
                  <a:pt x="10557" y="740"/>
                </a:lnTo>
                <a:lnTo>
                  <a:pt x="10438" y="780"/>
                </a:lnTo>
                <a:lnTo>
                  <a:pt x="10280" y="820"/>
                </a:lnTo>
                <a:lnTo>
                  <a:pt x="10121" y="820"/>
                </a:lnTo>
                <a:lnTo>
                  <a:pt x="9922" y="900"/>
                </a:lnTo>
                <a:lnTo>
                  <a:pt x="9764" y="979"/>
                </a:lnTo>
                <a:lnTo>
                  <a:pt x="9645" y="1019"/>
                </a:lnTo>
                <a:lnTo>
                  <a:pt x="9526" y="940"/>
                </a:lnTo>
                <a:lnTo>
                  <a:pt x="9406" y="900"/>
                </a:lnTo>
                <a:lnTo>
                  <a:pt x="9287" y="860"/>
                </a:lnTo>
                <a:lnTo>
                  <a:pt x="9168" y="900"/>
                </a:lnTo>
                <a:lnTo>
                  <a:pt x="9049" y="900"/>
                </a:lnTo>
                <a:lnTo>
                  <a:pt x="8930" y="940"/>
                </a:lnTo>
                <a:lnTo>
                  <a:pt x="8811" y="979"/>
                </a:lnTo>
                <a:lnTo>
                  <a:pt x="8652" y="979"/>
                </a:lnTo>
                <a:lnTo>
                  <a:pt x="8533" y="979"/>
                </a:lnTo>
                <a:lnTo>
                  <a:pt x="8375" y="900"/>
                </a:lnTo>
                <a:lnTo>
                  <a:pt x="8256" y="820"/>
                </a:lnTo>
                <a:lnTo>
                  <a:pt x="8136" y="740"/>
                </a:lnTo>
                <a:lnTo>
                  <a:pt x="8017" y="661"/>
                </a:lnTo>
                <a:lnTo>
                  <a:pt x="7898" y="621"/>
                </a:lnTo>
                <a:lnTo>
                  <a:pt x="7779" y="661"/>
                </a:lnTo>
                <a:lnTo>
                  <a:pt x="7660" y="701"/>
                </a:lnTo>
                <a:lnTo>
                  <a:pt x="7501" y="740"/>
                </a:lnTo>
                <a:lnTo>
                  <a:pt x="7382" y="780"/>
                </a:lnTo>
                <a:lnTo>
                  <a:pt x="7263" y="860"/>
                </a:lnTo>
                <a:lnTo>
                  <a:pt x="7144" y="940"/>
                </a:lnTo>
                <a:lnTo>
                  <a:pt x="7025" y="979"/>
                </a:lnTo>
                <a:lnTo>
                  <a:pt x="6906" y="1099"/>
                </a:lnTo>
                <a:lnTo>
                  <a:pt x="6787" y="1059"/>
                </a:lnTo>
                <a:lnTo>
                  <a:pt x="6668" y="979"/>
                </a:lnTo>
                <a:lnTo>
                  <a:pt x="6549" y="900"/>
                </a:lnTo>
                <a:lnTo>
                  <a:pt x="6390" y="900"/>
                </a:lnTo>
                <a:lnTo>
                  <a:pt x="6231" y="860"/>
                </a:lnTo>
                <a:lnTo>
                  <a:pt x="6112" y="820"/>
                </a:lnTo>
                <a:lnTo>
                  <a:pt x="5993" y="740"/>
                </a:lnTo>
                <a:lnTo>
                  <a:pt x="5874" y="661"/>
                </a:lnTo>
                <a:lnTo>
                  <a:pt x="5755" y="661"/>
                </a:lnTo>
                <a:lnTo>
                  <a:pt x="5557" y="621"/>
                </a:lnTo>
                <a:lnTo>
                  <a:pt x="5438" y="582"/>
                </a:lnTo>
                <a:lnTo>
                  <a:pt x="5319" y="701"/>
                </a:lnTo>
                <a:lnTo>
                  <a:pt x="5279" y="820"/>
                </a:lnTo>
                <a:lnTo>
                  <a:pt x="5200" y="940"/>
                </a:lnTo>
                <a:lnTo>
                  <a:pt x="5080" y="979"/>
                </a:lnTo>
                <a:lnTo>
                  <a:pt x="4961" y="979"/>
                </a:lnTo>
                <a:lnTo>
                  <a:pt x="4803" y="979"/>
                </a:lnTo>
                <a:lnTo>
                  <a:pt x="4684" y="979"/>
                </a:lnTo>
                <a:lnTo>
                  <a:pt x="4565" y="1059"/>
                </a:lnTo>
                <a:lnTo>
                  <a:pt x="4445" y="1138"/>
                </a:lnTo>
                <a:lnTo>
                  <a:pt x="4325" y="1138"/>
                </a:lnTo>
                <a:lnTo>
                  <a:pt x="4206" y="1138"/>
                </a:lnTo>
                <a:lnTo>
                  <a:pt x="4087" y="1099"/>
                </a:lnTo>
                <a:lnTo>
                  <a:pt x="3929" y="1099"/>
                </a:lnTo>
                <a:lnTo>
                  <a:pt x="3809" y="1059"/>
                </a:lnTo>
                <a:lnTo>
                  <a:pt x="3690" y="1059"/>
                </a:lnTo>
                <a:lnTo>
                  <a:pt x="3571" y="979"/>
                </a:lnTo>
                <a:lnTo>
                  <a:pt x="3413" y="900"/>
                </a:lnTo>
                <a:lnTo>
                  <a:pt x="3294" y="900"/>
                </a:lnTo>
                <a:lnTo>
                  <a:pt x="3174" y="820"/>
                </a:lnTo>
                <a:lnTo>
                  <a:pt x="3055" y="740"/>
                </a:lnTo>
                <a:lnTo>
                  <a:pt x="2897" y="621"/>
                </a:lnTo>
                <a:lnTo>
                  <a:pt x="2778" y="582"/>
                </a:lnTo>
                <a:lnTo>
                  <a:pt x="2619" y="740"/>
                </a:lnTo>
                <a:lnTo>
                  <a:pt x="2500" y="820"/>
                </a:lnTo>
                <a:lnTo>
                  <a:pt x="2301" y="940"/>
                </a:lnTo>
                <a:lnTo>
                  <a:pt x="2143" y="1019"/>
                </a:lnTo>
                <a:lnTo>
                  <a:pt x="1944" y="1059"/>
                </a:lnTo>
                <a:lnTo>
                  <a:pt x="1825" y="1099"/>
                </a:lnTo>
                <a:lnTo>
                  <a:pt x="1706" y="1099"/>
                </a:lnTo>
                <a:lnTo>
                  <a:pt x="1508" y="1059"/>
                </a:lnTo>
                <a:lnTo>
                  <a:pt x="1389" y="1059"/>
                </a:lnTo>
                <a:lnTo>
                  <a:pt x="1270" y="979"/>
                </a:lnTo>
                <a:lnTo>
                  <a:pt x="1150" y="979"/>
                </a:lnTo>
                <a:lnTo>
                  <a:pt x="992" y="1059"/>
                </a:lnTo>
                <a:lnTo>
                  <a:pt x="873" y="1099"/>
                </a:lnTo>
                <a:lnTo>
                  <a:pt x="754" y="1099"/>
                </a:lnTo>
                <a:lnTo>
                  <a:pt x="635" y="1138"/>
                </a:lnTo>
                <a:lnTo>
                  <a:pt x="515" y="1138"/>
                </a:lnTo>
                <a:lnTo>
                  <a:pt x="357" y="1178"/>
                </a:lnTo>
                <a:lnTo>
                  <a:pt x="238" y="1218"/>
                </a:lnTo>
                <a:lnTo>
                  <a:pt x="119" y="1218"/>
                </a:lnTo>
                <a:lnTo>
                  <a:pt x="0" y="1218"/>
                </a:lnTo>
                <a:lnTo>
                  <a:pt x="39" y="0"/>
                </a:lnTo>
                <a:close/>
              </a:path>
            </a:pathLst>
          </a:cu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1352520" y="3559320"/>
            <a:ext cx="1871640" cy="3014640"/>
          </a:xfrm>
          <a:prstGeom prst="roundRect">
            <a:avLst/>
          </a:prstGeom>
          <a:noFill/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3206880" y="604188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3216240" y="4489560"/>
            <a:ext cx="0" cy="5047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3224160" y="2058840"/>
            <a:ext cx="0" cy="215748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2567160" y="5126040"/>
            <a:ext cx="14032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3511440" y="4008600"/>
            <a:ext cx="790560" cy="34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2411280" y="2755800"/>
            <a:ext cx="178452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3225960" y="3193920"/>
            <a:ext cx="0" cy="35244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 flipH="1">
            <a:off x="3664080" y="4356000"/>
            <a:ext cx="1476360" cy="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4713120" y="4151160"/>
            <a:ext cx="18730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Statement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3220920" y="220824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2025720" y="357516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 flipV="1">
            <a:off x="1363680" y="41893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 flipH="1">
            <a:off x="2197080" y="6561000"/>
            <a:ext cx="33336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2738520" y="5654520"/>
            <a:ext cx="106056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3201840" y="4603680"/>
            <a:ext cx="60012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 flipV="1">
            <a:off x="1363680" y="56275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4202280" y="435600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5587920" y="2265480"/>
            <a:ext cx="507960" cy="45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5292720" y="2511360"/>
            <a:ext cx="971640" cy="47160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2700360" y="4037040"/>
            <a:ext cx="1019160" cy="628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"/>
          <p:cNvSpPr txBox="1"/>
          <p:nvPr/>
        </p:nvSpPr>
        <p:spPr>
          <a:xfrm>
            <a:off x="6377040" y="4971960"/>
            <a:ext cx="2104920" cy="1409760"/>
          </a:xfrm>
          <a:prstGeom prst="rect">
            <a:avLst/>
          </a:prstGeom>
          <a:solidFill>
            <a:srgbClr val="DADADA"/>
          </a:solidFill>
          <a:ln w="255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1017720" y="155520"/>
            <a:ext cx="6230880" cy="17352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839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VARYING Idx1 FROM 1 BY 1 UNTIL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Idx1 EQUAL TO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DISPLAY 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995400" y="81000"/>
            <a:ext cx="6358320" cy="609840"/>
          </a:xfrm>
          <a:custGeom>
            <a:avLst/>
            <a:gdLst/>
            <a:ahLst/>
            <a:rect l="0" t="0" r="r" b="b"/>
            <a:pathLst>
              <a:path w="17662" h="1694">
                <a:moveTo>
                  <a:pt x="39" y="0"/>
                </a:moveTo>
                <a:lnTo>
                  <a:pt x="17610" y="0"/>
                </a:lnTo>
                <a:lnTo>
                  <a:pt x="17610" y="1694"/>
                </a:lnTo>
                <a:lnTo>
                  <a:pt x="17662" y="1575"/>
                </a:lnTo>
                <a:lnTo>
                  <a:pt x="17543" y="1575"/>
                </a:lnTo>
                <a:lnTo>
                  <a:pt x="17424" y="1535"/>
                </a:lnTo>
                <a:lnTo>
                  <a:pt x="17305" y="1456"/>
                </a:lnTo>
                <a:lnTo>
                  <a:pt x="17186" y="1376"/>
                </a:lnTo>
                <a:lnTo>
                  <a:pt x="17186" y="1257"/>
                </a:lnTo>
                <a:lnTo>
                  <a:pt x="17067" y="1138"/>
                </a:lnTo>
                <a:lnTo>
                  <a:pt x="17027" y="1257"/>
                </a:lnTo>
                <a:lnTo>
                  <a:pt x="16908" y="1297"/>
                </a:lnTo>
                <a:lnTo>
                  <a:pt x="16829" y="1178"/>
                </a:lnTo>
                <a:lnTo>
                  <a:pt x="16789" y="1059"/>
                </a:lnTo>
                <a:lnTo>
                  <a:pt x="16670" y="940"/>
                </a:lnTo>
                <a:lnTo>
                  <a:pt x="16551" y="900"/>
                </a:lnTo>
                <a:lnTo>
                  <a:pt x="16512" y="1019"/>
                </a:lnTo>
                <a:lnTo>
                  <a:pt x="16512" y="1138"/>
                </a:lnTo>
                <a:lnTo>
                  <a:pt x="16392" y="1059"/>
                </a:lnTo>
                <a:lnTo>
                  <a:pt x="16392" y="940"/>
                </a:lnTo>
                <a:lnTo>
                  <a:pt x="16273" y="860"/>
                </a:lnTo>
                <a:lnTo>
                  <a:pt x="16154" y="780"/>
                </a:lnTo>
                <a:lnTo>
                  <a:pt x="16035" y="740"/>
                </a:lnTo>
                <a:lnTo>
                  <a:pt x="15916" y="740"/>
                </a:lnTo>
                <a:lnTo>
                  <a:pt x="15797" y="780"/>
                </a:lnTo>
                <a:lnTo>
                  <a:pt x="15599" y="860"/>
                </a:lnTo>
                <a:lnTo>
                  <a:pt x="15480" y="900"/>
                </a:lnTo>
                <a:lnTo>
                  <a:pt x="15361" y="940"/>
                </a:lnTo>
                <a:lnTo>
                  <a:pt x="15242" y="940"/>
                </a:lnTo>
                <a:lnTo>
                  <a:pt x="15122" y="979"/>
                </a:lnTo>
                <a:lnTo>
                  <a:pt x="15003" y="1059"/>
                </a:lnTo>
                <a:lnTo>
                  <a:pt x="14884" y="1099"/>
                </a:lnTo>
                <a:lnTo>
                  <a:pt x="14765" y="1099"/>
                </a:lnTo>
                <a:lnTo>
                  <a:pt x="14646" y="1059"/>
                </a:lnTo>
                <a:lnTo>
                  <a:pt x="14527" y="979"/>
                </a:lnTo>
                <a:lnTo>
                  <a:pt x="14408" y="900"/>
                </a:lnTo>
                <a:lnTo>
                  <a:pt x="14329" y="780"/>
                </a:lnTo>
                <a:lnTo>
                  <a:pt x="14210" y="701"/>
                </a:lnTo>
                <a:lnTo>
                  <a:pt x="14091" y="621"/>
                </a:lnTo>
                <a:lnTo>
                  <a:pt x="14011" y="740"/>
                </a:lnTo>
                <a:lnTo>
                  <a:pt x="13852" y="860"/>
                </a:lnTo>
                <a:lnTo>
                  <a:pt x="13773" y="979"/>
                </a:lnTo>
                <a:lnTo>
                  <a:pt x="13654" y="1019"/>
                </a:lnTo>
                <a:lnTo>
                  <a:pt x="13535" y="979"/>
                </a:lnTo>
                <a:lnTo>
                  <a:pt x="13416" y="900"/>
                </a:lnTo>
                <a:lnTo>
                  <a:pt x="13297" y="820"/>
                </a:lnTo>
                <a:lnTo>
                  <a:pt x="13137" y="740"/>
                </a:lnTo>
                <a:lnTo>
                  <a:pt x="13018" y="661"/>
                </a:lnTo>
                <a:lnTo>
                  <a:pt x="12899" y="661"/>
                </a:lnTo>
                <a:lnTo>
                  <a:pt x="12780" y="621"/>
                </a:lnTo>
                <a:lnTo>
                  <a:pt x="12661" y="661"/>
                </a:lnTo>
                <a:lnTo>
                  <a:pt x="12502" y="740"/>
                </a:lnTo>
                <a:lnTo>
                  <a:pt x="12383" y="780"/>
                </a:lnTo>
                <a:lnTo>
                  <a:pt x="12264" y="740"/>
                </a:lnTo>
                <a:lnTo>
                  <a:pt x="12145" y="740"/>
                </a:lnTo>
                <a:lnTo>
                  <a:pt x="11986" y="740"/>
                </a:lnTo>
                <a:lnTo>
                  <a:pt x="11867" y="780"/>
                </a:lnTo>
                <a:lnTo>
                  <a:pt x="11708" y="820"/>
                </a:lnTo>
                <a:lnTo>
                  <a:pt x="11629" y="701"/>
                </a:lnTo>
                <a:lnTo>
                  <a:pt x="11510" y="621"/>
                </a:lnTo>
                <a:lnTo>
                  <a:pt x="11391" y="542"/>
                </a:lnTo>
                <a:lnTo>
                  <a:pt x="11272" y="502"/>
                </a:lnTo>
                <a:lnTo>
                  <a:pt x="11153" y="463"/>
                </a:lnTo>
                <a:lnTo>
                  <a:pt x="11034" y="542"/>
                </a:lnTo>
                <a:lnTo>
                  <a:pt x="10915" y="621"/>
                </a:lnTo>
                <a:lnTo>
                  <a:pt x="10796" y="661"/>
                </a:lnTo>
                <a:lnTo>
                  <a:pt x="10676" y="740"/>
                </a:lnTo>
                <a:lnTo>
                  <a:pt x="10557" y="740"/>
                </a:lnTo>
                <a:lnTo>
                  <a:pt x="10438" y="780"/>
                </a:lnTo>
                <a:lnTo>
                  <a:pt x="10280" y="820"/>
                </a:lnTo>
                <a:lnTo>
                  <a:pt x="10121" y="820"/>
                </a:lnTo>
                <a:lnTo>
                  <a:pt x="9922" y="900"/>
                </a:lnTo>
                <a:lnTo>
                  <a:pt x="9764" y="979"/>
                </a:lnTo>
                <a:lnTo>
                  <a:pt x="9645" y="1019"/>
                </a:lnTo>
                <a:lnTo>
                  <a:pt x="9526" y="940"/>
                </a:lnTo>
                <a:lnTo>
                  <a:pt x="9406" y="900"/>
                </a:lnTo>
                <a:lnTo>
                  <a:pt x="9287" y="860"/>
                </a:lnTo>
                <a:lnTo>
                  <a:pt x="9168" y="900"/>
                </a:lnTo>
                <a:lnTo>
                  <a:pt x="9049" y="900"/>
                </a:lnTo>
                <a:lnTo>
                  <a:pt x="8930" y="940"/>
                </a:lnTo>
                <a:lnTo>
                  <a:pt x="8811" y="979"/>
                </a:lnTo>
                <a:lnTo>
                  <a:pt x="8652" y="979"/>
                </a:lnTo>
                <a:lnTo>
                  <a:pt x="8533" y="979"/>
                </a:lnTo>
                <a:lnTo>
                  <a:pt x="8375" y="900"/>
                </a:lnTo>
                <a:lnTo>
                  <a:pt x="8256" y="820"/>
                </a:lnTo>
                <a:lnTo>
                  <a:pt x="8136" y="740"/>
                </a:lnTo>
                <a:lnTo>
                  <a:pt x="8017" y="661"/>
                </a:lnTo>
                <a:lnTo>
                  <a:pt x="7898" y="621"/>
                </a:lnTo>
                <a:lnTo>
                  <a:pt x="7779" y="661"/>
                </a:lnTo>
                <a:lnTo>
                  <a:pt x="7660" y="701"/>
                </a:lnTo>
                <a:lnTo>
                  <a:pt x="7501" y="740"/>
                </a:lnTo>
                <a:lnTo>
                  <a:pt x="7382" y="780"/>
                </a:lnTo>
                <a:lnTo>
                  <a:pt x="7263" y="860"/>
                </a:lnTo>
                <a:lnTo>
                  <a:pt x="7144" y="940"/>
                </a:lnTo>
                <a:lnTo>
                  <a:pt x="7025" y="979"/>
                </a:lnTo>
                <a:lnTo>
                  <a:pt x="6906" y="1099"/>
                </a:lnTo>
                <a:lnTo>
                  <a:pt x="6787" y="1059"/>
                </a:lnTo>
                <a:lnTo>
                  <a:pt x="6668" y="979"/>
                </a:lnTo>
                <a:lnTo>
                  <a:pt x="6549" y="900"/>
                </a:lnTo>
                <a:lnTo>
                  <a:pt x="6390" y="900"/>
                </a:lnTo>
                <a:lnTo>
                  <a:pt x="6231" y="860"/>
                </a:lnTo>
                <a:lnTo>
                  <a:pt x="6112" y="820"/>
                </a:lnTo>
                <a:lnTo>
                  <a:pt x="5993" y="740"/>
                </a:lnTo>
                <a:lnTo>
                  <a:pt x="5874" y="661"/>
                </a:lnTo>
                <a:lnTo>
                  <a:pt x="5755" y="661"/>
                </a:lnTo>
                <a:lnTo>
                  <a:pt x="5557" y="621"/>
                </a:lnTo>
                <a:lnTo>
                  <a:pt x="5438" y="582"/>
                </a:lnTo>
                <a:lnTo>
                  <a:pt x="5319" y="701"/>
                </a:lnTo>
                <a:lnTo>
                  <a:pt x="5279" y="820"/>
                </a:lnTo>
                <a:lnTo>
                  <a:pt x="5200" y="940"/>
                </a:lnTo>
                <a:lnTo>
                  <a:pt x="5080" y="979"/>
                </a:lnTo>
                <a:lnTo>
                  <a:pt x="4961" y="979"/>
                </a:lnTo>
                <a:lnTo>
                  <a:pt x="4803" y="979"/>
                </a:lnTo>
                <a:lnTo>
                  <a:pt x="4684" y="979"/>
                </a:lnTo>
                <a:lnTo>
                  <a:pt x="4565" y="1059"/>
                </a:lnTo>
                <a:lnTo>
                  <a:pt x="4445" y="1138"/>
                </a:lnTo>
                <a:lnTo>
                  <a:pt x="4325" y="1138"/>
                </a:lnTo>
                <a:lnTo>
                  <a:pt x="4206" y="1138"/>
                </a:lnTo>
                <a:lnTo>
                  <a:pt x="4087" y="1099"/>
                </a:lnTo>
                <a:lnTo>
                  <a:pt x="3929" y="1099"/>
                </a:lnTo>
                <a:lnTo>
                  <a:pt x="3809" y="1059"/>
                </a:lnTo>
                <a:lnTo>
                  <a:pt x="3690" y="1059"/>
                </a:lnTo>
                <a:lnTo>
                  <a:pt x="3571" y="979"/>
                </a:lnTo>
                <a:lnTo>
                  <a:pt x="3413" y="900"/>
                </a:lnTo>
                <a:lnTo>
                  <a:pt x="3294" y="900"/>
                </a:lnTo>
                <a:lnTo>
                  <a:pt x="3174" y="820"/>
                </a:lnTo>
                <a:lnTo>
                  <a:pt x="3055" y="740"/>
                </a:lnTo>
                <a:lnTo>
                  <a:pt x="2897" y="621"/>
                </a:lnTo>
                <a:lnTo>
                  <a:pt x="2778" y="582"/>
                </a:lnTo>
                <a:lnTo>
                  <a:pt x="2619" y="740"/>
                </a:lnTo>
                <a:lnTo>
                  <a:pt x="2500" y="820"/>
                </a:lnTo>
                <a:lnTo>
                  <a:pt x="2301" y="940"/>
                </a:lnTo>
                <a:lnTo>
                  <a:pt x="2143" y="1019"/>
                </a:lnTo>
                <a:lnTo>
                  <a:pt x="1944" y="1059"/>
                </a:lnTo>
                <a:lnTo>
                  <a:pt x="1825" y="1099"/>
                </a:lnTo>
                <a:lnTo>
                  <a:pt x="1706" y="1099"/>
                </a:lnTo>
                <a:lnTo>
                  <a:pt x="1508" y="1059"/>
                </a:lnTo>
                <a:lnTo>
                  <a:pt x="1389" y="1059"/>
                </a:lnTo>
                <a:lnTo>
                  <a:pt x="1270" y="979"/>
                </a:lnTo>
                <a:lnTo>
                  <a:pt x="1150" y="979"/>
                </a:lnTo>
                <a:lnTo>
                  <a:pt x="992" y="1059"/>
                </a:lnTo>
                <a:lnTo>
                  <a:pt x="873" y="1099"/>
                </a:lnTo>
                <a:lnTo>
                  <a:pt x="754" y="1099"/>
                </a:lnTo>
                <a:lnTo>
                  <a:pt x="635" y="1138"/>
                </a:lnTo>
                <a:lnTo>
                  <a:pt x="515" y="1138"/>
                </a:lnTo>
                <a:lnTo>
                  <a:pt x="357" y="1178"/>
                </a:lnTo>
                <a:lnTo>
                  <a:pt x="238" y="1218"/>
                </a:lnTo>
                <a:lnTo>
                  <a:pt x="119" y="1218"/>
                </a:lnTo>
                <a:lnTo>
                  <a:pt x="0" y="1218"/>
                </a:lnTo>
                <a:lnTo>
                  <a:pt x="39" y="0"/>
                </a:lnTo>
                <a:close/>
              </a:path>
            </a:pathLst>
          </a:cu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1352520" y="3559320"/>
            <a:ext cx="1871640" cy="3014640"/>
          </a:xfrm>
          <a:prstGeom prst="roundRect">
            <a:avLst/>
          </a:prstGeom>
          <a:noFill/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3206880" y="604188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3216240" y="4489560"/>
            <a:ext cx="0" cy="5047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3224160" y="2058840"/>
            <a:ext cx="0" cy="215748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2567160" y="5126040"/>
            <a:ext cx="14032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3511440" y="4008600"/>
            <a:ext cx="790560" cy="34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2411280" y="2755800"/>
            <a:ext cx="178452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3225960" y="3193920"/>
            <a:ext cx="0" cy="35244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 flipH="1">
            <a:off x="3664080" y="4356000"/>
            <a:ext cx="1476360" cy="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4713120" y="4151160"/>
            <a:ext cx="18730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Statement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3220920" y="220824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2025720" y="357516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 flipV="1">
            <a:off x="1363680" y="41893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 flipH="1">
            <a:off x="2197080" y="6561000"/>
            <a:ext cx="33336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2738520" y="5654520"/>
            <a:ext cx="106056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3201840" y="4603680"/>
            <a:ext cx="60012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 flipV="1">
            <a:off x="1363680" y="562752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4202280" y="435600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5587920" y="2265480"/>
            <a:ext cx="507960" cy="45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5292720" y="2511360"/>
            <a:ext cx="971640" cy="47160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4737240" y="4162320"/>
            <a:ext cx="3711600" cy="20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100000"/>
              </a:lnSpc>
            </a:pPr>
            <a:r>
              <a:rPr lang="en-US" sz="18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Next Statement</a:t>
            </a: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</a:pPr>
            <a:r>
              <a:rPr lang="en-US" sz="18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                          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Exit value = 3</a:t>
            </a:r>
            <a:r>
              <a:rPr lang="en-US" sz="20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2700360" y="4037040"/>
            <a:ext cx="1019160" cy="628560"/>
          </a:xfrm>
          <a:prstGeom prst="rect">
            <a:avLst/>
          </a:prstGeom>
          <a:solidFill>
            <a:srgbClr val="DC0081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"/>
          <p:cNvSpPr/>
          <p:nvPr/>
        </p:nvSpPr>
        <p:spPr>
          <a:xfrm flipH="1" flipV="1">
            <a:off x="990720" y="3309840"/>
            <a:ext cx="1440" cy="330372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3738600" y="4757760"/>
            <a:ext cx="1604880" cy="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3271680" y="1882800"/>
            <a:ext cx="0" cy="255744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985680" y="3319560"/>
            <a:ext cx="2291040" cy="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5343480" y="4748040"/>
            <a:ext cx="0" cy="186876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6819840" y="2271600"/>
            <a:ext cx="2019240" cy="41958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T  Idx1  Idx2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345960" y="12600"/>
            <a:ext cx="7602480" cy="141588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839"/>
              </a:spcBef>
            </a:pP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VARYING Idx1 FROM 1 BY 2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UNTIL   Idx1 EQUAL TO 5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AFTER   Idx2 FROM 6 BY -1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UNTIL   Idx2 LESS THAN 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314280" y="9360"/>
            <a:ext cx="8639640" cy="324360"/>
          </a:xfrm>
          <a:custGeom>
            <a:avLst/>
            <a:gdLst/>
            <a:ahLst/>
            <a:rect l="0" t="0" r="r" b="b"/>
            <a:pathLst>
              <a:path w="23999" h="901">
                <a:moveTo>
                  <a:pt x="52" y="0"/>
                </a:moveTo>
                <a:lnTo>
                  <a:pt x="23929" y="0"/>
                </a:lnTo>
                <a:lnTo>
                  <a:pt x="23929" y="901"/>
                </a:lnTo>
                <a:lnTo>
                  <a:pt x="23999" y="839"/>
                </a:lnTo>
                <a:lnTo>
                  <a:pt x="23836" y="839"/>
                </a:lnTo>
                <a:lnTo>
                  <a:pt x="23677" y="817"/>
                </a:lnTo>
                <a:lnTo>
                  <a:pt x="23514" y="773"/>
                </a:lnTo>
                <a:lnTo>
                  <a:pt x="23351" y="734"/>
                </a:lnTo>
                <a:lnTo>
                  <a:pt x="23351" y="666"/>
                </a:lnTo>
                <a:lnTo>
                  <a:pt x="23192" y="605"/>
                </a:lnTo>
                <a:lnTo>
                  <a:pt x="23135" y="666"/>
                </a:lnTo>
                <a:lnTo>
                  <a:pt x="22976" y="689"/>
                </a:lnTo>
                <a:lnTo>
                  <a:pt x="22866" y="627"/>
                </a:lnTo>
                <a:lnTo>
                  <a:pt x="22813" y="565"/>
                </a:lnTo>
                <a:lnTo>
                  <a:pt x="22650" y="499"/>
                </a:lnTo>
                <a:lnTo>
                  <a:pt x="22491" y="477"/>
                </a:lnTo>
                <a:lnTo>
                  <a:pt x="22434" y="543"/>
                </a:lnTo>
                <a:lnTo>
                  <a:pt x="22434" y="605"/>
                </a:lnTo>
                <a:lnTo>
                  <a:pt x="22275" y="565"/>
                </a:lnTo>
                <a:lnTo>
                  <a:pt x="22275" y="499"/>
                </a:lnTo>
                <a:lnTo>
                  <a:pt x="22112" y="459"/>
                </a:lnTo>
                <a:lnTo>
                  <a:pt x="21949" y="415"/>
                </a:lnTo>
                <a:lnTo>
                  <a:pt x="21790" y="393"/>
                </a:lnTo>
                <a:lnTo>
                  <a:pt x="21627" y="393"/>
                </a:lnTo>
                <a:lnTo>
                  <a:pt x="21464" y="415"/>
                </a:lnTo>
                <a:lnTo>
                  <a:pt x="21195" y="459"/>
                </a:lnTo>
                <a:lnTo>
                  <a:pt x="21031" y="477"/>
                </a:lnTo>
                <a:lnTo>
                  <a:pt x="20873" y="499"/>
                </a:lnTo>
                <a:lnTo>
                  <a:pt x="20710" y="499"/>
                </a:lnTo>
                <a:lnTo>
                  <a:pt x="20546" y="521"/>
                </a:lnTo>
                <a:lnTo>
                  <a:pt x="20388" y="565"/>
                </a:lnTo>
                <a:lnTo>
                  <a:pt x="20224" y="583"/>
                </a:lnTo>
                <a:lnTo>
                  <a:pt x="20061" y="583"/>
                </a:lnTo>
                <a:lnTo>
                  <a:pt x="19903" y="565"/>
                </a:lnTo>
                <a:lnTo>
                  <a:pt x="19739" y="521"/>
                </a:lnTo>
                <a:lnTo>
                  <a:pt x="19576" y="477"/>
                </a:lnTo>
                <a:lnTo>
                  <a:pt x="19470" y="415"/>
                </a:lnTo>
                <a:lnTo>
                  <a:pt x="19307" y="371"/>
                </a:lnTo>
                <a:lnTo>
                  <a:pt x="19144" y="331"/>
                </a:lnTo>
                <a:lnTo>
                  <a:pt x="19038" y="393"/>
                </a:lnTo>
                <a:lnTo>
                  <a:pt x="18822" y="459"/>
                </a:lnTo>
                <a:lnTo>
                  <a:pt x="18716" y="521"/>
                </a:lnTo>
                <a:lnTo>
                  <a:pt x="18553" y="543"/>
                </a:lnTo>
                <a:lnTo>
                  <a:pt x="18390" y="521"/>
                </a:lnTo>
                <a:lnTo>
                  <a:pt x="18227" y="477"/>
                </a:lnTo>
                <a:lnTo>
                  <a:pt x="18068" y="437"/>
                </a:lnTo>
                <a:lnTo>
                  <a:pt x="17851" y="393"/>
                </a:lnTo>
                <a:lnTo>
                  <a:pt x="17688" y="353"/>
                </a:lnTo>
                <a:lnTo>
                  <a:pt x="17525" y="353"/>
                </a:lnTo>
                <a:lnTo>
                  <a:pt x="17366" y="331"/>
                </a:lnTo>
                <a:lnTo>
                  <a:pt x="17203" y="353"/>
                </a:lnTo>
                <a:lnTo>
                  <a:pt x="16987" y="393"/>
                </a:lnTo>
                <a:lnTo>
                  <a:pt x="16828" y="415"/>
                </a:lnTo>
                <a:lnTo>
                  <a:pt x="16665" y="393"/>
                </a:lnTo>
                <a:lnTo>
                  <a:pt x="16502" y="393"/>
                </a:lnTo>
                <a:lnTo>
                  <a:pt x="16286" y="393"/>
                </a:lnTo>
                <a:lnTo>
                  <a:pt x="16127" y="415"/>
                </a:lnTo>
                <a:lnTo>
                  <a:pt x="15911" y="437"/>
                </a:lnTo>
                <a:lnTo>
                  <a:pt x="15801" y="371"/>
                </a:lnTo>
                <a:lnTo>
                  <a:pt x="15637" y="331"/>
                </a:lnTo>
                <a:lnTo>
                  <a:pt x="15479" y="287"/>
                </a:lnTo>
                <a:lnTo>
                  <a:pt x="15315" y="269"/>
                </a:lnTo>
                <a:lnTo>
                  <a:pt x="15152" y="247"/>
                </a:lnTo>
                <a:lnTo>
                  <a:pt x="14994" y="287"/>
                </a:lnTo>
                <a:lnTo>
                  <a:pt x="14830" y="331"/>
                </a:lnTo>
                <a:lnTo>
                  <a:pt x="14667" y="353"/>
                </a:lnTo>
                <a:lnTo>
                  <a:pt x="14508" y="393"/>
                </a:lnTo>
                <a:lnTo>
                  <a:pt x="14345" y="393"/>
                </a:lnTo>
                <a:lnTo>
                  <a:pt x="14182" y="415"/>
                </a:lnTo>
                <a:lnTo>
                  <a:pt x="13966" y="437"/>
                </a:lnTo>
                <a:lnTo>
                  <a:pt x="13750" y="437"/>
                </a:lnTo>
                <a:lnTo>
                  <a:pt x="13481" y="477"/>
                </a:lnTo>
                <a:lnTo>
                  <a:pt x="13265" y="521"/>
                </a:lnTo>
                <a:lnTo>
                  <a:pt x="13106" y="543"/>
                </a:lnTo>
                <a:lnTo>
                  <a:pt x="12943" y="499"/>
                </a:lnTo>
                <a:lnTo>
                  <a:pt x="12780" y="477"/>
                </a:lnTo>
                <a:lnTo>
                  <a:pt x="12621" y="459"/>
                </a:lnTo>
                <a:lnTo>
                  <a:pt x="12458" y="477"/>
                </a:lnTo>
                <a:lnTo>
                  <a:pt x="12295" y="477"/>
                </a:lnTo>
                <a:lnTo>
                  <a:pt x="12136" y="499"/>
                </a:lnTo>
                <a:lnTo>
                  <a:pt x="11973" y="521"/>
                </a:lnTo>
                <a:lnTo>
                  <a:pt x="11757" y="521"/>
                </a:lnTo>
                <a:lnTo>
                  <a:pt x="11594" y="521"/>
                </a:lnTo>
                <a:lnTo>
                  <a:pt x="11378" y="477"/>
                </a:lnTo>
                <a:lnTo>
                  <a:pt x="11219" y="437"/>
                </a:lnTo>
                <a:lnTo>
                  <a:pt x="11056" y="393"/>
                </a:lnTo>
                <a:lnTo>
                  <a:pt x="10893" y="353"/>
                </a:lnTo>
                <a:lnTo>
                  <a:pt x="10734" y="331"/>
                </a:lnTo>
                <a:lnTo>
                  <a:pt x="10571" y="353"/>
                </a:lnTo>
                <a:lnTo>
                  <a:pt x="10407" y="371"/>
                </a:lnTo>
                <a:lnTo>
                  <a:pt x="10191" y="393"/>
                </a:lnTo>
                <a:lnTo>
                  <a:pt x="10033" y="415"/>
                </a:lnTo>
                <a:lnTo>
                  <a:pt x="9869" y="459"/>
                </a:lnTo>
                <a:lnTo>
                  <a:pt x="9706" y="499"/>
                </a:lnTo>
                <a:lnTo>
                  <a:pt x="9548" y="521"/>
                </a:lnTo>
                <a:lnTo>
                  <a:pt x="9384" y="583"/>
                </a:lnTo>
                <a:lnTo>
                  <a:pt x="9221" y="565"/>
                </a:lnTo>
                <a:lnTo>
                  <a:pt x="9062" y="521"/>
                </a:lnTo>
                <a:lnTo>
                  <a:pt x="8899" y="477"/>
                </a:lnTo>
                <a:lnTo>
                  <a:pt x="8683" y="477"/>
                </a:lnTo>
                <a:lnTo>
                  <a:pt x="8467" y="459"/>
                </a:lnTo>
                <a:lnTo>
                  <a:pt x="8304" y="437"/>
                </a:lnTo>
                <a:lnTo>
                  <a:pt x="8145" y="393"/>
                </a:lnTo>
                <a:lnTo>
                  <a:pt x="7982" y="353"/>
                </a:lnTo>
                <a:lnTo>
                  <a:pt x="7819" y="353"/>
                </a:lnTo>
                <a:lnTo>
                  <a:pt x="7550" y="331"/>
                </a:lnTo>
                <a:lnTo>
                  <a:pt x="7387" y="309"/>
                </a:lnTo>
                <a:lnTo>
                  <a:pt x="7228" y="371"/>
                </a:lnTo>
                <a:lnTo>
                  <a:pt x="7171" y="437"/>
                </a:lnTo>
                <a:lnTo>
                  <a:pt x="7065" y="499"/>
                </a:lnTo>
                <a:lnTo>
                  <a:pt x="6902" y="521"/>
                </a:lnTo>
                <a:lnTo>
                  <a:pt x="6743" y="521"/>
                </a:lnTo>
                <a:lnTo>
                  <a:pt x="6527" y="521"/>
                </a:lnTo>
                <a:lnTo>
                  <a:pt x="6364" y="521"/>
                </a:lnTo>
                <a:lnTo>
                  <a:pt x="6201" y="565"/>
                </a:lnTo>
                <a:lnTo>
                  <a:pt x="6042" y="605"/>
                </a:lnTo>
                <a:lnTo>
                  <a:pt x="5878" y="605"/>
                </a:lnTo>
                <a:lnTo>
                  <a:pt x="5715" y="605"/>
                </a:lnTo>
                <a:lnTo>
                  <a:pt x="5556" y="583"/>
                </a:lnTo>
                <a:lnTo>
                  <a:pt x="5340" y="583"/>
                </a:lnTo>
                <a:lnTo>
                  <a:pt x="5177" y="565"/>
                </a:lnTo>
                <a:lnTo>
                  <a:pt x="5013" y="565"/>
                </a:lnTo>
                <a:lnTo>
                  <a:pt x="4855" y="521"/>
                </a:lnTo>
                <a:lnTo>
                  <a:pt x="4639" y="477"/>
                </a:lnTo>
                <a:lnTo>
                  <a:pt x="4475" y="477"/>
                </a:lnTo>
                <a:lnTo>
                  <a:pt x="4312" y="437"/>
                </a:lnTo>
                <a:lnTo>
                  <a:pt x="4153" y="393"/>
                </a:lnTo>
                <a:lnTo>
                  <a:pt x="3937" y="331"/>
                </a:lnTo>
                <a:lnTo>
                  <a:pt x="3774" y="309"/>
                </a:lnTo>
                <a:lnTo>
                  <a:pt x="3558" y="393"/>
                </a:lnTo>
                <a:lnTo>
                  <a:pt x="3395" y="437"/>
                </a:lnTo>
                <a:lnTo>
                  <a:pt x="3126" y="499"/>
                </a:lnTo>
                <a:lnTo>
                  <a:pt x="2910" y="543"/>
                </a:lnTo>
                <a:lnTo>
                  <a:pt x="2641" y="565"/>
                </a:lnTo>
                <a:lnTo>
                  <a:pt x="2482" y="583"/>
                </a:lnTo>
                <a:lnTo>
                  <a:pt x="2319" y="583"/>
                </a:lnTo>
                <a:lnTo>
                  <a:pt x="2050" y="565"/>
                </a:lnTo>
                <a:lnTo>
                  <a:pt x="1887" y="565"/>
                </a:lnTo>
                <a:lnTo>
                  <a:pt x="1724" y="521"/>
                </a:lnTo>
                <a:lnTo>
                  <a:pt x="1565" y="521"/>
                </a:lnTo>
                <a:lnTo>
                  <a:pt x="1349" y="565"/>
                </a:lnTo>
                <a:lnTo>
                  <a:pt x="1186" y="583"/>
                </a:lnTo>
                <a:lnTo>
                  <a:pt x="1023" y="583"/>
                </a:lnTo>
                <a:lnTo>
                  <a:pt x="864" y="605"/>
                </a:lnTo>
                <a:lnTo>
                  <a:pt x="701" y="605"/>
                </a:lnTo>
                <a:lnTo>
                  <a:pt x="485" y="627"/>
                </a:lnTo>
                <a:lnTo>
                  <a:pt x="321" y="649"/>
                </a:lnTo>
                <a:lnTo>
                  <a:pt x="163" y="649"/>
                </a:lnTo>
                <a:lnTo>
                  <a:pt x="0" y="649"/>
                </a:lnTo>
                <a:lnTo>
                  <a:pt x="52" y="0"/>
                </a:lnTo>
                <a:close/>
              </a:path>
            </a:pathLst>
          </a:cu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1457280" y="4216320"/>
            <a:ext cx="1824120" cy="2281320"/>
          </a:xfrm>
          <a:prstGeom prst="roundRect">
            <a:avLst/>
          </a:prstGeom>
          <a:noFill/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5345280" y="6056280"/>
            <a:ext cx="0" cy="32400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2373480" y="5240160"/>
            <a:ext cx="177156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IterationCount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3762360" y="4524480"/>
            <a:ext cx="14616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 flipH="1">
            <a:off x="3726000" y="3741840"/>
            <a:ext cx="1476360" cy="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4494240" y="3537000"/>
            <a:ext cx="18730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Statement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3273480" y="1679400"/>
            <a:ext cx="0" cy="46224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1859040" y="331956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 flipV="1">
            <a:off x="990720" y="383220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 flipH="1">
            <a:off x="2092320" y="6488280"/>
            <a:ext cx="33336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2712960" y="5826240"/>
            <a:ext cx="114948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3286080" y="3989520"/>
            <a:ext cx="14616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 flipV="1">
            <a:off x="990720" y="539748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4378320" y="475776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6862680" y="2776680"/>
            <a:ext cx="2082960" cy="34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100000"/>
              </a:lnSpc>
              <a:spcBef>
                <a:spcPts val="839"/>
              </a:spcBef>
            </a:pPr>
            <a:r>
              <a:rPr lang="en-US" sz="24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     1        6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839"/>
              </a:spcBef>
            </a:pPr>
            <a:r>
              <a:rPr lang="en-US" sz="24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2 </a:t>
            </a:r>
            <a:r>
              <a:rPr lang="en-US" sz="24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   1        5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839"/>
              </a:spcBef>
            </a:pPr>
            <a:r>
              <a:rPr lang="en-US" sz="24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     1        4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839"/>
              </a:spcBef>
            </a:pPr>
            <a:r>
              <a:rPr lang="en-US" sz="24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4 </a:t>
            </a:r>
            <a:r>
              <a:rPr lang="en-US" sz="24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   3        6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839"/>
              </a:spcBef>
            </a:pPr>
            <a:r>
              <a:rPr lang="en-US" sz="24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5 </a:t>
            </a:r>
            <a:r>
              <a:rPr lang="en-US" sz="24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   3        5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839"/>
              </a:spcBef>
            </a:pPr>
            <a:r>
              <a:rPr lang="en-US" sz="24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6</a:t>
            </a:r>
            <a:r>
              <a:rPr lang="en-US" sz="2400" b="1" u="none" strike="noStrike">
                <a:solidFill>
                  <a:srgbClr val="8901F3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   3        4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839"/>
              </a:spcBef>
            </a:pPr>
            <a:r>
              <a:rPr lang="en-US" sz="24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= 5     =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 flipH="1" flipV="1">
            <a:off x="990720" y="6605640"/>
            <a:ext cx="4370400" cy="144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6160" rIns="102600" bIns="-561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2387520" y="2222640"/>
            <a:ext cx="1784520" cy="6667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 flipV="1">
            <a:off x="1468440" y="5116680"/>
            <a:ext cx="0" cy="30456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 flipH="1">
            <a:off x="3235320" y="6603840"/>
            <a:ext cx="33336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2170080" y="422280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4006800" y="3741840"/>
            <a:ext cx="3142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3700440" y="3500280"/>
            <a:ext cx="14616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3309840" y="5003640"/>
            <a:ext cx="14616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7243920" y="2300400"/>
            <a:ext cx="0" cy="414324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8058240" y="2300400"/>
            <a:ext cx="0" cy="415764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6829560" y="2685960"/>
            <a:ext cx="1985760" cy="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4471920" y="5178600"/>
            <a:ext cx="1778040" cy="6602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2743200" y="3422520"/>
            <a:ext cx="1019160" cy="628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2757600" y="4441680"/>
            <a:ext cx="1019160" cy="628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Tables  and  PERFORM..VARYING</dc:title>
</cp:coreProperties>
</file>