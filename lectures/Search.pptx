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media/image1.wmf" ContentType="image/x-wmf"/>
  <Override PartName="/ppt/media/image2.wmf" ContentType="image/x-wmf"/>
  <Override PartName="/ppt/media/image3.wmf" ContentType="image/x-wmf"/>
  <Override PartName="/ppt/media/image4.wmf" ContentType="image/x-w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6629400" y="4343400"/>
            <a:ext cx="2286000" cy="2286000"/>
            <a:chOff x="6629400" y="4343400"/>
            <a:chExt cx="2286000" cy="2286000"/>
          </a:xfrm>
        </p:grpSpPr>
        <p:sp>
          <p:nvSpPr>
            <p:cNvPr id="4" name=""/>
            <p:cNvSpPr/>
            <p:nvPr/>
          </p:nvSpPr>
          <p:spPr>
            <a:xfrm>
              <a:off x="8763120" y="6477120"/>
              <a:ext cx="152280" cy="15228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8458200" y="647712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8153280" y="647712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7848720" y="64771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7543800" y="647712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7238880" y="647712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6934320" y="64771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629400" y="647712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8763120" y="617220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8763120" y="586728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763120" y="55627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8763120" y="525780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763120" y="495288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8763120" y="46483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8763120" y="434340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image" Target="../media/image2.wmf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wmf"/><Relationship Id="rId2" Type="http://schemas.openxmlformats.org/officeDocument/2006/relationships/image" Target="../media/image4.wmf"/><Relationship Id="rId3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9131400" cy="684540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563920" y="3087720"/>
            <a:ext cx="4097160" cy="58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Searching Tables.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 txBox="1"/>
          <p:nvPr/>
        </p:nvSpPr>
        <p:spPr>
          <a:xfrm>
            <a:off x="1854360" y="184320"/>
            <a:ext cx="4570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Creating  Pre-filled Tables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82760" y="1455840"/>
            <a:ext cx="8280360" cy="59688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A  B  C  D  E  F  G  H  I  J  K  L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8204040" y="1430280"/>
            <a:ext cx="228960" cy="648000"/>
          </a:xfrm>
          <a:custGeom>
            <a:avLst/>
            <a:gdLst/>
            <a:ahLst/>
            <a:rect l="0" t="0" r="r" b="b"/>
            <a:pathLst>
              <a:path w="636" h="1800">
                <a:moveTo>
                  <a:pt x="353" y="35"/>
                </a:moveTo>
                <a:lnTo>
                  <a:pt x="282" y="141"/>
                </a:lnTo>
                <a:lnTo>
                  <a:pt x="211" y="246"/>
                </a:lnTo>
                <a:lnTo>
                  <a:pt x="105" y="282"/>
                </a:lnTo>
                <a:lnTo>
                  <a:pt x="70" y="388"/>
                </a:lnTo>
                <a:lnTo>
                  <a:pt x="141" y="493"/>
                </a:lnTo>
                <a:lnTo>
                  <a:pt x="211" y="599"/>
                </a:lnTo>
                <a:lnTo>
                  <a:pt x="105" y="670"/>
                </a:lnTo>
                <a:lnTo>
                  <a:pt x="0" y="740"/>
                </a:lnTo>
                <a:lnTo>
                  <a:pt x="70" y="846"/>
                </a:lnTo>
                <a:lnTo>
                  <a:pt x="176" y="918"/>
                </a:lnTo>
                <a:lnTo>
                  <a:pt x="211" y="1024"/>
                </a:lnTo>
                <a:lnTo>
                  <a:pt x="105" y="1094"/>
                </a:lnTo>
                <a:lnTo>
                  <a:pt x="0" y="1165"/>
                </a:lnTo>
                <a:lnTo>
                  <a:pt x="70" y="1271"/>
                </a:lnTo>
                <a:lnTo>
                  <a:pt x="141" y="1376"/>
                </a:lnTo>
                <a:lnTo>
                  <a:pt x="211" y="1482"/>
                </a:lnTo>
                <a:lnTo>
                  <a:pt x="105" y="1517"/>
                </a:lnTo>
                <a:lnTo>
                  <a:pt x="176" y="1623"/>
                </a:lnTo>
                <a:lnTo>
                  <a:pt x="282" y="1694"/>
                </a:lnTo>
                <a:lnTo>
                  <a:pt x="317" y="1800"/>
                </a:lnTo>
                <a:lnTo>
                  <a:pt x="424" y="1764"/>
                </a:lnTo>
                <a:lnTo>
                  <a:pt x="530" y="1694"/>
                </a:lnTo>
                <a:lnTo>
                  <a:pt x="636" y="1659"/>
                </a:lnTo>
                <a:lnTo>
                  <a:pt x="636" y="0"/>
                </a:lnTo>
                <a:lnTo>
                  <a:pt x="353" y="35"/>
                </a:lnTo>
                <a:close/>
              </a:path>
            </a:pathLst>
          </a:custGeom>
          <a:solidFill>
            <a:srgbClr val="000000"/>
          </a:solidFill>
          <a:ln w="12600">
            <a:solidFill>
              <a:srgbClr val="FFFFFF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8318520" y="1353960"/>
            <a:ext cx="507960" cy="8254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349200" y="2540160"/>
            <a:ext cx="8350200" cy="35863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2041"/>
              </a:spcBef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LetterTable.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TableValues.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 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ABCDEFGHIJKLM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NOPQRSTUVWXYZ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"/>
          <p:cNvSpPr txBox="1"/>
          <p:nvPr/>
        </p:nvSpPr>
        <p:spPr>
          <a:xfrm>
            <a:off x="1854360" y="184320"/>
            <a:ext cx="4570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Creating  Pre-filled Tables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82760" y="1455840"/>
            <a:ext cx="8280360" cy="596880"/>
          </a:xfrm>
          <a:prstGeom prst="rect">
            <a:avLst/>
          </a:prstGeom>
          <a:solidFill>
            <a:srgbClr val="DADADA"/>
          </a:solidFill>
          <a:ln w="38160">
            <a:solidFill>
              <a:srgbClr val="E5405D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A  B  C  D  E  F  G  H  I  J  K  L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8204040" y="1430280"/>
            <a:ext cx="228960" cy="648000"/>
          </a:xfrm>
          <a:custGeom>
            <a:avLst/>
            <a:gdLst/>
            <a:ahLst/>
            <a:rect l="0" t="0" r="r" b="b"/>
            <a:pathLst>
              <a:path w="636" h="1800">
                <a:moveTo>
                  <a:pt x="353" y="35"/>
                </a:moveTo>
                <a:lnTo>
                  <a:pt x="282" y="141"/>
                </a:lnTo>
                <a:lnTo>
                  <a:pt x="211" y="246"/>
                </a:lnTo>
                <a:lnTo>
                  <a:pt x="105" y="282"/>
                </a:lnTo>
                <a:lnTo>
                  <a:pt x="70" y="388"/>
                </a:lnTo>
                <a:lnTo>
                  <a:pt x="141" y="493"/>
                </a:lnTo>
                <a:lnTo>
                  <a:pt x="211" y="599"/>
                </a:lnTo>
                <a:lnTo>
                  <a:pt x="105" y="670"/>
                </a:lnTo>
                <a:lnTo>
                  <a:pt x="0" y="740"/>
                </a:lnTo>
                <a:lnTo>
                  <a:pt x="70" y="846"/>
                </a:lnTo>
                <a:lnTo>
                  <a:pt x="176" y="918"/>
                </a:lnTo>
                <a:lnTo>
                  <a:pt x="211" y="1024"/>
                </a:lnTo>
                <a:lnTo>
                  <a:pt x="105" y="1094"/>
                </a:lnTo>
                <a:lnTo>
                  <a:pt x="0" y="1165"/>
                </a:lnTo>
                <a:lnTo>
                  <a:pt x="70" y="1271"/>
                </a:lnTo>
                <a:lnTo>
                  <a:pt x="141" y="1376"/>
                </a:lnTo>
                <a:lnTo>
                  <a:pt x="211" y="1482"/>
                </a:lnTo>
                <a:lnTo>
                  <a:pt x="105" y="1517"/>
                </a:lnTo>
                <a:lnTo>
                  <a:pt x="176" y="1623"/>
                </a:lnTo>
                <a:lnTo>
                  <a:pt x="282" y="1694"/>
                </a:lnTo>
                <a:lnTo>
                  <a:pt x="317" y="1800"/>
                </a:lnTo>
                <a:lnTo>
                  <a:pt x="424" y="1764"/>
                </a:lnTo>
                <a:lnTo>
                  <a:pt x="530" y="1694"/>
                </a:lnTo>
                <a:lnTo>
                  <a:pt x="636" y="1659"/>
                </a:lnTo>
                <a:lnTo>
                  <a:pt x="636" y="0"/>
                </a:lnTo>
                <a:lnTo>
                  <a:pt x="353" y="35"/>
                </a:lnTo>
                <a:close/>
              </a:path>
            </a:pathLst>
          </a:custGeom>
          <a:solidFill>
            <a:srgbClr val="000000"/>
          </a:solidFill>
          <a:ln w="12600">
            <a:solidFill>
              <a:srgbClr val="FFFFFF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8318520" y="1353960"/>
            <a:ext cx="507960" cy="8254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352440" y="2543040"/>
            <a:ext cx="8344080" cy="35798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2041"/>
              </a:spcBef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LetterTable.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TableValues.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 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ABCDEFGHIJKLM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</a:t>
            </a:r>
            <a:br>
              <a:rPr sz="2800"/>
            </a:b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NOPQRSTUVWXYZ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2041"/>
              </a:spcBef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02 FILLER REDEFINES TableValues.</a:t>
            </a:r>
            <a:br>
              <a:rPr sz="2800"/>
            </a:b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03 Letter PIC X OCCURS 26 TIMES.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16856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80324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47644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311148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377208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439416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502920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563868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31188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693432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7607160" y="1468440"/>
            <a:ext cx="0" cy="571320"/>
          </a:xfrm>
          <a:prstGeom prst="line">
            <a:avLst/>
          </a:prstGeom>
          <a:ln w="25560">
            <a:solidFill>
              <a:srgbClr val="CF0E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 txBox="1"/>
          <p:nvPr/>
        </p:nvSpPr>
        <p:spPr>
          <a:xfrm>
            <a:off x="2819520" y="235080"/>
            <a:ext cx="32274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Searching a Table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380960" y="2448000"/>
            <a:ext cx="5977080" cy="2162160"/>
          </a:xfrm>
          <a:prstGeom prst="rect">
            <a:avLst/>
          </a:prstGeom>
          <a:solidFill>
            <a:srgbClr val="DADADA"/>
          </a:solidFill>
          <a:ln w="0">
            <a:noFill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1919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LetterTable.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TableValues.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"ABCDEFGHIJKLM".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"NOPQRSTUVWXYZ".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FILLER REDEFINES TableValues.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Letter PIC X OCCURS 26 TIMES.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117440" y="5003640"/>
            <a:ext cx="6578640" cy="1190520"/>
          </a:xfrm>
          <a:prstGeom prst="rect">
            <a:avLst/>
          </a:prstGeom>
          <a:solidFill>
            <a:srgbClr val="DADADA"/>
          </a:solidFill>
          <a:ln w="0">
            <a:noFill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2041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 FROM 1 BY 1 UNTIL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LetterIn EQUAL TO Letter(Idx)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LetterIn, "is in position ", Idx.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"/>
          <p:cNvGrpSpPr/>
          <p:nvPr/>
        </p:nvGrpSpPr>
        <p:grpSpPr>
          <a:xfrm>
            <a:off x="520560" y="934920"/>
            <a:ext cx="8344080" cy="1033560"/>
            <a:chOff x="520560" y="934920"/>
            <a:chExt cx="8344080" cy="1033560"/>
          </a:xfrm>
        </p:grpSpPr>
        <p:sp>
          <p:nvSpPr>
            <p:cNvPr id="86" name=""/>
            <p:cNvSpPr txBox="1"/>
            <p:nvPr/>
          </p:nvSpPr>
          <p:spPr>
            <a:xfrm>
              <a:off x="520560" y="1036800"/>
              <a:ext cx="8280360" cy="596880"/>
            </a:xfrm>
            <a:prstGeom prst="rect">
              <a:avLst/>
            </a:prstGeom>
            <a:solidFill>
              <a:srgbClr val="DADADA"/>
            </a:solidFill>
            <a:ln w="381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A  B  C  D  E  F  G  H  I  J  K  L  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8242200" y="1011240"/>
              <a:ext cx="228960" cy="648000"/>
            </a:xfrm>
            <a:custGeom>
              <a:avLst/>
              <a:gdLst/>
              <a:ahLst/>
              <a:rect l="0" t="0" r="r" b="b"/>
              <a:pathLst>
                <a:path w="636" h="1800">
                  <a:moveTo>
                    <a:pt x="353" y="35"/>
                  </a:moveTo>
                  <a:lnTo>
                    <a:pt x="282" y="141"/>
                  </a:lnTo>
                  <a:lnTo>
                    <a:pt x="211" y="246"/>
                  </a:lnTo>
                  <a:lnTo>
                    <a:pt x="105" y="282"/>
                  </a:lnTo>
                  <a:lnTo>
                    <a:pt x="70" y="388"/>
                  </a:lnTo>
                  <a:lnTo>
                    <a:pt x="141" y="493"/>
                  </a:lnTo>
                  <a:lnTo>
                    <a:pt x="211" y="599"/>
                  </a:lnTo>
                  <a:lnTo>
                    <a:pt x="105" y="670"/>
                  </a:lnTo>
                  <a:lnTo>
                    <a:pt x="0" y="740"/>
                  </a:lnTo>
                  <a:lnTo>
                    <a:pt x="70" y="846"/>
                  </a:lnTo>
                  <a:lnTo>
                    <a:pt x="176" y="918"/>
                  </a:lnTo>
                  <a:lnTo>
                    <a:pt x="211" y="1024"/>
                  </a:lnTo>
                  <a:lnTo>
                    <a:pt x="105" y="1094"/>
                  </a:lnTo>
                  <a:lnTo>
                    <a:pt x="0" y="1165"/>
                  </a:lnTo>
                  <a:lnTo>
                    <a:pt x="70" y="1271"/>
                  </a:lnTo>
                  <a:lnTo>
                    <a:pt x="141" y="1376"/>
                  </a:lnTo>
                  <a:lnTo>
                    <a:pt x="211" y="1482"/>
                  </a:lnTo>
                  <a:lnTo>
                    <a:pt x="105" y="1517"/>
                  </a:lnTo>
                  <a:lnTo>
                    <a:pt x="176" y="1623"/>
                  </a:lnTo>
                  <a:lnTo>
                    <a:pt x="282" y="1694"/>
                  </a:lnTo>
                  <a:lnTo>
                    <a:pt x="317" y="1800"/>
                  </a:lnTo>
                  <a:lnTo>
                    <a:pt x="424" y="1764"/>
                  </a:lnTo>
                  <a:lnTo>
                    <a:pt x="530" y="1694"/>
                  </a:lnTo>
                  <a:lnTo>
                    <a:pt x="636" y="1659"/>
                  </a:lnTo>
                  <a:lnTo>
                    <a:pt x="636" y="0"/>
                  </a:lnTo>
                  <a:lnTo>
                    <a:pt x="353" y="35"/>
                  </a:lnTo>
                  <a:close/>
                </a:path>
              </a:pathLst>
            </a:custGeom>
            <a:solidFill>
              <a:srgbClr val="000000"/>
            </a:solidFill>
            <a:ln w="12600">
              <a:solidFill>
                <a:srgbClr val="919191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8356680" y="934920"/>
              <a:ext cx="507960" cy="825480"/>
            </a:xfrm>
            <a:prstGeom prst="rect">
              <a:avLst/>
            </a:prstGeom>
            <a:solidFill>
              <a:srgbClr val="00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120636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"/>
            <p:cNvSpPr/>
            <p:nvPr/>
          </p:nvSpPr>
          <p:spPr>
            <a:xfrm>
              <a:off x="184140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251460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314964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380988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443232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506736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567684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635004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697248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7645320" y="1049400"/>
              <a:ext cx="0" cy="57132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"/>
            <p:cNvSpPr txBox="1"/>
            <p:nvPr/>
          </p:nvSpPr>
          <p:spPr>
            <a:xfrm>
              <a:off x="533520" y="1638360"/>
              <a:ext cx="7797960" cy="330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 1         2          3         4         5          6          7         8         9        10        11       12 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 txBox="1"/>
          <p:nvPr/>
        </p:nvSpPr>
        <p:spPr>
          <a:xfrm>
            <a:off x="2819520" y="133200"/>
            <a:ext cx="2635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Search Syntax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1608120" y="1066680"/>
            <a:ext cx="5643720" cy="24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"/>
          <p:cNvPicPr/>
          <p:nvPr/>
        </p:nvPicPr>
        <p:blipFill>
          <a:blip r:embed="rId2"/>
          <a:stretch/>
        </p:blipFill>
        <p:spPr>
          <a:xfrm>
            <a:off x="1635120" y="4316400"/>
            <a:ext cx="4187880" cy="106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 txBox="1"/>
          <p:nvPr/>
        </p:nvSpPr>
        <p:spPr>
          <a:xfrm>
            <a:off x="2819520" y="133200"/>
            <a:ext cx="21398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SET Syntax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 txBox="1"/>
          <p:nvPr/>
        </p:nvSpPr>
        <p:spPr>
          <a:xfrm>
            <a:off x="2819520" y="171360"/>
            <a:ext cx="32274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Searching a Table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97040" y="2168640"/>
            <a:ext cx="7500960" cy="4232160"/>
          </a:xfrm>
          <a:prstGeom prst="rect">
            <a:avLst/>
          </a:prstGeom>
          <a:solidFill>
            <a:srgbClr val="DADADA"/>
          </a:solidFill>
          <a:ln w="0">
            <a:noFill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2041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LetterTable.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TableValues.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"ABCDEFGHIJKLM".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"NOPQRSTUVWXYZ".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FILLER REDEFINES TableValues.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Letter PIC X OCCURS 26 TIMES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INDEXED BY LetterIdx.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2041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SET LetterIdx TO 1.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SEARCH Letter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AT END DISPLAY "Letter not found!"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Letter(LetterIdx) = LetterIn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DISPLAY LetterIn, "is in position ", Idx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END-SEARCH.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" name=""/>
          <p:cNvGrpSpPr/>
          <p:nvPr/>
        </p:nvGrpSpPr>
        <p:grpSpPr>
          <a:xfrm>
            <a:off x="457200" y="808200"/>
            <a:ext cx="8343720" cy="1033200"/>
            <a:chOff x="457200" y="808200"/>
            <a:chExt cx="8343720" cy="1033200"/>
          </a:xfrm>
        </p:grpSpPr>
        <p:sp>
          <p:nvSpPr>
            <p:cNvPr id="108" name=""/>
            <p:cNvSpPr txBox="1"/>
            <p:nvPr/>
          </p:nvSpPr>
          <p:spPr>
            <a:xfrm>
              <a:off x="457200" y="909720"/>
              <a:ext cx="8280360" cy="596880"/>
            </a:xfrm>
            <a:prstGeom prst="rect">
              <a:avLst/>
            </a:prstGeom>
            <a:solidFill>
              <a:srgbClr val="DADADA"/>
            </a:solidFill>
            <a:ln w="381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A  B  C  D  E  F  G  H  I  J  K  L  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/>
            <p:nvPr/>
          </p:nvSpPr>
          <p:spPr>
            <a:xfrm>
              <a:off x="8178840" y="884160"/>
              <a:ext cx="228960" cy="648000"/>
            </a:xfrm>
            <a:custGeom>
              <a:avLst/>
              <a:gdLst/>
              <a:ahLst/>
              <a:rect l="0" t="0" r="r" b="b"/>
              <a:pathLst>
                <a:path w="636" h="1800">
                  <a:moveTo>
                    <a:pt x="353" y="35"/>
                  </a:moveTo>
                  <a:lnTo>
                    <a:pt x="282" y="141"/>
                  </a:lnTo>
                  <a:lnTo>
                    <a:pt x="211" y="246"/>
                  </a:lnTo>
                  <a:lnTo>
                    <a:pt x="105" y="282"/>
                  </a:lnTo>
                  <a:lnTo>
                    <a:pt x="70" y="388"/>
                  </a:lnTo>
                  <a:lnTo>
                    <a:pt x="141" y="493"/>
                  </a:lnTo>
                  <a:lnTo>
                    <a:pt x="211" y="599"/>
                  </a:lnTo>
                  <a:lnTo>
                    <a:pt x="105" y="670"/>
                  </a:lnTo>
                  <a:lnTo>
                    <a:pt x="0" y="740"/>
                  </a:lnTo>
                  <a:lnTo>
                    <a:pt x="70" y="846"/>
                  </a:lnTo>
                  <a:lnTo>
                    <a:pt x="176" y="918"/>
                  </a:lnTo>
                  <a:lnTo>
                    <a:pt x="211" y="1024"/>
                  </a:lnTo>
                  <a:lnTo>
                    <a:pt x="105" y="1094"/>
                  </a:lnTo>
                  <a:lnTo>
                    <a:pt x="0" y="1165"/>
                  </a:lnTo>
                  <a:lnTo>
                    <a:pt x="70" y="1271"/>
                  </a:lnTo>
                  <a:lnTo>
                    <a:pt x="141" y="1376"/>
                  </a:lnTo>
                  <a:lnTo>
                    <a:pt x="211" y="1482"/>
                  </a:lnTo>
                  <a:lnTo>
                    <a:pt x="105" y="1517"/>
                  </a:lnTo>
                  <a:lnTo>
                    <a:pt x="176" y="1623"/>
                  </a:lnTo>
                  <a:lnTo>
                    <a:pt x="282" y="1694"/>
                  </a:lnTo>
                  <a:lnTo>
                    <a:pt x="317" y="1800"/>
                  </a:lnTo>
                  <a:lnTo>
                    <a:pt x="424" y="1764"/>
                  </a:lnTo>
                  <a:lnTo>
                    <a:pt x="530" y="1694"/>
                  </a:lnTo>
                  <a:lnTo>
                    <a:pt x="636" y="1659"/>
                  </a:lnTo>
                  <a:lnTo>
                    <a:pt x="636" y="0"/>
                  </a:lnTo>
                  <a:lnTo>
                    <a:pt x="353" y="35"/>
                  </a:lnTo>
                  <a:close/>
                </a:path>
              </a:pathLst>
            </a:custGeom>
            <a:solidFill>
              <a:srgbClr val="000000"/>
            </a:solidFill>
            <a:ln w="12600">
              <a:solidFill>
                <a:srgbClr val="919191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"/>
            <p:cNvSpPr/>
            <p:nvPr/>
          </p:nvSpPr>
          <p:spPr>
            <a:xfrm>
              <a:off x="8292960" y="808200"/>
              <a:ext cx="507960" cy="825480"/>
            </a:xfrm>
            <a:prstGeom prst="rect">
              <a:avLst/>
            </a:prstGeom>
            <a:solidFill>
              <a:srgbClr val="00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"/>
            <p:cNvSpPr/>
            <p:nvPr/>
          </p:nvSpPr>
          <p:spPr>
            <a:xfrm>
              <a:off x="114300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"/>
            <p:cNvSpPr/>
            <p:nvPr/>
          </p:nvSpPr>
          <p:spPr>
            <a:xfrm>
              <a:off x="177804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"/>
            <p:cNvSpPr/>
            <p:nvPr/>
          </p:nvSpPr>
          <p:spPr>
            <a:xfrm>
              <a:off x="245124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/>
            <p:nvPr/>
          </p:nvSpPr>
          <p:spPr>
            <a:xfrm>
              <a:off x="308628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374652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"/>
            <p:cNvSpPr/>
            <p:nvPr/>
          </p:nvSpPr>
          <p:spPr>
            <a:xfrm>
              <a:off x="436896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"/>
            <p:cNvSpPr/>
            <p:nvPr/>
          </p:nvSpPr>
          <p:spPr>
            <a:xfrm>
              <a:off x="500364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561348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"/>
            <p:cNvSpPr/>
            <p:nvPr/>
          </p:nvSpPr>
          <p:spPr>
            <a:xfrm>
              <a:off x="628668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"/>
            <p:cNvSpPr/>
            <p:nvPr/>
          </p:nvSpPr>
          <p:spPr>
            <a:xfrm>
              <a:off x="690876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7581960" y="92232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"/>
            <p:cNvSpPr txBox="1"/>
            <p:nvPr/>
          </p:nvSpPr>
          <p:spPr>
            <a:xfrm>
              <a:off x="469800" y="1511280"/>
              <a:ext cx="7797960" cy="330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 1         2          3         4         5          6          7         8         9        10        11       12 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3" name=""/>
          <p:cNvSpPr/>
          <p:nvPr/>
        </p:nvSpPr>
        <p:spPr>
          <a:xfrm>
            <a:off x="685800" y="4076640"/>
            <a:ext cx="7810920" cy="1359360"/>
          </a:xfrm>
          <a:custGeom>
            <a:avLst/>
            <a:gdLst/>
            <a:ahLst/>
            <a:rect l="0" t="0" r="r" b="b"/>
            <a:pathLst>
              <a:path w="21697" h="3776">
                <a:moveTo>
                  <a:pt x="176" y="458"/>
                </a:moveTo>
                <a:lnTo>
                  <a:pt x="246" y="564"/>
                </a:lnTo>
                <a:lnTo>
                  <a:pt x="352" y="670"/>
                </a:lnTo>
                <a:lnTo>
                  <a:pt x="458" y="776"/>
                </a:lnTo>
                <a:lnTo>
                  <a:pt x="529" y="881"/>
                </a:lnTo>
                <a:lnTo>
                  <a:pt x="599" y="988"/>
                </a:lnTo>
                <a:lnTo>
                  <a:pt x="670" y="1094"/>
                </a:lnTo>
                <a:lnTo>
                  <a:pt x="776" y="1165"/>
                </a:lnTo>
                <a:lnTo>
                  <a:pt x="811" y="1271"/>
                </a:lnTo>
                <a:lnTo>
                  <a:pt x="917" y="1341"/>
                </a:lnTo>
                <a:lnTo>
                  <a:pt x="952" y="1447"/>
                </a:lnTo>
                <a:lnTo>
                  <a:pt x="1058" y="1517"/>
                </a:lnTo>
                <a:lnTo>
                  <a:pt x="1164" y="1588"/>
                </a:lnTo>
                <a:lnTo>
                  <a:pt x="1270" y="1517"/>
                </a:lnTo>
                <a:lnTo>
                  <a:pt x="1375" y="1447"/>
                </a:lnTo>
                <a:lnTo>
                  <a:pt x="1446" y="1341"/>
                </a:lnTo>
                <a:lnTo>
                  <a:pt x="1516" y="1235"/>
                </a:lnTo>
                <a:lnTo>
                  <a:pt x="1622" y="1200"/>
                </a:lnTo>
                <a:lnTo>
                  <a:pt x="1728" y="1271"/>
                </a:lnTo>
                <a:lnTo>
                  <a:pt x="1799" y="1376"/>
                </a:lnTo>
                <a:lnTo>
                  <a:pt x="1834" y="1482"/>
                </a:lnTo>
                <a:lnTo>
                  <a:pt x="1940" y="1553"/>
                </a:lnTo>
                <a:lnTo>
                  <a:pt x="2046" y="1482"/>
                </a:lnTo>
                <a:lnTo>
                  <a:pt x="2151" y="1447"/>
                </a:lnTo>
                <a:lnTo>
                  <a:pt x="2293" y="1376"/>
                </a:lnTo>
                <a:lnTo>
                  <a:pt x="2398" y="1306"/>
                </a:lnTo>
                <a:lnTo>
                  <a:pt x="2504" y="1271"/>
                </a:lnTo>
                <a:lnTo>
                  <a:pt x="2645" y="1271"/>
                </a:lnTo>
                <a:lnTo>
                  <a:pt x="2751" y="1235"/>
                </a:lnTo>
                <a:lnTo>
                  <a:pt x="2892" y="1235"/>
                </a:lnTo>
                <a:lnTo>
                  <a:pt x="3033" y="1235"/>
                </a:lnTo>
                <a:lnTo>
                  <a:pt x="3139" y="1306"/>
                </a:lnTo>
                <a:lnTo>
                  <a:pt x="3175" y="1412"/>
                </a:lnTo>
                <a:lnTo>
                  <a:pt x="3316" y="1447"/>
                </a:lnTo>
                <a:lnTo>
                  <a:pt x="3457" y="1412"/>
                </a:lnTo>
                <a:lnTo>
                  <a:pt x="3598" y="1376"/>
                </a:lnTo>
                <a:lnTo>
                  <a:pt x="3704" y="1306"/>
                </a:lnTo>
                <a:lnTo>
                  <a:pt x="3810" y="1271"/>
                </a:lnTo>
                <a:lnTo>
                  <a:pt x="3951" y="1235"/>
                </a:lnTo>
                <a:lnTo>
                  <a:pt x="4056" y="1235"/>
                </a:lnTo>
                <a:lnTo>
                  <a:pt x="4162" y="1165"/>
                </a:lnTo>
                <a:lnTo>
                  <a:pt x="4268" y="1165"/>
                </a:lnTo>
                <a:lnTo>
                  <a:pt x="4374" y="1165"/>
                </a:lnTo>
                <a:lnTo>
                  <a:pt x="4480" y="1129"/>
                </a:lnTo>
                <a:lnTo>
                  <a:pt x="4621" y="1094"/>
                </a:lnTo>
                <a:lnTo>
                  <a:pt x="4762" y="1094"/>
                </a:lnTo>
                <a:lnTo>
                  <a:pt x="4868" y="1024"/>
                </a:lnTo>
                <a:lnTo>
                  <a:pt x="4974" y="988"/>
                </a:lnTo>
                <a:lnTo>
                  <a:pt x="5080" y="953"/>
                </a:lnTo>
                <a:lnTo>
                  <a:pt x="5185" y="917"/>
                </a:lnTo>
                <a:lnTo>
                  <a:pt x="5291" y="881"/>
                </a:lnTo>
                <a:lnTo>
                  <a:pt x="5397" y="881"/>
                </a:lnTo>
                <a:lnTo>
                  <a:pt x="5539" y="953"/>
                </a:lnTo>
                <a:lnTo>
                  <a:pt x="5645" y="1024"/>
                </a:lnTo>
                <a:lnTo>
                  <a:pt x="5751" y="1094"/>
                </a:lnTo>
                <a:lnTo>
                  <a:pt x="5892" y="1129"/>
                </a:lnTo>
                <a:lnTo>
                  <a:pt x="6033" y="1129"/>
                </a:lnTo>
                <a:lnTo>
                  <a:pt x="6174" y="1129"/>
                </a:lnTo>
                <a:lnTo>
                  <a:pt x="6280" y="1094"/>
                </a:lnTo>
                <a:lnTo>
                  <a:pt x="6386" y="1059"/>
                </a:lnTo>
                <a:lnTo>
                  <a:pt x="6492" y="1024"/>
                </a:lnTo>
                <a:lnTo>
                  <a:pt x="6597" y="988"/>
                </a:lnTo>
                <a:lnTo>
                  <a:pt x="6703" y="988"/>
                </a:lnTo>
                <a:lnTo>
                  <a:pt x="6880" y="953"/>
                </a:lnTo>
                <a:lnTo>
                  <a:pt x="6986" y="953"/>
                </a:lnTo>
                <a:lnTo>
                  <a:pt x="7091" y="953"/>
                </a:lnTo>
                <a:lnTo>
                  <a:pt x="7197" y="1059"/>
                </a:lnTo>
                <a:lnTo>
                  <a:pt x="7303" y="1094"/>
                </a:lnTo>
                <a:lnTo>
                  <a:pt x="7444" y="1094"/>
                </a:lnTo>
                <a:lnTo>
                  <a:pt x="7550" y="1129"/>
                </a:lnTo>
                <a:lnTo>
                  <a:pt x="7691" y="1235"/>
                </a:lnTo>
                <a:lnTo>
                  <a:pt x="7832" y="1306"/>
                </a:lnTo>
                <a:lnTo>
                  <a:pt x="7867" y="1412"/>
                </a:lnTo>
                <a:lnTo>
                  <a:pt x="8009" y="1447"/>
                </a:lnTo>
                <a:lnTo>
                  <a:pt x="8079" y="1553"/>
                </a:lnTo>
                <a:lnTo>
                  <a:pt x="8220" y="1588"/>
                </a:lnTo>
                <a:lnTo>
                  <a:pt x="8326" y="1588"/>
                </a:lnTo>
                <a:lnTo>
                  <a:pt x="8467" y="1517"/>
                </a:lnTo>
                <a:lnTo>
                  <a:pt x="8573" y="1447"/>
                </a:lnTo>
                <a:lnTo>
                  <a:pt x="8714" y="1376"/>
                </a:lnTo>
                <a:lnTo>
                  <a:pt x="8820" y="1306"/>
                </a:lnTo>
                <a:lnTo>
                  <a:pt x="8961" y="1235"/>
                </a:lnTo>
                <a:lnTo>
                  <a:pt x="9067" y="1165"/>
                </a:lnTo>
                <a:lnTo>
                  <a:pt x="9208" y="1271"/>
                </a:lnTo>
                <a:lnTo>
                  <a:pt x="9279" y="1376"/>
                </a:lnTo>
                <a:lnTo>
                  <a:pt x="9384" y="1412"/>
                </a:lnTo>
                <a:lnTo>
                  <a:pt x="9490" y="1517"/>
                </a:lnTo>
                <a:lnTo>
                  <a:pt x="9596" y="1553"/>
                </a:lnTo>
                <a:lnTo>
                  <a:pt x="9702" y="1553"/>
                </a:lnTo>
                <a:lnTo>
                  <a:pt x="9808" y="1588"/>
                </a:lnTo>
                <a:lnTo>
                  <a:pt x="9914" y="1588"/>
                </a:lnTo>
                <a:lnTo>
                  <a:pt x="10125" y="1588"/>
                </a:lnTo>
                <a:lnTo>
                  <a:pt x="10231" y="1623"/>
                </a:lnTo>
                <a:lnTo>
                  <a:pt x="10337" y="1659"/>
                </a:lnTo>
                <a:lnTo>
                  <a:pt x="10513" y="1659"/>
                </a:lnTo>
                <a:lnTo>
                  <a:pt x="10619" y="1659"/>
                </a:lnTo>
                <a:lnTo>
                  <a:pt x="10725" y="1659"/>
                </a:lnTo>
                <a:lnTo>
                  <a:pt x="10831" y="1588"/>
                </a:lnTo>
                <a:lnTo>
                  <a:pt x="10937" y="1588"/>
                </a:lnTo>
                <a:lnTo>
                  <a:pt x="11042" y="1553"/>
                </a:lnTo>
                <a:lnTo>
                  <a:pt x="11184" y="1517"/>
                </a:lnTo>
                <a:lnTo>
                  <a:pt x="11289" y="1517"/>
                </a:lnTo>
                <a:lnTo>
                  <a:pt x="11395" y="1482"/>
                </a:lnTo>
                <a:lnTo>
                  <a:pt x="11501" y="1553"/>
                </a:lnTo>
                <a:lnTo>
                  <a:pt x="11607" y="1623"/>
                </a:lnTo>
                <a:lnTo>
                  <a:pt x="11713" y="1659"/>
                </a:lnTo>
                <a:lnTo>
                  <a:pt x="11819" y="1659"/>
                </a:lnTo>
                <a:lnTo>
                  <a:pt x="11960" y="1659"/>
                </a:lnTo>
                <a:lnTo>
                  <a:pt x="12066" y="1659"/>
                </a:lnTo>
                <a:lnTo>
                  <a:pt x="12207" y="1659"/>
                </a:lnTo>
                <a:lnTo>
                  <a:pt x="12348" y="1659"/>
                </a:lnTo>
                <a:lnTo>
                  <a:pt x="12454" y="1659"/>
                </a:lnTo>
                <a:lnTo>
                  <a:pt x="12595" y="1659"/>
                </a:lnTo>
                <a:lnTo>
                  <a:pt x="12701" y="1659"/>
                </a:lnTo>
                <a:lnTo>
                  <a:pt x="12806" y="1659"/>
                </a:lnTo>
                <a:lnTo>
                  <a:pt x="12912" y="1659"/>
                </a:lnTo>
                <a:lnTo>
                  <a:pt x="13018" y="1659"/>
                </a:lnTo>
                <a:lnTo>
                  <a:pt x="13124" y="1659"/>
                </a:lnTo>
                <a:lnTo>
                  <a:pt x="13230" y="1729"/>
                </a:lnTo>
                <a:lnTo>
                  <a:pt x="13336" y="1729"/>
                </a:lnTo>
                <a:lnTo>
                  <a:pt x="13477" y="1764"/>
                </a:lnTo>
                <a:lnTo>
                  <a:pt x="13582" y="1800"/>
                </a:lnTo>
                <a:lnTo>
                  <a:pt x="13688" y="1800"/>
                </a:lnTo>
                <a:lnTo>
                  <a:pt x="13794" y="1729"/>
                </a:lnTo>
                <a:lnTo>
                  <a:pt x="13900" y="1694"/>
                </a:lnTo>
                <a:lnTo>
                  <a:pt x="14006" y="1729"/>
                </a:lnTo>
                <a:lnTo>
                  <a:pt x="14147" y="1729"/>
                </a:lnTo>
                <a:lnTo>
                  <a:pt x="14253" y="1694"/>
                </a:lnTo>
                <a:lnTo>
                  <a:pt x="14429" y="1800"/>
                </a:lnTo>
                <a:lnTo>
                  <a:pt x="14641" y="1870"/>
                </a:lnTo>
                <a:lnTo>
                  <a:pt x="14747" y="1870"/>
                </a:lnTo>
                <a:lnTo>
                  <a:pt x="14852" y="1800"/>
                </a:lnTo>
                <a:lnTo>
                  <a:pt x="14994" y="1729"/>
                </a:lnTo>
                <a:lnTo>
                  <a:pt x="15099" y="1659"/>
                </a:lnTo>
                <a:lnTo>
                  <a:pt x="15205" y="1659"/>
                </a:lnTo>
                <a:lnTo>
                  <a:pt x="15205" y="1764"/>
                </a:lnTo>
                <a:lnTo>
                  <a:pt x="15311" y="1800"/>
                </a:lnTo>
                <a:lnTo>
                  <a:pt x="15452" y="1800"/>
                </a:lnTo>
                <a:lnTo>
                  <a:pt x="15558" y="1800"/>
                </a:lnTo>
                <a:lnTo>
                  <a:pt x="15699" y="1764"/>
                </a:lnTo>
                <a:lnTo>
                  <a:pt x="15805" y="1694"/>
                </a:lnTo>
                <a:lnTo>
                  <a:pt x="15911" y="1659"/>
                </a:lnTo>
                <a:lnTo>
                  <a:pt x="16017" y="1588"/>
                </a:lnTo>
                <a:lnTo>
                  <a:pt x="16087" y="1482"/>
                </a:lnTo>
                <a:lnTo>
                  <a:pt x="16193" y="1447"/>
                </a:lnTo>
                <a:lnTo>
                  <a:pt x="16300" y="1412"/>
                </a:lnTo>
                <a:lnTo>
                  <a:pt x="16370" y="1517"/>
                </a:lnTo>
                <a:lnTo>
                  <a:pt x="16476" y="1553"/>
                </a:lnTo>
                <a:lnTo>
                  <a:pt x="16617" y="1623"/>
                </a:lnTo>
                <a:lnTo>
                  <a:pt x="16723" y="1659"/>
                </a:lnTo>
                <a:lnTo>
                  <a:pt x="16864" y="1659"/>
                </a:lnTo>
                <a:lnTo>
                  <a:pt x="16970" y="1623"/>
                </a:lnTo>
                <a:lnTo>
                  <a:pt x="17076" y="1588"/>
                </a:lnTo>
                <a:lnTo>
                  <a:pt x="17182" y="1553"/>
                </a:lnTo>
                <a:lnTo>
                  <a:pt x="17288" y="1553"/>
                </a:lnTo>
                <a:lnTo>
                  <a:pt x="17393" y="1588"/>
                </a:lnTo>
                <a:lnTo>
                  <a:pt x="17570" y="1659"/>
                </a:lnTo>
                <a:lnTo>
                  <a:pt x="17676" y="1659"/>
                </a:lnTo>
                <a:lnTo>
                  <a:pt x="17782" y="1694"/>
                </a:lnTo>
                <a:lnTo>
                  <a:pt x="17887" y="1694"/>
                </a:lnTo>
                <a:lnTo>
                  <a:pt x="17993" y="1694"/>
                </a:lnTo>
                <a:lnTo>
                  <a:pt x="18099" y="1694"/>
                </a:lnTo>
                <a:lnTo>
                  <a:pt x="18205" y="1659"/>
                </a:lnTo>
                <a:lnTo>
                  <a:pt x="18311" y="1659"/>
                </a:lnTo>
                <a:lnTo>
                  <a:pt x="18417" y="1694"/>
                </a:lnTo>
                <a:lnTo>
                  <a:pt x="18522" y="1729"/>
                </a:lnTo>
                <a:lnTo>
                  <a:pt x="18628" y="1694"/>
                </a:lnTo>
                <a:lnTo>
                  <a:pt x="18734" y="1659"/>
                </a:lnTo>
                <a:lnTo>
                  <a:pt x="18875" y="1623"/>
                </a:lnTo>
                <a:lnTo>
                  <a:pt x="18981" y="1553"/>
                </a:lnTo>
                <a:lnTo>
                  <a:pt x="19087" y="1447"/>
                </a:lnTo>
                <a:lnTo>
                  <a:pt x="19193" y="1412"/>
                </a:lnTo>
                <a:lnTo>
                  <a:pt x="19298" y="1376"/>
                </a:lnTo>
                <a:lnTo>
                  <a:pt x="19404" y="1271"/>
                </a:lnTo>
                <a:lnTo>
                  <a:pt x="19510" y="1235"/>
                </a:lnTo>
                <a:lnTo>
                  <a:pt x="19616" y="1129"/>
                </a:lnTo>
                <a:lnTo>
                  <a:pt x="19722" y="1094"/>
                </a:lnTo>
                <a:lnTo>
                  <a:pt x="19828" y="1024"/>
                </a:lnTo>
                <a:lnTo>
                  <a:pt x="19933" y="953"/>
                </a:lnTo>
                <a:lnTo>
                  <a:pt x="20039" y="881"/>
                </a:lnTo>
                <a:lnTo>
                  <a:pt x="20145" y="846"/>
                </a:lnTo>
                <a:lnTo>
                  <a:pt x="20251" y="776"/>
                </a:lnTo>
                <a:lnTo>
                  <a:pt x="20357" y="705"/>
                </a:lnTo>
                <a:lnTo>
                  <a:pt x="20463" y="635"/>
                </a:lnTo>
                <a:lnTo>
                  <a:pt x="20568" y="599"/>
                </a:lnTo>
                <a:lnTo>
                  <a:pt x="20710" y="529"/>
                </a:lnTo>
                <a:lnTo>
                  <a:pt x="20815" y="458"/>
                </a:lnTo>
                <a:lnTo>
                  <a:pt x="20921" y="388"/>
                </a:lnTo>
                <a:lnTo>
                  <a:pt x="21027" y="317"/>
                </a:lnTo>
                <a:lnTo>
                  <a:pt x="21133" y="246"/>
                </a:lnTo>
                <a:lnTo>
                  <a:pt x="21239" y="176"/>
                </a:lnTo>
                <a:lnTo>
                  <a:pt x="21345" y="105"/>
                </a:lnTo>
                <a:lnTo>
                  <a:pt x="21450" y="35"/>
                </a:lnTo>
                <a:lnTo>
                  <a:pt x="21556" y="35"/>
                </a:lnTo>
                <a:lnTo>
                  <a:pt x="21662" y="0"/>
                </a:lnTo>
                <a:lnTo>
                  <a:pt x="21697" y="105"/>
                </a:lnTo>
                <a:lnTo>
                  <a:pt x="21697" y="211"/>
                </a:lnTo>
                <a:lnTo>
                  <a:pt x="21697" y="317"/>
                </a:lnTo>
                <a:lnTo>
                  <a:pt x="21592" y="3776"/>
                </a:lnTo>
                <a:lnTo>
                  <a:pt x="21592" y="3776"/>
                </a:lnTo>
                <a:lnTo>
                  <a:pt x="21486" y="3635"/>
                </a:lnTo>
                <a:lnTo>
                  <a:pt x="21380" y="3494"/>
                </a:lnTo>
                <a:lnTo>
                  <a:pt x="21239" y="3353"/>
                </a:lnTo>
                <a:lnTo>
                  <a:pt x="21133" y="3247"/>
                </a:lnTo>
                <a:lnTo>
                  <a:pt x="20992" y="3212"/>
                </a:lnTo>
                <a:lnTo>
                  <a:pt x="20921" y="3353"/>
                </a:lnTo>
                <a:lnTo>
                  <a:pt x="20851" y="3494"/>
                </a:lnTo>
                <a:lnTo>
                  <a:pt x="20710" y="3600"/>
                </a:lnTo>
                <a:lnTo>
                  <a:pt x="20639" y="3706"/>
                </a:lnTo>
                <a:lnTo>
                  <a:pt x="20533" y="3741"/>
                </a:lnTo>
                <a:lnTo>
                  <a:pt x="20427" y="3670"/>
                </a:lnTo>
                <a:lnTo>
                  <a:pt x="20427" y="3565"/>
                </a:lnTo>
                <a:lnTo>
                  <a:pt x="20322" y="3494"/>
                </a:lnTo>
                <a:lnTo>
                  <a:pt x="20216" y="3388"/>
                </a:lnTo>
                <a:lnTo>
                  <a:pt x="20110" y="3282"/>
                </a:lnTo>
                <a:lnTo>
                  <a:pt x="20004" y="3212"/>
                </a:lnTo>
                <a:lnTo>
                  <a:pt x="19969" y="3106"/>
                </a:lnTo>
                <a:lnTo>
                  <a:pt x="19863" y="3071"/>
                </a:lnTo>
                <a:lnTo>
                  <a:pt x="19792" y="2965"/>
                </a:lnTo>
                <a:lnTo>
                  <a:pt x="19722" y="2859"/>
                </a:lnTo>
                <a:lnTo>
                  <a:pt x="19616" y="2787"/>
                </a:lnTo>
                <a:lnTo>
                  <a:pt x="19510" y="2717"/>
                </a:lnTo>
                <a:lnTo>
                  <a:pt x="19404" y="2682"/>
                </a:lnTo>
                <a:lnTo>
                  <a:pt x="19298" y="2576"/>
                </a:lnTo>
                <a:lnTo>
                  <a:pt x="19193" y="2470"/>
                </a:lnTo>
                <a:lnTo>
                  <a:pt x="19087" y="2435"/>
                </a:lnTo>
                <a:lnTo>
                  <a:pt x="18981" y="2364"/>
                </a:lnTo>
                <a:lnTo>
                  <a:pt x="18875" y="2364"/>
                </a:lnTo>
                <a:lnTo>
                  <a:pt x="18769" y="2470"/>
                </a:lnTo>
                <a:lnTo>
                  <a:pt x="18663" y="2505"/>
                </a:lnTo>
                <a:lnTo>
                  <a:pt x="18558" y="2611"/>
                </a:lnTo>
                <a:lnTo>
                  <a:pt x="18452" y="2682"/>
                </a:lnTo>
                <a:lnTo>
                  <a:pt x="18311" y="2823"/>
                </a:lnTo>
                <a:lnTo>
                  <a:pt x="18205" y="2930"/>
                </a:lnTo>
                <a:lnTo>
                  <a:pt x="18099" y="2930"/>
                </a:lnTo>
                <a:lnTo>
                  <a:pt x="17993" y="2859"/>
                </a:lnTo>
                <a:lnTo>
                  <a:pt x="17887" y="2894"/>
                </a:lnTo>
                <a:lnTo>
                  <a:pt x="17746" y="2965"/>
                </a:lnTo>
                <a:lnTo>
                  <a:pt x="17640" y="3000"/>
                </a:lnTo>
                <a:lnTo>
                  <a:pt x="17499" y="2859"/>
                </a:lnTo>
                <a:lnTo>
                  <a:pt x="17393" y="2787"/>
                </a:lnTo>
                <a:lnTo>
                  <a:pt x="17288" y="2717"/>
                </a:lnTo>
                <a:lnTo>
                  <a:pt x="17182" y="2717"/>
                </a:lnTo>
                <a:lnTo>
                  <a:pt x="17076" y="2717"/>
                </a:lnTo>
                <a:lnTo>
                  <a:pt x="16900" y="2576"/>
                </a:lnTo>
                <a:lnTo>
                  <a:pt x="16723" y="2399"/>
                </a:lnTo>
                <a:lnTo>
                  <a:pt x="16617" y="2329"/>
                </a:lnTo>
                <a:lnTo>
                  <a:pt x="16512" y="2399"/>
                </a:lnTo>
                <a:lnTo>
                  <a:pt x="16406" y="2435"/>
                </a:lnTo>
                <a:lnTo>
                  <a:pt x="16264" y="2399"/>
                </a:lnTo>
                <a:lnTo>
                  <a:pt x="16193" y="2294"/>
                </a:lnTo>
                <a:lnTo>
                  <a:pt x="16087" y="2399"/>
                </a:lnTo>
                <a:lnTo>
                  <a:pt x="15911" y="2541"/>
                </a:lnTo>
                <a:lnTo>
                  <a:pt x="15805" y="2435"/>
                </a:lnTo>
                <a:lnTo>
                  <a:pt x="15664" y="2329"/>
                </a:lnTo>
                <a:lnTo>
                  <a:pt x="15558" y="2294"/>
                </a:lnTo>
                <a:lnTo>
                  <a:pt x="15417" y="2364"/>
                </a:lnTo>
                <a:lnTo>
                  <a:pt x="15276" y="2364"/>
                </a:lnTo>
                <a:lnTo>
                  <a:pt x="15205" y="2258"/>
                </a:lnTo>
                <a:lnTo>
                  <a:pt x="15099" y="2294"/>
                </a:lnTo>
                <a:lnTo>
                  <a:pt x="14994" y="2294"/>
                </a:lnTo>
                <a:lnTo>
                  <a:pt x="14852" y="2258"/>
                </a:lnTo>
                <a:lnTo>
                  <a:pt x="14747" y="2258"/>
                </a:lnTo>
                <a:lnTo>
                  <a:pt x="14641" y="2294"/>
                </a:lnTo>
                <a:lnTo>
                  <a:pt x="14500" y="2294"/>
                </a:lnTo>
                <a:lnTo>
                  <a:pt x="14359" y="2329"/>
                </a:lnTo>
                <a:lnTo>
                  <a:pt x="14253" y="2364"/>
                </a:lnTo>
                <a:lnTo>
                  <a:pt x="14112" y="2329"/>
                </a:lnTo>
                <a:lnTo>
                  <a:pt x="13971" y="2294"/>
                </a:lnTo>
                <a:lnTo>
                  <a:pt x="13865" y="2294"/>
                </a:lnTo>
                <a:lnTo>
                  <a:pt x="13688" y="2329"/>
                </a:lnTo>
                <a:lnTo>
                  <a:pt x="13582" y="2364"/>
                </a:lnTo>
                <a:lnTo>
                  <a:pt x="13477" y="2364"/>
                </a:lnTo>
                <a:lnTo>
                  <a:pt x="13371" y="2294"/>
                </a:lnTo>
                <a:lnTo>
                  <a:pt x="13230" y="2258"/>
                </a:lnTo>
                <a:lnTo>
                  <a:pt x="13089" y="2223"/>
                </a:lnTo>
                <a:lnTo>
                  <a:pt x="12947" y="2223"/>
                </a:lnTo>
                <a:lnTo>
                  <a:pt x="12842" y="2223"/>
                </a:lnTo>
                <a:lnTo>
                  <a:pt x="12736" y="2223"/>
                </a:lnTo>
                <a:lnTo>
                  <a:pt x="12559" y="2223"/>
                </a:lnTo>
                <a:lnTo>
                  <a:pt x="12454" y="2258"/>
                </a:lnTo>
                <a:lnTo>
                  <a:pt x="12348" y="2294"/>
                </a:lnTo>
                <a:lnTo>
                  <a:pt x="12242" y="2364"/>
                </a:lnTo>
                <a:lnTo>
                  <a:pt x="12136" y="2435"/>
                </a:lnTo>
                <a:lnTo>
                  <a:pt x="11995" y="2541"/>
                </a:lnTo>
                <a:lnTo>
                  <a:pt x="11889" y="2646"/>
                </a:lnTo>
                <a:lnTo>
                  <a:pt x="11748" y="2576"/>
                </a:lnTo>
                <a:lnTo>
                  <a:pt x="11536" y="2505"/>
                </a:lnTo>
                <a:lnTo>
                  <a:pt x="11395" y="2435"/>
                </a:lnTo>
                <a:lnTo>
                  <a:pt x="11254" y="2364"/>
                </a:lnTo>
                <a:lnTo>
                  <a:pt x="11148" y="2329"/>
                </a:lnTo>
                <a:lnTo>
                  <a:pt x="11042" y="2294"/>
                </a:lnTo>
                <a:lnTo>
                  <a:pt x="10937" y="2258"/>
                </a:lnTo>
                <a:lnTo>
                  <a:pt x="10831" y="2223"/>
                </a:lnTo>
                <a:lnTo>
                  <a:pt x="10690" y="2188"/>
                </a:lnTo>
                <a:lnTo>
                  <a:pt x="10549" y="2117"/>
                </a:lnTo>
                <a:lnTo>
                  <a:pt x="10407" y="2117"/>
                </a:lnTo>
                <a:lnTo>
                  <a:pt x="10266" y="2082"/>
                </a:lnTo>
                <a:lnTo>
                  <a:pt x="10161" y="2082"/>
                </a:lnTo>
                <a:lnTo>
                  <a:pt x="9984" y="2082"/>
                </a:lnTo>
                <a:lnTo>
                  <a:pt x="9808" y="2117"/>
                </a:lnTo>
                <a:lnTo>
                  <a:pt x="9702" y="2152"/>
                </a:lnTo>
                <a:lnTo>
                  <a:pt x="9561" y="2152"/>
                </a:lnTo>
                <a:lnTo>
                  <a:pt x="9420" y="2152"/>
                </a:lnTo>
                <a:lnTo>
                  <a:pt x="9314" y="2082"/>
                </a:lnTo>
                <a:lnTo>
                  <a:pt x="9208" y="1976"/>
                </a:lnTo>
                <a:lnTo>
                  <a:pt x="9032" y="1870"/>
                </a:lnTo>
                <a:lnTo>
                  <a:pt x="8891" y="1835"/>
                </a:lnTo>
                <a:lnTo>
                  <a:pt x="8749" y="1800"/>
                </a:lnTo>
                <a:lnTo>
                  <a:pt x="8644" y="1835"/>
                </a:lnTo>
                <a:lnTo>
                  <a:pt x="8538" y="1870"/>
                </a:lnTo>
                <a:lnTo>
                  <a:pt x="8432" y="1906"/>
                </a:lnTo>
                <a:lnTo>
                  <a:pt x="8326" y="1906"/>
                </a:lnTo>
                <a:lnTo>
                  <a:pt x="8220" y="1870"/>
                </a:lnTo>
                <a:lnTo>
                  <a:pt x="8114" y="1870"/>
                </a:lnTo>
                <a:lnTo>
                  <a:pt x="8009" y="1835"/>
                </a:lnTo>
                <a:lnTo>
                  <a:pt x="7903" y="1835"/>
                </a:lnTo>
                <a:lnTo>
                  <a:pt x="7726" y="1764"/>
                </a:lnTo>
                <a:lnTo>
                  <a:pt x="7621" y="1729"/>
                </a:lnTo>
                <a:lnTo>
                  <a:pt x="7515" y="1659"/>
                </a:lnTo>
                <a:lnTo>
                  <a:pt x="7479" y="1553"/>
                </a:lnTo>
                <a:lnTo>
                  <a:pt x="7374" y="1482"/>
                </a:lnTo>
                <a:lnTo>
                  <a:pt x="7268" y="1447"/>
                </a:lnTo>
                <a:lnTo>
                  <a:pt x="7162" y="1412"/>
                </a:lnTo>
                <a:lnTo>
                  <a:pt x="7056" y="1376"/>
                </a:lnTo>
                <a:lnTo>
                  <a:pt x="6880" y="1376"/>
                </a:lnTo>
                <a:lnTo>
                  <a:pt x="6774" y="1306"/>
                </a:lnTo>
                <a:lnTo>
                  <a:pt x="6633" y="1376"/>
                </a:lnTo>
                <a:lnTo>
                  <a:pt x="6562" y="1482"/>
                </a:lnTo>
                <a:lnTo>
                  <a:pt x="6456" y="1553"/>
                </a:lnTo>
                <a:lnTo>
                  <a:pt x="6351" y="1623"/>
                </a:lnTo>
                <a:lnTo>
                  <a:pt x="6245" y="1694"/>
                </a:lnTo>
                <a:lnTo>
                  <a:pt x="6139" y="1800"/>
                </a:lnTo>
                <a:lnTo>
                  <a:pt x="6033" y="1800"/>
                </a:lnTo>
                <a:lnTo>
                  <a:pt x="5927" y="1835"/>
                </a:lnTo>
                <a:lnTo>
                  <a:pt x="5821" y="1764"/>
                </a:lnTo>
                <a:lnTo>
                  <a:pt x="5751" y="1659"/>
                </a:lnTo>
                <a:lnTo>
                  <a:pt x="5610" y="1588"/>
                </a:lnTo>
                <a:lnTo>
                  <a:pt x="5469" y="1517"/>
                </a:lnTo>
                <a:lnTo>
                  <a:pt x="5326" y="1412"/>
                </a:lnTo>
                <a:lnTo>
                  <a:pt x="5221" y="1271"/>
                </a:lnTo>
                <a:lnTo>
                  <a:pt x="5115" y="1235"/>
                </a:lnTo>
                <a:lnTo>
                  <a:pt x="4974" y="1235"/>
                </a:lnTo>
                <a:lnTo>
                  <a:pt x="4868" y="1306"/>
                </a:lnTo>
                <a:lnTo>
                  <a:pt x="4762" y="1376"/>
                </a:lnTo>
                <a:lnTo>
                  <a:pt x="4621" y="1447"/>
                </a:lnTo>
                <a:lnTo>
                  <a:pt x="4515" y="1517"/>
                </a:lnTo>
                <a:lnTo>
                  <a:pt x="4409" y="1553"/>
                </a:lnTo>
                <a:lnTo>
                  <a:pt x="4303" y="1623"/>
                </a:lnTo>
                <a:lnTo>
                  <a:pt x="4198" y="1659"/>
                </a:lnTo>
                <a:lnTo>
                  <a:pt x="4056" y="1694"/>
                </a:lnTo>
                <a:lnTo>
                  <a:pt x="3951" y="1729"/>
                </a:lnTo>
                <a:lnTo>
                  <a:pt x="3845" y="1800"/>
                </a:lnTo>
                <a:lnTo>
                  <a:pt x="3739" y="1870"/>
                </a:lnTo>
                <a:lnTo>
                  <a:pt x="3633" y="1800"/>
                </a:lnTo>
                <a:lnTo>
                  <a:pt x="3492" y="1800"/>
                </a:lnTo>
                <a:lnTo>
                  <a:pt x="3386" y="1835"/>
                </a:lnTo>
                <a:lnTo>
                  <a:pt x="3280" y="1835"/>
                </a:lnTo>
                <a:lnTo>
                  <a:pt x="3175" y="1835"/>
                </a:lnTo>
                <a:lnTo>
                  <a:pt x="3069" y="1835"/>
                </a:lnTo>
                <a:lnTo>
                  <a:pt x="2998" y="1729"/>
                </a:lnTo>
                <a:lnTo>
                  <a:pt x="2928" y="1623"/>
                </a:lnTo>
                <a:lnTo>
                  <a:pt x="2786" y="1588"/>
                </a:lnTo>
                <a:lnTo>
                  <a:pt x="2681" y="1623"/>
                </a:lnTo>
                <a:lnTo>
                  <a:pt x="2610" y="1729"/>
                </a:lnTo>
                <a:lnTo>
                  <a:pt x="2504" y="1800"/>
                </a:lnTo>
                <a:lnTo>
                  <a:pt x="2434" y="1906"/>
                </a:lnTo>
                <a:lnTo>
                  <a:pt x="2328" y="1941"/>
                </a:lnTo>
                <a:lnTo>
                  <a:pt x="2222" y="1941"/>
                </a:lnTo>
                <a:lnTo>
                  <a:pt x="2116" y="1941"/>
                </a:lnTo>
                <a:lnTo>
                  <a:pt x="2010" y="1906"/>
                </a:lnTo>
                <a:lnTo>
                  <a:pt x="1869" y="1870"/>
                </a:lnTo>
                <a:lnTo>
                  <a:pt x="1763" y="1870"/>
                </a:lnTo>
                <a:lnTo>
                  <a:pt x="1658" y="1800"/>
                </a:lnTo>
                <a:lnTo>
                  <a:pt x="1552" y="1800"/>
                </a:lnTo>
                <a:lnTo>
                  <a:pt x="1446" y="1906"/>
                </a:lnTo>
                <a:lnTo>
                  <a:pt x="1340" y="1941"/>
                </a:lnTo>
                <a:lnTo>
                  <a:pt x="1234" y="1941"/>
                </a:lnTo>
                <a:lnTo>
                  <a:pt x="1128" y="1906"/>
                </a:lnTo>
                <a:lnTo>
                  <a:pt x="1023" y="1870"/>
                </a:lnTo>
                <a:lnTo>
                  <a:pt x="917" y="1835"/>
                </a:lnTo>
                <a:lnTo>
                  <a:pt x="811" y="1800"/>
                </a:lnTo>
                <a:lnTo>
                  <a:pt x="705" y="1729"/>
                </a:lnTo>
                <a:lnTo>
                  <a:pt x="599" y="1729"/>
                </a:lnTo>
                <a:lnTo>
                  <a:pt x="493" y="1764"/>
                </a:lnTo>
                <a:lnTo>
                  <a:pt x="388" y="1800"/>
                </a:lnTo>
                <a:lnTo>
                  <a:pt x="282" y="1870"/>
                </a:lnTo>
                <a:lnTo>
                  <a:pt x="211" y="1976"/>
                </a:lnTo>
                <a:lnTo>
                  <a:pt x="105" y="2011"/>
                </a:lnTo>
                <a:lnTo>
                  <a:pt x="0" y="2082"/>
                </a:lnTo>
                <a:lnTo>
                  <a:pt x="176" y="458"/>
                </a:lnTo>
                <a:close/>
              </a:path>
            </a:pathLst>
          </a:custGeom>
          <a:gradFill rotWithShape="0">
            <a:gsLst>
              <a:gs pos="0">
                <a:srgbClr val="081D58"/>
              </a:gs>
              <a:gs pos="100000">
                <a:srgbClr val="FFFFFF"/>
              </a:gs>
            </a:gsLst>
            <a:lin ang="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"/>
          <p:cNvSpPr txBox="1"/>
          <p:nvPr/>
        </p:nvSpPr>
        <p:spPr>
          <a:xfrm>
            <a:off x="1714680" y="108000"/>
            <a:ext cx="60530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Searching a Two Dimension Table.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"/>
          <p:cNvGrpSpPr/>
          <p:nvPr/>
        </p:nvGrpSpPr>
        <p:grpSpPr>
          <a:xfrm>
            <a:off x="152280" y="851040"/>
            <a:ext cx="8979120" cy="1371960"/>
            <a:chOff x="152280" y="851040"/>
            <a:chExt cx="8979120" cy="1371960"/>
          </a:xfrm>
        </p:grpSpPr>
        <p:sp>
          <p:nvSpPr>
            <p:cNvPr id="126" name=""/>
            <p:cNvSpPr/>
            <p:nvPr/>
          </p:nvSpPr>
          <p:spPr>
            <a:xfrm>
              <a:off x="152280" y="888840"/>
              <a:ext cx="8534520" cy="1320840"/>
            </a:xfrm>
            <a:prstGeom prst="rect">
              <a:avLst/>
            </a:prstGeom>
            <a:solidFill>
              <a:srgbClr val="DADADA"/>
            </a:solidFill>
            <a:ln w="38160">
              <a:solidFill>
                <a:srgbClr val="919191"/>
              </a:solidFill>
              <a:round/>
            </a:ln>
          </p:spPr>
          <p:txBody>
            <a:bodyPr lIns="109080" tIns="64080" rIns="109080" bIns="640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 txBox="1"/>
            <p:nvPr/>
          </p:nvSpPr>
          <p:spPr>
            <a:xfrm>
              <a:off x="301680" y="892080"/>
              <a:ext cx="8486640" cy="5302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  <a:tabLst>
                  <a:tab pos="1047600" algn="l"/>
                  <a:tab pos="3048120" algn="l"/>
                  <a:tab pos="5143320" algn="l"/>
                  <a:tab pos="7238880" algn="l"/>
                </a:tabLst>
              </a:pPr>
              <a:r>
                <a:rPr lang="en-US" sz="24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           </a:t>
              </a: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1                                    2                                     3                                   4 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177840" y="1600200"/>
              <a:ext cx="8508960" cy="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177840" y="1270080"/>
              <a:ext cx="8470800" cy="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-51120" rIns="96120" bIns="-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"/>
            <p:cNvSpPr/>
            <p:nvPr/>
          </p:nvSpPr>
          <p:spPr>
            <a:xfrm flipH="1">
              <a:off x="49536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"/>
            <p:cNvSpPr/>
            <p:nvPr/>
          </p:nvSpPr>
          <p:spPr>
            <a:xfrm flipH="1">
              <a:off x="800280" y="12826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 flipH="1">
              <a:off x="110484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/>
            <p:nvPr/>
          </p:nvSpPr>
          <p:spPr>
            <a:xfrm flipH="1">
              <a:off x="140976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"/>
            <p:cNvSpPr/>
            <p:nvPr/>
          </p:nvSpPr>
          <p:spPr>
            <a:xfrm flipH="1">
              <a:off x="1714680" y="12826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"/>
            <p:cNvSpPr/>
            <p:nvPr/>
          </p:nvSpPr>
          <p:spPr>
            <a:xfrm flipH="1">
              <a:off x="201924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"/>
            <p:cNvSpPr/>
            <p:nvPr/>
          </p:nvSpPr>
          <p:spPr>
            <a:xfrm flipH="1">
              <a:off x="232416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"/>
            <p:cNvSpPr/>
            <p:nvPr/>
          </p:nvSpPr>
          <p:spPr>
            <a:xfrm>
              <a:off x="2629080" y="914400"/>
              <a:ext cx="0" cy="127620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"/>
            <p:cNvSpPr txBox="1"/>
            <p:nvPr/>
          </p:nvSpPr>
          <p:spPr>
            <a:xfrm>
              <a:off x="190440" y="1308240"/>
              <a:ext cx="8458200" cy="3049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AE00"/>
                  </a:solidFill>
                  <a:effectLst/>
                  <a:uFillTx/>
                  <a:latin typeface="Arial"/>
                  <a:ea typeface="Arial"/>
                </a:rPr>
                <a:t>1   2   3  4   5   6   7   8  1   2   3  4   5   6   7   8   1   2   3  4   5   6   7  8   1   2   3  4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"/>
            <p:cNvSpPr/>
            <p:nvPr/>
          </p:nvSpPr>
          <p:spPr>
            <a:xfrm flipH="1">
              <a:off x="2908440" y="12826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"/>
            <p:cNvSpPr/>
            <p:nvPr/>
          </p:nvSpPr>
          <p:spPr>
            <a:xfrm flipH="1">
              <a:off x="321300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"/>
            <p:cNvSpPr/>
            <p:nvPr/>
          </p:nvSpPr>
          <p:spPr>
            <a:xfrm flipH="1">
              <a:off x="351792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"/>
            <p:cNvSpPr/>
            <p:nvPr/>
          </p:nvSpPr>
          <p:spPr>
            <a:xfrm flipH="1">
              <a:off x="3822840" y="12826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"/>
            <p:cNvSpPr/>
            <p:nvPr/>
          </p:nvSpPr>
          <p:spPr>
            <a:xfrm flipH="1">
              <a:off x="412740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"/>
            <p:cNvSpPr/>
            <p:nvPr/>
          </p:nvSpPr>
          <p:spPr>
            <a:xfrm flipH="1">
              <a:off x="443232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"/>
            <p:cNvSpPr/>
            <p:nvPr/>
          </p:nvSpPr>
          <p:spPr>
            <a:xfrm flipH="1">
              <a:off x="4737240" y="12826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" name=""/>
            <p:cNvSpPr/>
            <p:nvPr/>
          </p:nvSpPr>
          <p:spPr>
            <a:xfrm flipH="1">
              <a:off x="5359320" y="12700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"/>
            <p:cNvSpPr/>
            <p:nvPr/>
          </p:nvSpPr>
          <p:spPr>
            <a:xfrm flipH="1">
              <a:off x="5664240" y="12700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"/>
            <p:cNvSpPr/>
            <p:nvPr/>
          </p:nvSpPr>
          <p:spPr>
            <a:xfrm flipH="1">
              <a:off x="5969160" y="12700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"/>
            <p:cNvSpPr/>
            <p:nvPr/>
          </p:nvSpPr>
          <p:spPr>
            <a:xfrm flipH="1">
              <a:off x="6273720" y="12700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"/>
            <p:cNvSpPr/>
            <p:nvPr/>
          </p:nvSpPr>
          <p:spPr>
            <a:xfrm flipH="1">
              <a:off x="6578640" y="12700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"/>
            <p:cNvSpPr/>
            <p:nvPr/>
          </p:nvSpPr>
          <p:spPr>
            <a:xfrm flipH="1">
              <a:off x="6883560" y="12700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"/>
            <p:cNvSpPr/>
            <p:nvPr/>
          </p:nvSpPr>
          <p:spPr>
            <a:xfrm flipH="1">
              <a:off x="7188120" y="12700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"/>
            <p:cNvSpPr/>
            <p:nvPr/>
          </p:nvSpPr>
          <p:spPr>
            <a:xfrm flipH="1">
              <a:off x="777240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"/>
            <p:cNvSpPr/>
            <p:nvPr/>
          </p:nvSpPr>
          <p:spPr>
            <a:xfrm flipH="1">
              <a:off x="8077320" y="1282680"/>
              <a:ext cx="288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"/>
            <p:cNvSpPr/>
            <p:nvPr/>
          </p:nvSpPr>
          <p:spPr>
            <a:xfrm flipH="1">
              <a:off x="838188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"/>
            <p:cNvSpPr/>
            <p:nvPr/>
          </p:nvSpPr>
          <p:spPr>
            <a:xfrm flipH="1">
              <a:off x="8686800" y="1282680"/>
              <a:ext cx="3240" cy="907920"/>
            </a:xfrm>
            <a:prstGeom prst="line">
              <a:avLst/>
            </a:prstGeom>
            <a:ln w="1260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5067360" y="914400"/>
              <a:ext cx="0" cy="127620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"/>
            <p:cNvSpPr/>
            <p:nvPr/>
          </p:nvSpPr>
          <p:spPr>
            <a:xfrm>
              <a:off x="7505640" y="914400"/>
              <a:ext cx="0" cy="127620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"/>
            <p:cNvSpPr/>
            <p:nvPr/>
          </p:nvSpPr>
          <p:spPr>
            <a:xfrm>
              <a:off x="8255160" y="851040"/>
              <a:ext cx="483120" cy="1371960"/>
            </a:xfrm>
            <a:custGeom>
              <a:avLst/>
              <a:gdLst/>
              <a:ahLst/>
              <a:rect l="0" t="0" r="r" b="b"/>
              <a:pathLst>
                <a:path w="1342" h="3811">
                  <a:moveTo>
                    <a:pt x="671" y="0"/>
                  </a:moveTo>
                  <a:lnTo>
                    <a:pt x="636" y="105"/>
                  </a:lnTo>
                  <a:lnTo>
                    <a:pt x="565" y="211"/>
                  </a:lnTo>
                  <a:lnTo>
                    <a:pt x="494" y="317"/>
                  </a:lnTo>
                  <a:lnTo>
                    <a:pt x="424" y="423"/>
                  </a:lnTo>
                  <a:lnTo>
                    <a:pt x="353" y="529"/>
                  </a:lnTo>
                  <a:lnTo>
                    <a:pt x="282" y="635"/>
                  </a:lnTo>
                  <a:lnTo>
                    <a:pt x="211" y="740"/>
                  </a:lnTo>
                  <a:lnTo>
                    <a:pt x="141" y="846"/>
                  </a:lnTo>
                  <a:lnTo>
                    <a:pt x="70" y="952"/>
                  </a:lnTo>
                  <a:lnTo>
                    <a:pt x="176" y="1024"/>
                  </a:lnTo>
                  <a:lnTo>
                    <a:pt x="282" y="1059"/>
                  </a:lnTo>
                  <a:lnTo>
                    <a:pt x="389" y="1094"/>
                  </a:lnTo>
                  <a:lnTo>
                    <a:pt x="424" y="1200"/>
                  </a:lnTo>
                  <a:lnTo>
                    <a:pt x="424" y="1306"/>
                  </a:lnTo>
                  <a:lnTo>
                    <a:pt x="353" y="1412"/>
                  </a:lnTo>
                  <a:lnTo>
                    <a:pt x="282" y="1517"/>
                  </a:lnTo>
                  <a:lnTo>
                    <a:pt x="176" y="1588"/>
                  </a:lnTo>
                  <a:lnTo>
                    <a:pt x="141" y="1694"/>
                  </a:lnTo>
                  <a:lnTo>
                    <a:pt x="35" y="1800"/>
                  </a:lnTo>
                  <a:lnTo>
                    <a:pt x="141" y="1906"/>
                  </a:lnTo>
                  <a:lnTo>
                    <a:pt x="246" y="1976"/>
                  </a:lnTo>
                  <a:lnTo>
                    <a:pt x="317" y="2082"/>
                  </a:lnTo>
                  <a:lnTo>
                    <a:pt x="282" y="2188"/>
                  </a:lnTo>
                  <a:lnTo>
                    <a:pt x="176" y="2329"/>
                  </a:lnTo>
                  <a:lnTo>
                    <a:pt x="70" y="2399"/>
                  </a:lnTo>
                  <a:lnTo>
                    <a:pt x="35" y="2505"/>
                  </a:lnTo>
                  <a:lnTo>
                    <a:pt x="0" y="2611"/>
                  </a:lnTo>
                  <a:lnTo>
                    <a:pt x="105" y="2646"/>
                  </a:lnTo>
                  <a:lnTo>
                    <a:pt x="211" y="2752"/>
                  </a:lnTo>
                  <a:lnTo>
                    <a:pt x="317" y="2823"/>
                  </a:lnTo>
                  <a:lnTo>
                    <a:pt x="317" y="2930"/>
                  </a:lnTo>
                  <a:lnTo>
                    <a:pt x="211" y="3000"/>
                  </a:lnTo>
                  <a:lnTo>
                    <a:pt x="141" y="3106"/>
                  </a:lnTo>
                  <a:lnTo>
                    <a:pt x="35" y="3212"/>
                  </a:lnTo>
                  <a:lnTo>
                    <a:pt x="35" y="3318"/>
                  </a:lnTo>
                  <a:lnTo>
                    <a:pt x="141" y="3353"/>
                  </a:lnTo>
                  <a:lnTo>
                    <a:pt x="176" y="3459"/>
                  </a:lnTo>
                  <a:lnTo>
                    <a:pt x="282" y="3494"/>
                  </a:lnTo>
                  <a:lnTo>
                    <a:pt x="353" y="3600"/>
                  </a:lnTo>
                  <a:lnTo>
                    <a:pt x="459" y="3670"/>
                  </a:lnTo>
                  <a:lnTo>
                    <a:pt x="565" y="3741"/>
                  </a:lnTo>
                  <a:lnTo>
                    <a:pt x="671" y="3811"/>
                  </a:lnTo>
                  <a:lnTo>
                    <a:pt x="1342" y="3811"/>
                  </a:lnTo>
                  <a:lnTo>
                    <a:pt x="1307" y="0"/>
                  </a:lnTo>
                  <a:lnTo>
                    <a:pt x="671" y="0"/>
                  </a:lnTo>
                  <a:close/>
                </a:path>
              </a:pathLst>
            </a:custGeom>
            <a:solidFill>
              <a:srgbClr val="000000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"/>
            <p:cNvSpPr/>
            <p:nvPr/>
          </p:nvSpPr>
          <p:spPr>
            <a:xfrm>
              <a:off x="8432640" y="1320840"/>
              <a:ext cx="698760" cy="419400"/>
            </a:xfrm>
            <a:custGeom>
              <a:avLst/>
              <a:gdLst/>
              <a:ahLst/>
              <a:rect l="0" t="0" r="r" b="b"/>
              <a:pathLst>
                <a:path w="1941" h="1165">
                  <a:moveTo>
                    <a:pt x="0" y="387"/>
                  </a:moveTo>
                  <a:lnTo>
                    <a:pt x="0" y="776"/>
                  </a:lnTo>
                  <a:lnTo>
                    <a:pt x="1359" y="776"/>
                  </a:lnTo>
                  <a:lnTo>
                    <a:pt x="1359" y="1165"/>
                  </a:lnTo>
                  <a:lnTo>
                    <a:pt x="1941" y="583"/>
                  </a:lnTo>
                  <a:lnTo>
                    <a:pt x="1359" y="0"/>
                  </a:lnTo>
                  <a:lnTo>
                    <a:pt x="1359" y="387"/>
                  </a:lnTo>
                  <a:lnTo>
                    <a:pt x="0" y="387"/>
                  </a:lnTo>
                  <a:close/>
                </a:path>
              </a:pathLst>
            </a:custGeom>
            <a:solidFill>
              <a:srgbClr val="DADADA"/>
            </a:solidFill>
            <a:ln w="25560">
              <a:solidFill>
                <a:srgbClr val="919191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1" name=""/>
          <p:cNvSpPr txBox="1"/>
          <p:nvPr/>
        </p:nvSpPr>
        <p:spPr>
          <a:xfrm>
            <a:off x="187200" y="2462040"/>
            <a:ext cx="8771040" cy="4068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spcBef>
                <a:spcPts val="2041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TimeTable.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Day OCCURS 5 TIMES INDEXED BY DayIdx.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Hours OCCURS 8 TIMES INDEXED BY HourIdx.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04 Item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PIC X(10).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04 Location   PIC X(10).</a:t>
            </a: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2041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SET DayIdx TO 0.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MeetingFound OR DayIdx &gt; 5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SET DayIdx UP BY 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SET HourIdx TO 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SEARCH Hours WHEN MeetingType = Item(DayIdx, HourIdx)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SET MeetingFound TO TRUE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MeetingType " on " DayIdx " at " HourIdx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END-SEARCH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            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101520" y="3403440"/>
            <a:ext cx="8928360" cy="1943640"/>
          </a:xfrm>
          <a:custGeom>
            <a:avLst/>
            <a:gdLst/>
            <a:ahLst/>
            <a:rect l="0" t="0" r="r" b="b"/>
            <a:pathLst>
              <a:path w="24801" h="5399">
                <a:moveTo>
                  <a:pt x="105" y="1800"/>
                </a:moveTo>
                <a:lnTo>
                  <a:pt x="176" y="1694"/>
                </a:lnTo>
                <a:lnTo>
                  <a:pt x="282" y="1623"/>
                </a:lnTo>
                <a:lnTo>
                  <a:pt x="388" y="1588"/>
                </a:lnTo>
                <a:lnTo>
                  <a:pt x="493" y="1517"/>
                </a:lnTo>
                <a:lnTo>
                  <a:pt x="599" y="1447"/>
                </a:lnTo>
                <a:lnTo>
                  <a:pt x="670" y="1340"/>
                </a:lnTo>
                <a:lnTo>
                  <a:pt x="740" y="1234"/>
                </a:lnTo>
                <a:lnTo>
                  <a:pt x="846" y="1164"/>
                </a:lnTo>
                <a:lnTo>
                  <a:pt x="952" y="1128"/>
                </a:lnTo>
                <a:lnTo>
                  <a:pt x="1058" y="1093"/>
                </a:lnTo>
                <a:lnTo>
                  <a:pt x="1164" y="1023"/>
                </a:lnTo>
                <a:lnTo>
                  <a:pt x="1270" y="952"/>
                </a:lnTo>
                <a:lnTo>
                  <a:pt x="1375" y="1058"/>
                </a:lnTo>
                <a:lnTo>
                  <a:pt x="1375" y="1164"/>
                </a:lnTo>
                <a:lnTo>
                  <a:pt x="1446" y="1270"/>
                </a:lnTo>
                <a:lnTo>
                  <a:pt x="1516" y="1376"/>
                </a:lnTo>
                <a:lnTo>
                  <a:pt x="1587" y="1482"/>
                </a:lnTo>
                <a:lnTo>
                  <a:pt x="1658" y="1588"/>
                </a:lnTo>
                <a:lnTo>
                  <a:pt x="1763" y="1588"/>
                </a:lnTo>
                <a:lnTo>
                  <a:pt x="1869" y="1482"/>
                </a:lnTo>
                <a:lnTo>
                  <a:pt x="1975" y="1447"/>
                </a:lnTo>
                <a:lnTo>
                  <a:pt x="2081" y="1412"/>
                </a:lnTo>
                <a:lnTo>
                  <a:pt x="2222" y="1340"/>
                </a:lnTo>
                <a:lnTo>
                  <a:pt x="2363" y="1305"/>
                </a:lnTo>
                <a:lnTo>
                  <a:pt x="2469" y="1305"/>
                </a:lnTo>
                <a:lnTo>
                  <a:pt x="2575" y="1270"/>
                </a:lnTo>
                <a:lnTo>
                  <a:pt x="2681" y="1270"/>
                </a:lnTo>
                <a:lnTo>
                  <a:pt x="2786" y="1270"/>
                </a:lnTo>
                <a:lnTo>
                  <a:pt x="2892" y="1270"/>
                </a:lnTo>
                <a:lnTo>
                  <a:pt x="3033" y="1305"/>
                </a:lnTo>
                <a:lnTo>
                  <a:pt x="3139" y="1305"/>
                </a:lnTo>
                <a:lnTo>
                  <a:pt x="3316" y="1305"/>
                </a:lnTo>
                <a:lnTo>
                  <a:pt x="3421" y="1305"/>
                </a:lnTo>
                <a:lnTo>
                  <a:pt x="3527" y="1270"/>
                </a:lnTo>
                <a:lnTo>
                  <a:pt x="3633" y="1234"/>
                </a:lnTo>
                <a:lnTo>
                  <a:pt x="3739" y="1234"/>
                </a:lnTo>
                <a:lnTo>
                  <a:pt x="3845" y="1199"/>
                </a:lnTo>
                <a:lnTo>
                  <a:pt x="3951" y="1164"/>
                </a:lnTo>
                <a:lnTo>
                  <a:pt x="4056" y="1128"/>
                </a:lnTo>
                <a:lnTo>
                  <a:pt x="4198" y="1093"/>
                </a:lnTo>
                <a:lnTo>
                  <a:pt x="4303" y="1093"/>
                </a:lnTo>
                <a:lnTo>
                  <a:pt x="4409" y="1128"/>
                </a:lnTo>
                <a:lnTo>
                  <a:pt x="4515" y="1234"/>
                </a:lnTo>
                <a:lnTo>
                  <a:pt x="4621" y="1305"/>
                </a:lnTo>
                <a:lnTo>
                  <a:pt x="4727" y="1305"/>
                </a:lnTo>
                <a:lnTo>
                  <a:pt x="4833" y="1340"/>
                </a:lnTo>
                <a:lnTo>
                  <a:pt x="5115" y="1376"/>
                </a:lnTo>
                <a:lnTo>
                  <a:pt x="5221" y="1376"/>
                </a:lnTo>
                <a:lnTo>
                  <a:pt x="5326" y="1376"/>
                </a:lnTo>
                <a:lnTo>
                  <a:pt x="5468" y="1412"/>
                </a:lnTo>
                <a:lnTo>
                  <a:pt x="5609" y="1447"/>
                </a:lnTo>
                <a:lnTo>
                  <a:pt x="5715" y="1447"/>
                </a:lnTo>
                <a:lnTo>
                  <a:pt x="5820" y="1447"/>
                </a:lnTo>
                <a:lnTo>
                  <a:pt x="5926" y="1447"/>
                </a:lnTo>
                <a:lnTo>
                  <a:pt x="6032" y="1447"/>
                </a:lnTo>
                <a:lnTo>
                  <a:pt x="6138" y="1482"/>
                </a:lnTo>
                <a:lnTo>
                  <a:pt x="6279" y="1482"/>
                </a:lnTo>
                <a:lnTo>
                  <a:pt x="6420" y="1482"/>
                </a:lnTo>
                <a:lnTo>
                  <a:pt x="6526" y="1482"/>
                </a:lnTo>
                <a:lnTo>
                  <a:pt x="6632" y="1447"/>
                </a:lnTo>
                <a:lnTo>
                  <a:pt x="6808" y="1412"/>
                </a:lnTo>
                <a:lnTo>
                  <a:pt x="6949" y="1376"/>
                </a:lnTo>
                <a:lnTo>
                  <a:pt x="7055" y="1340"/>
                </a:lnTo>
                <a:lnTo>
                  <a:pt x="7161" y="1305"/>
                </a:lnTo>
                <a:lnTo>
                  <a:pt x="7267" y="1305"/>
                </a:lnTo>
                <a:lnTo>
                  <a:pt x="7373" y="1234"/>
                </a:lnTo>
                <a:lnTo>
                  <a:pt x="7514" y="1199"/>
                </a:lnTo>
                <a:lnTo>
                  <a:pt x="7620" y="1164"/>
                </a:lnTo>
                <a:lnTo>
                  <a:pt x="7725" y="1128"/>
                </a:lnTo>
                <a:lnTo>
                  <a:pt x="7831" y="1093"/>
                </a:lnTo>
                <a:lnTo>
                  <a:pt x="7937" y="1058"/>
                </a:lnTo>
                <a:lnTo>
                  <a:pt x="8043" y="1128"/>
                </a:lnTo>
                <a:lnTo>
                  <a:pt x="8149" y="1199"/>
                </a:lnTo>
                <a:lnTo>
                  <a:pt x="8255" y="1270"/>
                </a:lnTo>
                <a:lnTo>
                  <a:pt x="8325" y="1376"/>
                </a:lnTo>
                <a:lnTo>
                  <a:pt x="8431" y="1482"/>
                </a:lnTo>
                <a:lnTo>
                  <a:pt x="8537" y="1588"/>
                </a:lnTo>
                <a:lnTo>
                  <a:pt x="8643" y="1623"/>
                </a:lnTo>
                <a:lnTo>
                  <a:pt x="8748" y="1729"/>
                </a:lnTo>
                <a:lnTo>
                  <a:pt x="8854" y="1764"/>
                </a:lnTo>
                <a:lnTo>
                  <a:pt x="8925" y="1870"/>
                </a:lnTo>
                <a:lnTo>
                  <a:pt x="8995" y="2011"/>
                </a:lnTo>
                <a:lnTo>
                  <a:pt x="9101" y="2047"/>
                </a:lnTo>
                <a:lnTo>
                  <a:pt x="9136" y="1941"/>
                </a:lnTo>
                <a:lnTo>
                  <a:pt x="9207" y="1835"/>
                </a:lnTo>
                <a:lnTo>
                  <a:pt x="9278" y="1729"/>
                </a:lnTo>
                <a:lnTo>
                  <a:pt x="9383" y="1623"/>
                </a:lnTo>
                <a:lnTo>
                  <a:pt x="9489" y="1588"/>
                </a:lnTo>
                <a:lnTo>
                  <a:pt x="9595" y="1517"/>
                </a:lnTo>
                <a:lnTo>
                  <a:pt x="9701" y="1482"/>
                </a:lnTo>
                <a:lnTo>
                  <a:pt x="9807" y="1412"/>
                </a:lnTo>
                <a:lnTo>
                  <a:pt x="9948" y="1376"/>
                </a:lnTo>
                <a:lnTo>
                  <a:pt x="10159" y="1340"/>
                </a:lnTo>
                <a:lnTo>
                  <a:pt x="10301" y="1340"/>
                </a:lnTo>
                <a:lnTo>
                  <a:pt x="10406" y="1340"/>
                </a:lnTo>
                <a:lnTo>
                  <a:pt x="10512" y="1340"/>
                </a:lnTo>
                <a:lnTo>
                  <a:pt x="10653" y="1305"/>
                </a:lnTo>
                <a:lnTo>
                  <a:pt x="10795" y="1305"/>
                </a:lnTo>
                <a:lnTo>
                  <a:pt x="10900" y="1270"/>
                </a:lnTo>
                <a:lnTo>
                  <a:pt x="11006" y="1234"/>
                </a:lnTo>
                <a:lnTo>
                  <a:pt x="11112" y="1234"/>
                </a:lnTo>
                <a:lnTo>
                  <a:pt x="11253" y="1234"/>
                </a:lnTo>
                <a:lnTo>
                  <a:pt x="11359" y="1234"/>
                </a:lnTo>
                <a:lnTo>
                  <a:pt x="11465" y="1340"/>
                </a:lnTo>
                <a:lnTo>
                  <a:pt x="11571" y="1412"/>
                </a:lnTo>
                <a:lnTo>
                  <a:pt x="11676" y="1412"/>
                </a:lnTo>
                <a:lnTo>
                  <a:pt x="11818" y="1447"/>
                </a:lnTo>
                <a:lnTo>
                  <a:pt x="12029" y="1447"/>
                </a:lnTo>
                <a:lnTo>
                  <a:pt x="12135" y="1447"/>
                </a:lnTo>
                <a:lnTo>
                  <a:pt x="12241" y="1447"/>
                </a:lnTo>
                <a:lnTo>
                  <a:pt x="12347" y="1412"/>
                </a:lnTo>
                <a:lnTo>
                  <a:pt x="12454" y="1376"/>
                </a:lnTo>
                <a:lnTo>
                  <a:pt x="12559" y="1340"/>
                </a:lnTo>
                <a:lnTo>
                  <a:pt x="12665" y="1305"/>
                </a:lnTo>
                <a:lnTo>
                  <a:pt x="12806" y="1234"/>
                </a:lnTo>
                <a:lnTo>
                  <a:pt x="12912" y="1234"/>
                </a:lnTo>
                <a:lnTo>
                  <a:pt x="13089" y="1199"/>
                </a:lnTo>
                <a:lnTo>
                  <a:pt x="13194" y="1199"/>
                </a:lnTo>
                <a:lnTo>
                  <a:pt x="13300" y="1199"/>
                </a:lnTo>
                <a:lnTo>
                  <a:pt x="13477" y="1234"/>
                </a:lnTo>
                <a:lnTo>
                  <a:pt x="13582" y="1234"/>
                </a:lnTo>
                <a:lnTo>
                  <a:pt x="13759" y="1234"/>
                </a:lnTo>
                <a:lnTo>
                  <a:pt x="13865" y="1270"/>
                </a:lnTo>
                <a:lnTo>
                  <a:pt x="14006" y="1270"/>
                </a:lnTo>
                <a:lnTo>
                  <a:pt x="14112" y="1305"/>
                </a:lnTo>
                <a:lnTo>
                  <a:pt x="14217" y="1305"/>
                </a:lnTo>
                <a:lnTo>
                  <a:pt x="14323" y="1340"/>
                </a:lnTo>
                <a:lnTo>
                  <a:pt x="14500" y="1376"/>
                </a:lnTo>
                <a:lnTo>
                  <a:pt x="14606" y="1340"/>
                </a:lnTo>
                <a:lnTo>
                  <a:pt x="14711" y="1305"/>
                </a:lnTo>
                <a:lnTo>
                  <a:pt x="14852" y="1234"/>
                </a:lnTo>
                <a:lnTo>
                  <a:pt x="15029" y="1164"/>
                </a:lnTo>
                <a:lnTo>
                  <a:pt x="15135" y="1093"/>
                </a:lnTo>
                <a:lnTo>
                  <a:pt x="15241" y="1058"/>
                </a:lnTo>
                <a:lnTo>
                  <a:pt x="15346" y="1058"/>
                </a:lnTo>
                <a:lnTo>
                  <a:pt x="15487" y="917"/>
                </a:lnTo>
                <a:lnTo>
                  <a:pt x="15593" y="917"/>
                </a:lnTo>
                <a:lnTo>
                  <a:pt x="15770" y="811"/>
                </a:lnTo>
                <a:lnTo>
                  <a:pt x="15876" y="811"/>
                </a:lnTo>
                <a:lnTo>
                  <a:pt x="16052" y="740"/>
                </a:lnTo>
                <a:lnTo>
                  <a:pt x="16158" y="740"/>
                </a:lnTo>
                <a:lnTo>
                  <a:pt x="16264" y="670"/>
                </a:lnTo>
                <a:lnTo>
                  <a:pt x="16369" y="776"/>
                </a:lnTo>
                <a:lnTo>
                  <a:pt x="16475" y="881"/>
                </a:lnTo>
                <a:lnTo>
                  <a:pt x="16616" y="952"/>
                </a:lnTo>
                <a:lnTo>
                  <a:pt x="16757" y="952"/>
                </a:lnTo>
                <a:lnTo>
                  <a:pt x="16899" y="1023"/>
                </a:lnTo>
                <a:lnTo>
                  <a:pt x="17004" y="1093"/>
                </a:lnTo>
                <a:lnTo>
                  <a:pt x="17110" y="1199"/>
                </a:lnTo>
                <a:lnTo>
                  <a:pt x="17216" y="1270"/>
                </a:lnTo>
                <a:lnTo>
                  <a:pt x="17322" y="1305"/>
                </a:lnTo>
                <a:lnTo>
                  <a:pt x="17428" y="1376"/>
                </a:lnTo>
                <a:lnTo>
                  <a:pt x="17639" y="1482"/>
                </a:lnTo>
                <a:lnTo>
                  <a:pt x="17745" y="1482"/>
                </a:lnTo>
                <a:lnTo>
                  <a:pt x="17851" y="1482"/>
                </a:lnTo>
                <a:lnTo>
                  <a:pt x="17992" y="1482"/>
                </a:lnTo>
                <a:lnTo>
                  <a:pt x="18098" y="1447"/>
                </a:lnTo>
                <a:lnTo>
                  <a:pt x="18204" y="1412"/>
                </a:lnTo>
                <a:lnTo>
                  <a:pt x="18310" y="1376"/>
                </a:lnTo>
                <a:lnTo>
                  <a:pt x="18416" y="1340"/>
                </a:lnTo>
                <a:lnTo>
                  <a:pt x="18592" y="1340"/>
                </a:lnTo>
                <a:lnTo>
                  <a:pt x="18733" y="1340"/>
                </a:lnTo>
                <a:lnTo>
                  <a:pt x="18874" y="1340"/>
                </a:lnTo>
                <a:lnTo>
                  <a:pt x="18980" y="1340"/>
                </a:lnTo>
                <a:lnTo>
                  <a:pt x="19086" y="1305"/>
                </a:lnTo>
                <a:lnTo>
                  <a:pt x="19192" y="1305"/>
                </a:lnTo>
                <a:lnTo>
                  <a:pt x="19297" y="1270"/>
                </a:lnTo>
                <a:lnTo>
                  <a:pt x="19403" y="1305"/>
                </a:lnTo>
                <a:lnTo>
                  <a:pt x="19544" y="1340"/>
                </a:lnTo>
                <a:lnTo>
                  <a:pt x="19650" y="1412"/>
                </a:lnTo>
                <a:lnTo>
                  <a:pt x="19756" y="1447"/>
                </a:lnTo>
                <a:lnTo>
                  <a:pt x="19862" y="1482"/>
                </a:lnTo>
                <a:lnTo>
                  <a:pt x="20003" y="1482"/>
                </a:lnTo>
                <a:lnTo>
                  <a:pt x="20109" y="1482"/>
                </a:lnTo>
                <a:lnTo>
                  <a:pt x="20215" y="1482"/>
                </a:lnTo>
                <a:lnTo>
                  <a:pt x="20426" y="1412"/>
                </a:lnTo>
                <a:lnTo>
                  <a:pt x="20532" y="1340"/>
                </a:lnTo>
                <a:lnTo>
                  <a:pt x="20673" y="1305"/>
                </a:lnTo>
                <a:lnTo>
                  <a:pt x="20814" y="1199"/>
                </a:lnTo>
                <a:lnTo>
                  <a:pt x="20920" y="1164"/>
                </a:lnTo>
                <a:lnTo>
                  <a:pt x="21026" y="1058"/>
                </a:lnTo>
                <a:lnTo>
                  <a:pt x="21132" y="952"/>
                </a:lnTo>
                <a:lnTo>
                  <a:pt x="21273" y="917"/>
                </a:lnTo>
                <a:lnTo>
                  <a:pt x="21414" y="811"/>
                </a:lnTo>
                <a:lnTo>
                  <a:pt x="21591" y="740"/>
                </a:lnTo>
                <a:lnTo>
                  <a:pt x="21696" y="670"/>
                </a:lnTo>
                <a:lnTo>
                  <a:pt x="21802" y="635"/>
                </a:lnTo>
                <a:lnTo>
                  <a:pt x="21908" y="529"/>
                </a:lnTo>
                <a:lnTo>
                  <a:pt x="22014" y="493"/>
                </a:lnTo>
                <a:lnTo>
                  <a:pt x="22120" y="423"/>
                </a:lnTo>
                <a:lnTo>
                  <a:pt x="22226" y="352"/>
                </a:lnTo>
                <a:lnTo>
                  <a:pt x="22331" y="388"/>
                </a:lnTo>
                <a:lnTo>
                  <a:pt x="22402" y="493"/>
                </a:lnTo>
                <a:lnTo>
                  <a:pt x="22508" y="529"/>
                </a:lnTo>
                <a:lnTo>
                  <a:pt x="22614" y="599"/>
                </a:lnTo>
                <a:lnTo>
                  <a:pt x="22719" y="599"/>
                </a:lnTo>
                <a:lnTo>
                  <a:pt x="22825" y="493"/>
                </a:lnTo>
                <a:lnTo>
                  <a:pt x="22931" y="423"/>
                </a:lnTo>
                <a:lnTo>
                  <a:pt x="23037" y="352"/>
                </a:lnTo>
                <a:lnTo>
                  <a:pt x="23213" y="211"/>
                </a:lnTo>
                <a:lnTo>
                  <a:pt x="23354" y="105"/>
                </a:lnTo>
                <a:lnTo>
                  <a:pt x="23531" y="0"/>
                </a:lnTo>
                <a:lnTo>
                  <a:pt x="23637" y="70"/>
                </a:lnTo>
                <a:lnTo>
                  <a:pt x="23742" y="141"/>
                </a:lnTo>
                <a:lnTo>
                  <a:pt x="23848" y="176"/>
                </a:lnTo>
                <a:lnTo>
                  <a:pt x="23954" y="211"/>
                </a:lnTo>
                <a:lnTo>
                  <a:pt x="24025" y="317"/>
                </a:lnTo>
                <a:lnTo>
                  <a:pt x="24131" y="388"/>
                </a:lnTo>
                <a:lnTo>
                  <a:pt x="24236" y="352"/>
                </a:lnTo>
                <a:lnTo>
                  <a:pt x="24342" y="317"/>
                </a:lnTo>
                <a:lnTo>
                  <a:pt x="24448" y="246"/>
                </a:lnTo>
                <a:lnTo>
                  <a:pt x="24554" y="176"/>
                </a:lnTo>
                <a:lnTo>
                  <a:pt x="24660" y="105"/>
                </a:lnTo>
                <a:lnTo>
                  <a:pt x="24801" y="5399"/>
                </a:lnTo>
                <a:lnTo>
                  <a:pt x="24801" y="5399"/>
                </a:lnTo>
                <a:lnTo>
                  <a:pt x="24730" y="5293"/>
                </a:lnTo>
                <a:lnTo>
                  <a:pt x="24695" y="5187"/>
                </a:lnTo>
                <a:lnTo>
                  <a:pt x="24660" y="5082"/>
                </a:lnTo>
                <a:lnTo>
                  <a:pt x="24589" y="4976"/>
                </a:lnTo>
                <a:lnTo>
                  <a:pt x="24519" y="4870"/>
                </a:lnTo>
                <a:lnTo>
                  <a:pt x="24448" y="4764"/>
                </a:lnTo>
                <a:lnTo>
                  <a:pt x="24342" y="4693"/>
                </a:lnTo>
                <a:lnTo>
                  <a:pt x="24272" y="4588"/>
                </a:lnTo>
                <a:lnTo>
                  <a:pt x="24166" y="4482"/>
                </a:lnTo>
                <a:lnTo>
                  <a:pt x="24095" y="4376"/>
                </a:lnTo>
                <a:lnTo>
                  <a:pt x="23989" y="4411"/>
                </a:lnTo>
                <a:lnTo>
                  <a:pt x="23954" y="4517"/>
                </a:lnTo>
                <a:lnTo>
                  <a:pt x="23884" y="4623"/>
                </a:lnTo>
                <a:lnTo>
                  <a:pt x="23778" y="4658"/>
                </a:lnTo>
                <a:lnTo>
                  <a:pt x="23742" y="4764"/>
                </a:lnTo>
                <a:lnTo>
                  <a:pt x="23637" y="4764"/>
                </a:lnTo>
                <a:lnTo>
                  <a:pt x="23531" y="4835"/>
                </a:lnTo>
                <a:lnTo>
                  <a:pt x="23425" y="4905"/>
                </a:lnTo>
                <a:lnTo>
                  <a:pt x="23319" y="4870"/>
                </a:lnTo>
                <a:lnTo>
                  <a:pt x="23213" y="4870"/>
                </a:lnTo>
                <a:lnTo>
                  <a:pt x="23107" y="4835"/>
                </a:lnTo>
                <a:lnTo>
                  <a:pt x="23002" y="4693"/>
                </a:lnTo>
                <a:lnTo>
                  <a:pt x="22896" y="4623"/>
                </a:lnTo>
                <a:lnTo>
                  <a:pt x="22790" y="4552"/>
                </a:lnTo>
                <a:lnTo>
                  <a:pt x="22684" y="4517"/>
                </a:lnTo>
                <a:lnTo>
                  <a:pt x="22614" y="4411"/>
                </a:lnTo>
                <a:lnTo>
                  <a:pt x="22472" y="4305"/>
                </a:lnTo>
                <a:lnTo>
                  <a:pt x="22402" y="4200"/>
                </a:lnTo>
                <a:lnTo>
                  <a:pt x="22296" y="4200"/>
                </a:lnTo>
                <a:lnTo>
                  <a:pt x="22190" y="4164"/>
                </a:lnTo>
                <a:lnTo>
                  <a:pt x="22084" y="4200"/>
                </a:lnTo>
                <a:lnTo>
                  <a:pt x="21908" y="4235"/>
                </a:lnTo>
                <a:lnTo>
                  <a:pt x="21767" y="4341"/>
                </a:lnTo>
                <a:lnTo>
                  <a:pt x="21661" y="4376"/>
                </a:lnTo>
                <a:lnTo>
                  <a:pt x="21555" y="4376"/>
                </a:lnTo>
                <a:lnTo>
                  <a:pt x="21449" y="4270"/>
                </a:lnTo>
                <a:lnTo>
                  <a:pt x="21344" y="4200"/>
                </a:lnTo>
                <a:lnTo>
                  <a:pt x="21202" y="4129"/>
                </a:lnTo>
                <a:lnTo>
                  <a:pt x="21097" y="4058"/>
                </a:lnTo>
                <a:lnTo>
                  <a:pt x="21061" y="3952"/>
                </a:lnTo>
                <a:lnTo>
                  <a:pt x="20956" y="3916"/>
                </a:lnTo>
                <a:lnTo>
                  <a:pt x="20920" y="3811"/>
                </a:lnTo>
                <a:lnTo>
                  <a:pt x="20850" y="3705"/>
                </a:lnTo>
                <a:lnTo>
                  <a:pt x="20779" y="3599"/>
                </a:lnTo>
                <a:lnTo>
                  <a:pt x="20673" y="3528"/>
                </a:lnTo>
                <a:lnTo>
                  <a:pt x="20567" y="3458"/>
                </a:lnTo>
                <a:lnTo>
                  <a:pt x="20462" y="3387"/>
                </a:lnTo>
                <a:lnTo>
                  <a:pt x="20356" y="3281"/>
                </a:lnTo>
                <a:lnTo>
                  <a:pt x="20250" y="3211"/>
                </a:lnTo>
                <a:lnTo>
                  <a:pt x="20144" y="3140"/>
                </a:lnTo>
                <a:lnTo>
                  <a:pt x="20038" y="3070"/>
                </a:lnTo>
                <a:lnTo>
                  <a:pt x="19932" y="2999"/>
                </a:lnTo>
                <a:lnTo>
                  <a:pt x="19827" y="2929"/>
                </a:lnTo>
                <a:lnTo>
                  <a:pt x="19721" y="2823"/>
                </a:lnTo>
                <a:lnTo>
                  <a:pt x="19580" y="2752"/>
                </a:lnTo>
                <a:lnTo>
                  <a:pt x="19439" y="2646"/>
                </a:lnTo>
                <a:lnTo>
                  <a:pt x="19333" y="2576"/>
                </a:lnTo>
                <a:lnTo>
                  <a:pt x="19227" y="2541"/>
                </a:lnTo>
                <a:lnTo>
                  <a:pt x="19156" y="2435"/>
                </a:lnTo>
                <a:lnTo>
                  <a:pt x="19086" y="2329"/>
                </a:lnTo>
                <a:lnTo>
                  <a:pt x="18980" y="2258"/>
                </a:lnTo>
                <a:lnTo>
                  <a:pt x="18945" y="2152"/>
                </a:lnTo>
                <a:lnTo>
                  <a:pt x="18839" y="2082"/>
                </a:lnTo>
                <a:lnTo>
                  <a:pt x="18733" y="2011"/>
                </a:lnTo>
                <a:lnTo>
                  <a:pt x="18698" y="2117"/>
                </a:lnTo>
                <a:lnTo>
                  <a:pt x="18662" y="2223"/>
                </a:lnTo>
                <a:lnTo>
                  <a:pt x="18557" y="2223"/>
                </a:lnTo>
                <a:lnTo>
                  <a:pt x="18451" y="2188"/>
                </a:lnTo>
                <a:lnTo>
                  <a:pt x="18345" y="2223"/>
                </a:lnTo>
                <a:lnTo>
                  <a:pt x="18239" y="2294"/>
                </a:lnTo>
                <a:lnTo>
                  <a:pt x="18133" y="2258"/>
                </a:lnTo>
                <a:lnTo>
                  <a:pt x="18027" y="2188"/>
                </a:lnTo>
                <a:lnTo>
                  <a:pt x="17922" y="2152"/>
                </a:lnTo>
                <a:lnTo>
                  <a:pt x="17816" y="2188"/>
                </a:lnTo>
                <a:lnTo>
                  <a:pt x="17710" y="2223"/>
                </a:lnTo>
                <a:lnTo>
                  <a:pt x="17675" y="2117"/>
                </a:lnTo>
                <a:lnTo>
                  <a:pt x="17569" y="2082"/>
                </a:lnTo>
                <a:lnTo>
                  <a:pt x="17428" y="1976"/>
                </a:lnTo>
                <a:lnTo>
                  <a:pt x="17322" y="1906"/>
                </a:lnTo>
                <a:lnTo>
                  <a:pt x="17216" y="1870"/>
                </a:lnTo>
                <a:lnTo>
                  <a:pt x="17110" y="1976"/>
                </a:lnTo>
                <a:lnTo>
                  <a:pt x="17004" y="2082"/>
                </a:lnTo>
                <a:lnTo>
                  <a:pt x="16899" y="2152"/>
                </a:lnTo>
                <a:lnTo>
                  <a:pt x="16828" y="2258"/>
                </a:lnTo>
                <a:lnTo>
                  <a:pt x="16722" y="2294"/>
                </a:lnTo>
                <a:lnTo>
                  <a:pt x="16652" y="2399"/>
                </a:lnTo>
                <a:lnTo>
                  <a:pt x="16546" y="2435"/>
                </a:lnTo>
                <a:lnTo>
                  <a:pt x="16475" y="2541"/>
                </a:lnTo>
                <a:lnTo>
                  <a:pt x="16369" y="2646"/>
                </a:lnTo>
                <a:lnTo>
                  <a:pt x="16264" y="2682"/>
                </a:lnTo>
                <a:lnTo>
                  <a:pt x="16158" y="2717"/>
                </a:lnTo>
                <a:lnTo>
                  <a:pt x="16052" y="2717"/>
                </a:lnTo>
                <a:lnTo>
                  <a:pt x="15946" y="2787"/>
                </a:lnTo>
                <a:lnTo>
                  <a:pt x="15840" y="2823"/>
                </a:lnTo>
                <a:lnTo>
                  <a:pt x="15734" y="2823"/>
                </a:lnTo>
                <a:lnTo>
                  <a:pt x="15629" y="2858"/>
                </a:lnTo>
                <a:lnTo>
                  <a:pt x="15523" y="2823"/>
                </a:lnTo>
                <a:lnTo>
                  <a:pt x="15417" y="2752"/>
                </a:lnTo>
                <a:lnTo>
                  <a:pt x="15311" y="2717"/>
                </a:lnTo>
                <a:lnTo>
                  <a:pt x="15205" y="2682"/>
                </a:lnTo>
                <a:lnTo>
                  <a:pt x="15099" y="2646"/>
                </a:lnTo>
                <a:lnTo>
                  <a:pt x="14994" y="2646"/>
                </a:lnTo>
                <a:lnTo>
                  <a:pt x="14888" y="2646"/>
                </a:lnTo>
                <a:lnTo>
                  <a:pt x="14782" y="2646"/>
                </a:lnTo>
                <a:lnTo>
                  <a:pt x="14676" y="2682"/>
                </a:lnTo>
                <a:lnTo>
                  <a:pt x="14570" y="2717"/>
                </a:lnTo>
                <a:lnTo>
                  <a:pt x="14500" y="2823"/>
                </a:lnTo>
                <a:lnTo>
                  <a:pt x="14394" y="2858"/>
                </a:lnTo>
                <a:lnTo>
                  <a:pt x="14288" y="2929"/>
                </a:lnTo>
                <a:lnTo>
                  <a:pt x="14147" y="2964"/>
                </a:lnTo>
                <a:lnTo>
                  <a:pt x="14041" y="2964"/>
                </a:lnTo>
                <a:lnTo>
                  <a:pt x="13935" y="2929"/>
                </a:lnTo>
                <a:lnTo>
                  <a:pt x="13865" y="2823"/>
                </a:lnTo>
                <a:lnTo>
                  <a:pt x="13724" y="2752"/>
                </a:lnTo>
                <a:lnTo>
                  <a:pt x="13618" y="2646"/>
                </a:lnTo>
                <a:lnTo>
                  <a:pt x="13512" y="2541"/>
                </a:lnTo>
                <a:lnTo>
                  <a:pt x="13371" y="2399"/>
                </a:lnTo>
                <a:lnTo>
                  <a:pt x="13230" y="2294"/>
                </a:lnTo>
                <a:lnTo>
                  <a:pt x="13089" y="2223"/>
                </a:lnTo>
                <a:lnTo>
                  <a:pt x="13018" y="2117"/>
                </a:lnTo>
                <a:lnTo>
                  <a:pt x="12877" y="2047"/>
                </a:lnTo>
                <a:lnTo>
                  <a:pt x="12771" y="1941"/>
                </a:lnTo>
                <a:lnTo>
                  <a:pt x="12665" y="2011"/>
                </a:lnTo>
                <a:lnTo>
                  <a:pt x="12595" y="2117"/>
                </a:lnTo>
                <a:lnTo>
                  <a:pt x="12489" y="2188"/>
                </a:lnTo>
                <a:lnTo>
                  <a:pt x="12382" y="2258"/>
                </a:lnTo>
                <a:lnTo>
                  <a:pt x="12276" y="2364"/>
                </a:lnTo>
                <a:lnTo>
                  <a:pt x="12170" y="2435"/>
                </a:lnTo>
                <a:lnTo>
                  <a:pt x="12100" y="2541"/>
                </a:lnTo>
                <a:lnTo>
                  <a:pt x="12029" y="2646"/>
                </a:lnTo>
                <a:lnTo>
                  <a:pt x="11923" y="2682"/>
                </a:lnTo>
                <a:lnTo>
                  <a:pt x="11818" y="2752"/>
                </a:lnTo>
                <a:lnTo>
                  <a:pt x="11712" y="2787"/>
                </a:lnTo>
                <a:lnTo>
                  <a:pt x="11606" y="2823"/>
                </a:lnTo>
                <a:lnTo>
                  <a:pt x="11500" y="2858"/>
                </a:lnTo>
                <a:lnTo>
                  <a:pt x="11394" y="2858"/>
                </a:lnTo>
                <a:lnTo>
                  <a:pt x="11288" y="2893"/>
                </a:lnTo>
                <a:lnTo>
                  <a:pt x="11183" y="2893"/>
                </a:lnTo>
                <a:lnTo>
                  <a:pt x="11041" y="2893"/>
                </a:lnTo>
                <a:lnTo>
                  <a:pt x="10936" y="2893"/>
                </a:lnTo>
                <a:lnTo>
                  <a:pt x="10830" y="2858"/>
                </a:lnTo>
                <a:lnTo>
                  <a:pt x="10724" y="2823"/>
                </a:lnTo>
                <a:lnTo>
                  <a:pt x="10618" y="2823"/>
                </a:lnTo>
                <a:lnTo>
                  <a:pt x="10512" y="2823"/>
                </a:lnTo>
                <a:lnTo>
                  <a:pt x="10406" y="2893"/>
                </a:lnTo>
                <a:lnTo>
                  <a:pt x="10301" y="2929"/>
                </a:lnTo>
                <a:lnTo>
                  <a:pt x="10195" y="2964"/>
                </a:lnTo>
                <a:lnTo>
                  <a:pt x="10089" y="2999"/>
                </a:lnTo>
                <a:lnTo>
                  <a:pt x="9983" y="2964"/>
                </a:lnTo>
                <a:lnTo>
                  <a:pt x="9913" y="2858"/>
                </a:lnTo>
                <a:lnTo>
                  <a:pt x="9842" y="2717"/>
                </a:lnTo>
                <a:lnTo>
                  <a:pt x="9736" y="2646"/>
                </a:lnTo>
                <a:lnTo>
                  <a:pt x="9666" y="2541"/>
                </a:lnTo>
                <a:lnTo>
                  <a:pt x="9595" y="2435"/>
                </a:lnTo>
                <a:lnTo>
                  <a:pt x="9489" y="2505"/>
                </a:lnTo>
                <a:lnTo>
                  <a:pt x="9419" y="2611"/>
                </a:lnTo>
                <a:lnTo>
                  <a:pt x="9313" y="2646"/>
                </a:lnTo>
                <a:lnTo>
                  <a:pt x="9207" y="2682"/>
                </a:lnTo>
                <a:lnTo>
                  <a:pt x="9066" y="2717"/>
                </a:lnTo>
                <a:lnTo>
                  <a:pt x="8960" y="2787"/>
                </a:lnTo>
                <a:lnTo>
                  <a:pt x="8854" y="2787"/>
                </a:lnTo>
                <a:lnTo>
                  <a:pt x="8748" y="2787"/>
                </a:lnTo>
                <a:lnTo>
                  <a:pt x="8643" y="2787"/>
                </a:lnTo>
                <a:lnTo>
                  <a:pt x="8537" y="2752"/>
                </a:lnTo>
                <a:lnTo>
                  <a:pt x="8501" y="2646"/>
                </a:lnTo>
                <a:lnTo>
                  <a:pt x="8396" y="2576"/>
                </a:lnTo>
                <a:lnTo>
                  <a:pt x="8360" y="2470"/>
                </a:lnTo>
                <a:lnTo>
                  <a:pt x="8219" y="2399"/>
                </a:lnTo>
                <a:lnTo>
                  <a:pt x="8113" y="2294"/>
                </a:lnTo>
                <a:lnTo>
                  <a:pt x="8008" y="2188"/>
                </a:lnTo>
                <a:lnTo>
                  <a:pt x="7902" y="2082"/>
                </a:lnTo>
                <a:lnTo>
                  <a:pt x="7796" y="2011"/>
                </a:lnTo>
                <a:lnTo>
                  <a:pt x="7655" y="1941"/>
                </a:lnTo>
                <a:lnTo>
                  <a:pt x="7549" y="1941"/>
                </a:lnTo>
                <a:lnTo>
                  <a:pt x="7443" y="2011"/>
                </a:lnTo>
                <a:lnTo>
                  <a:pt x="7337" y="2047"/>
                </a:lnTo>
                <a:lnTo>
                  <a:pt x="7231" y="2082"/>
                </a:lnTo>
                <a:lnTo>
                  <a:pt x="7126" y="2082"/>
                </a:lnTo>
                <a:lnTo>
                  <a:pt x="7020" y="2117"/>
                </a:lnTo>
                <a:lnTo>
                  <a:pt x="6914" y="2117"/>
                </a:lnTo>
                <a:lnTo>
                  <a:pt x="6808" y="2117"/>
                </a:lnTo>
                <a:lnTo>
                  <a:pt x="6702" y="2117"/>
                </a:lnTo>
                <a:lnTo>
                  <a:pt x="6596" y="2082"/>
                </a:lnTo>
                <a:lnTo>
                  <a:pt x="6491" y="2082"/>
                </a:lnTo>
                <a:lnTo>
                  <a:pt x="6385" y="2082"/>
                </a:lnTo>
                <a:lnTo>
                  <a:pt x="6279" y="2082"/>
                </a:lnTo>
                <a:lnTo>
                  <a:pt x="6173" y="2082"/>
                </a:lnTo>
                <a:lnTo>
                  <a:pt x="6067" y="2047"/>
                </a:lnTo>
                <a:lnTo>
                  <a:pt x="5961" y="2011"/>
                </a:lnTo>
                <a:lnTo>
                  <a:pt x="5820" y="1941"/>
                </a:lnTo>
                <a:lnTo>
                  <a:pt x="5715" y="1941"/>
                </a:lnTo>
                <a:lnTo>
                  <a:pt x="5644" y="1835"/>
                </a:lnTo>
                <a:lnTo>
                  <a:pt x="5538" y="1835"/>
                </a:lnTo>
                <a:lnTo>
                  <a:pt x="5432" y="1800"/>
                </a:lnTo>
                <a:lnTo>
                  <a:pt x="5326" y="1800"/>
                </a:lnTo>
                <a:lnTo>
                  <a:pt x="5221" y="1835"/>
                </a:lnTo>
                <a:lnTo>
                  <a:pt x="5115" y="1941"/>
                </a:lnTo>
                <a:lnTo>
                  <a:pt x="5009" y="2011"/>
                </a:lnTo>
                <a:lnTo>
                  <a:pt x="4903" y="2082"/>
                </a:lnTo>
                <a:lnTo>
                  <a:pt x="4797" y="2117"/>
                </a:lnTo>
                <a:lnTo>
                  <a:pt x="4691" y="2117"/>
                </a:lnTo>
                <a:lnTo>
                  <a:pt x="4586" y="2082"/>
                </a:lnTo>
                <a:lnTo>
                  <a:pt x="4480" y="2011"/>
                </a:lnTo>
                <a:lnTo>
                  <a:pt x="4374" y="1941"/>
                </a:lnTo>
                <a:lnTo>
                  <a:pt x="4268" y="1870"/>
                </a:lnTo>
                <a:lnTo>
                  <a:pt x="4162" y="1835"/>
                </a:lnTo>
                <a:lnTo>
                  <a:pt x="4056" y="1800"/>
                </a:lnTo>
                <a:lnTo>
                  <a:pt x="3951" y="1729"/>
                </a:lnTo>
                <a:lnTo>
                  <a:pt x="3845" y="1694"/>
                </a:lnTo>
                <a:lnTo>
                  <a:pt x="3739" y="1623"/>
                </a:lnTo>
                <a:lnTo>
                  <a:pt x="3633" y="1588"/>
                </a:lnTo>
                <a:lnTo>
                  <a:pt x="3527" y="1588"/>
                </a:lnTo>
                <a:lnTo>
                  <a:pt x="3421" y="1659"/>
                </a:lnTo>
                <a:lnTo>
                  <a:pt x="3316" y="1729"/>
                </a:lnTo>
                <a:lnTo>
                  <a:pt x="3210" y="1764"/>
                </a:lnTo>
                <a:lnTo>
                  <a:pt x="3104" y="1800"/>
                </a:lnTo>
                <a:lnTo>
                  <a:pt x="2998" y="1800"/>
                </a:lnTo>
                <a:lnTo>
                  <a:pt x="2892" y="1800"/>
                </a:lnTo>
                <a:lnTo>
                  <a:pt x="2786" y="1800"/>
                </a:lnTo>
                <a:lnTo>
                  <a:pt x="2681" y="1764"/>
                </a:lnTo>
                <a:lnTo>
                  <a:pt x="2575" y="1764"/>
                </a:lnTo>
                <a:lnTo>
                  <a:pt x="2469" y="1800"/>
                </a:lnTo>
                <a:lnTo>
                  <a:pt x="2363" y="1835"/>
                </a:lnTo>
                <a:lnTo>
                  <a:pt x="2293" y="1941"/>
                </a:lnTo>
                <a:lnTo>
                  <a:pt x="2151" y="2011"/>
                </a:lnTo>
                <a:lnTo>
                  <a:pt x="2046" y="2082"/>
                </a:lnTo>
                <a:lnTo>
                  <a:pt x="1940" y="2117"/>
                </a:lnTo>
                <a:lnTo>
                  <a:pt x="1834" y="2082"/>
                </a:lnTo>
                <a:lnTo>
                  <a:pt x="1763" y="1976"/>
                </a:lnTo>
                <a:lnTo>
                  <a:pt x="1693" y="1870"/>
                </a:lnTo>
                <a:lnTo>
                  <a:pt x="1587" y="1835"/>
                </a:lnTo>
                <a:lnTo>
                  <a:pt x="1481" y="1835"/>
                </a:lnTo>
                <a:lnTo>
                  <a:pt x="1375" y="1835"/>
                </a:lnTo>
                <a:lnTo>
                  <a:pt x="1305" y="1941"/>
                </a:lnTo>
                <a:lnTo>
                  <a:pt x="1199" y="2011"/>
                </a:lnTo>
                <a:lnTo>
                  <a:pt x="1093" y="2082"/>
                </a:lnTo>
                <a:lnTo>
                  <a:pt x="952" y="2152"/>
                </a:lnTo>
                <a:lnTo>
                  <a:pt x="846" y="2223"/>
                </a:lnTo>
                <a:lnTo>
                  <a:pt x="740" y="2258"/>
                </a:lnTo>
                <a:lnTo>
                  <a:pt x="635" y="2294"/>
                </a:lnTo>
                <a:lnTo>
                  <a:pt x="529" y="2294"/>
                </a:lnTo>
                <a:lnTo>
                  <a:pt x="423" y="2329"/>
                </a:lnTo>
                <a:lnTo>
                  <a:pt x="317" y="2364"/>
                </a:lnTo>
                <a:lnTo>
                  <a:pt x="211" y="2364"/>
                </a:lnTo>
                <a:lnTo>
                  <a:pt x="105" y="2399"/>
                </a:lnTo>
                <a:lnTo>
                  <a:pt x="35" y="2435"/>
                </a:lnTo>
                <a:lnTo>
                  <a:pt x="35" y="2329"/>
                </a:lnTo>
                <a:lnTo>
                  <a:pt x="35" y="2223"/>
                </a:lnTo>
                <a:lnTo>
                  <a:pt x="35" y="2117"/>
                </a:lnTo>
                <a:lnTo>
                  <a:pt x="35" y="2011"/>
                </a:lnTo>
                <a:lnTo>
                  <a:pt x="0" y="1906"/>
                </a:lnTo>
                <a:lnTo>
                  <a:pt x="105" y="1800"/>
                </a:lnTo>
                <a:close/>
              </a:path>
            </a:pathLst>
          </a:custGeom>
          <a:gradFill rotWithShape="0">
            <a:gsLst>
              <a:gs pos="0">
                <a:srgbClr val="081D58"/>
              </a:gs>
              <a:gs pos="100000">
                <a:srgbClr val="FFFFFF"/>
              </a:gs>
            </a:gsLst>
            <a:lin ang="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 txBox="1"/>
          <p:nvPr/>
        </p:nvSpPr>
        <p:spPr>
          <a:xfrm>
            <a:off x="2819520" y="133200"/>
            <a:ext cx="32878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Search All Syntax.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" name=""/>
          <p:cNvPicPr/>
          <p:nvPr/>
        </p:nvPicPr>
        <p:blipFill>
          <a:blip r:embed="rId1"/>
          <a:stretch/>
        </p:blipFill>
        <p:spPr>
          <a:xfrm>
            <a:off x="689040" y="809640"/>
            <a:ext cx="7513560" cy="451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5" name=""/>
          <p:cNvPicPr/>
          <p:nvPr/>
        </p:nvPicPr>
        <p:blipFill>
          <a:blip r:embed="rId2"/>
          <a:stretch/>
        </p:blipFill>
        <p:spPr>
          <a:xfrm>
            <a:off x="649440" y="5060880"/>
            <a:ext cx="5634000" cy="139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 txBox="1"/>
          <p:nvPr/>
        </p:nvSpPr>
        <p:spPr>
          <a:xfrm>
            <a:off x="2819520" y="235080"/>
            <a:ext cx="36417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Using the Search All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95160" y="2244600"/>
            <a:ext cx="7500960" cy="4232160"/>
          </a:xfrm>
          <a:prstGeom prst="rect">
            <a:avLst/>
          </a:prstGeom>
          <a:solidFill>
            <a:srgbClr val="DADADA"/>
          </a:solidFill>
          <a:ln w="0">
            <a:noFill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2041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LetterTable.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TableValues.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"ABCDEFGHIJKLM".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X(13)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VALUE "NOPQRSTUVWXYZ".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FILLER REDEFINES TableValues.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Letter PIC X OCCURS 26 TIMES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ASCENDING KEY IS Letter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INDEXED BY LetterIdx.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2041"/>
              </a:spcBef>
            </a:pP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SEARCH ALL Letter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WHEN Letter(LetterIdx) = LetterIn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DISPLAY LetterIn, "is in position ", Idx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END-SEARCH.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8" name=""/>
          <p:cNvGrpSpPr/>
          <p:nvPr/>
        </p:nvGrpSpPr>
        <p:grpSpPr>
          <a:xfrm>
            <a:off x="457200" y="871560"/>
            <a:ext cx="8343720" cy="1033200"/>
            <a:chOff x="457200" y="871560"/>
            <a:chExt cx="8343720" cy="1033200"/>
          </a:xfrm>
        </p:grpSpPr>
        <p:sp>
          <p:nvSpPr>
            <p:cNvPr id="169" name=""/>
            <p:cNvSpPr txBox="1"/>
            <p:nvPr/>
          </p:nvSpPr>
          <p:spPr>
            <a:xfrm>
              <a:off x="457200" y="973080"/>
              <a:ext cx="8280360" cy="596880"/>
            </a:xfrm>
            <a:prstGeom prst="rect">
              <a:avLst/>
            </a:prstGeom>
            <a:solidFill>
              <a:srgbClr val="DADADA"/>
            </a:solidFill>
            <a:ln w="381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A  B  C  D  E  F  G  H  I  J  K  L  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"/>
            <p:cNvSpPr/>
            <p:nvPr/>
          </p:nvSpPr>
          <p:spPr>
            <a:xfrm>
              <a:off x="8178840" y="947880"/>
              <a:ext cx="228960" cy="648000"/>
            </a:xfrm>
            <a:custGeom>
              <a:avLst/>
              <a:gdLst/>
              <a:ahLst/>
              <a:rect l="0" t="0" r="r" b="b"/>
              <a:pathLst>
                <a:path w="636" h="1800">
                  <a:moveTo>
                    <a:pt x="353" y="35"/>
                  </a:moveTo>
                  <a:lnTo>
                    <a:pt x="282" y="141"/>
                  </a:lnTo>
                  <a:lnTo>
                    <a:pt x="211" y="246"/>
                  </a:lnTo>
                  <a:lnTo>
                    <a:pt x="105" y="282"/>
                  </a:lnTo>
                  <a:lnTo>
                    <a:pt x="70" y="388"/>
                  </a:lnTo>
                  <a:lnTo>
                    <a:pt x="141" y="493"/>
                  </a:lnTo>
                  <a:lnTo>
                    <a:pt x="211" y="599"/>
                  </a:lnTo>
                  <a:lnTo>
                    <a:pt x="105" y="670"/>
                  </a:lnTo>
                  <a:lnTo>
                    <a:pt x="0" y="740"/>
                  </a:lnTo>
                  <a:lnTo>
                    <a:pt x="70" y="846"/>
                  </a:lnTo>
                  <a:lnTo>
                    <a:pt x="176" y="918"/>
                  </a:lnTo>
                  <a:lnTo>
                    <a:pt x="211" y="1024"/>
                  </a:lnTo>
                  <a:lnTo>
                    <a:pt x="105" y="1094"/>
                  </a:lnTo>
                  <a:lnTo>
                    <a:pt x="0" y="1165"/>
                  </a:lnTo>
                  <a:lnTo>
                    <a:pt x="70" y="1271"/>
                  </a:lnTo>
                  <a:lnTo>
                    <a:pt x="141" y="1376"/>
                  </a:lnTo>
                  <a:lnTo>
                    <a:pt x="211" y="1482"/>
                  </a:lnTo>
                  <a:lnTo>
                    <a:pt x="105" y="1517"/>
                  </a:lnTo>
                  <a:lnTo>
                    <a:pt x="176" y="1623"/>
                  </a:lnTo>
                  <a:lnTo>
                    <a:pt x="282" y="1694"/>
                  </a:lnTo>
                  <a:lnTo>
                    <a:pt x="317" y="1800"/>
                  </a:lnTo>
                  <a:lnTo>
                    <a:pt x="424" y="1764"/>
                  </a:lnTo>
                  <a:lnTo>
                    <a:pt x="530" y="1694"/>
                  </a:lnTo>
                  <a:lnTo>
                    <a:pt x="636" y="1659"/>
                  </a:lnTo>
                  <a:lnTo>
                    <a:pt x="636" y="0"/>
                  </a:lnTo>
                  <a:lnTo>
                    <a:pt x="353" y="35"/>
                  </a:lnTo>
                  <a:close/>
                </a:path>
              </a:pathLst>
            </a:custGeom>
            <a:solidFill>
              <a:srgbClr val="000000"/>
            </a:solidFill>
            <a:ln w="12600">
              <a:solidFill>
                <a:srgbClr val="919191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"/>
            <p:cNvSpPr/>
            <p:nvPr/>
          </p:nvSpPr>
          <p:spPr>
            <a:xfrm>
              <a:off x="8292960" y="871560"/>
              <a:ext cx="507960" cy="825480"/>
            </a:xfrm>
            <a:prstGeom prst="rect">
              <a:avLst/>
            </a:prstGeom>
            <a:solidFill>
              <a:srgbClr val="00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"/>
            <p:cNvSpPr/>
            <p:nvPr/>
          </p:nvSpPr>
          <p:spPr>
            <a:xfrm>
              <a:off x="114300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"/>
            <p:cNvSpPr/>
            <p:nvPr/>
          </p:nvSpPr>
          <p:spPr>
            <a:xfrm>
              <a:off x="177804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"/>
            <p:cNvSpPr/>
            <p:nvPr/>
          </p:nvSpPr>
          <p:spPr>
            <a:xfrm>
              <a:off x="245124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"/>
            <p:cNvSpPr/>
            <p:nvPr/>
          </p:nvSpPr>
          <p:spPr>
            <a:xfrm>
              <a:off x="308628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"/>
            <p:cNvSpPr/>
            <p:nvPr/>
          </p:nvSpPr>
          <p:spPr>
            <a:xfrm>
              <a:off x="374652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"/>
            <p:cNvSpPr/>
            <p:nvPr/>
          </p:nvSpPr>
          <p:spPr>
            <a:xfrm>
              <a:off x="436896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"/>
            <p:cNvSpPr/>
            <p:nvPr/>
          </p:nvSpPr>
          <p:spPr>
            <a:xfrm>
              <a:off x="500364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" name=""/>
            <p:cNvSpPr/>
            <p:nvPr/>
          </p:nvSpPr>
          <p:spPr>
            <a:xfrm>
              <a:off x="561348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"/>
            <p:cNvSpPr/>
            <p:nvPr/>
          </p:nvSpPr>
          <p:spPr>
            <a:xfrm>
              <a:off x="628668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"/>
            <p:cNvSpPr/>
            <p:nvPr/>
          </p:nvSpPr>
          <p:spPr>
            <a:xfrm>
              <a:off x="690876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2" name=""/>
            <p:cNvSpPr/>
            <p:nvPr/>
          </p:nvSpPr>
          <p:spPr>
            <a:xfrm>
              <a:off x="7581960" y="985680"/>
              <a:ext cx="0" cy="57168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3" name=""/>
            <p:cNvSpPr txBox="1"/>
            <p:nvPr/>
          </p:nvSpPr>
          <p:spPr>
            <a:xfrm>
              <a:off x="469800" y="1574640"/>
              <a:ext cx="7797960" cy="330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  1         2          3         4         5          6          7         8         9        10        11       12 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4" name=""/>
          <p:cNvSpPr/>
          <p:nvPr/>
        </p:nvSpPr>
        <p:spPr>
          <a:xfrm>
            <a:off x="596880" y="4419720"/>
            <a:ext cx="7722000" cy="1448280"/>
          </a:xfrm>
          <a:custGeom>
            <a:avLst/>
            <a:gdLst/>
            <a:ahLst/>
            <a:rect l="0" t="0" r="r" b="b"/>
            <a:pathLst>
              <a:path w="21450" h="4023">
                <a:moveTo>
                  <a:pt x="70" y="1694"/>
                </a:moveTo>
                <a:lnTo>
                  <a:pt x="176" y="1659"/>
                </a:lnTo>
                <a:lnTo>
                  <a:pt x="176" y="1376"/>
                </a:lnTo>
                <a:lnTo>
                  <a:pt x="35" y="1482"/>
                </a:lnTo>
                <a:lnTo>
                  <a:pt x="141" y="1235"/>
                </a:lnTo>
                <a:lnTo>
                  <a:pt x="599" y="1482"/>
                </a:lnTo>
                <a:lnTo>
                  <a:pt x="705" y="1412"/>
                </a:lnTo>
                <a:lnTo>
                  <a:pt x="811" y="1341"/>
                </a:lnTo>
                <a:lnTo>
                  <a:pt x="917" y="1271"/>
                </a:lnTo>
                <a:lnTo>
                  <a:pt x="1023" y="1200"/>
                </a:lnTo>
                <a:lnTo>
                  <a:pt x="1128" y="1200"/>
                </a:lnTo>
                <a:lnTo>
                  <a:pt x="1234" y="1129"/>
                </a:lnTo>
                <a:lnTo>
                  <a:pt x="1340" y="1094"/>
                </a:lnTo>
                <a:lnTo>
                  <a:pt x="1446" y="1059"/>
                </a:lnTo>
                <a:lnTo>
                  <a:pt x="1552" y="987"/>
                </a:lnTo>
                <a:lnTo>
                  <a:pt x="1658" y="952"/>
                </a:lnTo>
                <a:lnTo>
                  <a:pt x="1763" y="846"/>
                </a:lnTo>
                <a:lnTo>
                  <a:pt x="1869" y="776"/>
                </a:lnTo>
                <a:lnTo>
                  <a:pt x="1975" y="705"/>
                </a:lnTo>
                <a:lnTo>
                  <a:pt x="2081" y="599"/>
                </a:lnTo>
                <a:lnTo>
                  <a:pt x="2187" y="529"/>
                </a:lnTo>
                <a:lnTo>
                  <a:pt x="2257" y="423"/>
                </a:lnTo>
                <a:lnTo>
                  <a:pt x="2363" y="388"/>
                </a:lnTo>
                <a:lnTo>
                  <a:pt x="2469" y="282"/>
                </a:lnTo>
                <a:lnTo>
                  <a:pt x="2575" y="282"/>
                </a:lnTo>
                <a:lnTo>
                  <a:pt x="2610" y="388"/>
                </a:lnTo>
                <a:lnTo>
                  <a:pt x="2645" y="493"/>
                </a:lnTo>
                <a:lnTo>
                  <a:pt x="2681" y="599"/>
                </a:lnTo>
                <a:lnTo>
                  <a:pt x="2716" y="705"/>
                </a:lnTo>
                <a:lnTo>
                  <a:pt x="2822" y="670"/>
                </a:lnTo>
                <a:lnTo>
                  <a:pt x="2963" y="564"/>
                </a:lnTo>
                <a:lnTo>
                  <a:pt x="3069" y="493"/>
                </a:lnTo>
                <a:lnTo>
                  <a:pt x="3245" y="423"/>
                </a:lnTo>
                <a:lnTo>
                  <a:pt x="3386" y="423"/>
                </a:lnTo>
                <a:lnTo>
                  <a:pt x="3527" y="352"/>
                </a:lnTo>
                <a:lnTo>
                  <a:pt x="3633" y="423"/>
                </a:lnTo>
                <a:lnTo>
                  <a:pt x="3633" y="529"/>
                </a:lnTo>
                <a:lnTo>
                  <a:pt x="3668" y="635"/>
                </a:lnTo>
                <a:lnTo>
                  <a:pt x="3810" y="564"/>
                </a:lnTo>
                <a:lnTo>
                  <a:pt x="3915" y="635"/>
                </a:lnTo>
                <a:lnTo>
                  <a:pt x="4021" y="564"/>
                </a:lnTo>
                <a:lnTo>
                  <a:pt x="4127" y="529"/>
                </a:lnTo>
                <a:lnTo>
                  <a:pt x="4233" y="529"/>
                </a:lnTo>
                <a:lnTo>
                  <a:pt x="4374" y="493"/>
                </a:lnTo>
                <a:lnTo>
                  <a:pt x="4480" y="423"/>
                </a:lnTo>
                <a:lnTo>
                  <a:pt x="4621" y="352"/>
                </a:lnTo>
                <a:lnTo>
                  <a:pt x="4762" y="317"/>
                </a:lnTo>
                <a:lnTo>
                  <a:pt x="4868" y="282"/>
                </a:lnTo>
                <a:lnTo>
                  <a:pt x="4974" y="211"/>
                </a:lnTo>
                <a:lnTo>
                  <a:pt x="5080" y="141"/>
                </a:lnTo>
                <a:lnTo>
                  <a:pt x="5185" y="105"/>
                </a:lnTo>
                <a:lnTo>
                  <a:pt x="5326" y="70"/>
                </a:lnTo>
                <a:lnTo>
                  <a:pt x="5469" y="0"/>
                </a:lnTo>
                <a:lnTo>
                  <a:pt x="5574" y="141"/>
                </a:lnTo>
                <a:lnTo>
                  <a:pt x="5645" y="246"/>
                </a:lnTo>
                <a:lnTo>
                  <a:pt x="5645" y="352"/>
                </a:lnTo>
                <a:lnTo>
                  <a:pt x="5751" y="458"/>
                </a:lnTo>
                <a:lnTo>
                  <a:pt x="5857" y="564"/>
                </a:lnTo>
                <a:lnTo>
                  <a:pt x="5962" y="635"/>
                </a:lnTo>
                <a:lnTo>
                  <a:pt x="6068" y="635"/>
                </a:lnTo>
                <a:lnTo>
                  <a:pt x="6174" y="599"/>
                </a:lnTo>
                <a:lnTo>
                  <a:pt x="6280" y="564"/>
                </a:lnTo>
                <a:lnTo>
                  <a:pt x="6386" y="529"/>
                </a:lnTo>
                <a:lnTo>
                  <a:pt x="6492" y="493"/>
                </a:lnTo>
                <a:lnTo>
                  <a:pt x="6633" y="493"/>
                </a:lnTo>
                <a:lnTo>
                  <a:pt x="6739" y="423"/>
                </a:lnTo>
                <a:lnTo>
                  <a:pt x="6844" y="388"/>
                </a:lnTo>
                <a:lnTo>
                  <a:pt x="6950" y="352"/>
                </a:lnTo>
                <a:lnTo>
                  <a:pt x="7056" y="282"/>
                </a:lnTo>
                <a:lnTo>
                  <a:pt x="7162" y="246"/>
                </a:lnTo>
                <a:lnTo>
                  <a:pt x="7268" y="211"/>
                </a:lnTo>
                <a:lnTo>
                  <a:pt x="7374" y="246"/>
                </a:lnTo>
                <a:lnTo>
                  <a:pt x="7479" y="317"/>
                </a:lnTo>
                <a:lnTo>
                  <a:pt x="7585" y="423"/>
                </a:lnTo>
                <a:lnTo>
                  <a:pt x="7691" y="564"/>
                </a:lnTo>
                <a:lnTo>
                  <a:pt x="7762" y="705"/>
                </a:lnTo>
                <a:lnTo>
                  <a:pt x="7832" y="811"/>
                </a:lnTo>
                <a:lnTo>
                  <a:pt x="7903" y="917"/>
                </a:lnTo>
                <a:lnTo>
                  <a:pt x="8009" y="952"/>
                </a:lnTo>
                <a:lnTo>
                  <a:pt x="8114" y="987"/>
                </a:lnTo>
                <a:lnTo>
                  <a:pt x="8220" y="987"/>
                </a:lnTo>
                <a:lnTo>
                  <a:pt x="8326" y="952"/>
                </a:lnTo>
                <a:lnTo>
                  <a:pt x="8432" y="917"/>
                </a:lnTo>
                <a:lnTo>
                  <a:pt x="8538" y="846"/>
                </a:lnTo>
                <a:lnTo>
                  <a:pt x="8679" y="740"/>
                </a:lnTo>
                <a:lnTo>
                  <a:pt x="8785" y="670"/>
                </a:lnTo>
                <a:lnTo>
                  <a:pt x="8891" y="635"/>
                </a:lnTo>
                <a:lnTo>
                  <a:pt x="8926" y="740"/>
                </a:lnTo>
                <a:lnTo>
                  <a:pt x="8996" y="846"/>
                </a:lnTo>
                <a:lnTo>
                  <a:pt x="9032" y="952"/>
                </a:lnTo>
                <a:lnTo>
                  <a:pt x="9102" y="1059"/>
                </a:lnTo>
                <a:lnTo>
                  <a:pt x="9173" y="1200"/>
                </a:lnTo>
                <a:lnTo>
                  <a:pt x="9243" y="1306"/>
                </a:lnTo>
                <a:lnTo>
                  <a:pt x="9349" y="1376"/>
                </a:lnTo>
                <a:lnTo>
                  <a:pt x="9455" y="1412"/>
                </a:lnTo>
                <a:lnTo>
                  <a:pt x="9561" y="1482"/>
                </a:lnTo>
                <a:lnTo>
                  <a:pt x="9702" y="1482"/>
                </a:lnTo>
                <a:lnTo>
                  <a:pt x="9808" y="1482"/>
                </a:lnTo>
                <a:lnTo>
                  <a:pt x="9914" y="1482"/>
                </a:lnTo>
                <a:lnTo>
                  <a:pt x="10019" y="1482"/>
                </a:lnTo>
                <a:lnTo>
                  <a:pt x="10125" y="1553"/>
                </a:lnTo>
                <a:lnTo>
                  <a:pt x="10231" y="1623"/>
                </a:lnTo>
                <a:lnTo>
                  <a:pt x="10372" y="1694"/>
                </a:lnTo>
                <a:lnTo>
                  <a:pt x="10478" y="1694"/>
                </a:lnTo>
                <a:lnTo>
                  <a:pt x="10584" y="1729"/>
                </a:lnTo>
                <a:lnTo>
                  <a:pt x="10690" y="1694"/>
                </a:lnTo>
                <a:lnTo>
                  <a:pt x="10796" y="1659"/>
                </a:lnTo>
                <a:lnTo>
                  <a:pt x="10901" y="1623"/>
                </a:lnTo>
                <a:lnTo>
                  <a:pt x="11007" y="1553"/>
                </a:lnTo>
                <a:lnTo>
                  <a:pt x="11148" y="1517"/>
                </a:lnTo>
                <a:lnTo>
                  <a:pt x="11254" y="1482"/>
                </a:lnTo>
                <a:lnTo>
                  <a:pt x="11360" y="1412"/>
                </a:lnTo>
                <a:lnTo>
                  <a:pt x="11395" y="1517"/>
                </a:lnTo>
                <a:lnTo>
                  <a:pt x="11501" y="1659"/>
                </a:lnTo>
                <a:lnTo>
                  <a:pt x="11572" y="1764"/>
                </a:lnTo>
                <a:lnTo>
                  <a:pt x="11677" y="1800"/>
                </a:lnTo>
                <a:lnTo>
                  <a:pt x="11819" y="1764"/>
                </a:lnTo>
                <a:lnTo>
                  <a:pt x="11924" y="1659"/>
                </a:lnTo>
                <a:lnTo>
                  <a:pt x="12066" y="1588"/>
                </a:lnTo>
                <a:lnTo>
                  <a:pt x="12171" y="1553"/>
                </a:lnTo>
                <a:lnTo>
                  <a:pt x="12277" y="1482"/>
                </a:lnTo>
                <a:lnTo>
                  <a:pt x="12383" y="1412"/>
                </a:lnTo>
                <a:lnTo>
                  <a:pt x="12489" y="1376"/>
                </a:lnTo>
                <a:lnTo>
                  <a:pt x="12595" y="1341"/>
                </a:lnTo>
                <a:lnTo>
                  <a:pt x="12736" y="1341"/>
                </a:lnTo>
                <a:lnTo>
                  <a:pt x="12842" y="1341"/>
                </a:lnTo>
                <a:lnTo>
                  <a:pt x="12947" y="1341"/>
                </a:lnTo>
                <a:lnTo>
                  <a:pt x="13089" y="1412"/>
                </a:lnTo>
                <a:lnTo>
                  <a:pt x="13194" y="1412"/>
                </a:lnTo>
                <a:lnTo>
                  <a:pt x="13300" y="1412"/>
                </a:lnTo>
                <a:lnTo>
                  <a:pt x="13406" y="1412"/>
                </a:lnTo>
                <a:lnTo>
                  <a:pt x="13512" y="1482"/>
                </a:lnTo>
                <a:lnTo>
                  <a:pt x="13618" y="1517"/>
                </a:lnTo>
                <a:lnTo>
                  <a:pt x="13724" y="1553"/>
                </a:lnTo>
                <a:lnTo>
                  <a:pt x="13829" y="1553"/>
                </a:lnTo>
                <a:lnTo>
                  <a:pt x="13971" y="1553"/>
                </a:lnTo>
                <a:lnTo>
                  <a:pt x="14076" y="1517"/>
                </a:lnTo>
                <a:lnTo>
                  <a:pt x="14182" y="1482"/>
                </a:lnTo>
                <a:lnTo>
                  <a:pt x="14288" y="1482"/>
                </a:lnTo>
                <a:lnTo>
                  <a:pt x="14394" y="1482"/>
                </a:lnTo>
                <a:lnTo>
                  <a:pt x="14535" y="1553"/>
                </a:lnTo>
                <a:lnTo>
                  <a:pt x="14641" y="1553"/>
                </a:lnTo>
                <a:lnTo>
                  <a:pt x="14747" y="1623"/>
                </a:lnTo>
                <a:lnTo>
                  <a:pt x="14852" y="1659"/>
                </a:lnTo>
                <a:lnTo>
                  <a:pt x="14958" y="1659"/>
                </a:lnTo>
                <a:lnTo>
                  <a:pt x="15064" y="1694"/>
                </a:lnTo>
                <a:lnTo>
                  <a:pt x="15170" y="1764"/>
                </a:lnTo>
                <a:lnTo>
                  <a:pt x="15276" y="1835"/>
                </a:lnTo>
                <a:lnTo>
                  <a:pt x="15382" y="1906"/>
                </a:lnTo>
                <a:lnTo>
                  <a:pt x="15487" y="1906"/>
                </a:lnTo>
                <a:lnTo>
                  <a:pt x="15593" y="1906"/>
                </a:lnTo>
                <a:lnTo>
                  <a:pt x="15699" y="1870"/>
                </a:lnTo>
                <a:lnTo>
                  <a:pt x="15805" y="1870"/>
                </a:lnTo>
                <a:lnTo>
                  <a:pt x="15911" y="1870"/>
                </a:lnTo>
                <a:lnTo>
                  <a:pt x="16088" y="1835"/>
                </a:lnTo>
                <a:lnTo>
                  <a:pt x="16229" y="1835"/>
                </a:lnTo>
                <a:lnTo>
                  <a:pt x="16335" y="1835"/>
                </a:lnTo>
                <a:lnTo>
                  <a:pt x="16512" y="1835"/>
                </a:lnTo>
                <a:lnTo>
                  <a:pt x="16617" y="1835"/>
                </a:lnTo>
                <a:lnTo>
                  <a:pt x="16723" y="1835"/>
                </a:lnTo>
                <a:lnTo>
                  <a:pt x="16829" y="1835"/>
                </a:lnTo>
                <a:lnTo>
                  <a:pt x="16935" y="1800"/>
                </a:lnTo>
                <a:lnTo>
                  <a:pt x="17041" y="1764"/>
                </a:lnTo>
                <a:lnTo>
                  <a:pt x="17147" y="1764"/>
                </a:lnTo>
                <a:lnTo>
                  <a:pt x="17252" y="1694"/>
                </a:lnTo>
                <a:lnTo>
                  <a:pt x="17358" y="1694"/>
                </a:lnTo>
                <a:lnTo>
                  <a:pt x="17499" y="1623"/>
                </a:lnTo>
                <a:lnTo>
                  <a:pt x="17640" y="1588"/>
                </a:lnTo>
                <a:lnTo>
                  <a:pt x="17782" y="1553"/>
                </a:lnTo>
                <a:lnTo>
                  <a:pt x="17887" y="1517"/>
                </a:lnTo>
                <a:lnTo>
                  <a:pt x="17993" y="1482"/>
                </a:lnTo>
                <a:lnTo>
                  <a:pt x="18099" y="1412"/>
                </a:lnTo>
                <a:lnTo>
                  <a:pt x="18205" y="1376"/>
                </a:lnTo>
                <a:lnTo>
                  <a:pt x="18346" y="1341"/>
                </a:lnTo>
                <a:lnTo>
                  <a:pt x="18452" y="1271"/>
                </a:lnTo>
                <a:lnTo>
                  <a:pt x="18487" y="1376"/>
                </a:lnTo>
                <a:lnTo>
                  <a:pt x="18558" y="1482"/>
                </a:lnTo>
                <a:lnTo>
                  <a:pt x="18663" y="1482"/>
                </a:lnTo>
                <a:lnTo>
                  <a:pt x="18769" y="1517"/>
                </a:lnTo>
                <a:lnTo>
                  <a:pt x="18875" y="1588"/>
                </a:lnTo>
                <a:lnTo>
                  <a:pt x="18981" y="1623"/>
                </a:lnTo>
                <a:lnTo>
                  <a:pt x="19087" y="1623"/>
                </a:lnTo>
                <a:lnTo>
                  <a:pt x="19193" y="1553"/>
                </a:lnTo>
                <a:lnTo>
                  <a:pt x="19298" y="1517"/>
                </a:lnTo>
                <a:lnTo>
                  <a:pt x="19404" y="1482"/>
                </a:lnTo>
                <a:lnTo>
                  <a:pt x="19510" y="1412"/>
                </a:lnTo>
                <a:lnTo>
                  <a:pt x="19616" y="1376"/>
                </a:lnTo>
                <a:lnTo>
                  <a:pt x="19722" y="1341"/>
                </a:lnTo>
                <a:lnTo>
                  <a:pt x="19828" y="1271"/>
                </a:lnTo>
                <a:lnTo>
                  <a:pt x="19969" y="1235"/>
                </a:lnTo>
                <a:lnTo>
                  <a:pt x="20075" y="1200"/>
                </a:lnTo>
                <a:lnTo>
                  <a:pt x="20180" y="1200"/>
                </a:lnTo>
                <a:lnTo>
                  <a:pt x="20216" y="1306"/>
                </a:lnTo>
                <a:lnTo>
                  <a:pt x="20322" y="1341"/>
                </a:lnTo>
                <a:lnTo>
                  <a:pt x="20427" y="1271"/>
                </a:lnTo>
                <a:lnTo>
                  <a:pt x="20533" y="1235"/>
                </a:lnTo>
                <a:lnTo>
                  <a:pt x="20604" y="1129"/>
                </a:lnTo>
                <a:lnTo>
                  <a:pt x="20710" y="1094"/>
                </a:lnTo>
                <a:lnTo>
                  <a:pt x="20815" y="1059"/>
                </a:lnTo>
                <a:lnTo>
                  <a:pt x="20921" y="952"/>
                </a:lnTo>
                <a:lnTo>
                  <a:pt x="21027" y="881"/>
                </a:lnTo>
                <a:lnTo>
                  <a:pt x="21098" y="776"/>
                </a:lnTo>
                <a:lnTo>
                  <a:pt x="21168" y="670"/>
                </a:lnTo>
                <a:lnTo>
                  <a:pt x="21274" y="635"/>
                </a:lnTo>
                <a:lnTo>
                  <a:pt x="21380" y="564"/>
                </a:lnTo>
                <a:lnTo>
                  <a:pt x="21450" y="4023"/>
                </a:lnTo>
                <a:lnTo>
                  <a:pt x="21309" y="3917"/>
                </a:lnTo>
                <a:lnTo>
                  <a:pt x="21274" y="3812"/>
                </a:lnTo>
                <a:lnTo>
                  <a:pt x="21168" y="3776"/>
                </a:lnTo>
                <a:lnTo>
                  <a:pt x="21062" y="3670"/>
                </a:lnTo>
                <a:lnTo>
                  <a:pt x="20957" y="3600"/>
                </a:lnTo>
                <a:lnTo>
                  <a:pt x="20851" y="3529"/>
                </a:lnTo>
                <a:lnTo>
                  <a:pt x="20745" y="3494"/>
                </a:lnTo>
                <a:lnTo>
                  <a:pt x="20710" y="3600"/>
                </a:lnTo>
                <a:lnTo>
                  <a:pt x="20674" y="3706"/>
                </a:lnTo>
                <a:lnTo>
                  <a:pt x="20639" y="3812"/>
                </a:lnTo>
                <a:lnTo>
                  <a:pt x="20533" y="3812"/>
                </a:lnTo>
                <a:lnTo>
                  <a:pt x="20463" y="3706"/>
                </a:lnTo>
                <a:lnTo>
                  <a:pt x="20322" y="3635"/>
                </a:lnTo>
                <a:lnTo>
                  <a:pt x="20216" y="3600"/>
                </a:lnTo>
                <a:lnTo>
                  <a:pt x="20180" y="3494"/>
                </a:lnTo>
                <a:lnTo>
                  <a:pt x="20075" y="3459"/>
                </a:lnTo>
                <a:lnTo>
                  <a:pt x="20004" y="3353"/>
                </a:lnTo>
                <a:lnTo>
                  <a:pt x="19898" y="3247"/>
                </a:lnTo>
                <a:lnTo>
                  <a:pt x="19792" y="3177"/>
                </a:lnTo>
                <a:lnTo>
                  <a:pt x="19722" y="3071"/>
                </a:lnTo>
                <a:lnTo>
                  <a:pt x="19616" y="3035"/>
                </a:lnTo>
                <a:lnTo>
                  <a:pt x="19616" y="2929"/>
                </a:lnTo>
                <a:lnTo>
                  <a:pt x="19545" y="2823"/>
                </a:lnTo>
                <a:lnTo>
                  <a:pt x="19475" y="2717"/>
                </a:lnTo>
                <a:lnTo>
                  <a:pt x="19404" y="2823"/>
                </a:lnTo>
                <a:lnTo>
                  <a:pt x="19334" y="2929"/>
                </a:lnTo>
                <a:lnTo>
                  <a:pt x="19228" y="2823"/>
                </a:lnTo>
                <a:lnTo>
                  <a:pt x="19193" y="2717"/>
                </a:lnTo>
                <a:lnTo>
                  <a:pt x="19157" y="2611"/>
                </a:lnTo>
                <a:lnTo>
                  <a:pt x="19052" y="2505"/>
                </a:lnTo>
                <a:lnTo>
                  <a:pt x="19052" y="2399"/>
                </a:lnTo>
                <a:lnTo>
                  <a:pt x="18946" y="2329"/>
                </a:lnTo>
                <a:lnTo>
                  <a:pt x="18840" y="2399"/>
                </a:lnTo>
                <a:lnTo>
                  <a:pt x="18734" y="2470"/>
                </a:lnTo>
                <a:lnTo>
                  <a:pt x="18628" y="2576"/>
                </a:lnTo>
                <a:lnTo>
                  <a:pt x="18558" y="2682"/>
                </a:lnTo>
                <a:lnTo>
                  <a:pt x="18487" y="2787"/>
                </a:lnTo>
                <a:lnTo>
                  <a:pt x="18417" y="2893"/>
                </a:lnTo>
                <a:lnTo>
                  <a:pt x="18346" y="2999"/>
                </a:lnTo>
                <a:lnTo>
                  <a:pt x="18311" y="3106"/>
                </a:lnTo>
                <a:lnTo>
                  <a:pt x="18205" y="3177"/>
                </a:lnTo>
                <a:lnTo>
                  <a:pt x="18064" y="3177"/>
                </a:lnTo>
                <a:lnTo>
                  <a:pt x="17958" y="3212"/>
                </a:lnTo>
                <a:lnTo>
                  <a:pt x="17852" y="3318"/>
                </a:lnTo>
                <a:lnTo>
                  <a:pt x="17782" y="3423"/>
                </a:lnTo>
                <a:lnTo>
                  <a:pt x="17676" y="3388"/>
                </a:lnTo>
                <a:lnTo>
                  <a:pt x="17570" y="3247"/>
                </a:lnTo>
                <a:lnTo>
                  <a:pt x="17464" y="3177"/>
                </a:lnTo>
                <a:lnTo>
                  <a:pt x="17358" y="3106"/>
                </a:lnTo>
                <a:lnTo>
                  <a:pt x="17252" y="3035"/>
                </a:lnTo>
                <a:lnTo>
                  <a:pt x="17147" y="2964"/>
                </a:lnTo>
                <a:lnTo>
                  <a:pt x="16970" y="2893"/>
                </a:lnTo>
                <a:lnTo>
                  <a:pt x="16829" y="2823"/>
                </a:lnTo>
                <a:lnTo>
                  <a:pt x="16723" y="2752"/>
                </a:lnTo>
                <a:lnTo>
                  <a:pt x="16653" y="2646"/>
                </a:lnTo>
                <a:lnTo>
                  <a:pt x="16512" y="2611"/>
                </a:lnTo>
                <a:lnTo>
                  <a:pt x="16335" y="2541"/>
                </a:lnTo>
                <a:lnTo>
                  <a:pt x="16229" y="2541"/>
                </a:lnTo>
                <a:lnTo>
                  <a:pt x="16123" y="2576"/>
                </a:lnTo>
                <a:lnTo>
                  <a:pt x="15946" y="2611"/>
                </a:lnTo>
                <a:lnTo>
                  <a:pt x="15805" y="2752"/>
                </a:lnTo>
                <a:lnTo>
                  <a:pt x="15699" y="2646"/>
                </a:lnTo>
                <a:lnTo>
                  <a:pt x="15629" y="2505"/>
                </a:lnTo>
                <a:lnTo>
                  <a:pt x="15523" y="2435"/>
                </a:lnTo>
                <a:lnTo>
                  <a:pt x="15382" y="2364"/>
                </a:lnTo>
                <a:lnTo>
                  <a:pt x="15276" y="2329"/>
                </a:lnTo>
                <a:lnTo>
                  <a:pt x="15135" y="2364"/>
                </a:lnTo>
                <a:lnTo>
                  <a:pt x="15029" y="2399"/>
                </a:lnTo>
                <a:lnTo>
                  <a:pt x="14888" y="2435"/>
                </a:lnTo>
                <a:lnTo>
                  <a:pt x="14782" y="2435"/>
                </a:lnTo>
                <a:lnTo>
                  <a:pt x="14676" y="2399"/>
                </a:lnTo>
                <a:lnTo>
                  <a:pt x="14570" y="2364"/>
                </a:lnTo>
                <a:lnTo>
                  <a:pt x="14429" y="2399"/>
                </a:lnTo>
                <a:lnTo>
                  <a:pt x="14253" y="2470"/>
                </a:lnTo>
                <a:lnTo>
                  <a:pt x="14112" y="2470"/>
                </a:lnTo>
                <a:lnTo>
                  <a:pt x="14112" y="2364"/>
                </a:lnTo>
                <a:lnTo>
                  <a:pt x="13971" y="2470"/>
                </a:lnTo>
                <a:lnTo>
                  <a:pt x="13865" y="2470"/>
                </a:lnTo>
                <a:lnTo>
                  <a:pt x="13688" y="2470"/>
                </a:lnTo>
                <a:lnTo>
                  <a:pt x="13582" y="2470"/>
                </a:lnTo>
                <a:lnTo>
                  <a:pt x="13477" y="2505"/>
                </a:lnTo>
                <a:lnTo>
                  <a:pt x="13371" y="2505"/>
                </a:lnTo>
                <a:lnTo>
                  <a:pt x="13265" y="2505"/>
                </a:lnTo>
                <a:lnTo>
                  <a:pt x="13124" y="2541"/>
                </a:lnTo>
                <a:lnTo>
                  <a:pt x="12983" y="2576"/>
                </a:lnTo>
                <a:lnTo>
                  <a:pt x="12877" y="2505"/>
                </a:lnTo>
                <a:lnTo>
                  <a:pt x="12771" y="2470"/>
                </a:lnTo>
                <a:lnTo>
                  <a:pt x="12630" y="2399"/>
                </a:lnTo>
                <a:lnTo>
                  <a:pt x="12524" y="2329"/>
                </a:lnTo>
                <a:lnTo>
                  <a:pt x="12418" y="2329"/>
                </a:lnTo>
                <a:lnTo>
                  <a:pt x="12312" y="2329"/>
                </a:lnTo>
                <a:lnTo>
                  <a:pt x="12207" y="2329"/>
                </a:lnTo>
                <a:lnTo>
                  <a:pt x="12101" y="2329"/>
                </a:lnTo>
                <a:lnTo>
                  <a:pt x="11995" y="2399"/>
                </a:lnTo>
                <a:lnTo>
                  <a:pt x="11924" y="2505"/>
                </a:lnTo>
                <a:lnTo>
                  <a:pt x="11854" y="2611"/>
                </a:lnTo>
                <a:lnTo>
                  <a:pt x="11748" y="2611"/>
                </a:lnTo>
                <a:lnTo>
                  <a:pt x="11642" y="2682"/>
                </a:lnTo>
                <a:lnTo>
                  <a:pt x="11536" y="2717"/>
                </a:lnTo>
                <a:lnTo>
                  <a:pt x="11431" y="2752"/>
                </a:lnTo>
                <a:lnTo>
                  <a:pt x="11325" y="2752"/>
                </a:lnTo>
                <a:lnTo>
                  <a:pt x="11219" y="2717"/>
                </a:lnTo>
                <a:lnTo>
                  <a:pt x="11113" y="2682"/>
                </a:lnTo>
                <a:lnTo>
                  <a:pt x="11007" y="2682"/>
                </a:lnTo>
                <a:lnTo>
                  <a:pt x="10866" y="2682"/>
                </a:lnTo>
                <a:lnTo>
                  <a:pt x="10725" y="2646"/>
                </a:lnTo>
                <a:lnTo>
                  <a:pt x="10584" y="2646"/>
                </a:lnTo>
                <a:lnTo>
                  <a:pt x="10478" y="2611"/>
                </a:lnTo>
                <a:lnTo>
                  <a:pt x="10372" y="2646"/>
                </a:lnTo>
                <a:lnTo>
                  <a:pt x="10231" y="2541"/>
                </a:lnTo>
                <a:lnTo>
                  <a:pt x="10161" y="2435"/>
                </a:lnTo>
                <a:lnTo>
                  <a:pt x="10090" y="2329"/>
                </a:lnTo>
                <a:lnTo>
                  <a:pt x="10019" y="2223"/>
                </a:lnTo>
                <a:lnTo>
                  <a:pt x="9878" y="2152"/>
                </a:lnTo>
                <a:lnTo>
                  <a:pt x="9772" y="2082"/>
                </a:lnTo>
                <a:lnTo>
                  <a:pt x="9631" y="1976"/>
                </a:lnTo>
                <a:lnTo>
                  <a:pt x="9526" y="1906"/>
                </a:lnTo>
                <a:lnTo>
                  <a:pt x="9279" y="1835"/>
                </a:lnTo>
                <a:lnTo>
                  <a:pt x="9173" y="1835"/>
                </a:lnTo>
                <a:lnTo>
                  <a:pt x="9067" y="1800"/>
                </a:lnTo>
                <a:lnTo>
                  <a:pt x="8961" y="1764"/>
                </a:lnTo>
                <a:lnTo>
                  <a:pt x="8855" y="1800"/>
                </a:lnTo>
                <a:lnTo>
                  <a:pt x="8749" y="1835"/>
                </a:lnTo>
                <a:lnTo>
                  <a:pt x="8644" y="1835"/>
                </a:lnTo>
                <a:lnTo>
                  <a:pt x="8502" y="1764"/>
                </a:lnTo>
                <a:lnTo>
                  <a:pt x="8397" y="1694"/>
                </a:lnTo>
                <a:lnTo>
                  <a:pt x="8291" y="1623"/>
                </a:lnTo>
                <a:lnTo>
                  <a:pt x="8185" y="1553"/>
                </a:lnTo>
                <a:lnTo>
                  <a:pt x="8044" y="1482"/>
                </a:lnTo>
                <a:lnTo>
                  <a:pt x="8044" y="1376"/>
                </a:lnTo>
                <a:lnTo>
                  <a:pt x="7938" y="1306"/>
                </a:lnTo>
                <a:lnTo>
                  <a:pt x="7867" y="1200"/>
                </a:lnTo>
                <a:lnTo>
                  <a:pt x="7762" y="1165"/>
                </a:lnTo>
                <a:lnTo>
                  <a:pt x="7656" y="1129"/>
                </a:lnTo>
                <a:lnTo>
                  <a:pt x="7550" y="1200"/>
                </a:lnTo>
                <a:lnTo>
                  <a:pt x="7479" y="1094"/>
                </a:lnTo>
                <a:lnTo>
                  <a:pt x="7409" y="987"/>
                </a:lnTo>
                <a:lnTo>
                  <a:pt x="7303" y="917"/>
                </a:lnTo>
                <a:lnTo>
                  <a:pt x="7197" y="917"/>
                </a:lnTo>
                <a:lnTo>
                  <a:pt x="7056" y="917"/>
                </a:lnTo>
                <a:lnTo>
                  <a:pt x="6950" y="917"/>
                </a:lnTo>
                <a:lnTo>
                  <a:pt x="6844" y="917"/>
                </a:lnTo>
                <a:lnTo>
                  <a:pt x="6739" y="952"/>
                </a:lnTo>
                <a:lnTo>
                  <a:pt x="6633" y="987"/>
                </a:lnTo>
                <a:lnTo>
                  <a:pt x="6492" y="1059"/>
                </a:lnTo>
                <a:lnTo>
                  <a:pt x="6386" y="1094"/>
                </a:lnTo>
                <a:lnTo>
                  <a:pt x="6280" y="1059"/>
                </a:lnTo>
                <a:lnTo>
                  <a:pt x="6174" y="987"/>
                </a:lnTo>
                <a:lnTo>
                  <a:pt x="5998" y="987"/>
                </a:lnTo>
                <a:lnTo>
                  <a:pt x="5786" y="952"/>
                </a:lnTo>
                <a:lnTo>
                  <a:pt x="5680" y="917"/>
                </a:lnTo>
                <a:lnTo>
                  <a:pt x="5645" y="811"/>
                </a:lnTo>
                <a:lnTo>
                  <a:pt x="5645" y="705"/>
                </a:lnTo>
                <a:lnTo>
                  <a:pt x="5539" y="670"/>
                </a:lnTo>
                <a:lnTo>
                  <a:pt x="5433" y="670"/>
                </a:lnTo>
                <a:lnTo>
                  <a:pt x="5326" y="705"/>
                </a:lnTo>
                <a:lnTo>
                  <a:pt x="5221" y="776"/>
                </a:lnTo>
                <a:lnTo>
                  <a:pt x="5080" y="846"/>
                </a:lnTo>
                <a:lnTo>
                  <a:pt x="4938" y="952"/>
                </a:lnTo>
                <a:lnTo>
                  <a:pt x="4833" y="1059"/>
                </a:lnTo>
                <a:lnTo>
                  <a:pt x="4727" y="1094"/>
                </a:lnTo>
                <a:lnTo>
                  <a:pt x="4621" y="1200"/>
                </a:lnTo>
                <a:lnTo>
                  <a:pt x="4515" y="1200"/>
                </a:lnTo>
                <a:lnTo>
                  <a:pt x="4374" y="1235"/>
                </a:lnTo>
                <a:lnTo>
                  <a:pt x="4268" y="1200"/>
                </a:lnTo>
                <a:lnTo>
                  <a:pt x="4162" y="1129"/>
                </a:lnTo>
                <a:lnTo>
                  <a:pt x="4021" y="1094"/>
                </a:lnTo>
                <a:lnTo>
                  <a:pt x="3915" y="1094"/>
                </a:lnTo>
                <a:lnTo>
                  <a:pt x="3810" y="1094"/>
                </a:lnTo>
                <a:lnTo>
                  <a:pt x="3704" y="1094"/>
                </a:lnTo>
                <a:lnTo>
                  <a:pt x="3598" y="1059"/>
                </a:lnTo>
                <a:lnTo>
                  <a:pt x="3527" y="1165"/>
                </a:lnTo>
                <a:lnTo>
                  <a:pt x="3421" y="1235"/>
                </a:lnTo>
                <a:lnTo>
                  <a:pt x="3316" y="1271"/>
                </a:lnTo>
                <a:lnTo>
                  <a:pt x="3210" y="1271"/>
                </a:lnTo>
                <a:lnTo>
                  <a:pt x="3104" y="1235"/>
                </a:lnTo>
                <a:lnTo>
                  <a:pt x="2998" y="1165"/>
                </a:lnTo>
                <a:lnTo>
                  <a:pt x="2892" y="1129"/>
                </a:lnTo>
                <a:lnTo>
                  <a:pt x="2751" y="1059"/>
                </a:lnTo>
                <a:lnTo>
                  <a:pt x="2610" y="1059"/>
                </a:lnTo>
                <a:lnTo>
                  <a:pt x="2504" y="1094"/>
                </a:lnTo>
                <a:lnTo>
                  <a:pt x="2469" y="1200"/>
                </a:lnTo>
                <a:lnTo>
                  <a:pt x="2363" y="1165"/>
                </a:lnTo>
                <a:lnTo>
                  <a:pt x="2151" y="1129"/>
                </a:lnTo>
                <a:lnTo>
                  <a:pt x="2046" y="1200"/>
                </a:lnTo>
                <a:lnTo>
                  <a:pt x="1940" y="1271"/>
                </a:lnTo>
                <a:lnTo>
                  <a:pt x="1834" y="1341"/>
                </a:lnTo>
                <a:lnTo>
                  <a:pt x="1728" y="1412"/>
                </a:lnTo>
                <a:lnTo>
                  <a:pt x="1622" y="1482"/>
                </a:lnTo>
                <a:lnTo>
                  <a:pt x="1516" y="1517"/>
                </a:lnTo>
                <a:lnTo>
                  <a:pt x="1411" y="1553"/>
                </a:lnTo>
                <a:lnTo>
                  <a:pt x="1305" y="1623"/>
                </a:lnTo>
                <a:lnTo>
                  <a:pt x="1199" y="1623"/>
                </a:lnTo>
                <a:lnTo>
                  <a:pt x="1093" y="1623"/>
                </a:lnTo>
                <a:lnTo>
                  <a:pt x="987" y="1623"/>
                </a:lnTo>
                <a:lnTo>
                  <a:pt x="846" y="1694"/>
                </a:lnTo>
                <a:lnTo>
                  <a:pt x="740" y="1764"/>
                </a:lnTo>
                <a:lnTo>
                  <a:pt x="635" y="1764"/>
                </a:lnTo>
                <a:lnTo>
                  <a:pt x="529" y="1800"/>
                </a:lnTo>
                <a:lnTo>
                  <a:pt x="105" y="1800"/>
                </a:lnTo>
                <a:lnTo>
                  <a:pt x="317" y="1835"/>
                </a:lnTo>
                <a:lnTo>
                  <a:pt x="211" y="1870"/>
                </a:lnTo>
                <a:lnTo>
                  <a:pt x="105" y="1906"/>
                </a:lnTo>
                <a:lnTo>
                  <a:pt x="0" y="1906"/>
                </a:lnTo>
                <a:lnTo>
                  <a:pt x="0" y="1800"/>
                </a:lnTo>
                <a:lnTo>
                  <a:pt x="0" y="1694"/>
                </a:lnTo>
                <a:lnTo>
                  <a:pt x="70" y="1694"/>
                </a:lnTo>
                <a:close/>
              </a:path>
            </a:pathLst>
          </a:cu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A B C D E F G H I J K L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M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 N O P Q R S 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533520" y="1155600"/>
            <a:ext cx="798840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N O P Q R S 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4521240" y="1155600"/>
            <a:ext cx="400068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N O P Q R S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T</a:t>
            </a:r>
            <a:r>
              <a:rPr lang="en-US" sz="2000" b="1" u="none" strike="noStrike">
                <a:solidFill>
                  <a:srgbClr val="00AE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4521240" y="1155600"/>
            <a:ext cx="400068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N O P Q R S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WHEN Letter(Middle) &gt; "Q" THEN Upper = Middle -1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4521240" y="1155600"/>
            <a:ext cx="182880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N O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P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 Q R S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4521240" y="1155600"/>
            <a:ext cx="182880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N O P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Q R S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5397480" y="1155600"/>
            <a:ext cx="95256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N O P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Q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R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 S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5397480" y="1155600"/>
            <a:ext cx="95256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N O P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Q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R S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WHEN Letter(Middle) &gt; "Q" THEN Upper = Middle -1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5397480" y="1155600"/>
            <a:ext cx="36828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N O P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Q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R S 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Letter(Middle) = "Q" THEN SET ItemFound TO TRUE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Q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5397480" y="1155600"/>
            <a:ext cx="36828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"/>
          <p:cNvSpPr txBox="1"/>
          <p:nvPr/>
        </p:nvSpPr>
        <p:spPr>
          <a:xfrm>
            <a:off x="2158920" y="13320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Search All works.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500040" y="1125360"/>
            <a:ext cx="8059680" cy="500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A B C D E F G H I J K L M N O P </a:t>
            </a: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Q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R S T U V W X Y 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838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11685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1486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2400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"/>
          <p:cNvSpPr/>
          <p:nvPr/>
        </p:nvSpPr>
        <p:spPr>
          <a:xfrm>
            <a:off x="1790640" y="11556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2057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>
            <a:off x="2666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3009960" y="116856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33274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60199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36194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39243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42163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4521240" y="111744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4826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513072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54100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575316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6350040" y="11304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66294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69595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72388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754380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784872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8153280" y="1143000"/>
            <a:ext cx="0" cy="457200"/>
          </a:xfrm>
          <a:prstGeom prst="line">
            <a:avLst/>
          </a:prstGeom>
          <a:ln w="1260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500040" y="1519200"/>
            <a:ext cx="8059680" cy="5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1    2     3    4    5    6    7    8     9   10  11  12  13  14  15  16   17  18  19  20   21  22  23  24  25   26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282600" y="4346640"/>
            <a:ext cx="8618400" cy="21225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Middle = (Lower + Upper) /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CASE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&lt; "Q" THEN Lower = Middle + 1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WHEN Letter(Middle) &gt; "Q" THEN Upper = Middle -1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WHEN Letter(Middle) = "Q" THEN SET ItemFound TO TRUE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 &gt; Upper THEN ItemNotInTable TO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8380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800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Lower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266688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265428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Upper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58460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7124760" y="3009960"/>
            <a:ext cx="990720" cy="7113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Q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4546440" y="2692440"/>
            <a:ext cx="10414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Middle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740560" y="3174840"/>
            <a:ext cx="10414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7124760" y="2692440"/>
            <a:ext cx="1041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Letter(Middle)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5397480" y="1155600"/>
            <a:ext cx="368280" cy="4316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"/>
          <p:cNvSpPr txBox="1"/>
          <p:nvPr/>
        </p:nvSpPr>
        <p:spPr>
          <a:xfrm>
            <a:off x="2819520" y="133200"/>
            <a:ext cx="35830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Search All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93640" y="1000080"/>
            <a:ext cx="7500960" cy="5060880"/>
          </a:xfrm>
          <a:prstGeom prst="rect">
            <a:avLst/>
          </a:prstGeom>
          <a:solidFill>
            <a:srgbClr val="DADADA"/>
          </a:solidFill>
          <a:ln w="0">
            <a:noFill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2041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StateTable.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StateValues.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X(20) VALUE ??????????????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Post Codes and Names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FILLER PIC X(20) VALUE ??????????????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FILLER REDEFINES StateValues.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States OCCURS 50 TIMES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ASCENDING KEY IS StateName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INDEXED BY StateIdx.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04 PostCode    PIC X(6).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04 StateName   PIC X(14).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2041"/>
              </a:spcBef>
            </a:pP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SEARCH ALL States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AT END DISPLAY "State not found"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WHEN StateName(StateIdx) = InputName 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MOVE PostCode(StateIdx) TO PrintPostCode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END-SEARCH.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546120" y="3975120"/>
            <a:ext cx="7658640" cy="1194120"/>
          </a:xfrm>
          <a:custGeom>
            <a:avLst/>
            <a:gdLst/>
            <a:ahLst/>
            <a:rect l="0" t="0" r="r" b="b"/>
            <a:pathLst>
              <a:path w="21274" h="3317">
                <a:moveTo>
                  <a:pt x="35" y="388"/>
                </a:moveTo>
                <a:lnTo>
                  <a:pt x="141" y="423"/>
                </a:lnTo>
                <a:lnTo>
                  <a:pt x="317" y="564"/>
                </a:lnTo>
                <a:lnTo>
                  <a:pt x="458" y="599"/>
                </a:lnTo>
                <a:lnTo>
                  <a:pt x="564" y="635"/>
                </a:lnTo>
                <a:lnTo>
                  <a:pt x="670" y="705"/>
                </a:lnTo>
                <a:lnTo>
                  <a:pt x="776" y="705"/>
                </a:lnTo>
                <a:lnTo>
                  <a:pt x="846" y="811"/>
                </a:lnTo>
                <a:lnTo>
                  <a:pt x="987" y="881"/>
                </a:lnTo>
                <a:lnTo>
                  <a:pt x="1058" y="987"/>
                </a:lnTo>
                <a:lnTo>
                  <a:pt x="1199" y="987"/>
                </a:lnTo>
                <a:lnTo>
                  <a:pt x="1340" y="917"/>
                </a:lnTo>
                <a:lnTo>
                  <a:pt x="1446" y="881"/>
                </a:lnTo>
                <a:lnTo>
                  <a:pt x="1552" y="846"/>
                </a:lnTo>
                <a:lnTo>
                  <a:pt x="1693" y="740"/>
                </a:lnTo>
                <a:lnTo>
                  <a:pt x="1799" y="705"/>
                </a:lnTo>
                <a:lnTo>
                  <a:pt x="1905" y="635"/>
                </a:lnTo>
                <a:lnTo>
                  <a:pt x="2046" y="564"/>
                </a:lnTo>
                <a:lnTo>
                  <a:pt x="2151" y="493"/>
                </a:lnTo>
                <a:lnTo>
                  <a:pt x="2257" y="564"/>
                </a:lnTo>
                <a:lnTo>
                  <a:pt x="2328" y="670"/>
                </a:lnTo>
                <a:lnTo>
                  <a:pt x="2398" y="776"/>
                </a:lnTo>
                <a:lnTo>
                  <a:pt x="2469" y="881"/>
                </a:lnTo>
                <a:lnTo>
                  <a:pt x="2575" y="917"/>
                </a:lnTo>
                <a:lnTo>
                  <a:pt x="2716" y="987"/>
                </a:lnTo>
                <a:lnTo>
                  <a:pt x="2822" y="987"/>
                </a:lnTo>
                <a:lnTo>
                  <a:pt x="2928" y="987"/>
                </a:lnTo>
                <a:lnTo>
                  <a:pt x="3033" y="987"/>
                </a:lnTo>
                <a:lnTo>
                  <a:pt x="3175" y="987"/>
                </a:lnTo>
                <a:lnTo>
                  <a:pt x="3280" y="917"/>
                </a:lnTo>
                <a:lnTo>
                  <a:pt x="3386" y="917"/>
                </a:lnTo>
                <a:lnTo>
                  <a:pt x="3492" y="881"/>
                </a:lnTo>
                <a:lnTo>
                  <a:pt x="3598" y="846"/>
                </a:lnTo>
                <a:lnTo>
                  <a:pt x="3704" y="881"/>
                </a:lnTo>
                <a:lnTo>
                  <a:pt x="3810" y="881"/>
                </a:lnTo>
                <a:lnTo>
                  <a:pt x="3986" y="881"/>
                </a:lnTo>
                <a:lnTo>
                  <a:pt x="4056" y="987"/>
                </a:lnTo>
                <a:lnTo>
                  <a:pt x="4162" y="1023"/>
                </a:lnTo>
                <a:lnTo>
                  <a:pt x="4303" y="1093"/>
                </a:lnTo>
                <a:lnTo>
                  <a:pt x="4374" y="1199"/>
                </a:lnTo>
                <a:lnTo>
                  <a:pt x="4515" y="1199"/>
                </a:lnTo>
                <a:lnTo>
                  <a:pt x="4621" y="1199"/>
                </a:lnTo>
                <a:lnTo>
                  <a:pt x="4727" y="1199"/>
                </a:lnTo>
                <a:lnTo>
                  <a:pt x="4868" y="1199"/>
                </a:lnTo>
                <a:lnTo>
                  <a:pt x="5009" y="1164"/>
                </a:lnTo>
                <a:lnTo>
                  <a:pt x="5115" y="1164"/>
                </a:lnTo>
                <a:lnTo>
                  <a:pt x="5291" y="1199"/>
                </a:lnTo>
                <a:lnTo>
                  <a:pt x="5433" y="1199"/>
                </a:lnTo>
                <a:lnTo>
                  <a:pt x="5574" y="1199"/>
                </a:lnTo>
                <a:lnTo>
                  <a:pt x="5680" y="1234"/>
                </a:lnTo>
                <a:lnTo>
                  <a:pt x="5821" y="1270"/>
                </a:lnTo>
                <a:lnTo>
                  <a:pt x="5927" y="1270"/>
                </a:lnTo>
                <a:lnTo>
                  <a:pt x="6033" y="1270"/>
                </a:lnTo>
                <a:lnTo>
                  <a:pt x="6139" y="1270"/>
                </a:lnTo>
                <a:lnTo>
                  <a:pt x="6245" y="1199"/>
                </a:lnTo>
                <a:lnTo>
                  <a:pt x="6351" y="1199"/>
                </a:lnTo>
                <a:lnTo>
                  <a:pt x="6492" y="1234"/>
                </a:lnTo>
                <a:lnTo>
                  <a:pt x="6703" y="1270"/>
                </a:lnTo>
                <a:lnTo>
                  <a:pt x="6844" y="1305"/>
                </a:lnTo>
                <a:lnTo>
                  <a:pt x="6950" y="1305"/>
                </a:lnTo>
                <a:lnTo>
                  <a:pt x="7091" y="1305"/>
                </a:lnTo>
                <a:lnTo>
                  <a:pt x="7232" y="1411"/>
                </a:lnTo>
                <a:lnTo>
                  <a:pt x="7338" y="1446"/>
                </a:lnTo>
                <a:lnTo>
                  <a:pt x="7444" y="1552"/>
                </a:lnTo>
                <a:lnTo>
                  <a:pt x="7550" y="1622"/>
                </a:lnTo>
                <a:lnTo>
                  <a:pt x="7656" y="1622"/>
                </a:lnTo>
                <a:lnTo>
                  <a:pt x="7832" y="1622"/>
                </a:lnTo>
                <a:lnTo>
                  <a:pt x="7938" y="1587"/>
                </a:lnTo>
                <a:lnTo>
                  <a:pt x="8044" y="1552"/>
                </a:lnTo>
                <a:lnTo>
                  <a:pt x="8150" y="1481"/>
                </a:lnTo>
                <a:lnTo>
                  <a:pt x="8256" y="1446"/>
                </a:lnTo>
                <a:lnTo>
                  <a:pt x="8397" y="1375"/>
                </a:lnTo>
                <a:lnTo>
                  <a:pt x="8573" y="1270"/>
                </a:lnTo>
                <a:lnTo>
                  <a:pt x="8679" y="1270"/>
                </a:lnTo>
                <a:lnTo>
                  <a:pt x="8820" y="1199"/>
                </a:lnTo>
                <a:lnTo>
                  <a:pt x="8926" y="1164"/>
                </a:lnTo>
                <a:lnTo>
                  <a:pt x="9032" y="1128"/>
                </a:lnTo>
                <a:lnTo>
                  <a:pt x="9137" y="1058"/>
                </a:lnTo>
                <a:lnTo>
                  <a:pt x="9243" y="1199"/>
                </a:lnTo>
                <a:lnTo>
                  <a:pt x="9349" y="1305"/>
                </a:lnTo>
                <a:lnTo>
                  <a:pt x="9420" y="1411"/>
                </a:lnTo>
                <a:lnTo>
                  <a:pt x="9526" y="1446"/>
                </a:lnTo>
                <a:lnTo>
                  <a:pt x="9561" y="1552"/>
                </a:lnTo>
                <a:lnTo>
                  <a:pt x="9667" y="1552"/>
                </a:lnTo>
                <a:lnTo>
                  <a:pt x="9772" y="1552"/>
                </a:lnTo>
                <a:lnTo>
                  <a:pt x="9914" y="1552"/>
                </a:lnTo>
                <a:lnTo>
                  <a:pt x="10055" y="1446"/>
                </a:lnTo>
                <a:lnTo>
                  <a:pt x="10125" y="1340"/>
                </a:lnTo>
                <a:lnTo>
                  <a:pt x="10231" y="1270"/>
                </a:lnTo>
                <a:lnTo>
                  <a:pt x="10337" y="1270"/>
                </a:lnTo>
                <a:lnTo>
                  <a:pt x="10443" y="1234"/>
                </a:lnTo>
                <a:lnTo>
                  <a:pt x="10549" y="1199"/>
                </a:lnTo>
                <a:lnTo>
                  <a:pt x="10654" y="1199"/>
                </a:lnTo>
                <a:lnTo>
                  <a:pt x="10796" y="1199"/>
                </a:lnTo>
                <a:lnTo>
                  <a:pt x="10937" y="1270"/>
                </a:lnTo>
                <a:lnTo>
                  <a:pt x="11042" y="1305"/>
                </a:lnTo>
                <a:lnTo>
                  <a:pt x="11148" y="1340"/>
                </a:lnTo>
                <a:lnTo>
                  <a:pt x="11254" y="1375"/>
                </a:lnTo>
                <a:lnTo>
                  <a:pt x="11466" y="1375"/>
                </a:lnTo>
                <a:lnTo>
                  <a:pt x="11572" y="1340"/>
                </a:lnTo>
                <a:lnTo>
                  <a:pt x="11677" y="1305"/>
                </a:lnTo>
                <a:lnTo>
                  <a:pt x="11783" y="1270"/>
                </a:lnTo>
                <a:lnTo>
                  <a:pt x="11924" y="1234"/>
                </a:lnTo>
                <a:lnTo>
                  <a:pt x="12030" y="1199"/>
                </a:lnTo>
                <a:lnTo>
                  <a:pt x="12136" y="1128"/>
                </a:lnTo>
                <a:lnTo>
                  <a:pt x="12242" y="1058"/>
                </a:lnTo>
                <a:lnTo>
                  <a:pt x="12348" y="1023"/>
                </a:lnTo>
                <a:lnTo>
                  <a:pt x="12454" y="987"/>
                </a:lnTo>
                <a:lnTo>
                  <a:pt x="12559" y="917"/>
                </a:lnTo>
                <a:lnTo>
                  <a:pt x="12665" y="917"/>
                </a:lnTo>
                <a:lnTo>
                  <a:pt x="12771" y="881"/>
                </a:lnTo>
                <a:lnTo>
                  <a:pt x="12947" y="987"/>
                </a:lnTo>
                <a:lnTo>
                  <a:pt x="13053" y="1023"/>
                </a:lnTo>
                <a:lnTo>
                  <a:pt x="13159" y="1058"/>
                </a:lnTo>
                <a:lnTo>
                  <a:pt x="13336" y="1164"/>
                </a:lnTo>
                <a:lnTo>
                  <a:pt x="13441" y="1199"/>
                </a:lnTo>
                <a:lnTo>
                  <a:pt x="13547" y="1199"/>
                </a:lnTo>
                <a:lnTo>
                  <a:pt x="13688" y="1199"/>
                </a:lnTo>
                <a:lnTo>
                  <a:pt x="13794" y="1199"/>
                </a:lnTo>
                <a:lnTo>
                  <a:pt x="13900" y="1199"/>
                </a:lnTo>
                <a:lnTo>
                  <a:pt x="14006" y="1164"/>
                </a:lnTo>
                <a:lnTo>
                  <a:pt x="14182" y="1128"/>
                </a:lnTo>
                <a:lnTo>
                  <a:pt x="14323" y="1058"/>
                </a:lnTo>
                <a:lnTo>
                  <a:pt x="14429" y="1023"/>
                </a:lnTo>
                <a:lnTo>
                  <a:pt x="14535" y="987"/>
                </a:lnTo>
                <a:lnTo>
                  <a:pt x="14747" y="881"/>
                </a:lnTo>
                <a:lnTo>
                  <a:pt x="14852" y="811"/>
                </a:lnTo>
                <a:lnTo>
                  <a:pt x="14923" y="705"/>
                </a:lnTo>
                <a:lnTo>
                  <a:pt x="15029" y="635"/>
                </a:lnTo>
                <a:lnTo>
                  <a:pt x="15135" y="564"/>
                </a:lnTo>
                <a:lnTo>
                  <a:pt x="15241" y="564"/>
                </a:lnTo>
                <a:lnTo>
                  <a:pt x="15346" y="564"/>
                </a:lnTo>
                <a:lnTo>
                  <a:pt x="15452" y="529"/>
                </a:lnTo>
                <a:lnTo>
                  <a:pt x="15558" y="493"/>
                </a:lnTo>
                <a:lnTo>
                  <a:pt x="15664" y="564"/>
                </a:lnTo>
                <a:lnTo>
                  <a:pt x="15770" y="705"/>
                </a:lnTo>
                <a:lnTo>
                  <a:pt x="15876" y="776"/>
                </a:lnTo>
                <a:lnTo>
                  <a:pt x="15911" y="881"/>
                </a:lnTo>
                <a:lnTo>
                  <a:pt x="16018" y="846"/>
                </a:lnTo>
                <a:lnTo>
                  <a:pt x="16159" y="776"/>
                </a:lnTo>
                <a:lnTo>
                  <a:pt x="16265" y="776"/>
                </a:lnTo>
                <a:lnTo>
                  <a:pt x="16406" y="811"/>
                </a:lnTo>
                <a:lnTo>
                  <a:pt x="16512" y="776"/>
                </a:lnTo>
                <a:lnTo>
                  <a:pt x="16653" y="705"/>
                </a:lnTo>
                <a:lnTo>
                  <a:pt x="16758" y="635"/>
                </a:lnTo>
                <a:lnTo>
                  <a:pt x="16970" y="564"/>
                </a:lnTo>
                <a:lnTo>
                  <a:pt x="17076" y="529"/>
                </a:lnTo>
                <a:lnTo>
                  <a:pt x="17147" y="635"/>
                </a:lnTo>
                <a:lnTo>
                  <a:pt x="17288" y="635"/>
                </a:lnTo>
                <a:lnTo>
                  <a:pt x="17429" y="493"/>
                </a:lnTo>
                <a:lnTo>
                  <a:pt x="17570" y="423"/>
                </a:lnTo>
                <a:lnTo>
                  <a:pt x="17676" y="352"/>
                </a:lnTo>
                <a:lnTo>
                  <a:pt x="17782" y="282"/>
                </a:lnTo>
                <a:lnTo>
                  <a:pt x="17923" y="176"/>
                </a:lnTo>
                <a:lnTo>
                  <a:pt x="18099" y="70"/>
                </a:lnTo>
                <a:lnTo>
                  <a:pt x="18134" y="176"/>
                </a:lnTo>
                <a:lnTo>
                  <a:pt x="18240" y="282"/>
                </a:lnTo>
                <a:lnTo>
                  <a:pt x="18346" y="317"/>
                </a:lnTo>
                <a:lnTo>
                  <a:pt x="18452" y="352"/>
                </a:lnTo>
                <a:lnTo>
                  <a:pt x="18558" y="458"/>
                </a:lnTo>
                <a:lnTo>
                  <a:pt x="18663" y="493"/>
                </a:lnTo>
                <a:lnTo>
                  <a:pt x="18769" y="493"/>
                </a:lnTo>
                <a:lnTo>
                  <a:pt x="18875" y="458"/>
                </a:lnTo>
                <a:lnTo>
                  <a:pt x="18981" y="423"/>
                </a:lnTo>
                <a:lnTo>
                  <a:pt x="19087" y="352"/>
                </a:lnTo>
                <a:lnTo>
                  <a:pt x="19193" y="282"/>
                </a:lnTo>
                <a:lnTo>
                  <a:pt x="19263" y="176"/>
                </a:lnTo>
                <a:lnTo>
                  <a:pt x="19404" y="105"/>
                </a:lnTo>
                <a:lnTo>
                  <a:pt x="19545" y="35"/>
                </a:lnTo>
                <a:lnTo>
                  <a:pt x="19651" y="0"/>
                </a:lnTo>
                <a:lnTo>
                  <a:pt x="19722" y="141"/>
                </a:lnTo>
                <a:lnTo>
                  <a:pt x="19828" y="211"/>
                </a:lnTo>
                <a:lnTo>
                  <a:pt x="19863" y="317"/>
                </a:lnTo>
                <a:lnTo>
                  <a:pt x="19969" y="458"/>
                </a:lnTo>
                <a:lnTo>
                  <a:pt x="20039" y="564"/>
                </a:lnTo>
                <a:lnTo>
                  <a:pt x="20110" y="458"/>
                </a:lnTo>
                <a:lnTo>
                  <a:pt x="20180" y="564"/>
                </a:lnTo>
                <a:lnTo>
                  <a:pt x="20216" y="670"/>
                </a:lnTo>
                <a:lnTo>
                  <a:pt x="20251" y="776"/>
                </a:lnTo>
                <a:lnTo>
                  <a:pt x="20251" y="917"/>
                </a:lnTo>
                <a:lnTo>
                  <a:pt x="20357" y="1023"/>
                </a:lnTo>
                <a:lnTo>
                  <a:pt x="20463" y="1023"/>
                </a:lnTo>
                <a:lnTo>
                  <a:pt x="20568" y="987"/>
                </a:lnTo>
                <a:lnTo>
                  <a:pt x="20639" y="1128"/>
                </a:lnTo>
                <a:lnTo>
                  <a:pt x="20674" y="1234"/>
                </a:lnTo>
                <a:lnTo>
                  <a:pt x="20674" y="1340"/>
                </a:lnTo>
                <a:lnTo>
                  <a:pt x="20674" y="1446"/>
                </a:lnTo>
                <a:lnTo>
                  <a:pt x="20745" y="1552"/>
                </a:lnTo>
                <a:lnTo>
                  <a:pt x="20815" y="1659"/>
                </a:lnTo>
                <a:lnTo>
                  <a:pt x="20921" y="1694"/>
                </a:lnTo>
                <a:lnTo>
                  <a:pt x="21027" y="1622"/>
                </a:lnTo>
                <a:lnTo>
                  <a:pt x="21133" y="1587"/>
                </a:lnTo>
                <a:lnTo>
                  <a:pt x="21239" y="1552"/>
                </a:lnTo>
                <a:lnTo>
                  <a:pt x="21274" y="2329"/>
                </a:lnTo>
                <a:lnTo>
                  <a:pt x="21168" y="2399"/>
                </a:lnTo>
                <a:lnTo>
                  <a:pt x="21062" y="2470"/>
                </a:lnTo>
                <a:lnTo>
                  <a:pt x="20957" y="2505"/>
                </a:lnTo>
                <a:lnTo>
                  <a:pt x="20851" y="2576"/>
                </a:lnTo>
                <a:lnTo>
                  <a:pt x="20745" y="2611"/>
                </a:lnTo>
                <a:lnTo>
                  <a:pt x="20674" y="2717"/>
                </a:lnTo>
                <a:lnTo>
                  <a:pt x="20568" y="2823"/>
                </a:lnTo>
                <a:lnTo>
                  <a:pt x="20498" y="2964"/>
                </a:lnTo>
                <a:lnTo>
                  <a:pt x="20427" y="3105"/>
                </a:lnTo>
                <a:lnTo>
                  <a:pt x="20321" y="3211"/>
                </a:lnTo>
                <a:lnTo>
                  <a:pt x="20251" y="3317"/>
                </a:lnTo>
                <a:lnTo>
                  <a:pt x="20180" y="3211"/>
                </a:lnTo>
                <a:lnTo>
                  <a:pt x="20110" y="3034"/>
                </a:lnTo>
                <a:lnTo>
                  <a:pt x="20039" y="2929"/>
                </a:lnTo>
                <a:lnTo>
                  <a:pt x="19969" y="2823"/>
                </a:lnTo>
                <a:lnTo>
                  <a:pt x="19898" y="2717"/>
                </a:lnTo>
                <a:lnTo>
                  <a:pt x="19828" y="2611"/>
                </a:lnTo>
                <a:lnTo>
                  <a:pt x="19757" y="2470"/>
                </a:lnTo>
                <a:lnTo>
                  <a:pt x="19686" y="2364"/>
                </a:lnTo>
                <a:lnTo>
                  <a:pt x="19545" y="2294"/>
                </a:lnTo>
                <a:lnTo>
                  <a:pt x="19404" y="2294"/>
                </a:lnTo>
                <a:lnTo>
                  <a:pt x="19334" y="2399"/>
                </a:lnTo>
                <a:lnTo>
                  <a:pt x="19228" y="2399"/>
                </a:lnTo>
                <a:lnTo>
                  <a:pt x="19122" y="2364"/>
                </a:lnTo>
                <a:lnTo>
                  <a:pt x="19051" y="2258"/>
                </a:lnTo>
                <a:lnTo>
                  <a:pt x="18946" y="2117"/>
                </a:lnTo>
                <a:lnTo>
                  <a:pt x="18840" y="2047"/>
                </a:lnTo>
                <a:lnTo>
                  <a:pt x="18805" y="1941"/>
                </a:lnTo>
                <a:lnTo>
                  <a:pt x="18769" y="1835"/>
                </a:lnTo>
                <a:lnTo>
                  <a:pt x="18699" y="1729"/>
                </a:lnTo>
                <a:lnTo>
                  <a:pt x="18593" y="1622"/>
                </a:lnTo>
                <a:lnTo>
                  <a:pt x="18522" y="1516"/>
                </a:lnTo>
                <a:lnTo>
                  <a:pt x="18417" y="1411"/>
                </a:lnTo>
                <a:lnTo>
                  <a:pt x="18381" y="1305"/>
                </a:lnTo>
                <a:lnTo>
                  <a:pt x="18311" y="1411"/>
                </a:lnTo>
                <a:lnTo>
                  <a:pt x="18240" y="1516"/>
                </a:lnTo>
                <a:lnTo>
                  <a:pt x="18134" y="1622"/>
                </a:lnTo>
                <a:lnTo>
                  <a:pt x="18028" y="1729"/>
                </a:lnTo>
                <a:lnTo>
                  <a:pt x="17958" y="1835"/>
                </a:lnTo>
                <a:lnTo>
                  <a:pt x="17852" y="1835"/>
                </a:lnTo>
                <a:lnTo>
                  <a:pt x="17711" y="1870"/>
                </a:lnTo>
                <a:lnTo>
                  <a:pt x="17605" y="1870"/>
                </a:lnTo>
                <a:lnTo>
                  <a:pt x="17464" y="1906"/>
                </a:lnTo>
                <a:lnTo>
                  <a:pt x="17358" y="1976"/>
                </a:lnTo>
                <a:lnTo>
                  <a:pt x="17288" y="2082"/>
                </a:lnTo>
                <a:lnTo>
                  <a:pt x="17217" y="2188"/>
                </a:lnTo>
                <a:lnTo>
                  <a:pt x="17147" y="2294"/>
                </a:lnTo>
                <a:lnTo>
                  <a:pt x="17041" y="2364"/>
                </a:lnTo>
                <a:lnTo>
                  <a:pt x="16935" y="2294"/>
                </a:lnTo>
                <a:lnTo>
                  <a:pt x="16794" y="2188"/>
                </a:lnTo>
                <a:lnTo>
                  <a:pt x="16688" y="2117"/>
                </a:lnTo>
                <a:lnTo>
                  <a:pt x="16582" y="1976"/>
                </a:lnTo>
                <a:lnTo>
                  <a:pt x="16441" y="1835"/>
                </a:lnTo>
                <a:lnTo>
                  <a:pt x="16335" y="1764"/>
                </a:lnTo>
                <a:lnTo>
                  <a:pt x="16229" y="1835"/>
                </a:lnTo>
                <a:lnTo>
                  <a:pt x="16123" y="1800"/>
                </a:lnTo>
                <a:lnTo>
                  <a:pt x="16018" y="1694"/>
                </a:lnTo>
                <a:lnTo>
                  <a:pt x="15876" y="1622"/>
                </a:lnTo>
                <a:lnTo>
                  <a:pt x="15734" y="1552"/>
                </a:lnTo>
                <a:lnTo>
                  <a:pt x="15593" y="1659"/>
                </a:lnTo>
                <a:lnTo>
                  <a:pt x="15487" y="1764"/>
                </a:lnTo>
                <a:lnTo>
                  <a:pt x="15382" y="1764"/>
                </a:lnTo>
                <a:lnTo>
                  <a:pt x="15276" y="1835"/>
                </a:lnTo>
                <a:lnTo>
                  <a:pt x="15170" y="1906"/>
                </a:lnTo>
                <a:lnTo>
                  <a:pt x="15029" y="1976"/>
                </a:lnTo>
                <a:lnTo>
                  <a:pt x="14923" y="2011"/>
                </a:lnTo>
                <a:lnTo>
                  <a:pt x="14817" y="2047"/>
                </a:lnTo>
                <a:lnTo>
                  <a:pt x="14711" y="2117"/>
                </a:lnTo>
                <a:lnTo>
                  <a:pt x="14464" y="1906"/>
                </a:lnTo>
                <a:lnTo>
                  <a:pt x="14359" y="1870"/>
                </a:lnTo>
                <a:lnTo>
                  <a:pt x="14182" y="1835"/>
                </a:lnTo>
                <a:lnTo>
                  <a:pt x="14076" y="1906"/>
                </a:lnTo>
                <a:lnTo>
                  <a:pt x="13935" y="1941"/>
                </a:lnTo>
                <a:lnTo>
                  <a:pt x="13829" y="2047"/>
                </a:lnTo>
                <a:lnTo>
                  <a:pt x="13688" y="2117"/>
                </a:lnTo>
                <a:lnTo>
                  <a:pt x="13582" y="2152"/>
                </a:lnTo>
                <a:lnTo>
                  <a:pt x="13477" y="2188"/>
                </a:lnTo>
                <a:lnTo>
                  <a:pt x="13336" y="2188"/>
                </a:lnTo>
                <a:lnTo>
                  <a:pt x="13194" y="2223"/>
                </a:lnTo>
                <a:lnTo>
                  <a:pt x="13089" y="2258"/>
                </a:lnTo>
                <a:lnTo>
                  <a:pt x="12947" y="2188"/>
                </a:lnTo>
                <a:lnTo>
                  <a:pt x="12806" y="2117"/>
                </a:lnTo>
                <a:lnTo>
                  <a:pt x="12701" y="2047"/>
                </a:lnTo>
                <a:lnTo>
                  <a:pt x="12595" y="2011"/>
                </a:lnTo>
                <a:lnTo>
                  <a:pt x="12489" y="2011"/>
                </a:lnTo>
                <a:lnTo>
                  <a:pt x="12348" y="2011"/>
                </a:lnTo>
                <a:lnTo>
                  <a:pt x="12207" y="1976"/>
                </a:lnTo>
                <a:lnTo>
                  <a:pt x="12066" y="1906"/>
                </a:lnTo>
                <a:lnTo>
                  <a:pt x="11960" y="1906"/>
                </a:lnTo>
                <a:lnTo>
                  <a:pt x="11819" y="1835"/>
                </a:lnTo>
                <a:lnTo>
                  <a:pt x="11642" y="1906"/>
                </a:lnTo>
                <a:lnTo>
                  <a:pt x="11572" y="2011"/>
                </a:lnTo>
                <a:lnTo>
                  <a:pt x="11466" y="2082"/>
                </a:lnTo>
                <a:lnTo>
                  <a:pt x="11360" y="2152"/>
                </a:lnTo>
                <a:lnTo>
                  <a:pt x="11254" y="2258"/>
                </a:lnTo>
                <a:lnTo>
                  <a:pt x="11148" y="2294"/>
                </a:lnTo>
                <a:lnTo>
                  <a:pt x="11042" y="2329"/>
                </a:lnTo>
                <a:lnTo>
                  <a:pt x="10937" y="2329"/>
                </a:lnTo>
                <a:lnTo>
                  <a:pt x="10796" y="2294"/>
                </a:lnTo>
                <a:lnTo>
                  <a:pt x="10654" y="2258"/>
                </a:lnTo>
                <a:lnTo>
                  <a:pt x="10549" y="2188"/>
                </a:lnTo>
                <a:lnTo>
                  <a:pt x="10407" y="2117"/>
                </a:lnTo>
                <a:lnTo>
                  <a:pt x="10337" y="2011"/>
                </a:lnTo>
                <a:lnTo>
                  <a:pt x="10090" y="1906"/>
                </a:lnTo>
                <a:lnTo>
                  <a:pt x="9984" y="1870"/>
                </a:lnTo>
                <a:lnTo>
                  <a:pt x="9878" y="1870"/>
                </a:lnTo>
                <a:lnTo>
                  <a:pt x="9667" y="1870"/>
                </a:lnTo>
                <a:lnTo>
                  <a:pt x="9526" y="1906"/>
                </a:lnTo>
                <a:lnTo>
                  <a:pt x="9420" y="1906"/>
                </a:lnTo>
                <a:lnTo>
                  <a:pt x="9279" y="1870"/>
                </a:lnTo>
                <a:lnTo>
                  <a:pt x="9137" y="1835"/>
                </a:lnTo>
                <a:lnTo>
                  <a:pt x="8961" y="1764"/>
                </a:lnTo>
                <a:lnTo>
                  <a:pt x="8855" y="1729"/>
                </a:lnTo>
                <a:lnTo>
                  <a:pt x="8749" y="1659"/>
                </a:lnTo>
                <a:lnTo>
                  <a:pt x="8608" y="1694"/>
                </a:lnTo>
                <a:lnTo>
                  <a:pt x="8502" y="1764"/>
                </a:lnTo>
                <a:lnTo>
                  <a:pt x="8397" y="1870"/>
                </a:lnTo>
                <a:lnTo>
                  <a:pt x="8326" y="1976"/>
                </a:lnTo>
                <a:lnTo>
                  <a:pt x="8220" y="2011"/>
                </a:lnTo>
                <a:lnTo>
                  <a:pt x="8114" y="2047"/>
                </a:lnTo>
                <a:lnTo>
                  <a:pt x="8009" y="2082"/>
                </a:lnTo>
                <a:lnTo>
                  <a:pt x="7903" y="2047"/>
                </a:lnTo>
                <a:lnTo>
                  <a:pt x="7762" y="1976"/>
                </a:lnTo>
                <a:lnTo>
                  <a:pt x="7656" y="1976"/>
                </a:lnTo>
                <a:lnTo>
                  <a:pt x="7550" y="1941"/>
                </a:lnTo>
                <a:lnTo>
                  <a:pt x="7409" y="1906"/>
                </a:lnTo>
                <a:lnTo>
                  <a:pt x="7303" y="1800"/>
                </a:lnTo>
                <a:lnTo>
                  <a:pt x="7197" y="1729"/>
                </a:lnTo>
                <a:lnTo>
                  <a:pt x="7091" y="1622"/>
                </a:lnTo>
                <a:lnTo>
                  <a:pt x="6986" y="1587"/>
                </a:lnTo>
                <a:lnTo>
                  <a:pt x="6880" y="1552"/>
                </a:lnTo>
                <a:lnTo>
                  <a:pt x="6774" y="1481"/>
                </a:lnTo>
                <a:lnTo>
                  <a:pt x="6668" y="1552"/>
                </a:lnTo>
                <a:lnTo>
                  <a:pt x="6562" y="1622"/>
                </a:lnTo>
                <a:lnTo>
                  <a:pt x="6456" y="1694"/>
                </a:lnTo>
                <a:lnTo>
                  <a:pt x="6386" y="1587"/>
                </a:lnTo>
                <a:lnTo>
                  <a:pt x="6280" y="1622"/>
                </a:lnTo>
                <a:lnTo>
                  <a:pt x="6174" y="1622"/>
                </a:lnTo>
                <a:lnTo>
                  <a:pt x="6033" y="1587"/>
                </a:lnTo>
                <a:lnTo>
                  <a:pt x="5927" y="1587"/>
                </a:lnTo>
                <a:lnTo>
                  <a:pt x="5821" y="1587"/>
                </a:lnTo>
                <a:lnTo>
                  <a:pt x="5716" y="1587"/>
                </a:lnTo>
                <a:lnTo>
                  <a:pt x="5574" y="1587"/>
                </a:lnTo>
                <a:lnTo>
                  <a:pt x="5469" y="1552"/>
                </a:lnTo>
                <a:lnTo>
                  <a:pt x="5363" y="1587"/>
                </a:lnTo>
                <a:lnTo>
                  <a:pt x="5291" y="1694"/>
                </a:lnTo>
                <a:lnTo>
                  <a:pt x="5185" y="1729"/>
                </a:lnTo>
                <a:lnTo>
                  <a:pt x="5080" y="1800"/>
                </a:lnTo>
                <a:lnTo>
                  <a:pt x="4974" y="1800"/>
                </a:lnTo>
                <a:lnTo>
                  <a:pt x="4868" y="1800"/>
                </a:lnTo>
                <a:lnTo>
                  <a:pt x="4762" y="1764"/>
                </a:lnTo>
                <a:lnTo>
                  <a:pt x="4656" y="1694"/>
                </a:lnTo>
                <a:lnTo>
                  <a:pt x="4586" y="1587"/>
                </a:lnTo>
                <a:lnTo>
                  <a:pt x="4480" y="1552"/>
                </a:lnTo>
                <a:lnTo>
                  <a:pt x="4198" y="1446"/>
                </a:lnTo>
                <a:lnTo>
                  <a:pt x="4092" y="1375"/>
                </a:lnTo>
                <a:lnTo>
                  <a:pt x="4021" y="1270"/>
                </a:lnTo>
                <a:lnTo>
                  <a:pt x="3915" y="1199"/>
                </a:lnTo>
                <a:lnTo>
                  <a:pt x="3739" y="1164"/>
                </a:lnTo>
                <a:lnTo>
                  <a:pt x="3633" y="1234"/>
                </a:lnTo>
                <a:lnTo>
                  <a:pt x="3527" y="1340"/>
                </a:lnTo>
                <a:lnTo>
                  <a:pt x="3457" y="1446"/>
                </a:lnTo>
                <a:lnTo>
                  <a:pt x="3351" y="1481"/>
                </a:lnTo>
                <a:lnTo>
                  <a:pt x="3245" y="1552"/>
                </a:lnTo>
                <a:lnTo>
                  <a:pt x="3139" y="1552"/>
                </a:lnTo>
                <a:lnTo>
                  <a:pt x="3033" y="1622"/>
                </a:lnTo>
                <a:lnTo>
                  <a:pt x="2928" y="1694"/>
                </a:lnTo>
                <a:lnTo>
                  <a:pt x="2786" y="1622"/>
                </a:lnTo>
                <a:lnTo>
                  <a:pt x="2681" y="1587"/>
                </a:lnTo>
                <a:lnTo>
                  <a:pt x="2540" y="1481"/>
                </a:lnTo>
                <a:lnTo>
                  <a:pt x="2469" y="1375"/>
                </a:lnTo>
                <a:lnTo>
                  <a:pt x="2363" y="1270"/>
                </a:lnTo>
                <a:lnTo>
                  <a:pt x="2328" y="1164"/>
                </a:lnTo>
                <a:lnTo>
                  <a:pt x="2222" y="1093"/>
                </a:lnTo>
                <a:lnTo>
                  <a:pt x="2187" y="987"/>
                </a:lnTo>
                <a:lnTo>
                  <a:pt x="2081" y="917"/>
                </a:lnTo>
                <a:lnTo>
                  <a:pt x="2046" y="1023"/>
                </a:lnTo>
                <a:lnTo>
                  <a:pt x="2010" y="1128"/>
                </a:lnTo>
                <a:lnTo>
                  <a:pt x="1940" y="1234"/>
                </a:lnTo>
                <a:lnTo>
                  <a:pt x="1869" y="1340"/>
                </a:lnTo>
                <a:lnTo>
                  <a:pt x="1763" y="1446"/>
                </a:lnTo>
                <a:lnTo>
                  <a:pt x="1658" y="1446"/>
                </a:lnTo>
                <a:lnTo>
                  <a:pt x="1552" y="1411"/>
                </a:lnTo>
                <a:lnTo>
                  <a:pt x="1446" y="1340"/>
                </a:lnTo>
                <a:lnTo>
                  <a:pt x="1340" y="1340"/>
                </a:lnTo>
                <a:lnTo>
                  <a:pt x="1305" y="1446"/>
                </a:lnTo>
                <a:lnTo>
                  <a:pt x="1234" y="1552"/>
                </a:lnTo>
                <a:lnTo>
                  <a:pt x="1128" y="1622"/>
                </a:lnTo>
                <a:lnTo>
                  <a:pt x="1023" y="1622"/>
                </a:lnTo>
                <a:lnTo>
                  <a:pt x="917" y="1587"/>
                </a:lnTo>
                <a:lnTo>
                  <a:pt x="811" y="1587"/>
                </a:lnTo>
                <a:lnTo>
                  <a:pt x="705" y="1622"/>
                </a:lnTo>
                <a:lnTo>
                  <a:pt x="599" y="1694"/>
                </a:lnTo>
                <a:lnTo>
                  <a:pt x="493" y="1764"/>
                </a:lnTo>
                <a:lnTo>
                  <a:pt x="388" y="1870"/>
                </a:lnTo>
                <a:lnTo>
                  <a:pt x="352" y="1976"/>
                </a:lnTo>
                <a:lnTo>
                  <a:pt x="246" y="2011"/>
                </a:lnTo>
                <a:lnTo>
                  <a:pt x="211" y="2117"/>
                </a:lnTo>
                <a:lnTo>
                  <a:pt x="105" y="2117"/>
                </a:lnTo>
                <a:lnTo>
                  <a:pt x="0" y="2188"/>
                </a:lnTo>
                <a:lnTo>
                  <a:pt x="35" y="388"/>
                </a:lnTo>
                <a:close/>
              </a:path>
            </a:pathLst>
          </a:custGeom>
          <a:gradFill rotWithShape="0">
            <a:gsLst>
              <a:gs pos="0">
                <a:srgbClr val="081D58"/>
              </a:gs>
              <a:gs pos="100000">
                <a:srgbClr val="FFFFFF"/>
              </a:gs>
            </a:gsLst>
            <a:lin ang="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Searching Tables</dc:title>
</cp:coreProperties>
</file>