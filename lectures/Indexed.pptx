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presProps.xml" ContentType="application/vnd.openxmlformats-officedocument.presentationml.presProps+xml"/>
  <Override PartName="/ppt/media/image1.wmf" ContentType="image/x-wmf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M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0">
            <a:gsLst>
              <a:gs pos="0">
                <a:srgbClr val="114FFB"/>
              </a:gs>
              <a:gs pos="100000">
                <a:srgbClr val="FFFFFF"/>
              </a:gs>
            </a:gsLst>
            <a:path path="rect">
              <a:fillToRect l="0" t="0" r="100000" b="100000"/>
            </a:path>
          </a:gra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" name=""/>
          <p:cNvGrpSpPr/>
          <p:nvPr/>
        </p:nvGrpSpPr>
        <p:grpSpPr>
          <a:xfrm>
            <a:off x="6629400" y="4343400"/>
            <a:ext cx="2286000" cy="2286000"/>
            <a:chOff x="6629400" y="4343400"/>
            <a:chExt cx="2286000" cy="2286000"/>
          </a:xfrm>
        </p:grpSpPr>
        <p:sp>
          <p:nvSpPr>
            <p:cNvPr id="4" name=""/>
            <p:cNvSpPr/>
            <p:nvPr/>
          </p:nvSpPr>
          <p:spPr>
            <a:xfrm>
              <a:off x="8763120" y="6477120"/>
              <a:ext cx="152280" cy="152280"/>
            </a:xfrm>
            <a:prstGeom prst="rect">
              <a:avLst/>
            </a:prstGeom>
            <a:solidFill>
              <a:srgbClr val="FF00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"/>
            <p:cNvSpPr/>
            <p:nvPr/>
          </p:nvSpPr>
          <p:spPr>
            <a:xfrm>
              <a:off x="8458200" y="6477120"/>
              <a:ext cx="152280" cy="152280"/>
            </a:xfrm>
            <a:prstGeom prst="rect">
              <a:avLst/>
            </a:prstGeom>
            <a:solidFill>
              <a:srgbClr val="FF80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" name=""/>
            <p:cNvSpPr/>
            <p:nvPr/>
          </p:nvSpPr>
          <p:spPr>
            <a:xfrm>
              <a:off x="8153280" y="6477120"/>
              <a:ext cx="152280" cy="152280"/>
            </a:xfrm>
            <a:prstGeom prst="rect">
              <a:avLst/>
            </a:prstGeom>
            <a:solidFill>
              <a:srgbClr val="FFFF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"/>
            <p:cNvSpPr/>
            <p:nvPr/>
          </p:nvSpPr>
          <p:spPr>
            <a:xfrm>
              <a:off x="7848720" y="6477120"/>
              <a:ext cx="152280" cy="152280"/>
            </a:xfrm>
            <a:prstGeom prst="rect">
              <a:avLst/>
            </a:prstGeom>
            <a:solidFill>
              <a:srgbClr val="00FF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"/>
            <p:cNvSpPr/>
            <p:nvPr/>
          </p:nvSpPr>
          <p:spPr>
            <a:xfrm>
              <a:off x="7543800" y="6477120"/>
              <a:ext cx="152280" cy="152280"/>
            </a:xfrm>
            <a:prstGeom prst="rect">
              <a:avLst/>
            </a:prstGeom>
            <a:solidFill>
              <a:srgbClr val="00FF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7238880" y="6477120"/>
              <a:ext cx="152280" cy="152280"/>
            </a:xfrm>
            <a:prstGeom prst="rect">
              <a:avLst/>
            </a:prstGeom>
            <a:solidFill>
              <a:srgbClr val="0000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6934320" y="6477120"/>
              <a:ext cx="152280" cy="152280"/>
            </a:xfrm>
            <a:prstGeom prst="rect">
              <a:avLst/>
            </a:prstGeom>
            <a:solidFill>
              <a:srgbClr val="FF00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"/>
            <p:cNvSpPr/>
            <p:nvPr/>
          </p:nvSpPr>
          <p:spPr>
            <a:xfrm>
              <a:off x="6629400" y="6477120"/>
              <a:ext cx="152280" cy="152280"/>
            </a:xfrm>
            <a:prstGeom prst="rect">
              <a:avLst/>
            </a:prstGeom>
            <a:solidFill>
              <a:srgbClr val="A000A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"/>
            <p:cNvSpPr/>
            <p:nvPr/>
          </p:nvSpPr>
          <p:spPr>
            <a:xfrm>
              <a:off x="8763120" y="6172200"/>
              <a:ext cx="152280" cy="152280"/>
            </a:xfrm>
            <a:prstGeom prst="rect">
              <a:avLst/>
            </a:prstGeom>
            <a:solidFill>
              <a:srgbClr val="FF80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" name=""/>
            <p:cNvSpPr/>
            <p:nvPr/>
          </p:nvSpPr>
          <p:spPr>
            <a:xfrm>
              <a:off x="8763120" y="5867280"/>
              <a:ext cx="152280" cy="152280"/>
            </a:xfrm>
            <a:prstGeom prst="rect">
              <a:avLst/>
            </a:prstGeom>
            <a:solidFill>
              <a:srgbClr val="FFFF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" name=""/>
            <p:cNvSpPr/>
            <p:nvPr/>
          </p:nvSpPr>
          <p:spPr>
            <a:xfrm>
              <a:off x="8763120" y="5562720"/>
              <a:ext cx="152280" cy="152280"/>
            </a:xfrm>
            <a:prstGeom prst="rect">
              <a:avLst/>
            </a:prstGeom>
            <a:solidFill>
              <a:srgbClr val="00FF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8763120" y="5257800"/>
              <a:ext cx="152280" cy="152280"/>
            </a:xfrm>
            <a:prstGeom prst="rect">
              <a:avLst/>
            </a:prstGeom>
            <a:solidFill>
              <a:srgbClr val="00FF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8763120" y="4952880"/>
              <a:ext cx="152280" cy="152280"/>
            </a:xfrm>
            <a:prstGeom prst="rect">
              <a:avLst/>
            </a:prstGeom>
            <a:solidFill>
              <a:srgbClr val="0000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"/>
            <p:cNvSpPr/>
            <p:nvPr/>
          </p:nvSpPr>
          <p:spPr>
            <a:xfrm>
              <a:off x="8763120" y="4648320"/>
              <a:ext cx="152280" cy="152280"/>
            </a:xfrm>
            <a:prstGeom prst="rect">
              <a:avLst/>
            </a:prstGeom>
            <a:solidFill>
              <a:srgbClr val="FF00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"/>
            <p:cNvSpPr/>
            <p:nvPr/>
          </p:nvSpPr>
          <p:spPr>
            <a:xfrm>
              <a:off x="8763120" y="4343400"/>
              <a:ext cx="152280" cy="152280"/>
            </a:xfrm>
            <a:prstGeom prst="rect">
              <a:avLst/>
            </a:prstGeom>
            <a:solidFill>
              <a:srgbClr val="A000A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"/>
          <p:cNvSpPr/>
          <p:nvPr/>
        </p:nvSpPr>
        <p:spPr>
          <a:xfrm>
            <a:off x="0" y="0"/>
            <a:ext cx="9131400" cy="6845400"/>
          </a:xfrm>
          <a:prstGeom prst="rect">
            <a:avLst/>
          </a:prstGeom>
          <a:gradFill rotWithShape="0">
            <a:gsLst>
              <a:gs pos="0">
                <a:srgbClr val="063DE8"/>
              </a:gs>
              <a:gs pos="100000">
                <a:srgbClr val="FFFFFF"/>
              </a:gs>
            </a:gsLst>
            <a:path path="rect">
              <a:fillToRect l="50000" t="50000" r="50000" b="50000"/>
            </a:path>
          </a:gra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3745080" y="2809800"/>
            <a:ext cx="1911240" cy="10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90000"/>
              </a:lnSpc>
            </a:pPr>
            <a:r>
              <a:rPr lang="en-US" sz="36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Indexed</a:t>
            </a:r>
            <a:br>
              <a:rPr sz="3600"/>
            </a:br>
            <a:r>
              <a:rPr lang="en-US" sz="36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Files.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 txBox="1"/>
          <p:nvPr/>
        </p:nvSpPr>
        <p:spPr>
          <a:xfrm>
            <a:off x="2209680" y="69840"/>
            <a:ext cx="429408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Creating an Indexed File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1251000" y="696960"/>
            <a:ext cx="6307200" cy="572616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$ SET SOURCEFORMAT"FREE"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IDENTIFICATION DIVISION.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PROGRAM-ID.  CreateIndexedFromSeq.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* Creates an indexed file  from a sequential file.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  <a:spcBef>
                <a:spcPts val="1199"/>
              </a:spcBef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ENVIRONMENT DIVISION.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INPUT-OUTPUT SECTION.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FILE-CONTROL.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SELECT VideoFile ASSIGN TO "VIDEO.DAT"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ORGANIZATION IS INDEXED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ACCESS MODE IS RANDOM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RECORD KEY IS VideoCode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ALTERNATE RECORD KEY IS VideoTitle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            WITH DUPLICATES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FILE STATUS IS VideoStatus.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  <a:spcBef>
                <a:spcPts val="479"/>
              </a:spcBef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SELECT SeqVideoFile ASSIGN TO "INVIDEO.DAT".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  <a:spcBef>
                <a:spcPts val="1199"/>
              </a:spcBef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DATA DIVISION.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FILE SECTION.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FD VideoFile.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VideoRecord.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VideoCode                PIC 9(5).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VideoTitle               PIC X(40).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VideoSupplierCode        PIC 99.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  <a:spcBef>
                <a:spcPts val="479"/>
              </a:spcBef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FD SeqVideoFile.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SeqVideoRecord.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88 EndOfFile VALUE HIGH-VALUES.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SeqVideoCode             PIC 9(5).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SeqVideoTitle            PIC X(40).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SeqVideoSupplierCode     PIC 99.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  <a:spcBef>
                <a:spcPts val="1199"/>
              </a:spcBef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WORKING-STORAGE SECTION.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 VideoStatus               PIC X(2).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"/>
          <p:cNvSpPr txBox="1"/>
          <p:nvPr/>
        </p:nvSpPr>
        <p:spPr>
          <a:xfrm>
            <a:off x="743040" y="1022400"/>
            <a:ext cx="7526160" cy="402264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Begin.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OPEN INPUT SeqVideoFile.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OPEN OUTPUT VideoFile.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READ SeqVideoFile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AT END SET EndOfFile TO TRUE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END-READ.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PERFORM UNTIL EndOfFile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WRITE VideoRecord FROM SeqVideoRecord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INVALID KEY DISPLAY "VIDEO STATUS :- ", VideoStatus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END-WRITE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READ SeqVideoFile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AT END SET EndOfFile TO TRUE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END-READ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END-PERFORM.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CLOSE VideoFile, SeqVideoFile.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STOP RUN.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1994040" y="95400"/>
            <a:ext cx="429408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Creating an Indexed File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"/>
          <p:cNvSpPr txBox="1"/>
          <p:nvPr/>
        </p:nvSpPr>
        <p:spPr>
          <a:xfrm>
            <a:off x="1041480" y="82440"/>
            <a:ext cx="676440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Reading an Indexed File - Sequentially.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1447920" y="700200"/>
            <a:ext cx="5549760" cy="5872320"/>
          </a:xfrm>
          <a:prstGeom prst="rect">
            <a:avLst/>
          </a:prstGeom>
          <a:solidFill>
            <a:srgbClr val="DADADA"/>
          </a:solidFill>
          <a:ln w="0">
            <a:noFill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$ SET SOURCEFORMAT"FREE"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IDENTIFICATION DIVISION.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PROGRAM-ID.  ReadingIndexedFile.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* Sequential reading of an indexed file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  <a:spcBef>
                <a:spcPts val="1199"/>
              </a:spcBef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ENVIRONMENT DIVISION.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INPUT-OUTPUT SECTION.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FILE-CONTROL.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SELECT VideoFile ASSIGN TO "VIDEO.DAT"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ORGANIZATION IS INDEXED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ACCESS MODE IS DYNAMIC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RECORD KEY IS VideoCode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ALTERNATE RECORD KEY IS VideoTitle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     WITH DUPLICATES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FILE STATUS IS VideoStatus.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  <a:spcBef>
                <a:spcPts val="1199"/>
              </a:spcBef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DATA DIVISION.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FILE SECTION.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FD VideoFile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VideoRecord.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88 EndOfFile VALUE HIGH-VALUE.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VideoCode               PIC 9(5).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VideoTitle              PIC X(40).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SupplierCode            PIC 99.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  <a:spcBef>
                <a:spcPts val="1199"/>
              </a:spcBef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WORKING-STORAGE SECTION.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VideoStatus                PIC X(2).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  <a:spcBef>
                <a:spcPts val="479"/>
              </a:spcBef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RequiredSequence           PIC 9.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88 VideoCodeSequence       VALUE 1.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88 VideoTitleSequence      VALUE 2.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  <a:spcBef>
                <a:spcPts val="479"/>
              </a:spcBef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PrnVideoRecord.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PrnVideoCode            PIC 9(5).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PrnVideoTitle           PIC BBBBX(40).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PrnSupplierCode         PIC BBBB99.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"/>
          <p:cNvSpPr txBox="1"/>
          <p:nvPr/>
        </p:nvSpPr>
        <p:spPr>
          <a:xfrm>
            <a:off x="1447920" y="158760"/>
            <a:ext cx="676440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Reading an Indexed File - Sequentially.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774720" y="874800"/>
            <a:ext cx="7648560" cy="543240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Begin.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OPEN INPUT VideoFile.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DISPLAY "Enter key : 1=VideoCode, 2=VideoTitle -&gt;"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WITH NO ADVANCING.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ACCEPT RequiredSequence.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IF VideoTitleSequence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MOVE SPACES TO VideoTitle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START VideoFile KEY IS GREATER THAN VideoTitle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INVALID KEY  DISPLAY "VIDEO STATUS :- ", VideoStatus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END-START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END-IF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READ VideoFile NEXT RECORD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AT END SET EndOfFile TO TRUE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END-READ.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PERFORM UNTIL EndOfFile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MOVE VideoCode TO PrnVideoCode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MOVE VideoTitle TO PrnVideoTitle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MOVE SupplierCode TO PrnSupplierCode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DISPLAY  PrnVideoRecord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READ VideoFile NEXT RECORD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AT END SET EndOfFile TO TRUE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END-READ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END-PERFORM.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CLOSE VideoFile.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STOP RUN.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"/>
          <p:cNvSpPr txBox="1"/>
          <p:nvPr/>
        </p:nvSpPr>
        <p:spPr>
          <a:xfrm>
            <a:off x="1104840" y="120600"/>
            <a:ext cx="676440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Reading an Indexed File - Sequentially.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380880" y="955800"/>
            <a:ext cx="3933720" cy="5203800"/>
          </a:xfrm>
          <a:prstGeom prst="rect">
            <a:avLst/>
          </a:prstGeom>
          <a:solidFill>
            <a:srgbClr val="DADADA"/>
          </a:solidFill>
          <a:ln w="0">
            <a:noFill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RUN OF INDEX-EG2.EXE USING VIDEOCODE KEY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Enter key : 1=VideoCode, 2=VideoTitle -&gt;1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00121  FLIGHT OF THE CONDOR, THE     03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00333  PREDATOR                      02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00444  LIVING EARTH, THE             03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01001  COMMANDO                      02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01100  ROBOCOP                       01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02001  LEOPARD HUNTS IN DARKNESS, A  03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02121  DIRTY DANCING                 04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03031  COMPETENT CREW                05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03032  YACHT MASTER                  05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04041  OPEN OCEAN SAILING            05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04042  PRINCESS BRIDE, THE           06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04444  LIFE ON EARTH                 03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05051  OVERBOARD                     01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06061  HOPE AND GLORY                07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07071  AMONG THE WILD CHIMPANZEES    03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08081  WHALE NATION                  03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09091  BESTSELLER                    07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10001  WICKED WALTZING               04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11111  TERMINATOR, THE               02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13301  MASSACRE AT MASAI MARA        03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14032  KNOTTY PROBLEMS FOR SAILORS   05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17001  ALIEN                         07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17002  ALIENS                        07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17041  GARFIELD TAKES A HIKE         06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18001  SURVIVING THE STORM           05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19444  PINOCCIO                      02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4749840" y="955800"/>
            <a:ext cx="4025880" cy="5203800"/>
          </a:xfrm>
          <a:prstGeom prst="rect">
            <a:avLst/>
          </a:prstGeom>
          <a:solidFill>
            <a:srgbClr val="DADADA"/>
          </a:solidFill>
          <a:ln w="0">
            <a:noFill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RUN OF INDEX-EG2 USING VIDEOTITLE KEY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Enter key : 1=VideoCode, 2=VideoTitle -&gt;2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17001  ALIEN                         07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17002  ALIENS                        07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07071  AMONG THE WILD CHIMPANZEES    03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09091  BESTSELLER                    07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01001  COMMANDO                      02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03031  COMPETENT CREW                05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02121  DIRTY DANCING                 04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00121  FLIGHT OF THE CONDOR, THE     03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17041  GARFIELD TAKES A HIKE         06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06061  HOPE AND GLORY                07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14032  KNOTTY PROBLEMS FOR SAILORS   05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02001  LEOPARD HUNTS IN DARKNESS, A  03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04444  LIFE ON EARTH                 03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00444  LIVING EARTH, THE             03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13301  MASSACRE AT MASAI MARA        03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04041  OPEN OCEAN SAILING            05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05051  OVERBOARD                     01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19444  PINOCCIO                      02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00333  PREDATOR                      02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04042  PRINCESS BRIDE, THE           06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01100  ROBOCOP                       01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18001  SURVIVING THE STORM           05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11111  TERMINATOR, THE               02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08081  WHALE NATION                  03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10001  WICKED WALTZING               04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03032  YACHT MASTER                  05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"/>
          <p:cNvSpPr txBox="1"/>
          <p:nvPr/>
        </p:nvSpPr>
        <p:spPr>
          <a:xfrm>
            <a:off x="1612800" y="44280"/>
            <a:ext cx="597384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Reading an Indexed File - Directly.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1028880" y="623880"/>
            <a:ext cx="6916680" cy="57754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IDENTIFICATION DIVISION.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PROGRAM-ID.  ReadingIndexedFile.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* Illustrates direct read on an indexed file by any key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  <a:spcBef>
                <a:spcPts val="1199"/>
              </a:spcBef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ENVIRONMENT DIVISION.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INPUT-OUTPUT SECTION.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FILE-CONTROL.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SELECT VideoFile ASSIGN TO "VIDEO.DAT"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ORGANIZATION IS INDEXED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ACCESS MODE IS DYNAMIC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RECORD KEY IS VideoCode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ALTERNATE RECORD KEY IS VideoTitle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     WITH DUPLICATES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FILE STATUS IS VideoStatus.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  <a:spcBef>
                <a:spcPts val="1199"/>
              </a:spcBef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DATA DIVISION.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FILE SECTION.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FD VideoFile.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VideoRecord.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VideoCode          PIC 9(5).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VideoTitle         PIC X(40).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SupplierCode       PIC 99.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  <a:spcBef>
                <a:spcPts val="1199"/>
              </a:spcBef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WORKING-STORAGE SECTION.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  <a:spcBef>
                <a:spcPts val="479"/>
              </a:spcBef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VideoStatus           PIC X(2).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88  RecordFound       VALUE "00".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  <a:spcBef>
                <a:spcPts val="479"/>
              </a:spcBef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RequiredKey           PIC 9.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88 VideoCodeKey       VALUE 1.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88 VideoTitleKey      VALUE 2.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  <a:spcBef>
                <a:spcPts val="479"/>
              </a:spcBef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PrnVideoRecord.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PrnVideoCode       PIC 9(5).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PrnVideoTitle      PIC BBBBX(40).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PrnSupplierCode    PIC BBBB99.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"/>
          <p:cNvSpPr txBox="1"/>
          <p:nvPr/>
        </p:nvSpPr>
        <p:spPr>
          <a:xfrm>
            <a:off x="1689120" y="196920"/>
            <a:ext cx="597384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Reading an Indexed File - Directly.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355680" y="915840"/>
            <a:ext cx="8258040" cy="540864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Begin.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OPEN INPUT VideoFile.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DISPLAY "Chose key VideoCode = 1,  VideoTitle = 2 -&gt;  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           WITH NO ADVANCING.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ACCEPT RequiredKey.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  <a:spcBef>
                <a:spcPts val="479"/>
              </a:spcBef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IF VideoCodeKey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DISPLAY "Enter Video Code (5 digits) -&gt; " WITH NO ADVANCING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ACCEPT VideoCode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READ VideoFile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KEY IS VideoCode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INVALID KEY  DISPLAY "VIDEO STATUS :- ", VideoStatus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END-READ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END-IF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  <a:spcBef>
                <a:spcPts val="479"/>
              </a:spcBef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IF VideoTitleKey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DISPLAY "Enter Video Title (40 chars) -&gt; " WITH NO ADVANCING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ACCEPT VideoTitle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READ VideoFile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KEY IS VideoTitle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INVALID KEY  DISPLAY "VIDEO STATUS :- ", VideoStatus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END-READ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END-IF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  <a:spcBef>
                <a:spcPts val="479"/>
              </a:spcBef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IF RecordFound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MOVE VideoCode TO PrnVideoCode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MOVE VideoTitle TO PrnVideoTitle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MOVE SupplierCode TO PrnSupplierCode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DISPLAY  PrnVideoRecord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END-IF.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CLOSE VideoFile.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STOP RUN.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"/>
          <p:cNvSpPr txBox="1"/>
          <p:nvPr/>
        </p:nvSpPr>
        <p:spPr>
          <a:xfrm>
            <a:off x="1689120" y="196920"/>
            <a:ext cx="597384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Reading an Indexed File - Directly.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762120" y="1208160"/>
            <a:ext cx="6916680" cy="4403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RUN OF INDEX-EG3.EXE USING VIDEOCODE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Chose key VideoCode = 1,  VideoTitle = 2 -&gt;  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Enter Video Code (5 digits) -&gt; 02121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02121    DIRTY DANCING                               04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RUN OF INDEX-EG3.EXE USING VIDEOCODE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Chose key VideoCode = 1,  VideoTitle = 2 -&gt;  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Enter Video Code (5 digits) -&gt; 05051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05051    OVERBOARD                                   01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RUN OF INDEX-EG3.EXE USING VIDEOTITLE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Chose key VideoCode = 1,  VideoTitle = 2 -&gt;  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Enter Video Title (40 chars) -&gt; OVERBOARD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05051    OVERBOARD                                   01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RUN OF INDEX-EG3.EXE USING VIDEOTITLE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Chose key VideoCode = 1,  VideoTitle = 2 -&gt;  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Enter Video Title (40 chars) -&gt; DIRTY DANCING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02121    DIRTY DANCING                               04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RUN OF INDEX-EG3.EXE USING NON EXISTANT VIDEOCODE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Chose key VideoCode = 1,  VideoTitle = 2 -&gt;  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Enter Video Code (5 digits) -&gt; 44444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VIDEO STATUS :- 23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"/>
          <p:cNvSpPr txBox="1"/>
          <p:nvPr/>
        </p:nvSpPr>
        <p:spPr>
          <a:xfrm>
            <a:off x="1193760" y="158760"/>
            <a:ext cx="617220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Select and Assign for Indexed Files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"/>
          <p:cNvSpPr txBox="1"/>
          <p:nvPr/>
        </p:nvSpPr>
        <p:spPr>
          <a:xfrm>
            <a:off x="1917720" y="158760"/>
            <a:ext cx="482904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Indexed Files - Primary Key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3311640" y="1074600"/>
            <a:ext cx="2036880" cy="70632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800" b="1" u="none" strike="noStrike">
                <a:solidFill>
                  <a:srgbClr val="037C03"/>
                </a:solidFill>
                <a:effectLst/>
                <a:uFillTx/>
                <a:latin typeface="Arial"/>
                <a:ea typeface="Arial"/>
              </a:rPr>
              <a:t>30   60  99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4038480" y="1066680"/>
            <a:ext cx="0" cy="69876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4686480" y="107964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3224160" y="2962440"/>
            <a:ext cx="2135160" cy="70632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800" b="1" u="none" strike="noStrike">
                <a:solidFill>
                  <a:srgbClr val="037C03"/>
                </a:solidFill>
                <a:effectLst/>
                <a:uFillTx/>
                <a:latin typeface="Arial"/>
                <a:ea typeface="Arial"/>
              </a:rPr>
              <a:t>40   50   60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3911760" y="295920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4635360" y="297180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977760" y="2962440"/>
            <a:ext cx="2135160" cy="70632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800" b="1" u="none" strike="noStrike">
                <a:solidFill>
                  <a:srgbClr val="037C03"/>
                </a:solidFill>
                <a:effectLst/>
                <a:uFillTx/>
                <a:latin typeface="Arial"/>
                <a:ea typeface="Arial"/>
              </a:rPr>
              <a:t>10   20   30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1676520" y="295920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2387520" y="297180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5537160" y="2962440"/>
            <a:ext cx="2135160" cy="70632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800" b="1" u="none" strike="noStrike">
                <a:solidFill>
                  <a:srgbClr val="037C03"/>
                </a:solidFill>
                <a:effectLst/>
                <a:uFillTx/>
                <a:latin typeface="Arial"/>
                <a:ea typeface="Arial"/>
              </a:rPr>
              <a:t>70   80   99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6261120" y="297180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6934320" y="295920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376200" y="5433840"/>
            <a:ext cx="8253360" cy="71280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41 43 44 45 46 49       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6502320" y="5448240"/>
            <a:ext cx="0" cy="698400"/>
          </a:xfrm>
          <a:prstGeom prst="line">
            <a:avLst/>
          </a:prstGeom>
          <a:ln w="2556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2155680" y="5435640"/>
            <a:ext cx="0" cy="698400"/>
          </a:xfrm>
          <a:prstGeom prst="line">
            <a:avLst/>
          </a:prstGeom>
          <a:ln w="2556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5048280" y="5438880"/>
            <a:ext cx="0" cy="698400"/>
          </a:xfrm>
          <a:prstGeom prst="line">
            <a:avLst/>
          </a:prstGeom>
          <a:ln w="2556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3587760" y="5438880"/>
            <a:ext cx="0" cy="698400"/>
          </a:xfrm>
          <a:prstGeom prst="line">
            <a:avLst/>
          </a:prstGeom>
          <a:ln w="2556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7966080" y="5438880"/>
            <a:ext cx="0" cy="698400"/>
          </a:xfrm>
          <a:prstGeom prst="line">
            <a:avLst/>
          </a:prstGeom>
          <a:ln w="2556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3876840" y="54388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4105440" y="54388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4324320" y="54388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4559400" y="542592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4768920" y="54388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 flipH="1">
            <a:off x="2819520" y="3670200"/>
            <a:ext cx="419040" cy="1737000"/>
          </a:xfrm>
          <a:prstGeom prst="line">
            <a:avLst/>
          </a:prstGeom>
          <a:ln w="1260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4343400" y="3711600"/>
            <a:ext cx="0" cy="1666800"/>
          </a:xfrm>
          <a:prstGeom prst="line">
            <a:avLst/>
          </a:prstGeom>
          <a:ln w="1260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5334120" y="3670200"/>
            <a:ext cx="561960" cy="1717920"/>
          </a:xfrm>
          <a:prstGeom prst="line">
            <a:avLst/>
          </a:prstGeom>
          <a:ln w="1260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5969160" y="3683160"/>
            <a:ext cx="1244520" cy="1650960"/>
          </a:xfrm>
          <a:prstGeom prst="line">
            <a:avLst/>
          </a:prstGeom>
          <a:ln w="1260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 flipH="1">
            <a:off x="1438200" y="3720960"/>
            <a:ext cx="1089000" cy="1657440"/>
          </a:xfrm>
          <a:prstGeom prst="line">
            <a:avLst/>
          </a:prstGeom>
          <a:ln w="1260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6591240" y="3695760"/>
            <a:ext cx="1638360" cy="1638360"/>
          </a:xfrm>
          <a:prstGeom prst="line">
            <a:avLst/>
          </a:prstGeom>
          <a:ln w="1260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343080" y="5359320"/>
            <a:ext cx="178200" cy="851400"/>
          </a:xfrm>
          <a:custGeom>
            <a:avLst/>
            <a:gdLst/>
            <a:ahLst/>
            <a:rect l="0" t="0" r="r" b="b"/>
            <a:pathLst>
              <a:path w="495" h="2365">
                <a:moveTo>
                  <a:pt x="247" y="70"/>
                </a:moveTo>
                <a:lnTo>
                  <a:pt x="283" y="176"/>
                </a:lnTo>
                <a:lnTo>
                  <a:pt x="353" y="282"/>
                </a:lnTo>
                <a:lnTo>
                  <a:pt x="390" y="388"/>
                </a:lnTo>
                <a:lnTo>
                  <a:pt x="460" y="493"/>
                </a:lnTo>
                <a:lnTo>
                  <a:pt x="353" y="564"/>
                </a:lnTo>
                <a:lnTo>
                  <a:pt x="247" y="600"/>
                </a:lnTo>
                <a:lnTo>
                  <a:pt x="247" y="706"/>
                </a:lnTo>
                <a:lnTo>
                  <a:pt x="353" y="777"/>
                </a:lnTo>
                <a:lnTo>
                  <a:pt x="425" y="882"/>
                </a:lnTo>
                <a:lnTo>
                  <a:pt x="495" y="988"/>
                </a:lnTo>
                <a:lnTo>
                  <a:pt x="390" y="1059"/>
                </a:lnTo>
                <a:lnTo>
                  <a:pt x="318" y="1165"/>
                </a:lnTo>
                <a:lnTo>
                  <a:pt x="212" y="1235"/>
                </a:lnTo>
                <a:lnTo>
                  <a:pt x="247" y="1341"/>
                </a:lnTo>
                <a:lnTo>
                  <a:pt x="353" y="1376"/>
                </a:lnTo>
                <a:lnTo>
                  <a:pt x="460" y="1447"/>
                </a:lnTo>
                <a:lnTo>
                  <a:pt x="425" y="1553"/>
                </a:lnTo>
                <a:lnTo>
                  <a:pt x="318" y="1623"/>
                </a:lnTo>
                <a:lnTo>
                  <a:pt x="212" y="1694"/>
                </a:lnTo>
                <a:lnTo>
                  <a:pt x="283" y="1801"/>
                </a:lnTo>
                <a:lnTo>
                  <a:pt x="353" y="1907"/>
                </a:lnTo>
                <a:lnTo>
                  <a:pt x="460" y="1977"/>
                </a:lnTo>
                <a:lnTo>
                  <a:pt x="390" y="2083"/>
                </a:lnTo>
                <a:lnTo>
                  <a:pt x="283" y="2189"/>
                </a:lnTo>
                <a:lnTo>
                  <a:pt x="0" y="2365"/>
                </a:lnTo>
                <a:lnTo>
                  <a:pt x="0" y="0"/>
                </a:lnTo>
                <a:lnTo>
                  <a:pt x="247" y="70"/>
                </a:lnTo>
                <a:close/>
              </a:path>
            </a:pathLst>
          </a:custGeom>
          <a:solidFill>
            <a:srgbClr val="000000"/>
          </a:solidFill>
          <a:ln w="12600">
            <a:solidFill>
              <a:srgbClr val="919191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241200" y="5232240"/>
            <a:ext cx="254520" cy="1041840"/>
          </a:xfrm>
          <a:custGeom>
            <a:avLst/>
            <a:gdLst/>
            <a:ahLst/>
            <a:rect l="0" t="0" r="r" b="b"/>
            <a:pathLst>
              <a:path w="707" h="2894">
                <a:moveTo>
                  <a:pt x="707" y="458"/>
                </a:moveTo>
                <a:lnTo>
                  <a:pt x="636" y="564"/>
                </a:lnTo>
                <a:lnTo>
                  <a:pt x="531" y="635"/>
                </a:lnTo>
                <a:lnTo>
                  <a:pt x="424" y="705"/>
                </a:lnTo>
                <a:lnTo>
                  <a:pt x="353" y="812"/>
                </a:lnTo>
                <a:lnTo>
                  <a:pt x="318" y="918"/>
                </a:lnTo>
                <a:lnTo>
                  <a:pt x="424" y="2189"/>
                </a:lnTo>
                <a:lnTo>
                  <a:pt x="707" y="2788"/>
                </a:lnTo>
                <a:lnTo>
                  <a:pt x="70" y="2894"/>
                </a:lnTo>
                <a:lnTo>
                  <a:pt x="0" y="0"/>
                </a:lnTo>
                <a:lnTo>
                  <a:pt x="707" y="45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8458200" y="5384880"/>
            <a:ext cx="241560" cy="825840"/>
          </a:xfrm>
          <a:custGeom>
            <a:avLst/>
            <a:gdLst/>
            <a:ahLst/>
            <a:rect l="0" t="0" r="r" b="b"/>
            <a:pathLst>
              <a:path w="671" h="2294">
                <a:moveTo>
                  <a:pt x="424" y="0"/>
                </a:moveTo>
                <a:lnTo>
                  <a:pt x="105" y="493"/>
                </a:lnTo>
                <a:lnTo>
                  <a:pt x="211" y="599"/>
                </a:lnTo>
                <a:lnTo>
                  <a:pt x="353" y="635"/>
                </a:lnTo>
                <a:lnTo>
                  <a:pt x="246" y="740"/>
                </a:lnTo>
                <a:lnTo>
                  <a:pt x="141" y="776"/>
                </a:lnTo>
                <a:lnTo>
                  <a:pt x="70" y="881"/>
                </a:lnTo>
                <a:lnTo>
                  <a:pt x="176" y="987"/>
                </a:lnTo>
                <a:lnTo>
                  <a:pt x="282" y="1058"/>
                </a:lnTo>
                <a:lnTo>
                  <a:pt x="353" y="1165"/>
                </a:lnTo>
                <a:lnTo>
                  <a:pt x="389" y="1271"/>
                </a:lnTo>
                <a:lnTo>
                  <a:pt x="494" y="1306"/>
                </a:lnTo>
                <a:lnTo>
                  <a:pt x="389" y="1271"/>
                </a:lnTo>
                <a:lnTo>
                  <a:pt x="317" y="1376"/>
                </a:lnTo>
                <a:lnTo>
                  <a:pt x="211" y="1447"/>
                </a:lnTo>
                <a:lnTo>
                  <a:pt x="105" y="1553"/>
                </a:lnTo>
                <a:lnTo>
                  <a:pt x="0" y="1588"/>
                </a:lnTo>
                <a:lnTo>
                  <a:pt x="70" y="1694"/>
                </a:lnTo>
                <a:lnTo>
                  <a:pt x="176" y="1729"/>
                </a:lnTo>
                <a:lnTo>
                  <a:pt x="282" y="1800"/>
                </a:lnTo>
                <a:lnTo>
                  <a:pt x="282" y="1906"/>
                </a:lnTo>
                <a:lnTo>
                  <a:pt x="176" y="1976"/>
                </a:lnTo>
                <a:lnTo>
                  <a:pt x="70" y="2047"/>
                </a:lnTo>
                <a:lnTo>
                  <a:pt x="0" y="2294"/>
                </a:lnTo>
                <a:lnTo>
                  <a:pt x="636" y="2223"/>
                </a:lnTo>
                <a:lnTo>
                  <a:pt x="671" y="35"/>
                </a:lnTo>
                <a:lnTo>
                  <a:pt x="424" y="0"/>
                </a:lnTo>
                <a:close/>
              </a:path>
            </a:pathLst>
          </a:custGeom>
          <a:solidFill>
            <a:srgbClr val="000000"/>
          </a:solidFill>
          <a:ln w="12600">
            <a:solidFill>
              <a:srgbClr val="919191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8344080" y="5321160"/>
            <a:ext cx="432000" cy="940320"/>
          </a:xfrm>
          <a:custGeom>
            <a:avLst/>
            <a:gdLst/>
            <a:ahLst/>
            <a:rect l="0" t="0" r="r" b="b"/>
            <a:pathLst>
              <a:path w="1200" h="2612">
                <a:moveTo>
                  <a:pt x="493" y="70"/>
                </a:moveTo>
                <a:lnTo>
                  <a:pt x="812" y="564"/>
                </a:lnTo>
                <a:lnTo>
                  <a:pt x="741" y="1729"/>
                </a:lnTo>
                <a:lnTo>
                  <a:pt x="741" y="2224"/>
                </a:lnTo>
                <a:lnTo>
                  <a:pt x="0" y="2400"/>
                </a:lnTo>
                <a:lnTo>
                  <a:pt x="211" y="2612"/>
                </a:lnTo>
                <a:lnTo>
                  <a:pt x="1165" y="2577"/>
                </a:lnTo>
                <a:lnTo>
                  <a:pt x="1200" y="0"/>
                </a:lnTo>
                <a:lnTo>
                  <a:pt x="493" y="7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2403360" y="54388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2631960" y="54388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2851200" y="54388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3098880" y="54388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3321000" y="54388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99360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122220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144144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168912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191124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531180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554040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575928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600696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622944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681048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701352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723276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748044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770256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8163000" y="54514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8391600" y="54514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746280" y="5435640"/>
            <a:ext cx="0" cy="698400"/>
          </a:xfrm>
          <a:prstGeom prst="line">
            <a:avLst/>
          </a:prstGeom>
          <a:ln w="2556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>
            <a:off x="52380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 flipH="1">
            <a:off x="638280" y="3695760"/>
            <a:ext cx="1371600" cy="1695240"/>
          </a:xfrm>
          <a:prstGeom prst="line">
            <a:avLst/>
          </a:prstGeom>
          <a:ln w="1260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4305240" y="1816200"/>
            <a:ext cx="0" cy="1079280"/>
          </a:xfrm>
          <a:prstGeom prst="line">
            <a:avLst/>
          </a:prstGeom>
          <a:ln w="1260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 flipH="1">
            <a:off x="2044800" y="1790640"/>
            <a:ext cx="1434960" cy="1143000"/>
          </a:xfrm>
          <a:prstGeom prst="line">
            <a:avLst/>
          </a:prstGeom>
          <a:ln w="1260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5168880" y="1803240"/>
            <a:ext cx="1498680" cy="1130400"/>
          </a:xfrm>
          <a:prstGeom prst="line">
            <a:avLst/>
          </a:prstGeom>
          <a:ln w="1260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1434960" y="1244520"/>
            <a:ext cx="1346040" cy="51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DADADA"/>
                </a:solidFill>
                <a:effectLst/>
                <a:uFillTx/>
                <a:latin typeface="Arial"/>
                <a:ea typeface="Arial"/>
              </a:rPr>
              <a:t>Index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DADADA"/>
                </a:solidFill>
                <a:effectLst/>
                <a:uFillTx/>
                <a:latin typeface="Arial"/>
                <a:ea typeface="Arial"/>
              </a:rPr>
              <a:t>Buckets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>
            <a:off x="2590920" y="1434960"/>
            <a:ext cx="685800" cy="0"/>
          </a:xfrm>
          <a:prstGeom prst="line">
            <a:avLst/>
          </a:prstGeom>
          <a:ln w="25560">
            <a:solidFill>
              <a:srgbClr val="FAFD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-57600" rIns="102600" bIns="-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2031840" y="1701720"/>
            <a:ext cx="0" cy="927360"/>
          </a:xfrm>
          <a:prstGeom prst="line">
            <a:avLst/>
          </a:prstGeom>
          <a:ln w="25560">
            <a:solidFill>
              <a:srgbClr val="FAFD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7378560" y="3098880"/>
            <a:ext cx="1574640" cy="46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Level 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8356680" y="5189400"/>
            <a:ext cx="774720" cy="51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Level 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5041800" y="1155600"/>
            <a:ext cx="1574640" cy="46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Level 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190440" y="6108840"/>
            <a:ext cx="1574640" cy="46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Data Buckets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1905120" y="6120360"/>
            <a:ext cx="622440" cy="366840"/>
          </a:xfrm>
          <a:custGeom>
            <a:avLst/>
            <a:gdLst/>
            <a:ahLst/>
            <a:rect l="0" t="0" r="r" b="b"/>
            <a:pathLst>
              <a:path fill="none" w="1729" h="1019">
                <a:moveTo>
                  <a:pt x="1" y="0"/>
                </a:moveTo>
                <a:lnTo>
                  <a:pt x="1" y="0"/>
                </a:lnTo>
                <a:cubicBezTo>
                  <a:pt x="0" y="14"/>
                  <a:pt x="0" y="28"/>
                  <a:pt x="0" y="43"/>
                </a:cubicBezTo>
                <a:cubicBezTo>
                  <a:pt x="0" y="214"/>
                  <a:pt x="40" y="382"/>
                  <a:pt x="116" y="531"/>
                </a:cubicBezTo>
                <a:cubicBezTo>
                  <a:pt x="192" y="679"/>
                  <a:pt x="301" y="802"/>
                  <a:pt x="433" y="888"/>
                </a:cubicBezTo>
                <a:cubicBezTo>
                  <a:pt x="564" y="974"/>
                  <a:pt x="713" y="1019"/>
                  <a:pt x="865" y="1019"/>
                </a:cubicBezTo>
                <a:cubicBezTo>
                  <a:pt x="1017" y="1019"/>
                  <a:pt x="1166" y="974"/>
                  <a:pt x="1297" y="888"/>
                </a:cubicBezTo>
                <a:cubicBezTo>
                  <a:pt x="1429" y="802"/>
                  <a:pt x="1538" y="679"/>
                  <a:pt x="1614" y="531"/>
                </a:cubicBezTo>
                <a:cubicBezTo>
                  <a:pt x="1683" y="395"/>
                  <a:pt x="1723" y="242"/>
                  <a:pt x="1729" y="85"/>
                </a:cubicBezTo>
              </a:path>
            </a:pathLst>
          </a:custGeom>
          <a:ln w="12600">
            <a:solidFill>
              <a:srgbClr val="FFFFFF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3314880" y="6107760"/>
            <a:ext cx="622440" cy="366840"/>
          </a:xfrm>
          <a:custGeom>
            <a:avLst/>
            <a:gdLst/>
            <a:ahLst/>
            <a:rect l="0" t="0" r="r" b="b"/>
            <a:pathLst>
              <a:path fill="none" w="1729" h="1019">
                <a:moveTo>
                  <a:pt x="1" y="0"/>
                </a:moveTo>
                <a:lnTo>
                  <a:pt x="1" y="0"/>
                </a:lnTo>
                <a:cubicBezTo>
                  <a:pt x="0" y="14"/>
                  <a:pt x="0" y="28"/>
                  <a:pt x="0" y="43"/>
                </a:cubicBezTo>
                <a:cubicBezTo>
                  <a:pt x="0" y="214"/>
                  <a:pt x="40" y="382"/>
                  <a:pt x="116" y="531"/>
                </a:cubicBezTo>
                <a:cubicBezTo>
                  <a:pt x="192" y="679"/>
                  <a:pt x="301" y="802"/>
                  <a:pt x="433" y="888"/>
                </a:cubicBezTo>
                <a:cubicBezTo>
                  <a:pt x="564" y="974"/>
                  <a:pt x="713" y="1019"/>
                  <a:pt x="865" y="1019"/>
                </a:cubicBezTo>
                <a:cubicBezTo>
                  <a:pt x="1017" y="1019"/>
                  <a:pt x="1166" y="974"/>
                  <a:pt x="1297" y="888"/>
                </a:cubicBezTo>
                <a:cubicBezTo>
                  <a:pt x="1429" y="802"/>
                  <a:pt x="1538" y="679"/>
                  <a:pt x="1614" y="531"/>
                </a:cubicBezTo>
                <a:cubicBezTo>
                  <a:pt x="1683" y="395"/>
                  <a:pt x="1723" y="242"/>
                  <a:pt x="1729" y="85"/>
                </a:cubicBezTo>
              </a:path>
            </a:pathLst>
          </a:custGeom>
          <a:ln w="12600">
            <a:solidFill>
              <a:srgbClr val="FFFFFF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4800600" y="6133320"/>
            <a:ext cx="622440" cy="366840"/>
          </a:xfrm>
          <a:custGeom>
            <a:avLst/>
            <a:gdLst/>
            <a:ahLst/>
            <a:rect l="0" t="0" r="r" b="b"/>
            <a:pathLst>
              <a:path fill="none" w="1729" h="1019">
                <a:moveTo>
                  <a:pt x="1" y="0"/>
                </a:moveTo>
                <a:lnTo>
                  <a:pt x="1" y="0"/>
                </a:lnTo>
                <a:cubicBezTo>
                  <a:pt x="0" y="14"/>
                  <a:pt x="0" y="28"/>
                  <a:pt x="0" y="43"/>
                </a:cubicBezTo>
                <a:cubicBezTo>
                  <a:pt x="0" y="214"/>
                  <a:pt x="40" y="382"/>
                  <a:pt x="116" y="531"/>
                </a:cubicBezTo>
                <a:cubicBezTo>
                  <a:pt x="192" y="679"/>
                  <a:pt x="301" y="802"/>
                  <a:pt x="433" y="888"/>
                </a:cubicBezTo>
                <a:cubicBezTo>
                  <a:pt x="564" y="974"/>
                  <a:pt x="713" y="1019"/>
                  <a:pt x="865" y="1019"/>
                </a:cubicBezTo>
                <a:cubicBezTo>
                  <a:pt x="1017" y="1019"/>
                  <a:pt x="1166" y="974"/>
                  <a:pt x="1297" y="888"/>
                </a:cubicBezTo>
                <a:cubicBezTo>
                  <a:pt x="1429" y="802"/>
                  <a:pt x="1538" y="679"/>
                  <a:pt x="1614" y="531"/>
                </a:cubicBezTo>
                <a:cubicBezTo>
                  <a:pt x="1683" y="395"/>
                  <a:pt x="1723" y="242"/>
                  <a:pt x="1729" y="85"/>
                </a:cubicBezTo>
              </a:path>
            </a:pathLst>
          </a:custGeom>
          <a:ln w="12600">
            <a:solidFill>
              <a:srgbClr val="FFFFFF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"/>
          <p:cNvSpPr/>
          <p:nvPr/>
        </p:nvSpPr>
        <p:spPr>
          <a:xfrm>
            <a:off x="6248520" y="6133320"/>
            <a:ext cx="622440" cy="366840"/>
          </a:xfrm>
          <a:custGeom>
            <a:avLst/>
            <a:gdLst/>
            <a:ahLst/>
            <a:rect l="0" t="0" r="r" b="b"/>
            <a:pathLst>
              <a:path fill="none" w="1729" h="1019">
                <a:moveTo>
                  <a:pt x="1" y="0"/>
                </a:moveTo>
                <a:lnTo>
                  <a:pt x="1" y="0"/>
                </a:lnTo>
                <a:cubicBezTo>
                  <a:pt x="0" y="14"/>
                  <a:pt x="0" y="28"/>
                  <a:pt x="0" y="43"/>
                </a:cubicBezTo>
                <a:cubicBezTo>
                  <a:pt x="0" y="214"/>
                  <a:pt x="40" y="382"/>
                  <a:pt x="116" y="531"/>
                </a:cubicBezTo>
                <a:cubicBezTo>
                  <a:pt x="192" y="679"/>
                  <a:pt x="301" y="802"/>
                  <a:pt x="433" y="888"/>
                </a:cubicBezTo>
                <a:cubicBezTo>
                  <a:pt x="564" y="974"/>
                  <a:pt x="713" y="1019"/>
                  <a:pt x="865" y="1019"/>
                </a:cubicBezTo>
                <a:cubicBezTo>
                  <a:pt x="1017" y="1019"/>
                  <a:pt x="1166" y="974"/>
                  <a:pt x="1297" y="888"/>
                </a:cubicBezTo>
                <a:cubicBezTo>
                  <a:pt x="1429" y="802"/>
                  <a:pt x="1538" y="679"/>
                  <a:pt x="1614" y="531"/>
                </a:cubicBezTo>
                <a:cubicBezTo>
                  <a:pt x="1683" y="395"/>
                  <a:pt x="1723" y="242"/>
                  <a:pt x="1729" y="85"/>
                </a:cubicBezTo>
              </a:path>
            </a:pathLst>
          </a:custGeom>
          <a:ln w="12600">
            <a:solidFill>
              <a:srgbClr val="FFFFFF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"/>
          <p:cNvSpPr/>
          <p:nvPr/>
        </p:nvSpPr>
        <p:spPr>
          <a:xfrm>
            <a:off x="7721640" y="6133320"/>
            <a:ext cx="622440" cy="366840"/>
          </a:xfrm>
          <a:custGeom>
            <a:avLst/>
            <a:gdLst/>
            <a:ahLst/>
            <a:rect l="0" t="0" r="r" b="b"/>
            <a:pathLst>
              <a:path fill="none" w="1729" h="1019">
                <a:moveTo>
                  <a:pt x="1" y="0"/>
                </a:moveTo>
                <a:lnTo>
                  <a:pt x="1" y="0"/>
                </a:lnTo>
                <a:cubicBezTo>
                  <a:pt x="0" y="14"/>
                  <a:pt x="0" y="28"/>
                  <a:pt x="0" y="43"/>
                </a:cubicBezTo>
                <a:cubicBezTo>
                  <a:pt x="0" y="214"/>
                  <a:pt x="40" y="382"/>
                  <a:pt x="116" y="531"/>
                </a:cubicBezTo>
                <a:cubicBezTo>
                  <a:pt x="192" y="679"/>
                  <a:pt x="301" y="802"/>
                  <a:pt x="433" y="888"/>
                </a:cubicBezTo>
                <a:cubicBezTo>
                  <a:pt x="564" y="974"/>
                  <a:pt x="713" y="1019"/>
                  <a:pt x="865" y="1019"/>
                </a:cubicBezTo>
                <a:cubicBezTo>
                  <a:pt x="1017" y="1019"/>
                  <a:pt x="1166" y="974"/>
                  <a:pt x="1297" y="888"/>
                </a:cubicBezTo>
                <a:cubicBezTo>
                  <a:pt x="1429" y="802"/>
                  <a:pt x="1538" y="679"/>
                  <a:pt x="1614" y="531"/>
                </a:cubicBezTo>
                <a:cubicBezTo>
                  <a:pt x="1683" y="395"/>
                  <a:pt x="1723" y="242"/>
                  <a:pt x="1729" y="85"/>
                </a:cubicBezTo>
              </a:path>
            </a:pathLst>
          </a:custGeom>
          <a:ln w="12600">
            <a:solidFill>
              <a:srgbClr val="FFFFFF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"/>
          <p:cNvSpPr txBox="1"/>
          <p:nvPr/>
        </p:nvSpPr>
        <p:spPr>
          <a:xfrm>
            <a:off x="1917720" y="158760"/>
            <a:ext cx="504504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Indexed Files - Alternate Key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3489480" y="757080"/>
            <a:ext cx="1679400" cy="70632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800" b="1" u="none" strike="noStrike">
                <a:solidFill>
                  <a:srgbClr val="037C03"/>
                </a:solidFill>
                <a:effectLst/>
                <a:uFillTx/>
                <a:latin typeface="Arial"/>
                <a:ea typeface="Arial"/>
              </a:rPr>
              <a:t>H   R   Z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"/>
          <p:cNvSpPr/>
          <p:nvPr/>
        </p:nvSpPr>
        <p:spPr>
          <a:xfrm>
            <a:off x="4038480" y="749160"/>
            <a:ext cx="0" cy="69876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"/>
          <p:cNvSpPr/>
          <p:nvPr/>
        </p:nvSpPr>
        <p:spPr>
          <a:xfrm>
            <a:off x="4597560" y="7621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3403440" y="2085840"/>
            <a:ext cx="1698480" cy="70632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800" b="1" u="none" strike="noStrike">
                <a:solidFill>
                  <a:srgbClr val="037C03"/>
                </a:solidFill>
                <a:effectLst/>
                <a:uFillTx/>
                <a:latin typeface="Arial"/>
                <a:ea typeface="Arial"/>
              </a:rPr>
              <a:t>L   O   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"/>
          <p:cNvSpPr/>
          <p:nvPr/>
        </p:nvSpPr>
        <p:spPr>
          <a:xfrm>
            <a:off x="3975120" y="208296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"/>
          <p:cNvSpPr/>
          <p:nvPr/>
        </p:nvSpPr>
        <p:spPr>
          <a:xfrm>
            <a:off x="4533840" y="208296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1166760" y="2085840"/>
            <a:ext cx="1679400" cy="70632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800" b="1" u="none" strike="noStrike">
                <a:solidFill>
                  <a:srgbClr val="037C03"/>
                </a:solidFill>
                <a:effectLst/>
                <a:uFillTx/>
                <a:latin typeface="Arial"/>
                <a:ea typeface="Arial"/>
              </a:rPr>
              <a:t>C   F   H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"/>
          <p:cNvSpPr/>
          <p:nvPr/>
        </p:nvSpPr>
        <p:spPr>
          <a:xfrm>
            <a:off x="1727280" y="208296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2286000" y="208296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5707080" y="2085840"/>
            <a:ext cx="1717560" cy="70632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800" b="1" u="none" strike="noStrike">
                <a:solidFill>
                  <a:srgbClr val="037C03"/>
                </a:solidFill>
                <a:effectLst/>
                <a:uFillTx/>
                <a:latin typeface="Arial"/>
                <a:ea typeface="Arial"/>
              </a:rPr>
              <a:t>T   W   Z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"/>
          <p:cNvSpPr/>
          <p:nvPr/>
        </p:nvSpPr>
        <p:spPr>
          <a:xfrm>
            <a:off x="6286680" y="208296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"/>
          <p:cNvSpPr/>
          <p:nvPr/>
        </p:nvSpPr>
        <p:spPr>
          <a:xfrm>
            <a:off x="6845400" y="208296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376200" y="3884760"/>
            <a:ext cx="8253360" cy="71280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Mi Nf Ni Nt Oi Ot       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"/>
          <p:cNvSpPr/>
          <p:nvPr/>
        </p:nvSpPr>
        <p:spPr>
          <a:xfrm>
            <a:off x="6502320" y="3898800"/>
            <a:ext cx="0" cy="698760"/>
          </a:xfrm>
          <a:prstGeom prst="line">
            <a:avLst/>
          </a:prstGeom>
          <a:ln w="2556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"/>
          <p:cNvSpPr/>
          <p:nvPr/>
        </p:nvSpPr>
        <p:spPr>
          <a:xfrm>
            <a:off x="2155680" y="3886200"/>
            <a:ext cx="0" cy="698400"/>
          </a:xfrm>
          <a:prstGeom prst="line">
            <a:avLst/>
          </a:prstGeom>
          <a:ln w="2556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"/>
          <p:cNvSpPr/>
          <p:nvPr/>
        </p:nvSpPr>
        <p:spPr>
          <a:xfrm>
            <a:off x="5048280" y="3889440"/>
            <a:ext cx="0" cy="698400"/>
          </a:xfrm>
          <a:prstGeom prst="line">
            <a:avLst/>
          </a:prstGeom>
          <a:ln w="2556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"/>
          <p:cNvSpPr/>
          <p:nvPr/>
        </p:nvSpPr>
        <p:spPr>
          <a:xfrm>
            <a:off x="3587760" y="3889440"/>
            <a:ext cx="0" cy="698400"/>
          </a:xfrm>
          <a:prstGeom prst="line">
            <a:avLst/>
          </a:prstGeom>
          <a:ln w="2556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7966080" y="3889440"/>
            <a:ext cx="0" cy="698400"/>
          </a:xfrm>
          <a:prstGeom prst="line">
            <a:avLst/>
          </a:prstGeom>
          <a:ln w="2556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3876840" y="38894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"/>
          <p:cNvSpPr/>
          <p:nvPr/>
        </p:nvSpPr>
        <p:spPr>
          <a:xfrm>
            <a:off x="4105440" y="38894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"/>
          <p:cNvSpPr/>
          <p:nvPr/>
        </p:nvSpPr>
        <p:spPr>
          <a:xfrm>
            <a:off x="4324320" y="38894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"/>
          <p:cNvSpPr/>
          <p:nvPr/>
        </p:nvSpPr>
        <p:spPr>
          <a:xfrm>
            <a:off x="4572000" y="38894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"/>
          <p:cNvSpPr/>
          <p:nvPr/>
        </p:nvSpPr>
        <p:spPr>
          <a:xfrm>
            <a:off x="4794120" y="38894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"/>
          <p:cNvSpPr/>
          <p:nvPr/>
        </p:nvSpPr>
        <p:spPr>
          <a:xfrm flipH="1">
            <a:off x="2819520" y="2781360"/>
            <a:ext cx="596880" cy="1092240"/>
          </a:xfrm>
          <a:prstGeom prst="line">
            <a:avLst/>
          </a:prstGeom>
          <a:ln w="1260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"/>
          <p:cNvSpPr/>
          <p:nvPr/>
        </p:nvSpPr>
        <p:spPr>
          <a:xfrm>
            <a:off x="4343400" y="2819520"/>
            <a:ext cx="0" cy="1009440"/>
          </a:xfrm>
          <a:prstGeom prst="line">
            <a:avLst/>
          </a:prstGeom>
          <a:ln w="1260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"/>
          <p:cNvSpPr/>
          <p:nvPr/>
        </p:nvSpPr>
        <p:spPr>
          <a:xfrm>
            <a:off x="5092560" y="2806560"/>
            <a:ext cx="803520" cy="1032120"/>
          </a:xfrm>
          <a:prstGeom prst="line">
            <a:avLst/>
          </a:prstGeom>
          <a:ln w="1260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"/>
          <p:cNvSpPr/>
          <p:nvPr/>
        </p:nvSpPr>
        <p:spPr>
          <a:xfrm>
            <a:off x="6006960" y="2781360"/>
            <a:ext cx="1231920" cy="1066680"/>
          </a:xfrm>
          <a:prstGeom prst="line">
            <a:avLst/>
          </a:prstGeom>
          <a:ln w="1260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"/>
          <p:cNvSpPr/>
          <p:nvPr/>
        </p:nvSpPr>
        <p:spPr>
          <a:xfrm flipH="1">
            <a:off x="1438200" y="2806560"/>
            <a:ext cx="1063800" cy="1022400"/>
          </a:xfrm>
          <a:prstGeom prst="line">
            <a:avLst/>
          </a:prstGeom>
          <a:ln w="1260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"/>
          <p:cNvSpPr/>
          <p:nvPr/>
        </p:nvSpPr>
        <p:spPr>
          <a:xfrm>
            <a:off x="6566040" y="2806560"/>
            <a:ext cx="1714320" cy="1041480"/>
          </a:xfrm>
          <a:prstGeom prst="line">
            <a:avLst/>
          </a:prstGeom>
          <a:ln w="1260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"/>
          <p:cNvSpPr/>
          <p:nvPr/>
        </p:nvSpPr>
        <p:spPr>
          <a:xfrm>
            <a:off x="343080" y="3809880"/>
            <a:ext cx="178200" cy="851400"/>
          </a:xfrm>
          <a:custGeom>
            <a:avLst/>
            <a:gdLst/>
            <a:ahLst/>
            <a:rect l="0" t="0" r="r" b="b"/>
            <a:pathLst>
              <a:path w="495" h="2365">
                <a:moveTo>
                  <a:pt x="247" y="70"/>
                </a:moveTo>
                <a:lnTo>
                  <a:pt x="283" y="176"/>
                </a:lnTo>
                <a:lnTo>
                  <a:pt x="353" y="282"/>
                </a:lnTo>
                <a:lnTo>
                  <a:pt x="390" y="388"/>
                </a:lnTo>
                <a:lnTo>
                  <a:pt x="460" y="493"/>
                </a:lnTo>
                <a:lnTo>
                  <a:pt x="353" y="564"/>
                </a:lnTo>
                <a:lnTo>
                  <a:pt x="247" y="600"/>
                </a:lnTo>
                <a:lnTo>
                  <a:pt x="247" y="706"/>
                </a:lnTo>
                <a:lnTo>
                  <a:pt x="353" y="777"/>
                </a:lnTo>
                <a:lnTo>
                  <a:pt x="425" y="882"/>
                </a:lnTo>
                <a:lnTo>
                  <a:pt x="495" y="988"/>
                </a:lnTo>
                <a:lnTo>
                  <a:pt x="390" y="1059"/>
                </a:lnTo>
                <a:lnTo>
                  <a:pt x="318" y="1165"/>
                </a:lnTo>
                <a:lnTo>
                  <a:pt x="212" y="1235"/>
                </a:lnTo>
                <a:lnTo>
                  <a:pt x="247" y="1341"/>
                </a:lnTo>
                <a:lnTo>
                  <a:pt x="353" y="1376"/>
                </a:lnTo>
                <a:lnTo>
                  <a:pt x="460" y="1447"/>
                </a:lnTo>
                <a:lnTo>
                  <a:pt x="425" y="1553"/>
                </a:lnTo>
                <a:lnTo>
                  <a:pt x="318" y="1623"/>
                </a:lnTo>
                <a:lnTo>
                  <a:pt x="212" y="1694"/>
                </a:lnTo>
                <a:lnTo>
                  <a:pt x="283" y="1801"/>
                </a:lnTo>
                <a:lnTo>
                  <a:pt x="353" y="1907"/>
                </a:lnTo>
                <a:lnTo>
                  <a:pt x="460" y="1977"/>
                </a:lnTo>
                <a:lnTo>
                  <a:pt x="390" y="2083"/>
                </a:lnTo>
                <a:lnTo>
                  <a:pt x="283" y="2189"/>
                </a:lnTo>
                <a:lnTo>
                  <a:pt x="0" y="2365"/>
                </a:lnTo>
                <a:lnTo>
                  <a:pt x="0" y="0"/>
                </a:lnTo>
                <a:lnTo>
                  <a:pt x="247" y="70"/>
                </a:lnTo>
                <a:close/>
              </a:path>
            </a:pathLst>
          </a:custGeom>
          <a:solidFill>
            <a:srgbClr val="081D58"/>
          </a:solidFill>
          <a:ln w="12600">
            <a:solidFill>
              <a:srgbClr val="919191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"/>
          <p:cNvSpPr/>
          <p:nvPr/>
        </p:nvSpPr>
        <p:spPr>
          <a:xfrm>
            <a:off x="241200" y="3683160"/>
            <a:ext cx="254520" cy="1041840"/>
          </a:xfrm>
          <a:custGeom>
            <a:avLst/>
            <a:gdLst/>
            <a:ahLst/>
            <a:rect l="0" t="0" r="r" b="b"/>
            <a:pathLst>
              <a:path w="707" h="2894">
                <a:moveTo>
                  <a:pt x="707" y="458"/>
                </a:moveTo>
                <a:lnTo>
                  <a:pt x="636" y="564"/>
                </a:lnTo>
                <a:lnTo>
                  <a:pt x="531" y="635"/>
                </a:lnTo>
                <a:lnTo>
                  <a:pt x="424" y="705"/>
                </a:lnTo>
                <a:lnTo>
                  <a:pt x="353" y="812"/>
                </a:lnTo>
                <a:lnTo>
                  <a:pt x="318" y="918"/>
                </a:lnTo>
                <a:lnTo>
                  <a:pt x="424" y="2189"/>
                </a:lnTo>
                <a:lnTo>
                  <a:pt x="707" y="2788"/>
                </a:lnTo>
                <a:lnTo>
                  <a:pt x="70" y="2894"/>
                </a:lnTo>
                <a:lnTo>
                  <a:pt x="0" y="0"/>
                </a:lnTo>
                <a:lnTo>
                  <a:pt x="707" y="458"/>
                </a:lnTo>
                <a:close/>
              </a:path>
            </a:pathLst>
          </a:custGeom>
          <a:solidFill>
            <a:srgbClr val="081D58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"/>
          <p:cNvSpPr/>
          <p:nvPr/>
        </p:nvSpPr>
        <p:spPr>
          <a:xfrm>
            <a:off x="8458200" y="3835440"/>
            <a:ext cx="241560" cy="825840"/>
          </a:xfrm>
          <a:custGeom>
            <a:avLst/>
            <a:gdLst/>
            <a:ahLst/>
            <a:rect l="0" t="0" r="r" b="b"/>
            <a:pathLst>
              <a:path w="671" h="2294">
                <a:moveTo>
                  <a:pt x="424" y="0"/>
                </a:moveTo>
                <a:lnTo>
                  <a:pt x="105" y="493"/>
                </a:lnTo>
                <a:lnTo>
                  <a:pt x="211" y="599"/>
                </a:lnTo>
                <a:lnTo>
                  <a:pt x="353" y="635"/>
                </a:lnTo>
                <a:lnTo>
                  <a:pt x="246" y="740"/>
                </a:lnTo>
                <a:lnTo>
                  <a:pt x="141" y="776"/>
                </a:lnTo>
                <a:lnTo>
                  <a:pt x="70" y="881"/>
                </a:lnTo>
                <a:lnTo>
                  <a:pt x="176" y="987"/>
                </a:lnTo>
                <a:lnTo>
                  <a:pt x="282" y="1058"/>
                </a:lnTo>
                <a:lnTo>
                  <a:pt x="353" y="1165"/>
                </a:lnTo>
                <a:lnTo>
                  <a:pt x="389" y="1271"/>
                </a:lnTo>
                <a:lnTo>
                  <a:pt x="494" y="1306"/>
                </a:lnTo>
                <a:lnTo>
                  <a:pt x="389" y="1271"/>
                </a:lnTo>
                <a:lnTo>
                  <a:pt x="317" y="1376"/>
                </a:lnTo>
                <a:lnTo>
                  <a:pt x="211" y="1447"/>
                </a:lnTo>
                <a:lnTo>
                  <a:pt x="105" y="1553"/>
                </a:lnTo>
                <a:lnTo>
                  <a:pt x="0" y="1588"/>
                </a:lnTo>
                <a:lnTo>
                  <a:pt x="70" y="1694"/>
                </a:lnTo>
                <a:lnTo>
                  <a:pt x="176" y="1729"/>
                </a:lnTo>
                <a:lnTo>
                  <a:pt x="282" y="1800"/>
                </a:lnTo>
                <a:lnTo>
                  <a:pt x="282" y="1906"/>
                </a:lnTo>
                <a:lnTo>
                  <a:pt x="176" y="1976"/>
                </a:lnTo>
                <a:lnTo>
                  <a:pt x="70" y="2047"/>
                </a:lnTo>
                <a:lnTo>
                  <a:pt x="0" y="2294"/>
                </a:lnTo>
                <a:lnTo>
                  <a:pt x="636" y="2223"/>
                </a:lnTo>
                <a:lnTo>
                  <a:pt x="671" y="35"/>
                </a:lnTo>
                <a:lnTo>
                  <a:pt x="424" y="0"/>
                </a:lnTo>
                <a:close/>
              </a:path>
            </a:pathLst>
          </a:custGeom>
          <a:solidFill>
            <a:srgbClr val="000000"/>
          </a:solidFill>
          <a:ln w="12600">
            <a:solidFill>
              <a:srgbClr val="919191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"/>
          <p:cNvSpPr/>
          <p:nvPr/>
        </p:nvSpPr>
        <p:spPr>
          <a:xfrm>
            <a:off x="8344080" y="3771720"/>
            <a:ext cx="432000" cy="940320"/>
          </a:xfrm>
          <a:custGeom>
            <a:avLst/>
            <a:gdLst/>
            <a:ahLst/>
            <a:rect l="0" t="0" r="r" b="b"/>
            <a:pathLst>
              <a:path w="1200" h="2612">
                <a:moveTo>
                  <a:pt x="493" y="70"/>
                </a:moveTo>
                <a:lnTo>
                  <a:pt x="812" y="564"/>
                </a:lnTo>
                <a:lnTo>
                  <a:pt x="741" y="1729"/>
                </a:lnTo>
                <a:lnTo>
                  <a:pt x="741" y="2224"/>
                </a:lnTo>
                <a:lnTo>
                  <a:pt x="0" y="2400"/>
                </a:lnTo>
                <a:lnTo>
                  <a:pt x="211" y="2612"/>
                </a:lnTo>
                <a:lnTo>
                  <a:pt x="1165" y="2577"/>
                </a:lnTo>
                <a:lnTo>
                  <a:pt x="1200" y="0"/>
                </a:lnTo>
                <a:lnTo>
                  <a:pt x="493" y="7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"/>
          <p:cNvSpPr/>
          <p:nvPr/>
        </p:nvSpPr>
        <p:spPr>
          <a:xfrm>
            <a:off x="2403360" y="38894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"/>
          <p:cNvSpPr/>
          <p:nvPr/>
        </p:nvSpPr>
        <p:spPr>
          <a:xfrm>
            <a:off x="2631960" y="38894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"/>
          <p:cNvSpPr/>
          <p:nvPr/>
        </p:nvSpPr>
        <p:spPr>
          <a:xfrm>
            <a:off x="2851200" y="38894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"/>
          <p:cNvSpPr/>
          <p:nvPr/>
        </p:nvSpPr>
        <p:spPr>
          <a:xfrm>
            <a:off x="3098880" y="38894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"/>
          <p:cNvSpPr/>
          <p:nvPr/>
        </p:nvSpPr>
        <p:spPr>
          <a:xfrm>
            <a:off x="3321000" y="38894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"/>
          <p:cNvSpPr/>
          <p:nvPr/>
        </p:nvSpPr>
        <p:spPr>
          <a:xfrm>
            <a:off x="993600" y="39146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"/>
          <p:cNvSpPr/>
          <p:nvPr/>
        </p:nvSpPr>
        <p:spPr>
          <a:xfrm>
            <a:off x="1222200" y="39146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"/>
          <p:cNvSpPr/>
          <p:nvPr/>
        </p:nvSpPr>
        <p:spPr>
          <a:xfrm>
            <a:off x="1441440" y="39146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"/>
          <p:cNvSpPr/>
          <p:nvPr/>
        </p:nvSpPr>
        <p:spPr>
          <a:xfrm>
            <a:off x="1689120" y="39146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"/>
          <p:cNvSpPr/>
          <p:nvPr/>
        </p:nvSpPr>
        <p:spPr>
          <a:xfrm>
            <a:off x="1911240" y="39146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"/>
          <p:cNvSpPr/>
          <p:nvPr/>
        </p:nvSpPr>
        <p:spPr>
          <a:xfrm>
            <a:off x="5311800" y="39146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"/>
          <p:cNvSpPr/>
          <p:nvPr/>
        </p:nvSpPr>
        <p:spPr>
          <a:xfrm>
            <a:off x="5540400" y="39146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"/>
          <p:cNvSpPr/>
          <p:nvPr/>
        </p:nvSpPr>
        <p:spPr>
          <a:xfrm>
            <a:off x="5759280" y="39146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"/>
          <p:cNvSpPr/>
          <p:nvPr/>
        </p:nvSpPr>
        <p:spPr>
          <a:xfrm>
            <a:off x="6006960" y="39146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"/>
          <p:cNvSpPr/>
          <p:nvPr/>
        </p:nvSpPr>
        <p:spPr>
          <a:xfrm>
            <a:off x="6229440" y="39146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"/>
          <p:cNvSpPr/>
          <p:nvPr/>
        </p:nvSpPr>
        <p:spPr>
          <a:xfrm>
            <a:off x="6810480" y="39146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"/>
          <p:cNvSpPr/>
          <p:nvPr/>
        </p:nvSpPr>
        <p:spPr>
          <a:xfrm>
            <a:off x="7013520" y="39146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"/>
          <p:cNvSpPr/>
          <p:nvPr/>
        </p:nvSpPr>
        <p:spPr>
          <a:xfrm>
            <a:off x="7232760" y="39146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"/>
          <p:cNvSpPr/>
          <p:nvPr/>
        </p:nvSpPr>
        <p:spPr>
          <a:xfrm>
            <a:off x="7480440" y="39146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"/>
          <p:cNvSpPr/>
          <p:nvPr/>
        </p:nvSpPr>
        <p:spPr>
          <a:xfrm>
            <a:off x="7702560" y="39146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"/>
          <p:cNvSpPr/>
          <p:nvPr/>
        </p:nvSpPr>
        <p:spPr>
          <a:xfrm>
            <a:off x="8163000" y="39020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"/>
          <p:cNvSpPr/>
          <p:nvPr/>
        </p:nvSpPr>
        <p:spPr>
          <a:xfrm>
            <a:off x="8391600" y="39020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"/>
          <p:cNvSpPr/>
          <p:nvPr/>
        </p:nvSpPr>
        <p:spPr>
          <a:xfrm>
            <a:off x="746280" y="3886200"/>
            <a:ext cx="0" cy="698400"/>
          </a:xfrm>
          <a:prstGeom prst="line">
            <a:avLst/>
          </a:prstGeom>
          <a:ln w="2556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"/>
          <p:cNvSpPr/>
          <p:nvPr/>
        </p:nvSpPr>
        <p:spPr>
          <a:xfrm>
            <a:off x="523800" y="39146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"/>
          <p:cNvSpPr/>
          <p:nvPr/>
        </p:nvSpPr>
        <p:spPr>
          <a:xfrm flipH="1">
            <a:off x="638280" y="2806560"/>
            <a:ext cx="1330200" cy="1035360"/>
          </a:xfrm>
          <a:prstGeom prst="line">
            <a:avLst/>
          </a:prstGeom>
          <a:ln w="1260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"/>
          <p:cNvSpPr/>
          <p:nvPr/>
        </p:nvSpPr>
        <p:spPr>
          <a:xfrm>
            <a:off x="4305240" y="1498680"/>
            <a:ext cx="0" cy="622080"/>
          </a:xfrm>
          <a:prstGeom prst="line">
            <a:avLst/>
          </a:prstGeom>
          <a:ln w="1260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"/>
          <p:cNvSpPr/>
          <p:nvPr/>
        </p:nvSpPr>
        <p:spPr>
          <a:xfrm flipH="1">
            <a:off x="2374920" y="1473120"/>
            <a:ext cx="1104840" cy="584280"/>
          </a:xfrm>
          <a:prstGeom prst="line">
            <a:avLst/>
          </a:prstGeom>
          <a:ln w="1260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"/>
          <p:cNvSpPr/>
          <p:nvPr/>
        </p:nvSpPr>
        <p:spPr>
          <a:xfrm>
            <a:off x="5168880" y="1486080"/>
            <a:ext cx="1333440" cy="571320"/>
          </a:xfrm>
          <a:prstGeom prst="line">
            <a:avLst/>
          </a:prstGeom>
          <a:ln w="1260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1434960" y="927000"/>
            <a:ext cx="1346040" cy="51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DADADA"/>
                </a:solidFill>
                <a:effectLst/>
                <a:uFillTx/>
                <a:latin typeface="Arial"/>
                <a:ea typeface="Arial"/>
              </a:rPr>
              <a:t>Index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DADADA"/>
                </a:solidFill>
                <a:effectLst/>
                <a:uFillTx/>
                <a:latin typeface="Arial"/>
                <a:ea typeface="Arial"/>
              </a:rPr>
              <a:t>Buckets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"/>
          <p:cNvSpPr/>
          <p:nvPr/>
        </p:nvSpPr>
        <p:spPr>
          <a:xfrm>
            <a:off x="2590920" y="1117440"/>
            <a:ext cx="685800" cy="0"/>
          </a:xfrm>
          <a:prstGeom prst="line">
            <a:avLst/>
          </a:prstGeom>
          <a:ln w="25560">
            <a:solidFill>
              <a:srgbClr val="FAFD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-57600" rIns="102600" bIns="-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"/>
          <p:cNvSpPr/>
          <p:nvPr/>
        </p:nvSpPr>
        <p:spPr>
          <a:xfrm>
            <a:off x="2031840" y="1384200"/>
            <a:ext cx="0" cy="622440"/>
          </a:xfrm>
          <a:prstGeom prst="line">
            <a:avLst/>
          </a:prstGeom>
          <a:ln w="25560">
            <a:solidFill>
              <a:srgbClr val="FAFD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7074000" y="2209680"/>
            <a:ext cx="1574640" cy="46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Level 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8356680" y="3639960"/>
            <a:ext cx="774720" cy="51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Level 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"/>
          <p:cNvSpPr txBox="1"/>
          <p:nvPr/>
        </p:nvSpPr>
        <p:spPr>
          <a:xfrm>
            <a:off x="4813200" y="851040"/>
            <a:ext cx="1574640" cy="46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Level 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190440" y="4559400"/>
            <a:ext cx="1574640" cy="46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Base Buckets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"/>
          <p:cNvSpPr/>
          <p:nvPr/>
        </p:nvSpPr>
        <p:spPr>
          <a:xfrm>
            <a:off x="1905120" y="4570920"/>
            <a:ext cx="622440" cy="366840"/>
          </a:xfrm>
          <a:custGeom>
            <a:avLst/>
            <a:gdLst/>
            <a:ahLst/>
            <a:rect l="0" t="0" r="r" b="b"/>
            <a:pathLst>
              <a:path fill="none" w="1729" h="1019">
                <a:moveTo>
                  <a:pt x="1" y="0"/>
                </a:moveTo>
                <a:lnTo>
                  <a:pt x="1" y="0"/>
                </a:lnTo>
                <a:cubicBezTo>
                  <a:pt x="0" y="14"/>
                  <a:pt x="0" y="28"/>
                  <a:pt x="0" y="43"/>
                </a:cubicBezTo>
                <a:cubicBezTo>
                  <a:pt x="0" y="214"/>
                  <a:pt x="40" y="382"/>
                  <a:pt x="116" y="531"/>
                </a:cubicBezTo>
                <a:cubicBezTo>
                  <a:pt x="192" y="679"/>
                  <a:pt x="301" y="802"/>
                  <a:pt x="433" y="888"/>
                </a:cubicBezTo>
                <a:cubicBezTo>
                  <a:pt x="564" y="974"/>
                  <a:pt x="713" y="1019"/>
                  <a:pt x="865" y="1019"/>
                </a:cubicBezTo>
                <a:cubicBezTo>
                  <a:pt x="1017" y="1019"/>
                  <a:pt x="1166" y="974"/>
                  <a:pt x="1297" y="888"/>
                </a:cubicBezTo>
                <a:cubicBezTo>
                  <a:pt x="1429" y="802"/>
                  <a:pt x="1538" y="679"/>
                  <a:pt x="1614" y="531"/>
                </a:cubicBezTo>
                <a:cubicBezTo>
                  <a:pt x="1683" y="395"/>
                  <a:pt x="1723" y="242"/>
                  <a:pt x="1729" y="85"/>
                </a:cubicBezTo>
              </a:path>
            </a:pathLst>
          </a:custGeom>
          <a:ln w="12600">
            <a:solidFill>
              <a:srgbClr val="FFFFFF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"/>
          <p:cNvSpPr/>
          <p:nvPr/>
        </p:nvSpPr>
        <p:spPr>
          <a:xfrm>
            <a:off x="3314880" y="4558320"/>
            <a:ext cx="622440" cy="366840"/>
          </a:xfrm>
          <a:custGeom>
            <a:avLst/>
            <a:gdLst/>
            <a:ahLst/>
            <a:rect l="0" t="0" r="r" b="b"/>
            <a:pathLst>
              <a:path fill="none" w="1729" h="1019">
                <a:moveTo>
                  <a:pt x="1" y="0"/>
                </a:moveTo>
                <a:lnTo>
                  <a:pt x="1" y="0"/>
                </a:lnTo>
                <a:cubicBezTo>
                  <a:pt x="0" y="14"/>
                  <a:pt x="0" y="28"/>
                  <a:pt x="0" y="43"/>
                </a:cubicBezTo>
                <a:cubicBezTo>
                  <a:pt x="0" y="214"/>
                  <a:pt x="40" y="382"/>
                  <a:pt x="116" y="531"/>
                </a:cubicBezTo>
                <a:cubicBezTo>
                  <a:pt x="192" y="679"/>
                  <a:pt x="301" y="802"/>
                  <a:pt x="433" y="888"/>
                </a:cubicBezTo>
                <a:cubicBezTo>
                  <a:pt x="564" y="974"/>
                  <a:pt x="713" y="1019"/>
                  <a:pt x="865" y="1019"/>
                </a:cubicBezTo>
                <a:cubicBezTo>
                  <a:pt x="1017" y="1019"/>
                  <a:pt x="1166" y="974"/>
                  <a:pt x="1297" y="888"/>
                </a:cubicBezTo>
                <a:cubicBezTo>
                  <a:pt x="1429" y="802"/>
                  <a:pt x="1538" y="679"/>
                  <a:pt x="1614" y="531"/>
                </a:cubicBezTo>
                <a:cubicBezTo>
                  <a:pt x="1683" y="395"/>
                  <a:pt x="1723" y="242"/>
                  <a:pt x="1729" y="85"/>
                </a:cubicBezTo>
              </a:path>
            </a:pathLst>
          </a:custGeom>
          <a:ln w="12600">
            <a:solidFill>
              <a:srgbClr val="FFFFFF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"/>
          <p:cNvSpPr/>
          <p:nvPr/>
        </p:nvSpPr>
        <p:spPr>
          <a:xfrm>
            <a:off x="4800600" y="4583880"/>
            <a:ext cx="622440" cy="366840"/>
          </a:xfrm>
          <a:custGeom>
            <a:avLst/>
            <a:gdLst/>
            <a:ahLst/>
            <a:rect l="0" t="0" r="r" b="b"/>
            <a:pathLst>
              <a:path fill="none" w="1729" h="1019">
                <a:moveTo>
                  <a:pt x="1" y="0"/>
                </a:moveTo>
                <a:lnTo>
                  <a:pt x="1" y="0"/>
                </a:lnTo>
                <a:cubicBezTo>
                  <a:pt x="0" y="14"/>
                  <a:pt x="0" y="28"/>
                  <a:pt x="0" y="43"/>
                </a:cubicBezTo>
                <a:cubicBezTo>
                  <a:pt x="0" y="214"/>
                  <a:pt x="40" y="382"/>
                  <a:pt x="116" y="531"/>
                </a:cubicBezTo>
                <a:cubicBezTo>
                  <a:pt x="192" y="679"/>
                  <a:pt x="301" y="802"/>
                  <a:pt x="433" y="888"/>
                </a:cubicBezTo>
                <a:cubicBezTo>
                  <a:pt x="564" y="974"/>
                  <a:pt x="713" y="1019"/>
                  <a:pt x="865" y="1019"/>
                </a:cubicBezTo>
                <a:cubicBezTo>
                  <a:pt x="1017" y="1019"/>
                  <a:pt x="1166" y="974"/>
                  <a:pt x="1297" y="888"/>
                </a:cubicBezTo>
                <a:cubicBezTo>
                  <a:pt x="1429" y="802"/>
                  <a:pt x="1538" y="679"/>
                  <a:pt x="1614" y="531"/>
                </a:cubicBezTo>
                <a:cubicBezTo>
                  <a:pt x="1683" y="395"/>
                  <a:pt x="1723" y="242"/>
                  <a:pt x="1729" y="85"/>
                </a:cubicBezTo>
              </a:path>
            </a:pathLst>
          </a:custGeom>
          <a:ln w="12600">
            <a:solidFill>
              <a:srgbClr val="FFFFFF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"/>
          <p:cNvSpPr/>
          <p:nvPr/>
        </p:nvSpPr>
        <p:spPr>
          <a:xfrm>
            <a:off x="6248520" y="4583880"/>
            <a:ext cx="622440" cy="366840"/>
          </a:xfrm>
          <a:custGeom>
            <a:avLst/>
            <a:gdLst/>
            <a:ahLst/>
            <a:rect l="0" t="0" r="r" b="b"/>
            <a:pathLst>
              <a:path fill="none" w="1729" h="1019">
                <a:moveTo>
                  <a:pt x="1" y="0"/>
                </a:moveTo>
                <a:lnTo>
                  <a:pt x="1" y="0"/>
                </a:lnTo>
                <a:cubicBezTo>
                  <a:pt x="0" y="14"/>
                  <a:pt x="0" y="28"/>
                  <a:pt x="0" y="43"/>
                </a:cubicBezTo>
                <a:cubicBezTo>
                  <a:pt x="0" y="214"/>
                  <a:pt x="40" y="382"/>
                  <a:pt x="116" y="531"/>
                </a:cubicBezTo>
                <a:cubicBezTo>
                  <a:pt x="192" y="679"/>
                  <a:pt x="301" y="802"/>
                  <a:pt x="433" y="888"/>
                </a:cubicBezTo>
                <a:cubicBezTo>
                  <a:pt x="564" y="974"/>
                  <a:pt x="713" y="1019"/>
                  <a:pt x="865" y="1019"/>
                </a:cubicBezTo>
                <a:cubicBezTo>
                  <a:pt x="1017" y="1019"/>
                  <a:pt x="1166" y="974"/>
                  <a:pt x="1297" y="888"/>
                </a:cubicBezTo>
                <a:cubicBezTo>
                  <a:pt x="1429" y="802"/>
                  <a:pt x="1538" y="679"/>
                  <a:pt x="1614" y="531"/>
                </a:cubicBezTo>
                <a:cubicBezTo>
                  <a:pt x="1683" y="395"/>
                  <a:pt x="1723" y="242"/>
                  <a:pt x="1729" y="85"/>
                </a:cubicBezTo>
              </a:path>
            </a:pathLst>
          </a:custGeom>
          <a:ln w="12600">
            <a:solidFill>
              <a:srgbClr val="FFFFFF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"/>
          <p:cNvSpPr/>
          <p:nvPr/>
        </p:nvSpPr>
        <p:spPr>
          <a:xfrm>
            <a:off x="7721640" y="4583880"/>
            <a:ext cx="622440" cy="366840"/>
          </a:xfrm>
          <a:custGeom>
            <a:avLst/>
            <a:gdLst/>
            <a:ahLst/>
            <a:rect l="0" t="0" r="r" b="b"/>
            <a:pathLst>
              <a:path fill="none" w="1729" h="1019">
                <a:moveTo>
                  <a:pt x="1" y="0"/>
                </a:moveTo>
                <a:lnTo>
                  <a:pt x="1" y="0"/>
                </a:lnTo>
                <a:cubicBezTo>
                  <a:pt x="0" y="14"/>
                  <a:pt x="0" y="28"/>
                  <a:pt x="0" y="43"/>
                </a:cubicBezTo>
                <a:cubicBezTo>
                  <a:pt x="0" y="214"/>
                  <a:pt x="40" y="382"/>
                  <a:pt x="116" y="531"/>
                </a:cubicBezTo>
                <a:cubicBezTo>
                  <a:pt x="192" y="679"/>
                  <a:pt x="301" y="802"/>
                  <a:pt x="433" y="888"/>
                </a:cubicBezTo>
                <a:cubicBezTo>
                  <a:pt x="564" y="974"/>
                  <a:pt x="713" y="1019"/>
                  <a:pt x="865" y="1019"/>
                </a:cubicBezTo>
                <a:cubicBezTo>
                  <a:pt x="1017" y="1019"/>
                  <a:pt x="1166" y="974"/>
                  <a:pt x="1297" y="888"/>
                </a:cubicBezTo>
                <a:cubicBezTo>
                  <a:pt x="1429" y="802"/>
                  <a:pt x="1538" y="679"/>
                  <a:pt x="1614" y="531"/>
                </a:cubicBezTo>
                <a:cubicBezTo>
                  <a:pt x="1683" y="395"/>
                  <a:pt x="1723" y="242"/>
                  <a:pt x="1729" y="85"/>
                </a:cubicBezTo>
              </a:path>
            </a:pathLst>
          </a:custGeom>
          <a:ln w="12600">
            <a:solidFill>
              <a:srgbClr val="FFFFFF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528480" y="5459400"/>
            <a:ext cx="8253360" cy="71280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50 51 54  55 56 59      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Ii Ef Bi  Nt Jt At      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"/>
          <p:cNvSpPr/>
          <p:nvPr/>
        </p:nvSpPr>
        <p:spPr>
          <a:xfrm>
            <a:off x="6654960" y="5473800"/>
            <a:ext cx="0" cy="698400"/>
          </a:xfrm>
          <a:prstGeom prst="line">
            <a:avLst/>
          </a:prstGeom>
          <a:ln w="2556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"/>
          <p:cNvSpPr/>
          <p:nvPr/>
        </p:nvSpPr>
        <p:spPr>
          <a:xfrm>
            <a:off x="2308320" y="5460840"/>
            <a:ext cx="0" cy="698760"/>
          </a:xfrm>
          <a:prstGeom prst="line">
            <a:avLst/>
          </a:prstGeom>
          <a:ln w="2556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"/>
          <p:cNvSpPr/>
          <p:nvPr/>
        </p:nvSpPr>
        <p:spPr>
          <a:xfrm>
            <a:off x="5200560" y="5464080"/>
            <a:ext cx="0" cy="698760"/>
          </a:xfrm>
          <a:prstGeom prst="line">
            <a:avLst/>
          </a:prstGeom>
          <a:ln w="2556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"/>
          <p:cNvSpPr/>
          <p:nvPr/>
        </p:nvSpPr>
        <p:spPr>
          <a:xfrm>
            <a:off x="3740040" y="5464080"/>
            <a:ext cx="0" cy="698760"/>
          </a:xfrm>
          <a:prstGeom prst="line">
            <a:avLst/>
          </a:prstGeom>
          <a:ln w="2556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"/>
          <p:cNvSpPr/>
          <p:nvPr/>
        </p:nvSpPr>
        <p:spPr>
          <a:xfrm>
            <a:off x="8118360" y="5464080"/>
            <a:ext cx="0" cy="698760"/>
          </a:xfrm>
          <a:prstGeom prst="line">
            <a:avLst/>
          </a:prstGeom>
          <a:ln w="2556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"/>
          <p:cNvSpPr/>
          <p:nvPr/>
        </p:nvSpPr>
        <p:spPr>
          <a:xfrm>
            <a:off x="402912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"/>
          <p:cNvSpPr/>
          <p:nvPr/>
        </p:nvSpPr>
        <p:spPr>
          <a:xfrm>
            <a:off x="425772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"/>
          <p:cNvSpPr/>
          <p:nvPr/>
        </p:nvSpPr>
        <p:spPr>
          <a:xfrm>
            <a:off x="447660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"/>
          <p:cNvSpPr/>
          <p:nvPr/>
        </p:nvSpPr>
        <p:spPr>
          <a:xfrm>
            <a:off x="472428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"/>
          <p:cNvSpPr/>
          <p:nvPr/>
        </p:nvSpPr>
        <p:spPr>
          <a:xfrm>
            <a:off x="494676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"/>
          <p:cNvSpPr/>
          <p:nvPr/>
        </p:nvSpPr>
        <p:spPr>
          <a:xfrm>
            <a:off x="495360" y="5384880"/>
            <a:ext cx="178200" cy="851400"/>
          </a:xfrm>
          <a:custGeom>
            <a:avLst/>
            <a:gdLst/>
            <a:ahLst/>
            <a:rect l="0" t="0" r="r" b="b"/>
            <a:pathLst>
              <a:path w="495" h="2365">
                <a:moveTo>
                  <a:pt x="247" y="70"/>
                </a:moveTo>
                <a:lnTo>
                  <a:pt x="283" y="176"/>
                </a:lnTo>
                <a:lnTo>
                  <a:pt x="353" y="282"/>
                </a:lnTo>
                <a:lnTo>
                  <a:pt x="390" y="388"/>
                </a:lnTo>
                <a:lnTo>
                  <a:pt x="460" y="493"/>
                </a:lnTo>
                <a:lnTo>
                  <a:pt x="353" y="564"/>
                </a:lnTo>
                <a:lnTo>
                  <a:pt x="247" y="600"/>
                </a:lnTo>
                <a:lnTo>
                  <a:pt x="247" y="706"/>
                </a:lnTo>
                <a:lnTo>
                  <a:pt x="353" y="777"/>
                </a:lnTo>
                <a:lnTo>
                  <a:pt x="425" y="882"/>
                </a:lnTo>
                <a:lnTo>
                  <a:pt x="495" y="988"/>
                </a:lnTo>
                <a:lnTo>
                  <a:pt x="390" y="1059"/>
                </a:lnTo>
                <a:lnTo>
                  <a:pt x="318" y="1165"/>
                </a:lnTo>
                <a:lnTo>
                  <a:pt x="212" y="1235"/>
                </a:lnTo>
                <a:lnTo>
                  <a:pt x="247" y="1341"/>
                </a:lnTo>
                <a:lnTo>
                  <a:pt x="353" y="1376"/>
                </a:lnTo>
                <a:lnTo>
                  <a:pt x="460" y="1447"/>
                </a:lnTo>
                <a:lnTo>
                  <a:pt x="425" y="1553"/>
                </a:lnTo>
                <a:lnTo>
                  <a:pt x="318" y="1623"/>
                </a:lnTo>
                <a:lnTo>
                  <a:pt x="212" y="1694"/>
                </a:lnTo>
                <a:lnTo>
                  <a:pt x="283" y="1801"/>
                </a:lnTo>
                <a:lnTo>
                  <a:pt x="353" y="1907"/>
                </a:lnTo>
                <a:lnTo>
                  <a:pt x="460" y="1977"/>
                </a:lnTo>
                <a:lnTo>
                  <a:pt x="390" y="2083"/>
                </a:lnTo>
                <a:lnTo>
                  <a:pt x="283" y="2189"/>
                </a:lnTo>
                <a:lnTo>
                  <a:pt x="0" y="2365"/>
                </a:lnTo>
                <a:lnTo>
                  <a:pt x="0" y="0"/>
                </a:lnTo>
                <a:lnTo>
                  <a:pt x="247" y="70"/>
                </a:lnTo>
                <a:close/>
              </a:path>
            </a:pathLst>
          </a:custGeom>
          <a:solidFill>
            <a:srgbClr val="000000"/>
          </a:solidFill>
          <a:ln w="12600">
            <a:solidFill>
              <a:srgbClr val="919191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"/>
          <p:cNvSpPr/>
          <p:nvPr/>
        </p:nvSpPr>
        <p:spPr>
          <a:xfrm>
            <a:off x="393840" y="5257800"/>
            <a:ext cx="254520" cy="1041840"/>
          </a:xfrm>
          <a:custGeom>
            <a:avLst/>
            <a:gdLst/>
            <a:ahLst/>
            <a:rect l="0" t="0" r="r" b="b"/>
            <a:pathLst>
              <a:path w="707" h="2894">
                <a:moveTo>
                  <a:pt x="707" y="458"/>
                </a:moveTo>
                <a:lnTo>
                  <a:pt x="637" y="564"/>
                </a:lnTo>
                <a:lnTo>
                  <a:pt x="531" y="635"/>
                </a:lnTo>
                <a:lnTo>
                  <a:pt x="424" y="705"/>
                </a:lnTo>
                <a:lnTo>
                  <a:pt x="353" y="812"/>
                </a:lnTo>
                <a:lnTo>
                  <a:pt x="318" y="918"/>
                </a:lnTo>
                <a:lnTo>
                  <a:pt x="424" y="2189"/>
                </a:lnTo>
                <a:lnTo>
                  <a:pt x="707" y="2788"/>
                </a:lnTo>
                <a:lnTo>
                  <a:pt x="70" y="2894"/>
                </a:lnTo>
                <a:lnTo>
                  <a:pt x="0" y="0"/>
                </a:lnTo>
                <a:lnTo>
                  <a:pt x="707" y="45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"/>
          <p:cNvSpPr/>
          <p:nvPr/>
        </p:nvSpPr>
        <p:spPr>
          <a:xfrm>
            <a:off x="8610480" y="5410080"/>
            <a:ext cx="241560" cy="825840"/>
          </a:xfrm>
          <a:custGeom>
            <a:avLst/>
            <a:gdLst/>
            <a:ahLst/>
            <a:rect l="0" t="0" r="r" b="b"/>
            <a:pathLst>
              <a:path w="671" h="2294">
                <a:moveTo>
                  <a:pt x="424" y="0"/>
                </a:moveTo>
                <a:lnTo>
                  <a:pt x="105" y="493"/>
                </a:lnTo>
                <a:lnTo>
                  <a:pt x="211" y="599"/>
                </a:lnTo>
                <a:lnTo>
                  <a:pt x="353" y="635"/>
                </a:lnTo>
                <a:lnTo>
                  <a:pt x="246" y="740"/>
                </a:lnTo>
                <a:lnTo>
                  <a:pt x="141" y="776"/>
                </a:lnTo>
                <a:lnTo>
                  <a:pt x="70" y="881"/>
                </a:lnTo>
                <a:lnTo>
                  <a:pt x="176" y="987"/>
                </a:lnTo>
                <a:lnTo>
                  <a:pt x="282" y="1058"/>
                </a:lnTo>
                <a:lnTo>
                  <a:pt x="353" y="1165"/>
                </a:lnTo>
                <a:lnTo>
                  <a:pt x="389" y="1271"/>
                </a:lnTo>
                <a:lnTo>
                  <a:pt x="494" y="1306"/>
                </a:lnTo>
                <a:lnTo>
                  <a:pt x="389" y="1271"/>
                </a:lnTo>
                <a:lnTo>
                  <a:pt x="317" y="1376"/>
                </a:lnTo>
                <a:lnTo>
                  <a:pt x="211" y="1447"/>
                </a:lnTo>
                <a:lnTo>
                  <a:pt x="105" y="1553"/>
                </a:lnTo>
                <a:lnTo>
                  <a:pt x="0" y="1588"/>
                </a:lnTo>
                <a:lnTo>
                  <a:pt x="70" y="1694"/>
                </a:lnTo>
                <a:lnTo>
                  <a:pt x="176" y="1729"/>
                </a:lnTo>
                <a:lnTo>
                  <a:pt x="282" y="1800"/>
                </a:lnTo>
                <a:lnTo>
                  <a:pt x="282" y="1906"/>
                </a:lnTo>
                <a:lnTo>
                  <a:pt x="176" y="1976"/>
                </a:lnTo>
                <a:lnTo>
                  <a:pt x="70" y="2047"/>
                </a:lnTo>
                <a:lnTo>
                  <a:pt x="0" y="2294"/>
                </a:lnTo>
                <a:lnTo>
                  <a:pt x="636" y="2223"/>
                </a:lnTo>
                <a:lnTo>
                  <a:pt x="671" y="35"/>
                </a:lnTo>
                <a:lnTo>
                  <a:pt x="424" y="0"/>
                </a:lnTo>
                <a:close/>
              </a:path>
            </a:pathLst>
          </a:custGeom>
          <a:solidFill>
            <a:srgbClr val="000000"/>
          </a:solidFill>
          <a:ln w="12600">
            <a:solidFill>
              <a:srgbClr val="919191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"/>
          <p:cNvSpPr/>
          <p:nvPr/>
        </p:nvSpPr>
        <p:spPr>
          <a:xfrm>
            <a:off x="8496360" y="5346720"/>
            <a:ext cx="432000" cy="940320"/>
          </a:xfrm>
          <a:custGeom>
            <a:avLst/>
            <a:gdLst/>
            <a:ahLst/>
            <a:rect l="0" t="0" r="r" b="b"/>
            <a:pathLst>
              <a:path w="1200" h="2612">
                <a:moveTo>
                  <a:pt x="493" y="70"/>
                </a:moveTo>
                <a:lnTo>
                  <a:pt x="812" y="564"/>
                </a:lnTo>
                <a:lnTo>
                  <a:pt x="741" y="1729"/>
                </a:lnTo>
                <a:lnTo>
                  <a:pt x="741" y="2224"/>
                </a:lnTo>
                <a:lnTo>
                  <a:pt x="0" y="2400"/>
                </a:lnTo>
                <a:lnTo>
                  <a:pt x="211" y="2612"/>
                </a:lnTo>
                <a:lnTo>
                  <a:pt x="1165" y="2577"/>
                </a:lnTo>
                <a:lnTo>
                  <a:pt x="1200" y="0"/>
                </a:lnTo>
                <a:lnTo>
                  <a:pt x="493" y="7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"/>
          <p:cNvSpPr/>
          <p:nvPr/>
        </p:nvSpPr>
        <p:spPr>
          <a:xfrm>
            <a:off x="255600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"/>
          <p:cNvSpPr/>
          <p:nvPr/>
        </p:nvSpPr>
        <p:spPr>
          <a:xfrm>
            <a:off x="278460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"/>
          <p:cNvSpPr/>
          <p:nvPr/>
        </p:nvSpPr>
        <p:spPr>
          <a:xfrm>
            <a:off x="300348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"/>
          <p:cNvSpPr/>
          <p:nvPr/>
        </p:nvSpPr>
        <p:spPr>
          <a:xfrm>
            <a:off x="325116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"/>
          <p:cNvSpPr/>
          <p:nvPr/>
        </p:nvSpPr>
        <p:spPr>
          <a:xfrm>
            <a:off x="347328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"/>
          <p:cNvSpPr/>
          <p:nvPr/>
        </p:nvSpPr>
        <p:spPr>
          <a:xfrm>
            <a:off x="1146240" y="54896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"/>
          <p:cNvSpPr/>
          <p:nvPr/>
        </p:nvSpPr>
        <p:spPr>
          <a:xfrm>
            <a:off x="1374840" y="54896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"/>
          <p:cNvSpPr/>
          <p:nvPr/>
        </p:nvSpPr>
        <p:spPr>
          <a:xfrm>
            <a:off x="1593720" y="54896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"/>
          <p:cNvSpPr/>
          <p:nvPr/>
        </p:nvSpPr>
        <p:spPr>
          <a:xfrm>
            <a:off x="1841400" y="54896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"/>
          <p:cNvSpPr/>
          <p:nvPr/>
        </p:nvSpPr>
        <p:spPr>
          <a:xfrm>
            <a:off x="2063880" y="54896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"/>
          <p:cNvSpPr/>
          <p:nvPr/>
        </p:nvSpPr>
        <p:spPr>
          <a:xfrm>
            <a:off x="5464080" y="54896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"/>
          <p:cNvSpPr/>
          <p:nvPr/>
        </p:nvSpPr>
        <p:spPr>
          <a:xfrm>
            <a:off x="5692680" y="54896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"/>
          <p:cNvSpPr/>
          <p:nvPr/>
        </p:nvSpPr>
        <p:spPr>
          <a:xfrm>
            <a:off x="5911920" y="54896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"/>
          <p:cNvSpPr/>
          <p:nvPr/>
        </p:nvSpPr>
        <p:spPr>
          <a:xfrm>
            <a:off x="6159600" y="54896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"/>
          <p:cNvSpPr/>
          <p:nvPr/>
        </p:nvSpPr>
        <p:spPr>
          <a:xfrm>
            <a:off x="6381720" y="54896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"/>
          <p:cNvSpPr/>
          <p:nvPr/>
        </p:nvSpPr>
        <p:spPr>
          <a:xfrm>
            <a:off x="6962760" y="54896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"/>
          <p:cNvSpPr/>
          <p:nvPr/>
        </p:nvSpPr>
        <p:spPr>
          <a:xfrm>
            <a:off x="7165800" y="54896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"/>
          <p:cNvSpPr/>
          <p:nvPr/>
        </p:nvSpPr>
        <p:spPr>
          <a:xfrm>
            <a:off x="7385040" y="54896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"/>
          <p:cNvSpPr/>
          <p:nvPr/>
        </p:nvSpPr>
        <p:spPr>
          <a:xfrm>
            <a:off x="7632720" y="54896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"/>
          <p:cNvSpPr/>
          <p:nvPr/>
        </p:nvSpPr>
        <p:spPr>
          <a:xfrm>
            <a:off x="7854840" y="54896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"/>
          <p:cNvSpPr/>
          <p:nvPr/>
        </p:nvSpPr>
        <p:spPr>
          <a:xfrm>
            <a:off x="8315280" y="54770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"/>
          <p:cNvSpPr/>
          <p:nvPr/>
        </p:nvSpPr>
        <p:spPr>
          <a:xfrm>
            <a:off x="8543880" y="54770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"/>
          <p:cNvSpPr/>
          <p:nvPr/>
        </p:nvSpPr>
        <p:spPr>
          <a:xfrm>
            <a:off x="898560" y="5460840"/>
            <a:ext cx="0" cy="698760"/>
          </a:xfrm>
          <a:prstGeom prst="line">
            <a:avLst/>
          </a:prstGeom>
          <a:ln w="2556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"/>
          <p:cNvSpPr/>
          <p:nvPr/>
        </p:nvSpPr>
        <p:spPr>
          <a:xfrm>
            <a:off x="676440" y="54896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"/>
          <p:cNvSpPr/>
          <p:nvPr/>
        </p:nvSpPr>
        <p:spPr>
          <a:xfrm>
            <a:off x="8508960" y="5214960"/>
            <a:ext cx="774720" cy="274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343080" y="6134040"/>
            <a:ext cx="1574640" cy="46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Data Buckets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"/>
          <p:cNvSpPr/>
          <p:nvPr/>
        </p:nvSpPr>
        <p:spPr>
          <a:xfrm>
            <a:off x="2057400" y="6145920"/>
            <a:ext cx="622440" cy="366840"/>
          </a:xfrm>
          <a:custGeom>
            <a:avLst/>
            <a:gdLst/>
            <a:ahLst/>
            <a:rect l="0" t="0" r="r" b="b"/>
            <a:pathLst>
              <a:path fill="none" w="1729" h="1019">
                <a:moveTo>
                  <a:pt x="1" y="0"/>
                </a:moveTo>
                <a:lnTo>
                  <a:pt x="1" y="0"/>
                </a:lnTo>
                <a:cubicBezTo>
                  <a:pt x="0" y="14"/>
                  <a:pt x="0" y="28"/>
                  <a:pt x="0" y="43"/>
                </a:cubicBezTo>
                <a:cubicBezTo>
                  <a:pt x="0" y="214"/>
                  <a:pt x="40" y="382"/>
                  <a:pt x="116" y="531"/>
                </a:cubicBezTo>
                <a:cubicBezTo>
                  <a:pt x="192" y="679"/>
                  <a:pt x="301" y="802"/>
                  <a:pt x="433" y="888"/>
                </a:cubicBezTo>
                <a:cubicBezTo>
                  <a:pt x="564" y="974"/>
                  <a:pt x="713" y="1019"/>
                  <a:pt x="865" y="1019"/>
                </a:cubicBezTo>
                <a:cubicBezTo>
                  <a:pt x="1017" y="1019"/>
                  <a:pt x="1166" y="974"/>
                  <a:pt x="1297" y="888"/>
                </a:cubicBezTo>
                <a:cubicBezTo>
                  <a:pt x="1429" y="802"/>
                  <a:pt x="1538" y="679"/>
                  <a:pt x="1614" y="531"/>
                </a:cubicBezTo>
                <a:cubicBezTo>
                  <a:pt x="1683" y="395"/>
                  <a:pt x="1723" y="242"/>
                  <a:pt x="1729" y="85"/>
                </a:cubicBezTo>
              </a:path>
            </a:pathLst>
          </a:custGeom>
          <a:ln w="12600">
            <a:solidFill>
              <a:srgbClr val="FFFFFF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"/>
          <p:cNvSpPr/>
          <p:nvPr/>
        </p:nvSpPr>
        <p:spPr>
          <a:xfrm>
            <a:off x="3467160" y="6133320"/>
            <a:ext cx="622440" cy="366840"/>
          </a:xfrm>
          <a:custGeom>
            <a:avLst/>
            <a:gdLst/>
            <a:ahLst/>
            <a:rect l="0" t="0" r="r" b="b"/>
            <a:pathLst>
              <a:path fill="none" w="1729" h="1019">
                <a:moveTo>
                  <a:pt x="1" y="0"/>
                </a:moveTo>
                <a:lnTo>
                  <a:pt x="1" y="0"/>
                </a:lnTo>
                <a:cubicBezTo>
                  <a:pt x="0" y="14"/>
                  <a:pt x="0" y="28"/>
                  <a:pt x="0" y="43"/>
                </a:cubicBezTo>
                <a:cubicBezTo>
                  <a:pt x="0" y="214"/>
                  <a:pt x="40" y="382"/>
                  <a:pt x="116" y="531"/>
                </a:cubicBezTo>
                <a:cubicBezTo>
                  <a:pt x="192" y="679"/>
                  <a:pt x="301" y="802"/>
                  <a:pt x="433" y="888"/>
                </a:cubicBezTo>
                <a:cubicBezTo>
                  <a:pt x="564" y="974"/>
                  <a:pt x="713" y="1019"/>
                  <a:pt x="865" y="1019"/>
                </a:cubicBezTo>
                <a:cubicBezTo>
                  <a:pt x="1017" y="1019"/>
                  <a:pt x="1166" y="974"/>
                  <a:pt x="1297" y="888"/>
                </a:cubicBezTo>
                <a:cubicBezTo>
                  <a:pt x="1429" y="802"/>
                  <a:pt x="1538" y="679"/>
                  <a:pt x="1614" y="531"/>
                </a:cubicBezTo>
                <a:cubicBezTo>
                  <a:pt x="1683" y="395"/>
                  <a:pt x="1723" y="242"/>
                  <a:pt x="1729" y="85"/>
                </a:cubicBezTo>
              </a:path>
            </a:pathLst>
          </a:custGeom>
          <a:ln w="12600">
            <a:solidFill>
              <a:srgbClr val="FFFFFF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"/>
          <p:cNvSpPr/>
          <p:nvPr/>
        </p:nvSpPr>
        <p:spPr>
          <a:xfrm>
            <a:off x="4952880" y="6158520"/>
            <a:ext cx="622440" cy="366840"/>
          </a:xfrm>
          <a:custGeom>
            <a:avLst/>
            <a:gdLst/>
            <a:ahLst/>
            <a:rect l="0" t="0" r="r" b="b"/>
            <a:pathLst>
              <a:path fill="none" w="1729" h="1019">
                <a:moveTo>
                  <a:pt x="1" y="0"/>
                </a:moveTo>
                <a:lnTo>
                  <a:pt x="1" y="0"/>
                </a:lnTo>
                <a:cubicBezTo>
                  <a:pt x="0" y="14"/>
                  <a:pt x="0" y="28"/>
                  <a:pt x="0" y="43"/>
                </a:cubicBezTo>
                <a:cubicBezTo>
                  <a:pt x="0" y="214"/>
                  <a:pt x="40" y="382"/>
                  <a:pt x="116" y="531"/>
                </a:cubicBezTo>
                <a:cubicBezTo>
                  <a:pt x="192" y="679"/>
                  <a:pt x="301" y="802"/>
                  <a:pt x="433" y="888"/>
                </a:cubicBezTo>
                <a:cubicBezTo>
                  <a:pt x="564" y="974"/>
                  <a:pt x="713" y="1019"/>
                  <a:pt x="865" y="1019"/>
                </a:cubicBezTo>
                <a:cubicBezTo>
                  <a:pt x="1017" y="1019"/>
                  <a:pt x="1166" y="974"/>
                  <a:pt x="1297" y="888"/>
                </a:cubicBezTo>
                <a:cubicBezTo>
                  <a:pt x="1429" y="802"/>
                  <a:pt x="1538" y="679"/>
                  <a:pt x="1614" y="531"/>
                </a:cubicBezTo>
                <a:cubicBezTo>
                  <a:pt x="1683" y="395"/>
                  <a:pt x="1723" y="242"/>
                  <a:pt x="1729" y="85"/>
                </a:cubicBezTo>
              </a:path>
            </a:pathLst>
          </a:custGeom>
          <a:ln w="12600">
            <a:solidFill>
              <a:srgbClr val="FFFFFF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"/>
          <p:cNvSpPr/>
          <p:nvPr/>
        </p:nvSpPr>
        <p:spPr>
          <a:xfrm>
            <a:off x="6400800" y="6158520"/>
            <a:ext cx="622440" cy="366840"/>
          </a:xfrm>
          <a:custGeom>
            <a:avLst/>
            <a:gdLst/>
            <a:ahLst/>
            <a:rect l="0" t="0" r="r" b="b"/>
            <a:pathLst>
              <a:path fill="none" w="1729" h="1019">
                <a:moveTo>
                  <a:pt x="1" y="0"/>
                </a:moveTo>
                <a:lnTo>
                  <a:pt x="1" y="0"/>
                </a:lnTo>
                <a:cubicBezTo>
                  <a:pt x="0" y="14"/>
                  <a:pt x="0" y="28"/>
                  <a:pt x="0" y="43"/>
                </a:cubicBezTo>
                <a:cubicBezTo>
                  <a:pt x="0" y="214"/>
                  <a:pt x="40" y="382"/>
                  <a:pt x="116" y="531"/>
                </a:cubicBezTo>
                <a:cubicBezTo>
                  <a:pt x="192" y="679"/>
                  <a:pt x="301" y="802"/>
                  <a:pt x="433" y="888"/>
                </a:cubicBezTo>
                <a:cubicBezTo>
                  <a:pt x="564" y="974"/>
                  <a:pt x="713" y="1019"/>
                  <a:pt x="865" y="1019"/>
                </a:cubicBezTo>
                <a:cubicBezTo>
                  <a:pt x="1017" y="1019"/>
                  <a:pt x="1166" y="974"/>
                  <a:pt x="1297" y="888"/>
                </a:cubicBezTo>
                <a:cubicBezTo>
                  <a:pt x="1429" y="802"/>
                  <a:pt x="1538" y="679"/>
                  <a:pt x="1614" y="531"/>
                </a:cubicBezTo>
                <a:cubicBezTo>
                  <a:pt x="1683" y="395"/>
                  <a:pt x="1723" y="242"/>
                  <a:pt x="1729" y="85"/>
                </a:cubicBezTo>
              </a:path>
            </a:pathLst>
          </a:custGeom>
          <a:ln w="12600">
            <a:solidFill>
              <a:srgbClr val="FFFFFF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"/>
          <p:cNvSpPr/>
          <p:nvPr/>
        </p:nvSpPr>
        <p:spPr>
          <a:xfrm>
            <a:off x="7873920" y="6158520"/>
            <a:ext cx="622440" cy="366840"/>
          </a:xfrm>
          <a:custGeom>
            <a:avLst/>
            <a:gdLst/>
            <a:ahLst/>
            <a:rect l="0" t="0" r="r" b="b"/>
            <a:pathLst>
              <a:path fill="none" w="1729" h="1019">
                <a:moveTo>
                  <a:pt x="1" y="0"/>
                </a:moveTo>
                <a:lnTo>
                  <a:pt x="1" y="0"/>
                </a:lnTo>
                <a:cubicBezTo>
                  <a:pt x="0" y="14"/>
                  <a:pt x="0" y="28"/>
                  <a:pt x="0" y="43"/>
                </a:cubicBezTo>
                <a:cubicBezTo>
                  <a:pt x="0" y="214"/>
                  <a:pt x="40" y="382"/>
                  <a:pt x="116" y="531"/>
                </a:cubicBezTo>
                <a:cubicBezTo>
                  <a:pt x="192" y="679"/>
                  <a:pt x="301" y="802"/>
                  <a:pt x="433" y="888"/>
                </a:cubicBezTo>
                <a:cubicBezTo>
                  <a:pt x="564" y="974"/>
                  <a:pt x="713" y="1019"/>
                  <a:pt x="865" y="1019"/>
                </a:cubicBezTo>
                <a:cubicBezTo>
                  <a:pt x="1017" y="1019"/>
                  <a:pt x="1166" y="974"/>
                  <a:pt x="1297" y="888"/>
                </a:cubicBezTo>
                <a:cubicBezTo>
                  <a:pt x="1429" y="802"/>
                  <a:pt x="1538" y="679"/>
                  <a:pt x="1614" y="531"/>
                </a:cubicBezTo>
                <a:cubicBezTo>
                  <a:pt x="1683" y="395"/>
                  <a:pt x="1723" y="242"/>
                  <a:pt x="1729" y="85"/>
                </a:cubicBezTo>
              </a:path>
            </a:pathLst>
          </a:custGeom>
          <a:ln w="12600">
            <a:solidFill>
              <a:srgbClr val="FFFFFF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"/>
          <p:cNvSpPr txBox="1"/>
          <p:nvPr/>
        </p:nvSpPr>
        <p:spPr>
          <a:xfrm>
            <a:off x="1917720" y="158760"/>
            <a:ext cx="504504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Indexed Files - Alternate Key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"/>
          <p:cNvSpPr txBox="1"/>
          <p:nvPr/>
        </p:nvSpPr>
        <p:spPr>
          <a:xfrm>
            <a:off x="3489480" y="757080"/>
            <a:ext cx="1679400" cy="70632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800" b="1" u="none" strike="noStrike">
                <a:solidFill>
                  <a:srgbClr val="037C03"/>
                </a:solidFill>
                <a:effectLst/>
                <a:uFillTx/>
                <a:latin typeface="Arial"/>
                <a:ea typeface="Arial"/>
              </a:rPr>
              <a:t>H   R   Z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"/>
          <p:cNvSpPr/>
          <p:nvPr/>
        </p:nvSpPr>
        <p:spPr>
          <a:xfrm>
            <a:off x="4038480" y="749160"/>
            <a:ext cx="0" cy="69876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"/>
          <p:cNvSpPr/>
          <p:nvPr/>
        </p:nvSpPr>
        <p:spPr>
          <a:xfrm>
            <a:off x="4597560" y="76212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"/>
          <p:cNvSpPr txBox="1"/>
          <p:nvPr/>
        </p:nvSpPr>
        <p:spPr>
          <a:xfrm>
            <a:off x="3403440" y="2085840"/>
            <a:ext cx="1698480" cy="70632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800" b="1" u="none" strike="noStrike">
                <a:solidFill>
                  <a:srgbClr val="037C03"/>
                </a:solidFill>
                <a:effectLst/>
                <a:uFillTx/>
                <a:latin typeface="Arial"/>
                <a:ea typeface="Arial"/>
              </a:rPr>
              <a:t>L   O   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"/>
          <p:cNvSpPr/>
          <p:nvPr/>
        </p:nvSpPr>
        <p:spPr>
          <a:xfrm>
            <a:off x="3975120" y="208296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"/>
          <p:cNvSpPr/>
          <p:nvPr/>
        </p:nvSpPr>
        <p:spPr>
          <a:xfrm>
            <a:off x="4533840" y="208296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1166760" y="2085840"/>
            <a:ext cx="1679400" cy="70632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800" b="1" u="none" strike="noStrike">
                <a:solidFill>
                  <a:srgbClr val="037C03"/>
                </a:solidFill>
                <a:effectLst/>
                <a:uFillTx/>
                <a:latin typeface="Arial"/>
                <a:ea typeface="Arial"/>
              </a:rPr>
              <a:t>C   F   H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"/>
          <p:cNvSpPr/>
          <p:nvPr/>
        </p:nvSpPr>
        <p:spPr>
          <a:xfrm>
            <a:off x="1727280" y="208296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"/>
          <p:cNvSpPr/>
          <p:nvPr/>
        </p:nvSpPr>
        <p:spPr>
          <a:xfrm>
            <a:off x="2286000" y="208296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"/>
          <p:cNvSpPr txBox="1"/>
          <p:nvPr/>
        </p:nvSpPr>
        <p:spPr>
          <a:xfrm>
            <a:off x="5707080" y="2085840"/>
            <a:ext cx="1717560" cy="70632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800" b="1" u="none" strike="noStrike">
                <a:solidFill>
                  <a:srgbClr val="037C03"/>
                </a:solidFill>
                <a:effectLst/>
                <a:uFillTx/>
                <a:latin typeface="Arial"/>
                <a:ea typeface="Arial"/>
              </a:rPr>
              <a:t>T   W   Z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"/>
          <p:cNvSpPr/>
          <p:nvPr/>
        </p:nvSpPr>
        <p:spPr>
          <a:xfrm>
            <a:off x="6286680" y="208296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"/>
          <p:cNvSpPr/>
          <p:nvPr/>
        </p:nvSpPr>
        <p:spPr>
          <a:xfrm>
            <a:off x="6845400" y="208296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376200" y="3884760"/>
            <a:ext cx="8253360" cy="71280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Mi Nf Ni Nt Oi Ot       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"/>
          <p:cNvSpPr/>
          <p:nvPr/>
        </p:nvSpPr>
        <p:spPr>
          <a:xfrm>
            <a:off x="6502320" y="3898800"/>
            <a:ext cx="0" cy="698760"/>
          </a:xfrm>
          <a:prstGeom prst="line">
            <a:avLst/>
          </a:prstGeom>
          <a:ln w="2556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"/>
          <p:cNvSpPr/>
          <p:nvPr/>
        </p:nvSpPr>
        <p:spPr>
          <a:xfrm>
            <a:off x="2155680" y="3886200"/>
            <a:ext cx="0" cy="698400"/>
          </a:xfrm>
          <a:prstGeom prst="line">
            <a:avLst/>
          </a:prstGeom>
          <a:ln w="2556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"/>
          <p:cNvSpPr/>
          <p:nvPr/>
        </p:nvSpPr>
        <p:spPr>
          <a:xfrm>
            <a:off x="5048280" y="3889440"/>
            <a:ext cx="0" cy="698400"/>
          </a:xfrm>
          <a:prstGeom prst="line">
            <a:avLst/>
          </a:prstGeom>
          <a:ln w="2556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"/>
          <p:cNvSpPr/>
          <p:nvPr/>
        </p:nvSpPr>
        <p:spPr>
          <a:xfrm>
            <a:off x="3587760" y="3889440"/>
            <a:ext cx="0" cy="698400"/>
          </a:xfrm>
          <a:prstGeom prst="line">
            <a:avLst/>
          </a:prstGeom>
          <a:ln w="2556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"/>
          <p:cNvSpPr/>
          <p:nvPr/>
        </p:nvSpPr>
        <p:spPr>
          <a:xfrm>
            <a:off x="7966080" y="3889440"/>
            <a:ext cx="0" cy="698400"/>
          </a:xfrm>
          <a:prstGeom prst="line">
            <a:avLst/>
          </a:prstGeom>
          <a:ln w="2556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"/>
          <p:cNvSpPr/>
          <p:nvPr/>
        </p:nvSpPr>
        <p:spPr>
          <a:xfrm>
            <a:off x="3876840" y="38894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"/>
          <p:cNvSpPr/>
          <p:nvPr/>
        </p:nvSpPr>
        <p:spPr>
          <a:xfrm>
            <a:off x="4105440" y="38894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"/>
          <p:cNvSpPr/>
          <p:nvPr/>
        </p:nvSpPr>
        <p:spPr>
          <a:xfrm>
            <a:off x="4324320" y="38894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"/>
          <p:cNvSpPr/>
          <p:nvPr/>
        </p:nvSpPr>
        <p:spPr>
          <a:xfrm>
            <a:off x="4572000" y="38894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"/>
          <p:cNvSpPr/>
          <p:nvPr/>
        </p:nvSpPr>
        <p:spPr>
          <a:xfrm>
            <a:off x="4794120" y="38894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"/>
          <p:cNvSpPr/>
          <p:nvPr/>
        </p:nvSpPr>
        <p:spPr>
          <a:xfrm flipH="1">
            <a:off x="2819520" y="2781360"/>
            <a:ext cx="596880" cy="1092240"/>
          </a:xfrm>
          <a:prstGeom prst="line">
            <a:avLst/>
          </a:prstGeom>
          <a:ln w="1260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"/>
          <p:cNvSpPr/>
          <p:nvPr/>
        </p:nvSpPr>
        <p:spPr>
          <a:xfrm>
            <a:off x="4343400" y="2819520"/>
            <a:ext cx="0" cy="1009440"/>
          </a:xfrm>
          <a:prstGeom prst="line">
            <a:avLst/>
          </a:prstGeom>
          <a:ln w="1260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"/>
          <p:cNvSpPr/>
          <p:nvPr/>
        </p:nvSpPr>
        <p:spPr>
          <a:xfrm>
            <a:off x="5092560" y="2806560"/>
            <a:ext cx="803520" cy="1032120"/>
          </a:xfrm>
          <a:prstGeom prst="line">
            <a:avLst/>
          </a:prstGeom>
          <a:ln w="1260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"/>
          <p:cNvSpPr/>
          <p:nvPr/>
        </p:nvSpPr>
        <p:spPr>
          <a:xfrm>
            <a:off x="6006960" y="2781360"/>
            <a:ext cx="1231920" cy="1066680"/>
          </a:xfrm>
          <a:prstGeom prst="line">
            <a:avLst/>
          </a:prstGeom>
          <a:ln w="1260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"/>
          <p:cNvSpPr/>
          <p:nvPr/>
        </p:nvSpPr>
        <p:spPr>
          <a:xfrm flipH="1">
            <a:off x="1438200" y="2806560"/>
            <a:ext cx="1063800" cy="1022400"/>
          </a:xfrm>
          <a:prstGeom prst="line">
            <a:avLst/>
          </a:prstGeom>
          <a:ln w="1260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"/>
          <p:cNvSpPr/>
          <p:nvPr/>
        </p:nvSpPr>
        <p:spPr>
          <a:xfrm>
            <a:off x="6566040" y="2806560"/>
            <a:ext cx="1714320" cy="1041480"/>
          </a:xfrm>
          <a:prstGeom prst="line">
            <a:avLst/>
          </a:prstGeom>
          <a:ln w="1260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"/>
          <p:cNvSpPr/>
          <p:nvPr/>
        </p:nvSpPr>
        <p:spPr>
          <a:xfrm>
            <a:off x="343080" y="3809880"/>
            <a:ext cx="178200" cy="851400"/>
          </a:xfrm>
          <a:custGeom>
            <a:avLst/>
            <a:gdLst/>
            <a:ahLst/>
            <a:rect l="0" t="0" r="r" b="b"/>
            <a:pathLst>
              <a:path w="495" h="2365">
                <a:moveTo>
                  <a:pt x="247" y="70"/>
                </a:moveTo>
                <a:lnTo>
                  <a:pt x="283" y="176"/>
                </a:lnTo>
                <a:lnTo>
                  <a:pt x="353" y="282"/>
                </a:lnTo>
                <a:lnTo>
                  <a:pt x="390" y="388"/>
                </a:lnTo>
                <a:lnTo>
                  <a:pt x="460" y="493"/>
                </a:lnTo>
                <a:lnTo>
                  <a:pt x="353" y="564"/>
                </a:lnTo>
                <a:lnTo>
                  <a:pt x="247" y="600"/>
                </a:lnTo>
                <a:lnTo>
                  <a:pt x="247" y="706"/>
                </a:lnTo>
                <a:lnTo>
                  <a:pt x="353" y="777"/>
                </a:lnTo>
                <a:lnTo>
                  <a:pt x="425" y="882"/>
                </a:lnTo>
                <a:lnTo>
                  <a:pt x="495" y="988"/>
                </a:lnTo>
                <a:lnTo>
                  <a:pt x="390" y="1059"/>
                </a:lnTo>
                <a:lnTo>
                  <a:pt x="318" y="1165"/>
                </a:lnTo>
                <a:lnTo>
                  <a:pt x="212" y="1235"/>
                </a:lnTo>
                <a:lnTo>
                  <a:pt x="247" y="1341"/>
                </a:lnTo>
                <a:lnTo>
                  <a:pt x="353" y="1376"/>
                </a:lnTo>
                <a:lnTo>
                  <a:pt x="460" y="1447"/>
                </a:lnTo>
                <a:lnTo>
                  <a:pt x="425" y="1553"/>
                </a:lnTo>
                <a:lnTo>
                  <a:pt x="318" y="1623"/>
                </a:lnTo>
                <a:lnTo>
                  <a:pt x="212" y="1694"/>
                </a:lnTo>
                <a:lnTo>
                  <a:pt x="283" y="1801"/>
                </a:lnTo>
                <a:lnTo>
                  <a:pt x="353" y="1907"/>
                </a:lnTo>
                <a:lnTo>
                  <a:pt x="460" y="1977"/>
                </a:lnTo>
                <a:lnTo>
                  <a:pt x="390" y="2083"/>
                </a:lnTo>
                <a:lnTo>
                  <a:pt x="283" y="2189"/>
                </a:lnTo>
                <a:lnTo>
                  <a:pt x="0" y="2365"/>
                </a:lnTo>
                <a:lnTo>
                  <a:pt x="0" y="0"/>
                </a:lnTo>
                <a:lnTo>
                  <a:pt x="247" y="70"/>
                </a:lnTo>
                <a:close/>
              </a:path>
            </a:pathLst>
          </a:custGeom>
          <a:solidFill>
            <a:srgbClr val="081D58"/>
          </a:solidFill>
          <a:ln w="12600">
            <a:solidFill>
              <a:srgbClr val="919191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"/>
          <p:cNvSpPr/>
          <p:nvPr/>
        </p:nvSpPr>
        <p:spPr>
          <a:xfrm>
            <a:off x="241200" y="3683160"/>
            <a:ext cx="254520" cy="1041840"/>
          </a:xfrm>
          <a:custGeom>
            <a:avLst/>
            <a:gdLst/>
            <a:ahLst/>
            <a:rect l="0" t="0" r="r" b="b"/>
            <a:pathLst>
              <a:path w="707" h="2894">
                <a:moveTo>
                  <a:pt x="707" y="458"/>
                </a:moveTo>
                <a:lnTo>
                  <a:pt x="636" y="564"/>
                </a:lnTo>
                <a:lnTo>
                  <a:pt x="531" y="635"/>
                </a:lnTo>
                <a:lnTo>
                  <a:pt x="424" y="705"/>
                </a:lnTo>
                <a:lnTo>
                  <a:pt x="353" y="812"/>
                </a:lnTo>
                <a:lnTo>
                  <a:pt x="318" y="918"/>
                </a:lnTo>
                <a:lnTo>
                  <a:pt x="424" y="2189"/>
                </a:lnTo>
                <a:lnTo>
                  <a:pt x="707" y="2788"/>
                </a:lnTo>
                <a:lnTo>
                  <a:pt x="70" y="2894"/>
                </a:lnTo>
                <a:lnTo>
                  <a:pt x="0" y="0"/>
                </a:lnTo>
                <a:lnTo>
                  <a:pt x="707" y="458"/>
                </a:lnTo>
                <a:close/>
              </a:path>
            </a:pathLst>
          </a:custGeom>
          <a:solidFill>
            <a:srgbClr val="081D58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"/>
          <p:cNvSpPr/>
          <p:nvPr/>
        </p:nvSpPr>
        <p:spPr>
          <a:xfrm>
            <a:off x="8458200" y="3835440"/>
            <a:ext cx="241560" cy="825840"/>
          </a:xfrm>
          <a:custGeom>
            <a:avLst/>
            <a:gdLst/>
            <a:ahLst/>
            <a:rect l="0" t="0" r="r" b="b"/>
            <a:pathLst>
              <a:path w="671" h="2294">
                <a:moveTo>
                  <a:pt x="424" y="0"/>
                </a:moveTo>
                <a:lnTo>
                  <a:pt x="105" y="493"/>
                </a:lnTo>
                <a:lnTo>
                  <a:pt x="211" y="599"/>
                </a:lnTo>
                <a:lnTo>
                  <a:pt x="353" y="635"/>
                </a:lnTo>
                <a:lnTo>
                  <a:pt x="246" y="740"/>
                </a:lnTo>
                <a:lnTo>
                  <a:pt x="141" y="776"/>
                </a:lnTo>
                <a:lnTo>
                  <a:pt x="70" y="881"/>
                </a:lnTo>
                <a:lnTo>
                  <a:pt x="176" y="987"/>
                </a:lnTo>
                <a:lnTo>
                  <a:pt x="282" y="1058"/>
                </a:lnTo>
                <a:lnTo>
                  <a:pt x="353" y="1165"/>
                </a:lnTo>
                <a:lnTo>
                  <a:pt x="389" y="1271"/>
                </a:lnTo>
                <a:lnTo>
                  <a:pt x="494" y="1306"/>
                </a:lnTo>
                <a:lnTo>
                  <a:pt x="389" y="1271"/>
                </a:lnTo>
                <a:lnTo>
                  <a:pt x="317" y="1376"/>
                </a:lnTo>
                <a:lnTo>
                  <a:pt x="211" y="1447"/>
                </a:lnTo>
                <a:lnTo>
                  <a:pt x="105" y="1553"/>
                </a:lnTo>
                <a:lnTo>
                  <a:pt x="0" y="1588"/>
                </a:lnTo>
                <a:lnTo>
                  <a:pt x="70" y="1694"/>
                </a:lnTo>
                <a:lnTo>
                  <a:pt x="176" y="1729"/>
                </a:lnTo>
                <a:lnTo>
                  <a:pt x="282" y="1800"/>
                </a:lnTo>
                <a:lnTo>
                  <a:pt x="282" y="1906"/>
                </a:lnTo>
                <a:lnTo>
                  <a:pt x="176" y="1976"/>
                </a:lnTo>
                <a:lnTo>
                  <a:pt x="70" y="2047"/>
                </a:lnTo>
                <a:lnTo>
                  <a:pt x="0" y="2294"/>
                </a:lnTo>
                <a:lnTo>
                  <a:pt x="636" y="2223"/>
                </a:lnTo>
                <a:lnTo>
                  <a:pt x="671" y="35"/>
                </a:lnTo>
                <a:lnTo>
                  <a:pt x="424" y="0"/>
                </a:lnTo>
                <a:close/>
              </a:path>
            </a:pathLst>
          </a:custGeom>
          <a:solidFill>
            <a:srgbClr val="000000"/>
          </a:solidFill>
          <a:ln w="12600">
            <a:solidFill>
              <a:srgbClr val="919191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"/>
          <p:cNvSpPr/>
          <p:nvPr/>
        </p:nvSpPr>
        <p:spPr>
          <a:xfrm>
            <a:off x="8344080" y="3771720"/>
            <a:ext cx="432000" cy="940320"/>
          </a:xfrm>
          <a:custGeom>
            <a:avLst/>
            <a:gdLst/>
            <a:ahLst/>
            <a:rect l="0" t="0" r="r" b="b"/>
            <a:pathLst>
              <a:path w="1200" h="2612">
                <a:moveTo>
                  <a:pt x="493" y="70"/>
                </a:moveTo>
                <a:lnTo>
                  <a:pt x="812" y="564"/>
                </a:lnTo>
                <a:lnTo>
                  <a:pt x="741" y="1729"/>
                </a:lnTo>
                <a:lnTo>
                  <a:pt x="741" y="2224"/>
                </a:lnTo>
                <a:lnTo>
                  <a:pt x="0" y="2400"/>
                </a:lnTo>
                <a:lnTo>
                  <a:pt x="211" y="2612"/>
                </a:lnTo>
                <a:lnTo>
                  <a:pt x="1165" y="2577"/>
                </a:lnTo>
                <a:lnTo>
                  <a:pt x="1200" y="0"/>
                </a:lnTo>
                <a:lnTo>
                  <a:pt x="493" y="7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"/>
          <p:cNvSpPr/>
          <p:nvPr/>
        </p:nvSpPr>
        <p:spPr>
          <a:xfrm>
            <a:off x="2403360" y="38894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"/>
          <p:cNvSpPr/>
          <p:nvPr/>
        </p:nvSpPr>
        <p:spPr>
          <a:xfrm>
            <a:off x="2631960" y="38894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"/>
          <p:cNvSpPr/>
          <p:nvPr/>
        </p:nvSpPr>
        <p:spPr>
          <a:xfrm>
            <a:off x="2851200" y="38894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"/>
          <p:cNvSpPr/>
          <p:nvPr/>
        </p:nvSpPr>
        <p:spPr>
          <a:xfrm>
            <a:off x="3098880" y="38894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"/>
          <p:cNvSpPr/>
          <p:nvPr/>
        </p:nvSpPr>
        <p:spPr>
          <a:xfrm>
            <a:off x="3321000" y="38894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"/>
          <p:cNvSpPr/>
          <p:nvPr/>
        </p:nvSpPr>
        <p:spPr>
          <a:xfrm>
            <a:off x="993600" y="39146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"/>
          <p:cNvSpPr/>
          <p:nvPr/>
        </p:nvSpPr>
        <p:spPr>
          <a:xfrm>
            <a:off x="1222200" y="39146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"/>
          <p:cNvSpPr/>
          <p:nvPr/>
        </p:nvSpPr>
        <p:spPr>
          <a:xfrm>
            <a:off x="1441440" y="39146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"/>
          <p:cNvSpPr/>
          <p:nvPr/>
        </p:nvSpPr>
        <p:spPr>
          <a:xfrm>
            <a:off x="1689120" y="39146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"/>
          <p:cNvSpPr/>
          <p:nvPr/>
        </p:nvSpPr>
        <p:spPr>
          <a:xfrm>
            <a:off x="1911240" y="39146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"/>
          <p:cNvSpPr/>
          <p:nvPr/>
        </p:nvSpPr>
        <p:spPr>
          <a:xfrm>
            <a:off x="5311800" y="39146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"/>
          <p:cNvSpPr/>
          <p:nvPr/>
        </p:nvSpPr>
        <p:spPr>
          <a:xfrm>
            <a:off x="5540400" y="39146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"/>
          <p:cNvSpPr/>
          <p:nvPr/>
        </p:nvSpPr>
        <p:spPr>
          <a:xfrm>
            <a:off x="5759280" y="39146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"/>
          <p:cNvSpPr/>
          <p:nvPr/>
        </p:nvSpPr>
        <p:spPr>
          <a:xfrm>
            <a:off x="6006960" y="39146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"/>
          <p:cNvSpPr/>
          <p:nvPr/>
        </p:nvSpPr>
        <p:spPr>
          <a:xfrm>
            <a:off x="6229440" y="39146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"/>
          <p:cNvSpPr/>
          <p:nvPr/>
        </p:nvSpPr>
        <p:spPr>
          <a:xfrm>
            <a:off x="6810480" y="39146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"/>
          <p:cNvSpPr/>
          <p:nvPr/>
        </p:nvSpPr>
        <p:spPr>
          <a:xfrm>
            <a:off x="7013520" y="39146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"/>
          <p:cNvSpPr/>
          <p:nvPr/>
        </p:nvSpPr>
        <p:spPr>
          <a:xfrm>
            <a:off x="7232760" y="39146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"/>
          <p:cNvSpPr/>
          <p:nvPr/>
        </p:nvSpPr>
        <p:spPr>
          <a:xfrm>
            <a:off x="7480440" y="39146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"/>
          <p:cNvSpPr/>
          <p:nvPr/>
        </p:nvSpPr>
        <p:spPr>
          <a:xfrm>
            <a:off x="7702560" y="39146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"/>
          <p:cNvSpPr/>
          <p:nvPr/>
        </p:nvSpPr>
        <p:spPr>
          <a:xfrm>
            <a:off x="8163000" y="39020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"/>
          <p:cNvSpPr/>
          <p:nvPr/>
        </p:nvSpPr>
        <p:spPr>
          <a:xfrm>
            <a:off x="8391600" y="39020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"/>
          <p:cNvSpPr/>
          <p:nvPr/>
        </p:nvSpPr>
        <p:spPr>
          <a:xfrm>
            <a:off x="746280" y="3886200"/>
            <a:ext cx="0" cy="698400"/>
          </a:xfrm>
          <a:prstGeom prst="line">
            <a:avLst/>
          </a:prstGeom>
          <a:ln w="2556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"/>
          <p:cNvSpPr/>
          <p:nvPr/>
        </p:nvSpPr>
        <p:spPr>
          <a:xfrm>
            <a:off x="523800" y="39146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"/>
          <p:cNvSpPr/>
          <p:nvPr/>
        </p:nvSpPr>
        <p:spPr>
          <a:xfrm flipH="1">
            <a:off x="638280" y="2806560"/>
            <a:ext cx="1330200" cy="1035360"/>
          </a:xfrm>
          <a:prstGeom prst="line">
            <a:avLst/>
          </a:prstGeom>
          <a:ln w="1260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"/>
          <p:cNvSpPr/>
          <p:nvPr/>
        </p:nvSpPr>
        <p:spPr>
          <a:xfrm>
            <a:off x="4305240" y="1498680"/>
            <a:ext cx="0" cy="622080"/>
          </a:xfrm>
          <a:prstGeom prst="line">
            <a:avLst/>
          </a:prstGeom>
          <a:ln w="1260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"/>
          <p:cNvSpPr/>
          <p:nvPr/>
        </p:nvSpPr>
        <p:spPr>
          <a:xfrm flipH="1">
            <a:off x="2374920" y="1473120"/>
            <a:ext cx="1104840" cy="584280"/>
          </a:xfrm>
          <a:prstGeom prst="line">
            <a:avLst/>
          </a:prstGeom>
          <a:ln w="1260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"/>
          <p:cNvSpPr/>
          <p:nvPr/>
        </p:nvSpPr>
        <p:spPr>
          <a:xfrm>
            <a:off x="5168880" y="1486080"/>
            <a:ext cx="1333440" cy="571320"/>
          </a:xfrm>
          <a:prstGeom prst="line">
            <a:avLst/>
          </a:prstGeom>
          <a:ln w="1260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"/>
          <p:cNvSpPr txBox="1"/>
          <p:nvPr/>
        </p:nvSpPr>
        <p:spPr>
          <a:xfrm>
            <a:off x="1434960" y="927000"/>
            <a:ext cx="1346040" cy="51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DADADA"/>
                </a:solidFill>
                <a:effectLst/>
                <a:uFillTx/>
                <a:latin typeface="Arial"/>
                <a:ea typeface="Arial"/>
              </a:rPr>
              <a:t>Index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DADADA"/>
                </a:solidFill>
                <a:effectLst/>
                <a:uFillTx/>
                <a:latin typeface="Arial"/>
                <a:ea typeface="Arial"/>
              </a:rPr>
              <a:t>Buckets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"/>
          <p:cNvSpPr/>
          <p:nvPr/>
        </p:nvSpPr>
        <p:spPr>
          <a:xfrm>
            <a:off x="2590920" y="1117440"/>
            <a:ext cx="685800" cy="0"/>
          </a:xfrm>
          <a:prstGeom prst="line">
            <a:avLst/>
          </a:prstGeom>
          <a:ln w="25560">
            <a:solidFill>
              <a:srgbClr val="FAFD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-57600" rIns="102600" bIns="-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"/>
          <p:cNvSpPr/>
          <p:nvPr/>
        </p:nvSpPr>
        <p:spPr>
          <a:xfrm>
            <a:off x="2031840" y="1384200"/>
            <a:ext cx="0" cy="622440"/>
          </a:xfrm>
          <a:prstGeom prst="line">
            <a:avLst/>
          </a:prstGeom>
          <a:ln w="25560">
            <a:solidFill>
              <a:srgbClr val="FAFD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"/>
          <p:cNvSpPr txBox="1"/>
          <p:nvPr/>
        </p:nvSpPr>
        <p:spPr>
          <a:xfrm>
            <a:off x="7074000" y="2209680"/>
            <a:ext cx="1574640" cy="46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Level 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"/>
          <p:cNvSpPr txBox="1"/>
          <p:nvPr/>
        </p:nvSpPr>
        <p:spPr>
          <a:xfrm>
            <a:off x="8356680" y="3639960"/>
            <a:ext cx="774720" cy="51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Level 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"/>
          <p:cNvSpPr txBox="1"/>
          <p:nvPr/>
        </p:nvSpPr>
        <p:spPr>
          <a:xfrm>
            <a:off x="4813200" y="851040"/>
            <a:ext cx="1574640" cy="46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Level 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"/>
          <p:cNvSpPr txBox="1"/>
          <p:nvPr/>
        </p:nvSpPr>
        <p:spPr>
          <a:xfrm>
            <a:off x="190440" y="4559400"/>
            <a:ext cx="1574640" cy="46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Base Buckets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"/>
          <p:cNvSpPr/>
          <p:nvPr/>
        </p:nvSpPr>
        <p:spPr>
          <a:xfrm>
            <a:off x="1905120" y="4570920"/>
            <a:ext cx="622440" cy="366840"/>
          </a:xfrm>
          <a:custGeom>
            <a:avLst/>
            <a:gdLst/>
            <a:ahLst/>
            <a:rect l="0" t="0" r="r" b="b"/>
            <a:pathLst>
              <a:path fill="none" w="1729" h="1019">
                <a:moveTo>
                  <a:pt x="1" y="0"/>
                </a:moveTo>
                <a:lnTo>
                  <a:pt x="1" y="0"/>
                </a:lnTo>
                <a:cubicBezTo>
                  <a:pt x="0" y="14"/>
                  <a:pt x="0" y="28"/>
                  <a:pt x="0" y="43"/>
                </a:cubicBezTo>
                <a:cubicBezTo>
                  <a:pt x="0" y="214"/>
                  <a:pt x="40" y="382"/>
                  <a:pt x="116" y="531"/>
                </a:cubicBezTo>
                <a:cubicBezTo>
                  <a:pt x="192" y="679"/>
                  <a:pt x="301" y="802"/>
                  <a:pt x="433" y="888"/>
                </a:cubicBezTo>
                <a:cubicBezTo>
                  <a:pt x="564" y="974"/>
                  <a:pt x="713" y="1019"/>
                  <a:pt x="865" y="1019"/>
                </a:cubicBezTo>
                <a:cubicBezTo>
                  <a:pt x="1017" y="1019"/>
                  <a:pt x="1166" y="974"/>
                  <a:pt x="1297" y="888"/>
                </a:cubicBezTo>
                <a:cubicBezTo>
                  <a:pt x="1429" y="802"/>
                  <a:pt x="1538" y="679"/>
                  <a:pt x="1614" y="531"/>
                </a:cubicBezTo>
                <a:cubicBezTo>
                  <a:pt x="1683" y="395"/>
                  <a:pt x="1723" y="242"/>
                  <a:pt x="1729" y="85"/>
                </a:cubicBezTo>
              </a:path>
            </a:pathLst>
          </a:custGeom>
          <a:ln w="12600">
            <a:solidFill>
              <a:srgbClr val="FFFFFF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"/>
          <p:cNvSpPr/>
          <p:nvPr/>
        </p:nvSpPr>
        <p:spPr>
          <a:xfrm>
            <a:off x="3314880" y="4558320"/>
            <a:ext cx="622440" cy="366840"/>
          </a:xfrm>
          <a:custGeom>
            <a:avLst/>
            <a:gdLst/>
            <a:ahLst/>
            <a:rect l="0" t="0" r="r" b="b"/>
            <a:pathLst>
              <a:path fill="none" w="1729" h="1019">
                <a:moveTo>
                  <a:pt x="1" y="0"/>
                </a:moveTo>
                <a:lnTo>
                  <a:pt x="1" y="0"/>
                </a:lnTo>
                <a:cubicBezTo>
                  <a:pt x="0" y="14"/>
                  <a:pt x="0" y="28"/>
                  <a:pt x="0" y="43"/>
                </a:cubicBezTo>
                <a:cubicBezTo>
                  <a:pt x="0" y="214"/>
                  <a:pt x="40" y="382"/>
                  <a:pt x="116" y="531"/>
                </a:cubicBezTo>
                <a:cubicBezTo>
                  <a:pt x="192" y="679"/>
                  <a:pt x="301" y="802"/>
                  <a:pt x="433" y="888"/>
                </a:cubicBezTo>
                <a:cubicBezTo>
                  <a:pt x="564" y="974"/>
                  <a:pt x="713" y="1019"/>
                  <a:pt x="865" y="1019"/>
                </a:cubicBezTo>
                <a:cubicBezTo>
                  <a:pt x="1017" y="1019"/>
                  <a:pt x="1166" y="974"/>
                  <a:pt x="1297" y="888"/>
                </a:cubicBezTo>
                <a:cubicBezTo>
                  <a:pt x="1429" y="802"/>
                  <a:pt x="1538" y="679"/>
                  <a:pt x="1614" y="531"/>
                </a:cubicBezTo>
                <a:cubicBezTo>
                  <a:pt x="1683" y="395"/>
                  <a:pt x="1723" y="242"/>
                  <a:pt x="1729" y="85"/>
                </a:cubicBezTo>
              </a:path>
            </a:pathLst>
          </a:custGeom>
          <a:ln w="12600">
            <a:solidFill>
              <a:srgbClr val="FFFFFF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"/>
          <p:cNvSpPr/>
          <p:nvPr/>
        </p:nvSpPr>
        <p:spPr>
          <a:xfrm>
            <a:off x="4800600" y="4583880"/>
            <a:ext cx="622440" cy="366840"/>
          </a:xfrm>
          <a:custGeom>
            <a:avLst/>
            <a:gdLst/>
            <a:ahLst/>
            <a:rect l="0" t="0" r="r" b="b"/>
            <a:pathLst>
              <a:path fill="none" w="1729" h="1019">
                <a:moveTo>
                  <a:pt x="1" y="0"/>
                </a:moveTo>
                <a:lnTo>
                  <a:pt x="1" y="0"/>
                </a:lnTo>
                <a:cubicBezTo>
                  <a:pt x="0" y="14"/>
                  <a:pt x="0" y="28"/>
                  <a:pt x="0" y="43"/>
                </a:cubicBezTo>
                <a:cubicBezTo>
                  <a:pt x="0" y="214"/>
                  <a:pt x="40" y="382"/>
                  <a:pt x="116" y="531"/>
                </a:cubicBezTo>
                <a:cubicBezTo>
                  <a:pt x="192" y="679"/>
                  <a:pt x="301" y="802"/>
                  <a:pt x="433" y="888"/>
                </a:cubicBezTo>
                <a:cubicBezTo>
                  <a:pt x="564" y="974"/>
                  <a:pt x="713" y="1019"/>
                  <a:pt x="865" y="1019"/>
                </a:cubicBezTo>
                <a:cubicBezTo>
                  <a:pt x="1017" y="1019"/>
                  <a:pt x="1166" y="974"/>
                  <a:pt x="1297" y="888"/>
                </a:cubicBezTo>
                <a:cubicBezTo>
                  <a:pt x="1429" y="802"/>
                  <a:pt x="1538" y="679"/>
                  <a:pt x="1614" y="531"/>
                </a:cubicBezTo>
                <a:cubicBezTo>
                  <a:pt x="1683" y="395"/>
                  <a:pt x="1723" y="242"/>
                  <a:pt x="1729" y="85"/>
                </a:cubicBezTo>
              </a:path>
            </a:pathLst>
          </a:custGeom>
          <a:ln w="12600">
            <a:solidFill>
              <a:srgbClr val="FFFFFF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"/>
          <p:cNvSpPr/>
          <p:nvPr/>
        </p:nvSpPr>
        <p:spPr>
          <a:xfrm>
            <a:off x="6248520" y="4583880"/>
            <a:ext cx="622440" cy="366840"/>
          </a:xfrm>
          <a:custGeom>
            <a:avLst/>
            <a:gdLst/>
            <a:ahLst/>
            <a:rect l="0" t="0" r="r" b="b"/>
            <a:pathLst>
              <a:path fill="none" w="1729" h="1019">
                <a:moveTo>
                  <a:pt x="1" y="0"/>
                </a:moveTo>
                <a:lnTo>
                  <a:pt x="1" y="0"/>
                </a:lnTo>
                <a:cubicBezTo>
                  <a:pt x="0" y="14"/>
                  <a:pt x="0" y="28"/>
                  <a:pt x="0" y="43"/>
                </a:cubicBezTo>
                <a:cubicBezTo>
                  <a:pt x="0" y="214"/>
                  <a:pt x="40" y="382"/>
                  <a:pt x="116" y="531"/>
                </a:cubicBezTo>
                <a:cubicBezTo>
                  <a:pt x="192" y="679"/>
                  <a:pt x="301" y="802"/>
                  <a:pt x="433" y="888"/>
                </a:cubicBezTo>
                <a:cubicBezTo>
                  <a:pt x="564" y="974"/>
                  <a:pt x="713" y="1019"/>
                  <a:pt x="865" y="1019"/>
                </a:cubicBezTo>
                <a:cubicBezTo>
                  <a:pt x="1017" y="1019"/>
                  <a:pt x="1166" y="974"/>
                  <a:pt x="1297" y="888"/>
                </a:cubicBezTo>
                <a:cubicBezTo>
                  <a:pt x="1429" y="802"/>
                  <a:pt x="1538" y="679"/>
                  <a:pt x="1614" y="531"/>
                </a:cubicBezTo>
                <a:cubicBezTo>
                  <a:pt x="1683" y="395"/>
                  <a:pt x="1723" y="242"/>
                  <a:pt x="1729" y="85"/>
                </a:cubicBezTo>
              </a:path>
            </a:pathLst>
          </a:custGeom>
          <a:ln w="12600">
            <a:solidFill>
              <a:srgbClr val="FFFFFF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"/>
          <p:cNvSpPr/>
          <p:nvPr/>
        </p:nvSpPr>
        <p:spPr>
          <a:xfrm>
            <a:off x="7721640" y="4583880"/>
            <a:ext cx="622440" cy="366840"/>
          </a:xfrm>
          <a:custGeom>
            <a:avLst/>
            <a:gdLst/>
            <a:ahLst/>
            <a:rect l="0" t="0" r="r" b="b"/>
            <a:pathLst>
              <a:path fill="none" w="1729" h="1019">
                <a:moveTo>
                  <a:pt x="1" y="0"/>
                </a:moveTo>
                <a:lnTo>
                  <a:pt x="1" y="0"/>
                </a:lnTo>
                <a:cubicBezTo>
                  <a:pt x="0" y="14"/>
                  <a:pt x="0" y="28"/>
                  <a:pt x="0" y="43"/>
                </a:cubicBezTo>
                <a:cubicBezTo>
                  <a:pt x="0" y="214"/>
                  <a:pt x="40" y="382"/>
                  <a:pt x="116" y="531"/>
                </a:cubicBezTo>
                <a:cubicBezTo>
                  <a:pt x="192" y="679"/>
                  <a:pt x="301" y="802"/>
                  <a:pt x="433" y="888"/>
                </a:cubicBezTo>
                <a:cubicBezTo>
                  <a:pt x="564" y="974"/>
                  <a:pt x="713" y="1019"/>
                  <a:pt x="865" y="1019"/>
                </a:cubicBezTo>
                <a:cubicBezTo>
                  <a:pt x="1017" y="1019"/>
                  <a:pt x="1166" y="974"/>
                  <a:pt x="1297" y="888"/>
                </a:cubicBezTo>
                <a:cubicBezTo>
                  <a:pt x="1429" y="802"/>
                  <a:pt x="1538" y="679"/>
                  <a:pt x="1614" y="531"/>
                </a:cubicBezTo>
                <a:cubicBezTo>
                  <a:pt x="1683" y="395"/>
                  <a:pt x="1723" y="242"/>
                  <a:pt x="1729" y="85"/>
                </a:cubicBezTo>
              </a:path>
            </a:pathLst>
          </a:custGeom>
          <a:ln w="12600">
            <a:solidFill>
              <a:srgbClr val="FFFFFF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"/>
          <p:cNvSpPr txBox="1"/>
          <p:nvPr/>
        </p:nvSpPr>
        <p:spPr>
          <a:xfrm>
            <a:off x="528480" y="5459400"/>
            <a:ext cx="8253360" cy="71280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50 51 54  55 56 59      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Ii Ef Bi  Nt Jt At      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"/>
          <p:cNvSpPr/>
          <p:nvPr/>
        </p:nvSpPr>
        <p:spPr>
          <a:xfrm>
            <a:off x="6654960" y="5473800"/>
            <a:ext cx="0" cy="698400"/>
          </a:xfrm>
          <a:prstGeom prst="line">
            <a:avLst/>
          </a:prstGeom>
          <a:ln w="2556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"/>
          <p:cNvSpPr/>
          <p:nvPr/>
        </p:nvSpPr>
        <p:spPr>
          <a:xfrm>
            <a:off x="2308320" y="5460840"/>
            <a:ext cx="0" cy="698760"/>
          </a:xfrm>
          <a:prstGeom prst="line">
            <a:avLst/>
          </a:prstGeom>
          <a:ln w="2556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"/>
          <p:cNvSpPr/>
          <p:nvPr/>
        </p:nvSpPr>
        <p:spPr>
          <a:xfrm>
            <a:off x="5200560" y="5464080"/>
            <a:ext cx="0" cy="698760"/>
          </a:xfrm>
          <a:prstGeom prst="line">
            <a:avLst/>
          </a:prstGeom>
          <a:ln w="2556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"/>
          <p:cNvSpPr/>
          <p:nvPr/>
        </p:nvSpPr>
        <p:spPr>
          <a:xfrm>
            <a:off x="3740040" y="5464080"/>
            <a:ext cx="0" cy="698760"/>
          </a:xfrm>
          <a:prstGeom prst="line">
            <a:avLst/>
          </a:prstGeom>
          <a:ln w="2556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"/>
          <p:cNvSpPr/>
          <p:nvPr/>
        </p:nvSpPr>
        <p:spPr>
          <a:xfrm>
            <a:off x="8118360" y="5464080"/>
            <a:ext cx="0" cy="698760"/>
          </a:xfrm>
          <a:prstGeom prst="line">
            <a:avLst/>
          </a:prstGeom>
          <a:ln w="2556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"/>
          <p:cNvSpPr/>
          <p:nvPr/>
        </p:nvSpPr>
        <p:spPr>
          <a:xfrm>
            <a:off x="402912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"/>
          <p:cNvSpPr/>
          <p:nvPr/>
        </p:nvSpPr>
        <p:spPr>
          <a:xfrm>
            <a:off x="425772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"/>
          <p:cNvSpPr/>
          <p:nvPr/>
        </p:nvSpPr>
        <p:spPr>
          <a:xfrm>
            <a:off x="447660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"/>
          <p:cNvSpPr/>
          <p:nvPr/>
        </p:nvSpPr>
        <p:spPr>
          <a:xfrm>
            <a:off x="472428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"/>
          <p:cNvSpPr/>
          <p:nvPr/>
        </p:nvSpPr>
        <p:spPr>
          <a:xfrm>
            <a:off x="494676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"/>
          <p:cNvSpPr/>
          <p:nvPr/>
        </p:nvSpPr>
        <p:spPr>
          <a:xfrm>
            <a:off x="495360" y="5384880"/>
            <a:ext cx="178200" cy="851400"/>
          </a:xfrm>
          <a:custGeom>
            <a:avLst/>
            <a:gdLst/>
            <a:ahLst/>
            <a:rect l="0" t="0" r="r" b="b"/>
            <a:pathLst>
              <a:path w="495" h="2365">
                <a:moveTo>
                  <a:pt x="247" y="70"/>
                </a:moveTo>
                <a:lnTo>
                  <a:pt x="283" y="176"/>
                </a:lnTo>
                <a:lnTo>
                  <a:pt x="353" y="282"/>
                </a:lnTo>
                <a:lnTo>
                  <a:pt x="390" y="388"/>
                </a:lnTo>
                <a:lnTo>
                  <a:pt x="460" y="493"/>
                </a:lnTo>
                <a:lnTo>
                  <a:pt x="353" y="564"/>
                </a:lnTo>
                <a:lnTo>
                  <a:pt x="247" y="600"/>
                </a:lnTo>
                <a:lnTo>
                  <a:pt x="247" y="706"/>
                </a:lnTo>
                <a:lnTo>
                  <a:pt x="353" y="777"/>
                </a:lnTo>
                <a:lnTo>
                  <a:pt x="425" y="882"/>
                </a:lnTo>
                <a:lnTo>
                  <a:pt x="495" y="988"/>
                </a:lnTo>
                <a:lnTo>
                  <a:pt x="390" y="1059"/>
                </a:lnTo>
                <a:lnTo>
                  <a:pt x="318" y="1165"/>
                </a:lnTo>
                <a:lnTo>
                  <a:pt x="212" y="1235"/>
                </a:lnTo>
                <a:lnTo>
                  <a:pt x="247" y="1341"/>
                </a:lnTo>
                <a:lnTo>
                  <a:pt x="353" y="1376"/>
                </a:lnTo>
                <a:lnTo>
                  <a:pt x="460" y="1447"/>
                </a:lnTo>
                <a:lnTo>
                  <a:pt x="425" y="1553"/>
                </a:lnTo>
                <a:lnTo>
                  <a:pt x="318" y="1623"/>
                </a:lnTo>
                <a:lnTo>
                  <a:pt x="212" y="1694"/>
                </a:lnTo>
                <a:lnTo>
                  <a:pt x="283" y="1801"/>
                </a:lnTo>
                <a:lnTo>
                  <a:pt x="353" y="1907"/>
                </a:lnTo>
                <a:lnTo>
                  <a:pt x="460" y="1977"/>
                </a:lnTo>
                <a:lnTo>
                  <a:pt x="390" y="2083"/>
                </a:lnTo>
                <a:lnTo>
                  <a:pt x="283" y="2189"/>
                </a:lnTo>
                <a:lnTo>
                  <a:pt x="0" y="2365"/>
                </a:lnTo>
                <a:lnTo>
                  <a:pt x="0" y="0"/>
                </a:lnTo>
                <a:lnTo>
                  <a:pt x="247" y="70"/>
                </a:lnTo>
                <a:close/>
              </a:path>
            </a:pathLst>
          </a:custGeom>
          <a:solidFill>
            <a:srgbClr val="000000"/>
          </a:solidFill>
          <a:ln w="12600">
            <a:solidFill>
              <a:srgbClr val="919191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"/>
          <p:cNvSpPr/>
          <p:nvPr/>
        </p:nvSpPr>
        <p:spPr>
          <a:xfrm>
            <a:off x="393840" y="5257800"/>
            <a:ext cx="254520" cy="1041840"/>
          </a:xfrm>
          <a:custGeom>
            <a:avLst/>
            <a:gdLst/>
            <a:ahLst/>
            <a:rect l="0" t="0" r="r" b="b"/>
            <a:pathLst>
              <a:path w="707" h="2894">
                <a:moveTo>
                  <a:pt x="707" y="458"/>
                </a:moveTo>
                <a:lnTo>
                  <a:pt x="637" y="564"/>
                </a:lnTo>
                <a:lnTo>
                  <a:pt x="531" y="635"/>
                </a:lnTo>
                <a:lnTo>
                  <a:pt x="424" y="705"/>
                </a:lnTo>
                <a:lnTo>
                  <a:pt x="353" y="812"/>
                </a:lnTo>
                <a:lnTo>
                  <a:pt x="318" y="918"/>
                </a:lnTo>
                <a:lnTo>
                  <a:pt x="424" y="2189"/>
                </a:lnTo>
                <a:lnTo>
                  <a:pt x="707" y="2788"/>
                </a:lnTo>
                <a:lnTo>
                  <a:pt x="70" y="2894"/>
                </a:lnTo>
                <a:lnTo>
                  <a:pt x="0" y="0"/>
                </a:lnTo>
                <a:lnTo>
                  <a:pt x="707" y="45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"/>
          <p:cNvSpPr/>
          <p:nvPr/>
        </p:nvSpPr>
        <p:spPr>
          <a:xfrm>
            <a:off x="8610480" y="5410080"/>
            <a:ext cx="241560" cy="825840"/>
          </a:xfrm>
          <a:custGeom>
            <a:avLst/>
            <a:gdLst/>
            <a:ahLst/>
            <a:rect l="0" t="0" r="r" b="b"/>
            <a:pathLst>
              <a:path w="671" h="2294">
                <a:moveTo>
                  <a:pt x="424" y="0"/>
                </a:moveTo>
                <a:lnTo>
                  <a:pt x="105" y="493"/>
                </a:lnTo>
                <a:lnTo>
                  <a:pt x="211" y="599"/>
                </a:lnTo>
                <a:lnTo>
                  <a:pt x="353" y="635"/>
                </a:lnTo>
                <a:lnTo>
                  <a:pt x="246" y="740"/>
                </a:lnTo>
                <a:lnTo>
                  <a:pt x="141" y="776"/>
                </a:lnTo>
                <a:lnTo>
                  <a:pt x="70" y="881"/>
                </a:lnTo>
                <a:lnTo>
                  <a:pt x="176" y="987"/>
                </a:lnTo>
                <a:lnTo>
                  <a:pt x="282" y="1058"/>
                </a:lnTo>
                <a:lnTo>
                  <a:pt x="353" y="1165"/>
                </a:lnTo>
                <a:lnTo>
                  <a:pt x="389" y="1271"/>
                </a:lnTo>
                <a:lnTo>
                  <a:pt x="494" y="1306"/>
                </a:lnTo>
                <a:lnTo>
                  <a:pt x="389" y="1271"/>
                </a:lnTo>
                <a:lnTo>
                  <a:pt x="317" y="1376"/>
                </a:lnTo>
                <a:lnTo>
                  <a:pt x="211" y="1447"/>
                </a:lnTo>
                <a:lnTo>
                  <a:pt x="105" y="1553"/>
                </a:lnTo>
                <a:lnTo>
                  <a:pt x="0" y="1588"/>
                </a:lnTo>
                <a:lnTo>
                  <a:pt x="70" y="1694"/>
                </a:lnTo>
                <a:lnTo>
                  <a:pt x="176" y="1729"/>
                </a:lnTo>
                <a:lnTo>
                  <a:pt x="282" y="1800"/>
                </a:lnTo>
                <a:lnTo>
                  <a:pt x="282" y="1906"/>
                </a:lnTo>
                <a:lnTo>
                  <a:pt x="176" y="1976"/>
                </a:lnTo>
                <a:lnTo>
                  <a:pt x="70" y="2047"/>
                </a:lnTo>
                <a:lnTo>
                  <a:pt x="0" y="2294"/>
                </a:lnTo>
                <a:lnTo>
                  <a:pt x="636" y="2223"/>
                </a:lnTo>
                <a:lnTo>
                  <a:pt x="671" y="35"/>
                </a:lnTo>
                <a:lnTo>
                  <a:pt x="424" y="0"/>
                </a:lnTo>
                <a:close/>
              </a:path>
            </a:pathLst>
          </a:custGeom>
          <a:solidFill>
            <a:srgbClr val="000000"/>
          </a:solidFill>
          <a:ln w="12600">
            <a:solidFill>
              <a:srgbClr val="919191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"/>
          <p:cNvSpPr/>
          <p:nvPr/>
        </p:nvSpPr>
        <p:spPr>
          <a:xfrm>
            <a:off x="8496360" y="5346720"/>
            <a:ext cx="432000" cy="940320"/>
          </a:xfrm>
          <a:custGeom>
            <a:avLst/>
            <a:gdLst/>
            <a:ahLst/>
            <a:rect l="0" t="0" r="r" b="b"/>
            <a:pathLst>
              <a:path w="1200" h="2612">
                <a:moveTo>
                  <a:pt x="493" y="70"/>
                </a:moveTo>
                <a:lnTo>
                  <a:pt x="812" y="564"/>
                </a:lnTo>
                <a:lnTo>
                  <a:pt x="741" y="1729"/>
                </a:lnTo>
                <a:lnTo>
                  <a:pt x="741" y="2224"/>
                </a:lnTo>
                <a:lnTo>
                  <a:pt x="0" y="2400"/>
                </a:lnTo>
                <a:lnTo>
                  <a:pt x="211" y="2612"/>
                </a:lnTo>
                <a:lnTo>
                  <a:pt x="1165" y="2577"/>
                </a:lnTo>
                <a:lnTo>
                  <a:pt x="1200" y="0"/>
                </a:lnTo>
                <a:lnTo>
                  <a:pt x="493" y="7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"/>
          <p:cNvSpPr/>
          <p:nvPr/>
        </p:nvSpPr>
        <p:spPr>
          <a:xfrm>
            <a:off x="255600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"/>
          <p:cNvSpPr/>
          <p:nvPr/>
        </p:nvSpPr>
        <p:spPr>
          <a:xfrm>
            <a:off x="278460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"/>
          <p:cNvSpPr/>
          <p:nvPr/>
        </p:nvSpPr>
        <p:spPr>
          <a:xfrm>
            <a:off x="300348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"/>
          <p:cNvSpPr/>
          <p:nvPr/>
        </p:nvSpPr>
        <p:spPr>
          <a:xfrm>
            <a:off x="325116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"/>
          <p:cNvSpPr/>
          <p:nvPr/>
        </p:nvSpPr>
        <p:spPr>
          <a:xfrm>
            <a:off x="347328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"/>
          <p:cNvSpPr/>
          <p:nvPr/>
        </p:nvSpPr>
        <p:spPr>
          <a:xfrm>
            <a:off x="1146240" y="54896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"/>
          <p:cNvSpPr/>
          <p:nvPr/>
        </p:nvSpPr>
        <p:spPr>
          <a:xfrm>
            <a:off x="1374840" y="54896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"/>
          <p:cNvSpPr/>
          <p:nvPr/>
        </p:nvSpPr>
        <p:spPr>
          <a:xfrm>
            <a:off x="1593720" y="54896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"/>
          <p:cNvSpPr/>
          <p:nvPr/>
        </p:nvSpPr>
        <p:spPr>
          <a:xfrm>
            <a:off x="1841400" y="54896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"/>
          <p:cNvSpPr/>
          <p:nvPr/>
        </p:nvSpPr>
        <p:spPr>
          <a:xfrm>
            <a:off x="2063880" y="54896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"/>
          <p:cNvSpPr/>
          <p:nvPr/>
        </p:nvSpPr>
        <p:spPr>
          <a:xfrm>
            <a:off x="5464080" y="54896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"/>
          <p:cNvSpPr/>
          <p:nvPr/>
        </p:nvSpPr>
        <p:spPr>
          <a:xfrm>
            <a:off x="5692680" y="54896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"/>
          <p:cNvSpPr/>
          <p:nvPr/>
        </p:nvSpPr>
        <p:spPr>
          <a:xfrm>
            <a:off x="5911920" y="54896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"/>
          <p:cNvSpPr/>
          <p:nvPr/>
        </p:nvSpPr>
        <p:spPr>
          <a:xfrm>
            <a:off x="6159600" y="54896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"/>
          <p:cNvSpPr/>
          <p:nvPr/>
        </p:nvSpPr>
        <p:spPr>
          <a:xfrm>
            <a:off x="6381720" y="54896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"/>
          <p:cNvSpPr/>
          <p:nvPr/>
        </p:nvSpPr>
        <p:spPr>
          <a:xfrm>
            <a:off x="6962760" y="54896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"/>
          <p:cNvSpPr/>
          <p:nvPr/>
        </p:nvSpPr>
        <p:spPr>
          <a:xfrm>
            <a:off x="7165800" y="54896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"/>
          <p:cNvSpPr/>
          <p:nvPr/>
        </p:nvSpPr>
        <p:spPr>
          <a:xfrm>
            <a:off x="7385040" y="54896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"/>
          <p:cNvSpPr/>
          <p:nvPr/>
        </p:nvSpPr>
        <p:spPr>
          <a:xfrm>
            <a:off x="7632720" y="54896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"/>
          <p:cNvSpPr/>
          <p:nvPr/>
        </p:nvSpPr>
        <p:spPr>
          <a:xfrm>
            <a:off x="7854840" y="54896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"/>
          <p:cNvSpPr/>
          <p:nvPr/>
        </p:nvSpPr>
        <p:spPr>
          <a:xfrm>
            <a:off x="8315280" y="54770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"/>
          <p:cNvSpPr/>
          <p:nvPr/>
        </p:nvSpPr>
        <p:spPr>
          <a:xfrm>
            <a:off x="8543880" y="54770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"/>
          <p:cNvSpPr/>
          <p:nvPr/>
        </p:nvSpPr>
        <p:spPr>
          <a:xfrm>
            <a:off x="898560" y="5460840"/>
            <a:ext cx="0" cy="698760"/>
          </a:xfrm>
          <a:prstGeom prst="line">
            <a:avLst/>
          </a:prstGeom>
          <a:ln w="2556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"/>
          <p:cNvSpPr/>
          <p:nvPr/>
        </p:nvSpPr>
        <p:spPr>
          <a:xfrm>
            <a:off x="676440" y="548964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"/>
          <p:cNvSpPr/>
          <p:nvPr/>
        </p:nvSpPr>
        <p:spPr>
          <a:xfrm>
            <a:off x="8508960" y="5214960"/>
            <a:ext cx="774720" cy="274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"/>
          <p:cNvSpPr txBox="1"/>
          <p:nvPr/>
        </p:nvSpPr>
        <p:spPr>
          <a:xfrm>
            <a:off x="343080" y="6134040"/>
            <a:ext cx="1574640" cy="46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Data Buckets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"/>
          <p:cNvSpPr/>
          <p:nvPr/>
        </p:nvSpPr>
        <p:spPr>
          <a:xfrm>
            <a:off x="2057400" y="6145920"/>
            <a:ext cx="622440" cy="366840"/>
          </a:xfrm>
          <a:custGeom>
            <a:avLst/>
            <a:gdLst/>
            <a:ahLst/>
            <a:rect l="0" t="0" r="r" b="b"/>
            <a:pathLst>
              <a:path fill="none" w="1729" h="1019">
                <a:moveTo>
                  <a:pt x="1" y="0"/>
                </a:moveTo>
                <a:lnTo>
                  <a:pt x="1" y="0"/>
                </a:lnTo>
                <a:cubicBezTo>
                  <a:pt x="0" y="14"/>
                  <a:pt x="0" y="28"/>
                  <a:pt x="0" y="43"/>
                </a:cubicBezTo>
                <a:cubicBezTo>
                  <a:pt x="0" y="214"/>
                  <a:pt x="40" y="382"/>
                  <a:pt x="116" y="531"/>
                </a:cubicBezTo>
                <a:cubicBezTo>
                  <a:pt x="192" y="679"/>
                  <a:pt x="301" y="802"/>
                  <a:pt x="433" y="888"/>
                </a:cubicBezTo>
                <a:cubicBezTo>
                  <a:pt x="564" y="974"/>
                  <a:pt x="713" y="1019"/>
                  <a:pt x="865" y="1019"/>
                </a:cubicBezTo>
                <a:cubicBezTo>
                  <a:pt x="1017" y="1019"/>
                  <a:pt x="1166" y="974"/>
                  <a:pt x="1297" y="888"/>
                </a:cubicBezTo>
                <a:cubicBezTo>
                  <a:pt x="1429" y="802"/>
                  <a:pt x="1538" y="679"/>
                  <a:pt x="1614" y="531"/>
                </a:cubicBezTo>
                <a:cubicBezTo>
                  <a:pt x="1683" y="395"/>
                  <a:pt x="1723" y="242"/>
                  <a:pt x="1729" y="85"/>
                </a:cubicBezTo>
              </a:path>
            </a:pathLst>
          </a:custGeom>
          <a:ln w="12600">
            <a:solidFill>
              <a:srgbClr val="FFFFFF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"/>
          <p:cNvSpPr/>
          <p:nvPr/>
        </p:nvSpPr>
        <p:spPr>
          <a:xfrm>
            <a:off x="3467160" y="6133320"/>
            <a:ext cx="622440" cy="366840"/>
          </a:xfrm>
          <a:custGeom>
            <a:avLst/>
            <a:gdLst/>
            <a:ahLst/>
            <a:rect l="0" t="0" r="r" b="b"/>
            <a:pathLst>
              <a:path fill="none" w="1729" h="1019">
                <a:moveTo>
                  <a:pt x="1" y="0"/>
                </a:moveTo>
                <a:lnTo>
                  <a:pt x="1" y="0"/>
                </a:lnTo>
                <a:cubicBezTo>
                  <a:pt x="0" y="14"/>
                  <a:pt x="0" y="28"/>
                  <a:pt x="0" y="43"/>
                </a:cubicBezTo>
                <a:cubicBezTo>
                  <a:pt x="0" y="214"/>
                  <a:pt x="40" y="382"/>
                  <a:pt x="116" y="531"/>
                </a:cubicBezTo>
                <a:cubicBezTo>
                  <a:pt x="192" y="679"/>
                  <a:pt x="301" y="802"/>
                  <a:pt x="433" y="888"/>
                </a:cubicBezTo>
                <a:cubicBezTo>
                  <a:pt x="564" y="974"/>
                  <a:pt x="713" y="1019"/>
                  <a:pt x="865" y="1019"/>
                </a:cubicBezTo>
                <a:cubicBezTo>
                  <a:pt x="1017" y="1019"/>
                  <a:pt x="1166" y="974"/>
                  <a:pt x="1297" y="888"/>
                </a:cubicBezTo>
                <a:cubicBezTo>
                  <a:pt x="1429" y="802"/>
                  <a:pt x="1538" y="679"/>
                  <a:pt x="1614" y="531"/>
                </a:cubicBezTo>
                <a:cubicBezTo>
                  <a:pt x="1683" y="395"/>
                  <a:pt x="1723" y="242"/>
                  <a:pt x="1729" y="85"/>
                </a:cubicBezTo>
              </a:path>
            </a:pathLst>
          </a:custGeom>
          <a:ln w="12600">
            <a:solidFill>
              <a:srgbClr val="FFFFFF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"/>
          <p:cNvSpPr/>
          <p:nvPr/>
        </p:nvSpPr>
        <p:spPr>
          <a:xfrm>
            <a:off x="4952880" y="6158520"/>
            <a:ext cx="622440" cy="366840"/>
          </a:xfrm>
          <a:custGeom>
            <a:avLst/>
            <a:gdLst/>
            <a:ahLst/>
            <a:rect l="0" t="0" r="r" b="b"/>
            <a:pathLst>
              <a:path fill="none" w="1729" h="1019">
                <a:moveTo>
                  <a:pt x="1" y="0"/>
                </a:moveTo>
                <a:lnTo>
                  <a:pt x="1" y="0"/>
                </a:lnTo>
                <a:cubicBezTo>
                  <a:pt x="0" y="14"/>
                  <a:pt x="0" y="28"/>
                  <a:pt x="0" y="43"/>
                </a:cubicBezTo>
                <a:cubicBezTo>
                  <a:pt x="0" y="214"/>
                  <a:pt x="40" y="382"/>
                  <a:pt x="116" y="531"/>
                </a:cubicBezTo>
                <a:cubicBezTo>
                  <a:pt x="192" y="679"/>
                  <a:pt x="301" y="802"/>
                  <a:pt x="433" y="888"/>
                </a:cubicBezTo>
                <a:cubicBezTo>
                  <a:pt x="564" y="974"/>
                  <a:pt x="713" y="1019"/>
                  <a:pt x="865" y="1019"/>
                </a:cubicBezTo>
                <a:cubicBezTo>
                  <a:pt x="1017" y="1019"/>
                  <a:pt x="1166" y="974"/>
                  <a:pt x="1297" y="888"/>
                </a:cubicBezTo>
                <a:cubicBezTo>
                  <a:pt x="1429" y="802"/>
                  <a:pt x="1538" y="679"/>
                  <a:pt x="1614" y="531"/>
                </a:cubicBezTo>
                <a:cubicBezTo>
                  <a:pt x="1683" y="395"/>
                  <a:pt x="1723" y="242"/>
                  <a:pt x="1729" y="85"/>
                </a:cubicBezTo>
              </a:path>
            </a:pathLst>
          </a:custGeom>
          <a:ln w="12600">
            <a:solidFill>
              <a:srgbClr val="FFFFFF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"/>
          <p:cNvSpPr/>
          <p:nvPr/>
        </p:nvSpPr>
        <p:spPr>
          <a:xfrm>
            <a:off x="6400800" y="6158520"/>
            <a:ext cx="622440" cy="366840"/>
          </a:xfrm>
          <a:custGeom>
            <a:avLst/>
            <a:gdLst/>
            <a:ahLst/>
            <a:rect l="0" t="0" r="r" b="b"/>
            <a:pathLst>
              <a:path fill="none" w="1729" h="1019">
                <a:moveTo>
                  <a:pt x="1" y="0"/>
                </a:moveTo>
                <a:lnTo>
                  <a:pt x="1" y="0"/>
                </a:lnTo>
                <a:cubicBezTo>
                  <a:pt x="0" y="14"/>
                  <a:pt x="0" y="28"/>
                  <a:pt x="0" y="43"/>
                </a:cubicBezTo>
                <a:cubicBezTo>
                  <a:pt x="0" y="214"/>
                  <a:pt x="40" y="382"/>
                  <a:pt x="116" y="531"/>
                </a:cubicBezTo>
                <a:cubicBezTo>
                  <a:pt x="192" y="679"/>
                  <a:pt x="301" y="802"/>
                  <a:pt x="433" y="888"/>
                </a:cubicBezTo>
                <a:cubicBezTo>
                  <a:pt x="564" y="974"/>
                  <a:pt x="713" y="1019"/>
                  <a:pt x="865" y="1019"/>
                </a:cubicBezTo>
                <a:cubicBezTo>
                  <a:pt x="1017" y="1019"/>
                  <a:pt x="1166" y="974"/>
                  <a:pt x="1297" y="888"/>
                </a:cubicBezTo>
                <a:cubicBezTo>
                  <a:pt x="1429" y="802"/>
                  <a:pt x="1538" y="679"/>
                  <a:pt x="1614" y="531"/>
                </a:cubicBezTo>
                <a:cubicBezTo>
                  <a:pt x="1683" y="395"/>
                  <a:pt x="1723" y="242"/>
                  <a:pt x="1729" y="85"/>
                </a:cubicBezTo>
              </a:path>
            </a:pathLst>
          </a:custGeom>
          <a:ln w="12600">
            <a:solidFill>
              <a:srgbClr val="FFFFFF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"/>
          <p:cNvSpPr/>
          <p:nvPr/>
        </p:nvSpPr>
        <p:spPr>
          <a:xfrm>
            <a:off x="7873920" y="6158520"/>
            <a:ext cx="622440" cy="366840"/>
          </a:xfrm>
          <a:custGeom>
            <a:avLst/>
            <a:gdLst/>
            <a:ahLst/>
            <a:rect l="0" t="0" r="r" b="b"/>
            <a:pathLst>
              <a:path fill="none" w="1729" h="1019">
                <a:moveTo>
                  <a:pt x="1" y="0"/>
                </a:moveTo>
                <a:lnTo>
                  <a:pt x="1" y="0"/>
                </a:lnTo>
                <a:cubicBezTo>
                  <a:pt x="0" y="14"/>
                  <a:pt x="0" y="28"/>
                  <a:pt x="0" y="43"/>
                </a:cubicBezTo>
                <a:cubicBezTo>
                  <a:pt x="0" y="214"/>
                  <a:pt x="40" y="382"/>
                  <a:pt x="116" y="531"/>
                </a:cubicBezTo>
                <a:cubicBezTo>
                  <a:pt x="192" y="679"/>
                  <a:pt x="301" y="802"/>
                  <a:pt x="433" y="888"/>
                </a:cubicBezTo>
                <a:cubicBezTo>
                  <a:pt x="564" y="974"/>
                  <a:pt x="713" y="1019"/>
                  <a:pt x="865" y="1019"/>
                </a:cubicBezTo>
                <a:cubicBezTo>
                  <a:pt x="1017" y="1019"/>
                  <a:pt x="1166" y="974"/>
                  <a:pt x="1297" y="888"/>
                </a:cubicBezTo>
                <a:cubicBezTo>
                  <a:pt x="1429" y="802"/>
                  <a:pt x="1538" y="679"/>
                  <a:pt x="1614" y="531"/>
                </a:cubicBezTo>
                <a:cubicBezTo>
                  <a:pt x="1683" y="395"/>
                  <a:pt x="1723" y="242"/>
                  <a:pt x="1729" y="85"/>
                </a:cubicBezTo>
              </a:path>
            </a:pathLst>
          </a:custGeom>
          <a:ln w="12600">
            <a:solidFill>
              <a:srgbClr val="FFFFFF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"/>
          <p:cNvSpPr/>
          <p:nvPr/>
        </p:nvSpPr>
        <p:spPr>
          <a:xfrm>
            <a:off x="4432320" y="4432320"/>
            <a:ext cx="0" cy="1015920"/>
          </a:xfrm>
          <a:prstGeom prst="line">
            <a:avLst/>
          </a:prstGeom>
          <a:ln w="12600">
            <a:solidFill>
              <a:srgbClr val="FC012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"/>
          <p:cNvSpPr txBox="1"/>
          <p:nvPr/>
        </p:nvSpPr>
        <p:spPr>
          <a:xfrm>
            <a:off x="2577960" y="5702400"/>
            <a:ext cx="190440" cy="59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Ot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45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"/>
          <p:cNvSpPr txBox="1"/>
          <p:nvPr/>
        </p:nvSpPr>
        <p:spPr>
          <a:xfrm>
            <a:off x="5931000" y="5727600"/>
            <a:ext cx="190440" cy="393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Nf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65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"/>
          <p:cNvSpPr txBox="1"/>
          <p:nvPr/>
        </p:nvSpPr>
        <p:spPr>
          <a:xfrm>
            <a:off x="6730920" y="5727600"/>
            <a:ext cx="190440" cy="59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Mi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71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"/>
          <p:cNvSpPr/>
          <p:nvPr/>
        </p:nvSpPr>
        <p:spPr>
          <a:xfrm>
            <a:off x="3720960" y="4521240"/>
            <a:ext cx="3581640" cy="927000"/>
          </a:xfrm>
          <a:prstGeom prst="line">
            <a:avLst/>
          </a:prstGeom>
          <a:ln w="12600">
            <a:solidFill>
              <a:srgbClr val="FC012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"/>
          <p:cNvSpPr/>
          <p:nvPr/>
        </p:nvSpPr>
        <p:spPr>
          <a:xfrm>
            <a:off x="3975120" y="4444920"/>
            <a:ext cx="1981080" cy="1003320"/>
          </a:xfrm>
          <a:prstGeom prst="line">
            <a:avLst/>
          </a:prstGeom>
          <a:ln w="12600">
            <a:solidFill>
              <a:srgbClr val="FC012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"/>
          <p:cNvSpPr/>
          <p:nvPr/>
        </p:nvSpPr>
        <p:spPr>
          <a:xfrm flipH="1">
            <a:off x="2870280" y="4508640"/>
            <a:ext cx="2057400" cy="939600"/>
          </a:xfrm>
          <a:prstGeom prst="line">
            <a:avLst/>
          </a:prstGeom>
          <a:ln w="12600">
            <a:solidFill>
              <a:srgbClr val="FC012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"/>
          <p:cNvSpPr txBox="1"/>
          <p:nvPr/>
        </p:nvSpPr>
        <p:spPr>
          <a:xfrm>
            <a:off x="2273400" y="120600"/>
            <a:ext cx="378000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FDs for Indexed Files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"/>
          <p:cNvSpPr txBox="1"/>
          <p:nvPr/>
        </p:nvSpPr>
        <p:spPr>
          <a:xfrm>
            <a:off x="1841400" y="222120"/>
            <a:ext cx="464976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Indexed File Verbs - OPEN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"/>
          <p:cNvSpPr txBox="1"/>
          <p:nvPr/>
        </p:nvSpPr>
        <p:spPr>
          <a:xfrm>
            <a:off x="1841400" y="222120"/>
            <a:ext cx="464976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Indexed File Verbs - READ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"/>
          <p:cNvSpPr txBox="1"/>
          <p:nvPr/>
        </p:nvSpPr>
        <p:spPr>
          <a:xfrm>
            <a:off x="1143000" y="209520"/>
            <a:ext cx="664524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Indexed File Verbs - Write and Rewrite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0" name=""/>
          <p:cNvPicPr/>
          <p:nvPr/>
        </p:nvPicPr>
        <p:blipFill>
          <a:blip r:embed="rId1"/>
          <a:stretch/>
        </p:blipFill>
        <p:spPr>
          <a:xfrm>
            <a:off x="1363680" y="3984480"/>
            <a:ext cx="5151600" cy="151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"/>
          <p:cNvSpPr txBox="1"/>
          <p:nvPr/>
        </p:nvSpPr>
        <p:spPr>
          <a:xfrm>
            <a:off x="1663560" y="285840"/>
            <a:ext cx="504504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Indexed File Verbs - DELETE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"/>
          <p:cNvSpPr txBox="1"/>
          <p:nvPr/>
        </p:nvSpPr>
        <p:spPr>
          <a:xfrm>
            <a:off x="1663560" y="285840"/>
            <a:ext cx="482760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Indexed File Verbs - START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LibreOffice/26.2.2.2$Windows_X86_64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Michael Coughlan</dc:creator>
  <dc:description/>
  <dc:language>en-US</dc:language>
  <cp:lastModifiedBy>Michael Coughlan</cp:lastModifiedBy>
  <cp:revision>0</cp:revision>
  <dc:subject/>
  <dc:title>Indexed Files</dc:title>
</cp:coreProperties>
</file>