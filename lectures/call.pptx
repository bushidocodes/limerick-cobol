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media/image1.wmf" ContentType="image/x-wmf"/>
  <Override PartName="/ppt/media/image2.wmf" ContentType="image/x-w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wmf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919240" y="3176640"/>
            <a:ext cx="3486240" cy="58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CALL Verb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 txBox="1"/>
          <p:nvPr/>
        </p:nvSpPr>
        <p:spPr>
          <a:xfrm>
            <a:off x="2819520" y="133200"/>
            <a:ext cx="2397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CALL Syntax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1"/>
          <a:stretch/>
        </p:blipFill>
        <p:spPr>
          <a:xfrm>
            <a:off x="401760" y="1590840"/>
            <a:ext cx="7723080" cy="314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 txBox="1"/>
          <p:nvPr/>
        </p:nvSpPr>
        <p:spPr>
          <a:xfrm>
            <a:off x="2819520" y="82440"/>
            <a:ext cx="27925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CALL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65000" y="2031840"/>
            <a:ext cx="6975360" cy="464832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PROGRAM-ID DateValidate IS INITIAL.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     ? ? ? ? ? ? ? ? ? ? ? ?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99"/>
              </a:spcBef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LINKAGE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01  DateParam                      PIC X(8).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01  DateResult                      PIC 9.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99"/>
              </a:spcBef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PROCEDURE DIVISION USING DateParam, DateResult.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Begin.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  ? ? ? ? ? ? ? ? ? ? ? ?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  ? ? ?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 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??????.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  ? ? ?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06560" y="716040"/>
            <a:ext cx="6137280" cy="113184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CALL "DateValidate"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USING BY CONTENT TempDate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USING BY REFERENCE DateCheckResult.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936720" y="669960"/>
            <a:ext cx="6296400" cy="400320"/>
          </a:xfrm>
          <a:custGeom>
            <a:avLst/>
            <a:gdLst/>
            <a:ahLst/>
            <a:rect l="0" t="0" r="r" b="b"/>
            <a:pathLst>
              <a:path w="17490" h="1112">
                <a:moveTo>
                  <a:pt x="17358" y="1112"/>
                </a:moveTo>
                <a:lnTo>
                  <a:pt x="17279" y="1059"/>
                </a:lnTo>
                <a:lnTo>
                  <a:pt x="17173" y="979"/>
                </a:lnTo>
                <a:lnTo>
                  <a:pt x="17094" y="927"/>
                </a:lnTo>
                <a:lnTo>
                  <a:pt x="17014" y="874"/>
                </a:lnTo>
                <a:lnTo>
                  <a:pt x="16935" y="847"/>
                </a:lnTo>
                <a:lnTo>
                  <a:pt x="16855" y="821"/>
                </a:lnTo>
                <a:lnTo>
                  <a:pt x="16776" y="768"/>
                </a:lnTo>
                <a:lnTo>
                  <a:pt x="16697" y="715"/>
                </a:lnTo>
                <a:lnTo>
                  <a:pt x="16617" y="662"/>
                </a:lnTo>
                <a:lnTo>
                  <a:pt x="16538" y="609"/>
                </a:lnTo>
                <a:lnTo>
                  <a:pt x="16459" y="555"/>
                </a:lnTo>
                <a:lnTo>
                  <a:pt x="16353" y="555"/>
                </a:lnTo>
                <a:lnTo>
                  <a:pt x="16273" y="636"/>
                </a:lnTo>
                <a:lnTo>
                  <a:pt x="16220" y="715"/>
                </a:lnTo>
                <a:lnTo>
                  <a:pt x="16141" y="768"/>
                </a:lnTo>
                <a:lnTo>
                  <a:pt x="16062" y="688"/>
                </a:lnTo>
                <a:lnTo>
                  <a:pt x="16009" y="609"/>
                </a:lnTo>
                <a:lnTo>
                  <a:pt x="15929" y="555"/>
                </a:lnTo>
                <a:lnTo>
                  <a:pt x="15877" y="476"/>
                </a:lnTo>
                <a:lnTo>
                  <a:pt x="15797" y="449"/>
                </a:lnTo>
                <a:lnTo>
                  <a:pt x="15718" y="529"/>
                </a:lnTo>
                <a:lnTo>
                  <a:pt x="15665" y="609"/>
                </a:lnTo>
                <a:lnTo>
                  <a:pt x="15559" y="662"/>
                </a:lnTo>
                <a:lnTo>
                  <a:pt x="15480" y="688"/>
                </a:lnTo>
                <a:lnTo>
                  <a:pt x="15374" y="715"/>
                </a:lnTo>
                <a:lnTo>
                  <a:pt x="15294" y="768"/>
                </a:lnTo>
                <a:lnTo>
                  <a:pt x="15242" y="847"/>
                </a:lnTo>
                <a:lnTo>
                  <a:pt x="15136" y="874"/>
                </a:lnTo>
                <a:lnTo>
                  <a:pt x="15030" y="927"/>
                </a:lnTo>
                <a:lnTo>
                  <a:pt x="14950" y="979"/>
                </a:lnTo>
                <a:lnTo>
                  <a:pt x="14871" y="1032"/>
                </a:lnTo>
                <a:lnTo>
                  <a:pt x="14765" y="979"/>
                </a:lnTo>
                <a:lnTo>
                  <a:pt x="14712" y="874"/>
                </a:lnTo>
                <a:lnTo>
                  <a:pt x="14633" y="821"/>
                </a:lnTo>
                <a:lnTo>
                  <a:pt x="14554" y="768"/>
                </a:lnTo>
                <a:lnTo>
                  <a:pt x="14448" y="688"/>
                </a:lnTo>
                <a:lnTo>
                  <a:pt x="14368" y="609"/>
                </a:lnTo>
                <a:lnTo>
                  <a:pt x="14289" y="609"/>
                </a:lnTo>
                <a:lnTo>
                  <a:pt x="14183" y="555"/>
                </a:lnTo>
                <a:lnTo>
                  <a:pt x="14077" y="476"/>
                </a:lnTo>
                <a:lnTo>
                  <a:pt x="13998" y="449"/>
                </a:lnTo>
                <a:lnTo>
                  <a:pt x="13919" y="449"/>
                </a:lnTo>
                <a:lnTo>
                  <a:pt x="13786" y="370"/>
                </a:lnTo>
                <a:lnTo>
                  <a:pt x="13680" y="343"/>
                </a:lnTo>
                <a:lnTo>
                  <a:pt x="13601" y="317"/>
                </a:lnTo>
                <a:lnTo>
                  <a:pt x="13575" y="396"/>
                </a:lnTo>
                <a:lnTo>
                  <a:pt x="13548" y="476"/>
                </a:lnTo>
                <a:lnTo>
                  <a:pt x="13469" y="555"/>
                </a:lnTo>
                <a:lnTo>
                  <a:pt x="13389" y="583"/>
                </a:lnTo>
                <a:lnTo>
                  <a:pt x="13310" y="609"/>
                </a:lnTo>
                <a:lnTo>
                  <a:pt x="13231" y="662"/>
                </a:lnTo>
                <a:lnTo>
                  <a:pt x="13151" y="662"/>
                </a:lnTo>
                <a:lnTo>
                  <a:pt x="13071" y="555"/>
                </a:lnTo>
                <a:lnTo>
                  <a:pt x="12939" y="555"/>
                </a:lnTo>
                <a:lnTo>
                  <a:pt x="12859" y="609"/>
                </a:lnTo>
                <a:lnTo>
                  <a:pt x="12806" y="529"/>
                </a:lnTo>
                <a:lnTo>
                  <a:pt x="12727" y="502"/>
                </a:lnTo>
                <a:lnTo>
                  <a:pt x="12595" y="476"/>
                </a:lnTo>
                <a:lnTo>
                  <a:pt x="12515" y="449"/>
                </a:lnTo>
                <a:lnTo>
                  <a:pt x="12436" y="423"/>
                </a:lnTo>
                <a:lnTo>
                  <a:pt x="12357" y="423"/>
                </a:lnTo>
                <a:lnTo>
                  <a:pt x="12277" y="423"/>
                </a:lnTo>
                <a:lnTo>
                  <a:pt x="12171" y="449"/>
                </a:lnTo>
                <a:lnTo>
                  <a:pt x="12066" y="449"/>
                </a:lnTo>
                <a:lnTo>
                  <a:pt x="11960" y="476"/>
                </a:lnTo>
                <a:lnTo>
                  <a:pt x="11880" y="502"/>
                </a:lnTo>
                <a:lnTo>
                  <a:pt x="11801" y="555"/>
                </a:lnTo>
                <a:lnTo>
                  <a:pt x="11722" y="555"/>
                </a:lnTo>
                <a:lnTo>
                  <a:pt x="11642" y="609"/>
                </a:lnTo>
                <a:lnTo>
                  <a:pt x="11563" y="662"/>
                </a:lnTo>
                <a:lnTo>
                  <a:pt x="11483" y="688"/>
                </a:lnTo>
                <a:lnTo>
                  <a:pt x="11404" y="662"/>
                </a:lnTo>
                <a:lnTo>
                  <a:pt x="11325" y="662"/>
                </a:lnTo>
                <a:lnTo>
                  <a:pt x="11245" y="662"/>
                </a:lnTo>
                <a:lnTo>
                  <a:pt x="11139" y="636"/>
                </a:lnTo>
                <a:lnTo>
                  <a:pt x="11034" y="583"/>
                </a:lnTo>
                <a:lnTo>
                  <a:pt x="10954" y="555"/>
                </a:lnTo>
                <a:lnTo>
                  <a:pt x="10875" y="502"/>
                </a:lnTo>
                <a:lnTo>
                  <a:pt x="10796" y="476"/>
                </a:lnTo>
                <a:lnTo>
                  <a:pt x="10690" y="449"/>
                </a:lnTo>
                <a:lnTo>
                  <a:pt x="10610" y="423"/>
                </a:lnTo>
                <a:lnTo>
                  <a:pt x="10504" y="396"/>
                </a:lnTo>
                <a:lnTo>
                  <a:pt x="10425" y="370"/>
                </a:lnTo>
                <a:lnTo>
                  <a:pt x="10346" y="370"/>
                </a:lnTo>
                <a:lnTo>
                  <a:pt x="10266" y="396"/>
                </a:lnTo>
                <a:lnTo>
                  <a:pt x="10161" y="476"/>
                </a:lnTo>
                <a:lnTo>
                  <a:pt x="10134" y="555"/>
                </a:lnTo>
                <a:lnTo>
                  <a:pt x="10055" y="583"/>
                </a:lnTo>
                <a:lnTo>
                  <a:pt x="9975" y="609"/>
                </a:lnTo>
                <a:lnTo>
                  <a:pt x="9896" y="609"/>
                </a:lnTo>
                <a:lnTo>
                  <a:pt x="9817" y="555"/>
                </a:lnTo>
                <a:lnTo>
                  <a:pt x="9737" y="502"/>
                </a:lnTo>
                <a:lnTo>
                  <a:pt x="9631" y="449"/>
                </a:lnTo>
                <a:lnTo>
                  <a:pt x="9552" y="423"/>
                </a:lnTo>
                <a:lnTo>
                  <a:pt x="9473" y="396"/>
                </a:lnTo>
                <a:lnTo>
                  <a:pt x="9393" y="396"/>
                </a:lnTo>
                <a:lnTo>
                  <a:pt x="9314" y="396"/>
                </a:lnTo>
                <a:lnTo>
                  <a:pt x="9234" y="449"/>
                </a:lnTo>
                <a:lnTo>
                  <a:pt x="9155" y="476"/>
                </a:lnTo>
                <a:lnTo>
                  <a:pt x="9076" y="502"/>
                </a:lnTo>
                <a:lnTo>
                  <a:pt x="8996" y="502"/>
                </a:lnTo>
                <a:lnTo>
                  <a:pt x="8891" y="502"/>
                </a:lnTo>
                <a:lnTo>
                  <a:pt x="8811" y="476"/>
                </a:lnTo>
                <a:lnTo>
                  <a:pt x="8732" y="449"/>
                </a:lnTo>
                <a:lnTo>
                  <a:pt x="8652" y="449"/>
                </a:lnTo>
                <a:lnTo>
                  <a:pt x="8573" y="449"/>
                </a:lnTo>
                <a:lnTo>
                  <a:pt x="8494" y="423"/>
                </a:lnTo>
                <a:lnTo>
                  <a:pt x="8414" y="370"/>
                </a:lnTo>
                <a:lnTo>
                  <a:pt x="8335" y="343"/>
                </a:lnTo>
                <a:lnTo>
                  <a:pt x="8256" y="343"/>
                </a:lnTo>
                <a:lnTo>
                  <a:pt x="8150" y="317"/>
                </a:lnTo>
                <a:lnTo>
                  <a:pt x="8070" y="291"/>
                </a:lnTo>
                <a:lnTo>
                  <a:pt x="7991" y="291"/>
                </a:lnTo>
                <a:lnTo>
                  <a:pt x="7912" y="264"/>
                </a:lnTo>
                <a:lnTo>
                  <a:pt x="7832" y="264"/>
                </a:lnTo>
                <a:lnTo>
                  <a:pt x="7753" y="317"/>
                </a:lnTo>
                <a:lnTo>
                  <a:pt x="7673" y="370"/>
                </a:lnTo>
                <a:lnTo>
                  <a:pt x="7594" y="396"/>
                </a:lnTo>
                <a:lnTo>
                  <a:pt x="7515" y="449"/>
                </a:lnTo>
                <a:lnTo>
                  <a:pt x="7435" y="476"/>
                </a:lnTo>
                <a:lnTo>
                  <a:pt x="7356" y="423"/>
                </a:lnTo>
                <a:lnTo>
                  <a:pt x="7277" y="396"/>
                </a:lnTo>
                <a:lnTo>
                  <a:pt x="7197" y="370"/>
                </a:lnTo>
                <a:lnTo>
                  <a:pt x="7118" y="343"/>
                </a:lnTo>
                <a:lnTo>
                  <a:pt x="7012" y="317"/>
                </a:lnTo>
                <a:lnTo>
                  <a:pt x="6933" y="291"/>
                </a:lnTo>
                <a:lnTo>
                  <a:pt x="6853" y="291"/>
                </a:lnTo>
                <a:lnTo>
                  <a:pt x="6774" y="291"/>
                </a:lnTo>
                <a:lnTo>
                  <a:pt x="6694" y="264"/>
                </a:lnTo>
                <a:lnTo>
                  <a:pt x="6615" y="264"/>
                </a:lnTo>
                <a:lnTo>
                  <a:pt x="6536" y="264"/>
                </a:lnTo>
                <a:lnTo>
                  <a:pt x="6456" y="291"/>
                </a:lnTo>
                <a:lnTo>
                  <a:pt x="6403" y="370"/>
                </a:lnTo>
                <a:lnTo>
                  <a:pt x="6324" y="396"/>
                </a:lnTo>
                <a:lnTo>
                  <a:pt x="6245" y="449"/>
                </a:lnTo>
                <a:lnTo>
                  <a:pt x="6165" y="449"/>
                </a:lnTo>
                <a:lnTo>
                  <a:pt x="6086" y="396"/>
                </a:lnTo>
                <a:lnTo>
                  <a:pt x="6007" y="396"/>
                </a:lnTo>
                <a:lnTo>
                  <a:pt x="5927" y="396"/>
                </a:lnTo>
                <a:lnTo>
                  <a:pt x="5848" y="370"/>
                </a:lnTo>
                <a:lnTo>
                  <a:pt x="5768" y="343"/>
                </a:lnTo>
                <a:lnTo>
                  <a:pt x="5663" y="317"/>
                </a:lnTo>
                <a:lnTo>
                  <a:pt x="5583" y="291"/>
                </a:lnTo>
                <a:lnTo>
                  <a:pt x="5504" y="264"/>
                </a:lnTo>
                <a:lnTo>
                  <a:pt x="5424" y="238"/>
                </a:lnTo>
                <a:lnTo>
                  <a:pt x="5345" y="238"/>
                </a:lnTo>
                <a:lnTo>
                  <a:pt x="5239" y="238"/>
                </a:lnTo>
                <a:lnTo>
                  <a:pt x="5186" y="317"/>
                </a:lnTo>
                <a:lnTo>
                  <a:pt x="5107" y="370"/>
                </a:lnTo>
                <a:lnTo>
                  <a:pt x="5028" y="370"/>
                </a:lnTo>
                <a:lnTo>
                  <a:pt x="4948" y="370"/>
                </a:lnTo>
                <a:lnTo>
                  <a:pt x="4869" y="343"/>
                </a:lnTo>
                <a:lnTo>
                  <a:pt x="4789" y="343"/>
                </a:lnTo>
                <a:lnTo>
                  <a:pt x="4710" y="291"/>
                </a:lnTo>
                <a:lnTo>
                  <a:pt x="4604" y="291"/>
                </a:lnTo>
                <a:lnTo>
                  <a:pt x="4525" y="264"/>
                </a:lnTo>
                <a:lnTo>
                  <a:pt x="4445" y="238"/>
                </a:lnTo>
                <a:lnTo>
                  <a:pt x="4365" y="211"/>
                </a:lnTo>
                <a:lnTo>
                  <a:pt x="4286" y="238"/>
                </a:lnTo>
                <a:lnTo>
                  <a:pt x="4206" y="291"/>
                </a:lnTo>
                <a:lnTo>
                  <a:pt x="4127" y="291"/>
                </a:lnTo>
                <a:lnTo>
                  <a:pt x="4048" y="291"/>
                </a:lnTo>
                <a:lnTo>
                  <a:pt x="3942" y="343"/>
                </a:lnTo>
                <a:lnTo>
                  <a:pt x="3862" y="343"/>
                </a:lnTo>
                <a:lnTo>
                  <a:pt x="3783" y="370"/>
                </a:lnTo>
                <a:lnTo>
                  <a:pt x="3704" y="396"/>
                </a:lnTo>
                <a:lnTo>
                  <a:pt x="3598" y="370"/>
                </a:lnTo>
                <a:lnTo>
                  <a:pt x="3518" y="343"/>
                </a:lnTo>
                <a:lnTo>
                  <a:pt x="3413" y="343"/>
                </a:lnTo>
                <a:lnTo>
                  <a:pt x="3307" y="317"/>
                </a:lnTo>
                <a:lnTo>
                  <a:pt x="3227" y="291"/>
                </a:lnTo>
                <a:lnTo>
                  <a:pt x="3122" y="343"/>
                </a:lnTo>
                <a:lnTo>
                  <a:pt x="3042" y="343"/>
                </a:lnTo>
                <a:lnTo>
                  <a:pt x="2963" y="343"/>
                </a:lnTo>
                <a:lnTo>
                  <a:pt x="2883" y="343"/>
                </a:lnTo>
                <a:lnTo>
                  <a:pt x="2804" y="343"/>
                </a:lnTo>
                <a:lnTo>
                  <a:pt x="2698" y="317"/>
                </a:lnTo>
                <a:lnTo>
                  <a:pt x="2619" y="291"/>
                </a:lnTo>
                <a:lnTo>
                  <a:pt x="2539" y="291"/>
                </a:lnTo>
                <a:lnTo>
                  <a:pt x="2434" y="264"/>
                </a:lnTo>
                <a:lnTo>
                  <a:pt x="2328" y="291"/>
                </a:lnTo>
                <a:lnTo>
                  <a:pt x="2222" y="291"/>
                </a:lnTo>
                <a:lnTo>
                  <a:pt x="2143" y="343"/>
                </a:lnTo>
                <a:lnTo>
                  <a:pt x="2063" y="343"/>
                </a:lnTo>
                <a:lnTo>
                  <a:pt x="1984" y="370"/>
                </a:lnTo>
                <a:lnTo>
                  <a:pt x="1905" y="370"/>
                </a:lnTo>
                <a:lnTo>
                  <a:pt x="1825" y="370"/>
                </a:lnTo>
                <a:lnTo>
                  <a:pt x="1746" y="396"/>
                </a:lnTo>
                <a:lnTo>
                  <a:pt x="1640" y="449"/>
                </a:lnTo>
                <a:lnTo>
                  <a:pt x="1561" y="449"/>
                </a:lnTo>
                <a:lnTo>
                  <a:pt x="1481" y="449"/>
                </a:lnTo>
                <a:lnTo>
                  <a:pt x="1375" y="396"/>
                </a:lnTo>
                <a:lnTo>
                  <a:pt x="1270" y="370"/>
                </a:lnTo>
                <a:lnTo>
                  <a:pt x="1164" y="370"/>
                </a:lnTo>
                <a:lnTo>
                  <a:pt x="1084" y="370"/>
                </a:lnTo>
                <a:lnTo>
                  <a:pt x="1005" y="370"/>
                </a:lnTo>
                <a:lnTo>
                  <a:pt x="926" y="396"/>
                </a:lnTo>
                <a:lnTo>
                  <a:pt x="846" y="396"/>
                </a:lnTo>
                <a:lnTo>
                  <a:pt x="740" y="423"/>
                </a:lnTo>
                <a:lnTo>
                  <a:pt x="635" y="449"/>
                </a:lnTo>
                <a:lnTo>
                  <a:pt x="555" y="449"/>
                </a:lnTo>
                <a:lnTo>
                  <a:pt x="476" y="449"/>
                </a:lnTo>
                <a:lnTo>
                  <a:pt x="396" y="449"/>
                </a:lnTo>
                <a:lnTo>
                  <a:pt x="317" y="449"/>
                </a:lnTo>
                <a:lnTo>
                  <a:pt x="238" y="476"/>
                </a:lnTo>
                <a:lnTo>
                  <a:pt x="158" y="529"/>
                </a:lnTo>
                <a:lnTo>
                  <a:pt x="79" y="555"/>
                </a:lnTo>
                <a:lnTo>
                  <a:pt x="0" y="583"/>
                </a:lnTo>
                <a:lnTo>
                  <a:pt x="26" y="26"/>
                </a:lnTo>
                <a:lnTo>
                  <a:pt x="17490" y="0"/>
                </a:lnTo>
                <a:lnTo>
                  <a:pt x="17358" y="1112"/>
                </a:lnTo>
                <a:close/>
              </a:path>
            </a:pathLst>
          </a:cu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lin ang="0"/>
          </a:gra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98560" y="1670040"/>
            <a:ext cx="6287040" cy="238320"/>
          </a:xfrm>
          <a:custGeom>
            <a:avLst/>
            <a:gdLst/>
            <a:ahLst/>
            <a:rect l="0" t="0" r="r" b="b"/>
            <a:pathLst>
              <a:path w="17464" h="662">
                <a:moveTo>
                  <a:pt x="0" y="424"/>
                </a:moveTo>
                <a:lnTo>
                  <a:pt x="105" y="397"/>
                </a:lnTo>
                <a:lnTo>
                  <a:pt x="211" y="344"/>
                </a:lnTo>
                <a:lnTo>
                  <a:pt x="291" y="317"/>
                </a:lnTo>
                <a:lnTo>
                  <a:pt x="396" y="291"/>
                </a:lnTo>
                <a:lnTo>
                  <a:pt x="476" y="238"/>
                </a:lnTo>
                <a:lnTo>
                  <a:pt x="555" y="185"/>
                </a:lnTo>
                <a:lnTo>
                  <a:pt x="635" y="132"/>
                </a:lnTo>
                <a:lnTo>
                  <a:pt x="714" y="79"/>
                </a:lnTo>
                <a:lnTo>
                  <a:pt x="793" y="79"/>
                </a:lnTo>
                <a:lnTo>
                  <a:pt x="873" y="26"/>
                </a:lnTo>
                <a:lnTo>
                  <a:pt x="952" y="52"/>
                </a:lnTo>
                <a:lnTo>
                  <a:pt x="1005" y="132"/>
                </a:lnTo>
                <a:lnTo>
                  <a:pt x="1058" y="211"/>
                </a:lnTo>
                <a:lnTo>
                  <a:pt x="1164" y="238"/>
                </a:lnTo>
                <a:lnTo>
                  <a:pt x="1217" y="317"/>
                </a:lnTo>
                <a:lnTo>
                  <a:pt x="1296" y="344"/>
                </a:lnTo>
                <a:lnTo>
                  <a:pt x="1375" y="371"/>
                </a:lnTo>
                <a:lnTo>
                  <a:pt x="1455" y="317"/>
                </a:lnTo>
                <a:lnTo>
                  <a:pt x="1534" y="291"/>
                </a:lnTo>
                <a:lnTo>
                  <a:pt x="1613" y="291"/>
                </a:lnTo>
                <a:lnTo>
                  <a:pt x="1693" y="264"/>
                </a:lnTo>
                <a:lnTo>
                  <a:pt x="1772" y="238"/>
                </a:lnTo>
                <a:lnTo>
                  <a:pt x="1852" y="211"/>
                </a:lnTo>
                <a:lnTo>
                  <a:pt x="1957" y="211"/>
                </a:lnTo>
                <a:lnTo>
                  <a:pt x="2063" y="185"/>
                </a:lnTo>
                <a:lnTo>
                  <a:pt x="2143" y="185"/>
                </a:lnTo>
                <a:lnTo>
                  <a:pt x="2222" y="185"/>
                </a:lnTo>
                <a:lnTo>
                  <a:pt x="2301" y="185"/>
                </a:lnTo>
                <a:lnTo>
                  <a:pt x="2381" y="158"/>
                </a:lnTo>
                <a:lnTo>
                  <a:pt x="2487" y="132"/>
                </a:lnTo>
                <a:lnTo>
                  <a:pt x="2566" y="132"/>
                </a:lnTo>
                <a:lnTo>
                  <a:pt x="2645" y="105"/>
                </a:lnTo>
                <a:lnTo>
                  <a:pt x="2751" y="105"/>
                </a:lnTo>
                <a:lnTo>
                  <a:pt x="2831" y="105"/>
                </a:lnTo>
                <a:lnTo>
                  <a:pt x="2936" y="105"/>
                </a:lnTo>
                <a:lnTo>
                  <a:pt x="3016" y="79"/>
                </a:lnTo>
                <a:lnTo>
                  <a:pt x="3122" y="79"/>
                </a:lnTo>
                <a:lnTo>
                  <a:pt x="3201" y="79"/>
                </a:lnTo>
                <a:lnTo>
                  <a:pt x="3280" y="79"/>
                </a:lnTo>
                <a:lnTo>
                  <a:pt x="3386" y="79"/>
                </a:lnTo>
                <a:lnTo>
                  <a:pt x="3466" y="79"/>
                </a:lnTo>
                <a:lnTo>
                  <a:pt x="3545" y="105"/>
                </a:lnTo>
                <a:lnTo>
                  <a:pt x="3677" y="105"/>
                </a:lnTo>
                <a:lnTo>
                  <a:pt x="3757" y="132"/>
                </a:lnTo>
                <a:lnTo>
                  <a:pt x="3810" y="211"/>
                </a:lnTo>
                <a:lnTo>
                  <a:pt x="3889" y="238"/>
                </a:lnTo>
                <a:lnTo>
                  <a:pt x="4021" y="264"/>
                </a:lnTo>
                <a:lnTo>
                  <a:pt x="4127" y="291"/>
                </a:lnTo>
                <a:lnTo>
                  <a:pt x="4206" y="291"/>
                </a:lnTo>
                <a:lnTo>
                  <a:pt x="4286" y="291"/>
                </a:lnTo>
                <a:lnTo>
                  <a:pt x="4365" y="291"/>
                </a:lnTo>
                <a:lnTo>
                  <a:pt x="4446" y="317"/>
                </a:lnTo>
                <a:lnTo>
                  <a:pt x="4525" y="317"/>
                </a:lnTo>
                <a:lnTo>
                  <a:pt x="4631" y="317"/>
                </a:lnTo>
                <a:lnTo>
                  <a:pt x="4710" y="317"/>
                </a:lnTo>
                <a:lnTo>
                  <a:pt x="4789" y="291"/>
                </a:lnTo>
                <a:lnTo>
                  <a:pt x="4869" y="291"/>
                </a:lnTo>
                <a:lnTo>
                  <a:pt x="4948" y="291"/>
                </a:lnTo>
                <a:lnTo>
                  <a:pt x="5081" y="291"/>
                </a:lnTo>
                <a:lnTo>
                  <a:pt x="5186" y="264"/>
                </a:lnTo>
                <a:lnTo>
                  <a:pt x="5292" y="264"/>
                </a:lnTo>
                <a:lnTo>
                  <a:pt x="5398" y="238"/>
                </a:lnTo>
                <a:lnTo>
                  <a:pt x="5504" y="238"/>
                </a:lnTo>
                <a:lnTo>
                  <a:pt x="5636" y="211"/>
                </a:lnTo>
                <a:lnTo>
                  <a:pt x="5716" y="185"/>
                </a:lnTo>
                <a:lnTo>
                  <a:pt x="5795" y="185"/>
                </a:lnTo>
                <a:lnTo>
                  <a:pt x="5874" y="132"/>
                </a:lnTo>
                <a:lnTo>
                  <a:pt x="5954" y="132"/>
                </a:lnTo>
                <a:lnTo>
                  <a:pt x="6033" y="132"/>
                </a:lnTo>
                <a:lnTo>
                  <a:pt x="6112" y="132"/>
                </a:lnTo>
                <a:lnTo>
                  <a:pt x="6192" y="132"/>
                </a:lnTo>
                <a:lnTo>
                  <a:pt x="6351" y="132"/>
                </a:lnTo>
                <a:lnTo>
                  <a:pt x="6430" y="132"/>
                </a:lnTo>
                <a:lnTo>
                  <a:pt x="6536" y="132"/>
                </a:lnTo>
                <a:lnTo>
                  <a:pt x="6615" y="105"/>
                </a:lnTo>
                <a:lnTo>
                  <a:pt x="6721" y="105"/>
                </a:lnTo>
                <a:lnTo>
                  <a:pt x="6800" y="185"/>
                </a:lnTo>
                <a:lnTo>
                  <a:pt x="6880" y="211"/>
                </a:lnTo>
                <a:lnTo>
                  <a:pt x="6959" y="264"/>
                </a:lnTo>
                <a:lnTo>
                  <a:pt x="7038" y="291"/>
                </a:lnTo>
                <a:lnTo>
                  <a:pt x="7118" y="317"/>
                </a:lnTo>
                <a:lnTo>
                  <a:pt x="7197" y="344"/>
                </a:lnTo>
                <a:lnTo>
                  <a:pt x="7277" y="371"/>
                </a:lnTo>
                <a:lnTo>
                  <a:pt x="7382" y="371"/>
                </a:lnTo>
                <a:lnTo>
                  <a:pt x="7515" y="397"/>
                </a:lnTo>
                <a:lnTo>
                  <a:pt x="7621" y="397"/>
                </a:lnTo>
                <a:lnTo>
                  <a:pt x="7726" y="397"/>
                </a:lnTo>
                <a:lnTo>
                  <a:pt x="7885" y="344"/>
                </a:lnTo>
                <a:lnTo>
                  <a:pt x="8044" y="344"/>
                </a:lnTo>
                <a:lnTo>
                  <a:pt x="8123" y="317"/>
                </a:lnTo>
                <a:lnTo>
                  <a:pt x="8229" y="291"/>
                </a:lnTo>
                <a:lnTo>
                  <a:pt x="8335" y="291"/>
                </a:lnTo>
                <a:lnTo>
                  <a:pt x="8467" y="238"/>
                </a:lnTo>
                <a:lnTo>
                  <a:pt x="8547" y="211"/>
                </a:lnTo>
                <a:lnTo>
                  <a:pt x="8626" y="185"/>
                </a:lnTo>
                <a:lnTo>
                  <a:pt x="8705" y="185"/>
                </a:lnTo>
                <a:lnTo>
                  <a:pt x="8785" y="158"/>
                </a:lnTo>
                <a:lnTo>
                  <a:pt x="8864" y="132"/>
                </a:lnTo>
                <a:lnTo>
                  <a:pt x="8943" y="132"/>
                </a:lnTo>
                <a:lnTo>
                  <a:pt x="9023" y="132"/>
                </a:lnTo>
                <a:lnTo>
                  <a:pt x="9102" y="105"/>
                </a:lnTo>
                <a:lnTo>
                  <a:pt x="9182" y="79"/>
                </a:lnTo>
                <a:lnTo>
                  <a:pt x="9314" y="132"/>
                </a:lnTo>
                <a:lnTo>
                  <a:pt x="9393" y="185"/>
                </a:lnTo>
                <a:lnTo>
                  <a:pt x="9473" y="211"/>
                </a:lnTo>
                <a:lnTo>
                  <a:pt x="9552" y="264"/>
                </a:lnTo>
                <a:lnTo>
                  <a:pt x="9631" y="291"/>
                </a:lnTo>
                <a:lnTo>
                  <a:pt x="9737" y="317"/>
                </a:lnTo>
                <a:lnTo>
                  <a:pt x="9817" y="317"/>
                </a:lnTo>
                <a:lnTo>
                  <a:pt x="9896" y="397"/>
                </a:lnTo>
                <a:lnTo>
                  <a:pt x="9975" y="424"/>
                </a:lnTo>
                <a:lnTo>
                  <a:pt x="10055" y="424"/>
                </a:lnTo>
                <a:lnTo>
                  <a:pt x="10134" y="424"/>
                </a:lnTo>
                <a:lnTo>
                  <a:pt x="10240" y="424"/>
                </a:lnTo>
                <a:lnTo>
                  <a:pt x="10319" y="397"/>
                </a:lnTo>
                <a:lnTo>
                  <a:pt x="10399" y="371"/>
                </a:lnTo>
                <a:lnTo>
                  <a:pt x="10478" y="344"/>
                </a:lnTo>
                <a:lnTo>
                  <a:pt x="10557" y="344"/>
                </a:lnTo>
                <a:lnTo>
                  <a:pt x="10637" y="317"/>
                </a:lnTo>
                <a:lnTo>
                  <a:pt x="10716" y="291"/>
                </a:lnTo>
                <a:lnTo>
                  <a:pt x="10796" y="291"/>
                </a:lnTo>
                <a:lnTo>
                  <a:pt x="10901" y="264"/>
                </a:lnTo>
                <a:lnTo>
                  <a:pt x="10981" y="238"/>
                </a:lnTo>
                <a:lnTo>
                  <a:pt x="11087" y="317"/>
                </a:lnTo>
                <a:lnTo>
                  <a:pt x="11192" y="397"/>
                </a:lnTo>
                <a:lnTo>
                  <a:pt x="11272" y="424"/>
                </a:lnTo>
                <a:lnTo>
                  <a:pt x="11351" y="424"/>
                </a:lnTo>
                <a:lnTo>
                  <a:pt x="11431" y="450"/>
                </a:lnTo>
                <a:lnTo>
                  <a:pt x="11510" y="397"/>
                </a:lnTo>
                <a:lnTo>
                  <a:pt x="11642" y="344"/>
                </a:lnTo>
                <a:lnTo>
                  <a:pt x="11722" y="344"/>
                </a:lnTo>
                <a:lnTo>
                  <a:pt x="11801" y="291"/>
                </a:lnTo>
                <a:lnTo>
                  <a:pt x="11880" y="238"/>
                </a:lnTo>
                <a:lnTo>
                  <a:pt x="11960" y="238"/>
                </a:lnTo>
                <a:lnTo>
                  <a:pt x="12066" y="185"/>
                </a:lnTo>
                <a:lnTo>
                  <a:pt x="12145" y="158"/>
                </a:lnTo>
                <a:lnTo>
                  <a:pt x="12224" y="132"/>
                </a:lnTo>
                <a:lnTo>
                  <a:pt x="12304" y="79"/>
                </a:lnTo>
                <a:lnTo>
                  <a:pt x="12383" y="79"/>
                </a:lnTo>
                <a:lnTo>
                  <a:pt x="12462" y="52"/>
                </a:lnTo>
                <a:lnTo>
                  <a:pt x="12542" y="26"/>
                </a:lnTo>
                <a:lnTo>
                  <a:pt x="12621" y="105"/>
                </a:lnTo>
                <a:lnTo>
                  <a:pt x="12701" y="132"/>
                </a:lnTo>
                <a:lnTo>
                  <a:pt x="12780" y="185"/>
                </a:lnTo>
                <a:lnTo>
                  <a:pt x="12859" y="211"/>
                </a:lnTo>
                <a:lnTo>
                  <a:pt x="12939" y="238"/>
                </a:lnTo>
                <a:lnTo>
                  <a:pt x="13018" y="291"/>
                </a:lnTo>
                <a:lnTo>
                  <a:pt x="13125" y="317"/>
                </a:lnTo>
                <a:lnTo>
                  <a:pt x="13231" y="344"/>
                </a:lnTo>
                <a:lnTo>
                  <a:pt x="13310" y="344"/>
                </a:lnTo>
                <a:lnTo>
                  <a:pt x="13389" y="344"/>
                </a:lnTo>
                <a:lnTo>
                  <a:pt x="13495" y="291"/>
                </a:lnTo>
                <a:lnTo>
                  <a:pt x="13575" y="264"/>
                </a:lnTo>
                <a:lnTo>
                  <a:pt x="13654" y="238"/>
                </a:lnTo>
                <a:lnTo>
                  <a:pt x="13733" y="211"/>
                </a:lnTo>
                <a:lnTo>
                  <a:pt x="13813" y="185"/>
                </a:lnTo>
                <a:lnTo>
                  <a:pt x="13892" y="185"/>
                </a:lnTo>
                <a:lnTo>
                  <a:pt x="13972" y="238"/>
                </a:lnTo>
                <a:lnTo>
                  <a:pt x="14051" y="291"/>
                </a:lnTo>
                <a:lnTo>
                  <a:pt x="14157" y="344"/>
                </a:lnTo>
                <a:lnTo>
                  <a:pt x="14236" y="371"/>
                </a:lnTo>
                <a:lnTo>
                  <a:pt x="14315" y="397"/>
                </a:lnTo>
                <a:lnTo>
                  <a:pt x="14395" y="397"/>
                </a:lnTo>
                <a:lnTo>
                  <a:pt x="14501" y="424"/>
                </a:lnTo>
                <a:lnTo>
                  <a:pt x="14580" y="397"/>
                </a:lnTo>
                <a:lnTo>
                  <a:pt x="14686" y="397"/>
                </a:lnTo>
                <a:lnTo>
                  <a:pt x="14818" y="397"/>
                </a:lnTo>
                <a:lnTo>
                  <a:pt x="14924" y="397"/>
                </a:lnTo>
                <a:lnTo>
                  <a:pt x="15030" y="371"/>
                </a:lnTo>
                <a:lnTo>
                  <a:pt x="15136" y="344"/>
                </a:lnTo>
                <a:lnTo>
                  <a:pt x="15242" y="344"/>
                </a:lnTo>
                <a:lnTo>
                  <a:pt x="15321" y="317"/>
                </a:lnTo>
                <a:lnTo>
                  <a:pt x="15400" y="291"/>
                </a:lnTo>
                <a:lnTo>
                  <a:pt x="15480" y="264"/>
                </a:lnTo>
                <a:lnTo>
                  <a:pt x="15559" y="238"/>
                </a:lnTo>
                <a:lnTo>
                  <a:pt x="15638" y="238"/>
                </a:lnTo>
                <a:lnTo>
                  <a:pt x="15718" y="238"/>
                </a:lnTo>
                <a:lnTo>
                  <a:pt x="15797" y="238"/>
                </a:lnTo>
                <a:lnTo>
                  <a:pt x="15877" y="238"/>
                </a:lnTo>
                <a:lnTo>
                  <a:pt x="15982" y="238"/>
                </a:lnTo>
                <a:lnTo>
                  <a:pt x="16062" y="238"/>
                </a:lnTo>
                <a:lnTo>
                  <a:pt x="16141" y="238"/>
                </a:lnTo>
                <a:lnTo>
                  <a:pt x="16220" y="238"/>
                </a:lnTo>
                <a:lnTo>
                  <a:pt x="16300" y="238"/>
                </a:lnTo>
                <a:lnTo>
                  <a:pt x="16379" y="238"/>
                </a:lnTo>
                <a:lnTo>
                  <a:pt x="16459" y="291"/>
                </a:lnTo>
                <a:lnTo>
                  <a:pt x="16538" y="291"/>
                </a:lnTo>
                <a:lnTo>
                  <a:pt x="16617" y="291"/>
                </a:lnTo>
                <a:lnTo>
                  <a:pt x="16697" y="291"/>
                </a:lnTo>
                <a:lnTo>
                  <a:pt x="16776" y="238"/>
                </a:lnTo>
                <a:lnTo>
                  <a:pt x="16882" y="211"/>
                </a:lnTo>
                <a:lnTo>
                  <a:pt x="16961" y="185"/>
                </a:lnTo>
                <a:lnTo>
                  <a:pt x="17041" y="185"/>
                </a:lnTo>
                <a:lnTo>
                  <a:pt x="17147" y="132"/>
                </a:lnTo>
                <a:lnTo>
                  <a:pt x="17226" y="105"/>
                </a:lnTo>
                <a:lnTo>
                  <a:pt x="17332" y="52"/>
                </a:lnTo>
                <a:lnTo>
                  <a:pt x="17411" y="0"/>
                </a:lnTo>
                <a:lnTo>
                  <a:pt x="17464" y="662"/>
                </a:lnTo>
                <a:lnTo>
                  <a:pt x="79" y="609"/>
                </a:lnTo>
                <a:lnTo>
                  <a:pt x="0" y="424"/>
                </a:lnTo>
                <a:close/>
              </a:path>
            </a:pathLst>
          </a:custGeom>
          <a:solidFill>
            <a:srgbClr val="114FFB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88840" y="631800"/>
            <a:ext cx="6382080" cy="419400"/>
          </a:xfrm>
          <a:custGeom>
            <a:avLst/>
            <a:gdLst/>
            <a:ahLst/>
            <a:rect l="0" t="0" r="r" b="b"/>
            <a:pathLst>
              <a:path w="17728" h="1165">
                <a:moveTo>
                  <a:pt x="26" y="26"/>
                </a:moveTo>
                <a:lnTo>
                  <a:pt x="17728" y="0"/>
                </a:lnTo>
                <a:lnTo>
                  <a:pt x="17569" y="1165"/>
                </a:lnTo>
                <a:lnTo>
                  <a:pt x="17463" y="1165"/>
                </a:lnTo>
                <a:lnTo>
                  <a:pt x="16008" y="264"/>
                </a:lnTo>
                <a:lnTo>
                  <a:pt x="396" y="238"/>
                </a:lnTo>
                <a:lnTo>
                  <a:pt x="291" y="874"/>
                </a:lnTo>
                <a:lnTo>
                  <a:pt x="0" y="768"/>
                </a:lnTo>
                <a:lnTo>
                  <a:pt x="26" y="26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41320" y="1631880"/>
            <a:ext cx="6372720" cy="305280"/>
          </a:xfrm>
          <a:custGeom>
            <a:avLst/>
            <a:gdLst/>
            <a:ahLst/>
            <a:rect l="0" t="0" r="r" b="b"/>
            <a:pathLst>
              <a:path w="17702" h="848">
                <a:moveTo>
                  <a:pt x="0" y="344"/>
                </a:moveTo>
                <a:lnTo>
                  <a:pt x="370" y="318"/>
                </a:lnTo>
                <a:lnTo>
                  <a:pt x="555" y="556"/>
                </a:lnTo>
                <a:lnTo>
                  <a:pt x="17279" y="583"/>
                </a:lnTo>
                <a:lnTo>
                  <a:pt x="17676" y="0"/>
                </a:lnTo>
                <a:lnTo>
                  <a:pt x="17702" y="848"/>
                </a:lnTo>
                <a:lnTo>
                  <a:pt x="0" y="822"/>
                </a:lnTo>
                <a:lnTo>
                  <a:pt x="0" y="344"/>
                </a:lnTo>
                <a:close/>
              </a:path>
            </a:pathLst>
          </a:custGeom>
          <a:gradFill rotWithShape="0">
            <a:gsLst>
              <a:gs pos="0">
                <a:srgbClr val="0536CF"/>
              </a:gs>
              <a:gs pos="100000">
                <a:srgbClr val="FFFFFF"/>
              </a:gs>
            </a:gsLst>
            <a:lin ang="0"/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698400" y="6438960"/>
            <a:ext cx="7099560" cy="292320"/>
          </a:xfrm>
          <a:custGeom>
            <a:avLst/>
            <a:gdLst/>
            <a:ahLst/>
            <a:rect l="0" t="0" r="r" b="b"/>
            <a:pathLst>
              <a:path w="19721" h="812">
                <a:moveTo>
                  <a:pt x="0" y="424"/>
                </a:moveTo>
                <a:lnTo>
                  <a:pt x="105" y="388"/>
                </a:lnTo>
                <a:lnTo>
                  <a:pt x="211" y="317"/>
                </a:lnTo>
                <a:lnTo>
                  <a:pt x="317" y="317"/>
                </a:lnTo>
                <a:lnTo>
                  <a:pt x="458" y="282"/>
                </a:lnTo>
                <a:lnTo>
                  <a:pt x="564" y="246"/>
                </a:lnTo>
                <a:lnTo>
                  <a:pt x="670" y="246"/>
                </a:lnTo>
                <a:lnTo>
                  <a:pt x="811" y="211"/>
                </a:lnTo>
                <a:lnTo>
                  <a:pt x="917" y="176"/>
                </a:lnTo>
                <a:lnTo>
                  <a:pt x="1023" y="141"/>
                </a:lnTo>
                <a:lnTo>
                  <a:pt x="1128" y="35"/>
                </a:lnTo>
                <a:lnTo>
                  <a:pt x="1234" y="0"/>
                </a:lnTo>
                <a:lnTo>
                  <a:pt x="1340" y="35"/>
                </a:lnTo>
                <a:lnTo>
                  <a:pt x="1446" y="176"/>
                </a:lnTo>
                <a:lnTo>
                  <a:pt x="1552" y="282"/>
                </a:lnTo>
                <a:lnTo>
                  <a:pt x="1658" y="317"/>
                </a:lnTo>
                <a:lnTo>
                  <a:pt x="1763" y="388"/>
                </a:lnTo>
                <a:lnTo>
                  <a:pt x="1869" y="388"/>
                </a:lnTo>
                <a:lnTo>
                  <a:pt x="2010" y="388"/>
                </a:lnTo>
                <a:lnTo>
                  <a:pt x="2151" y="352"/>
                </a:lnTo>
                <a:lnTo>
                  <a:pt x="2257" y="317"/>
                </a:lnTo>
                <a:lnTo>
                  <a:pt x="2398" y="317"/>
                </a:lnTo>
                <a:lnTo>
                  <a:pt x="2575" y="282"/>
                </a:lnTo>
                <a:lnTo>
                  <a:pt x="2681" y="246"/>
                </a:lnTo>
                <a:lnTo>
                  <a:pt x="2786" y="246"/>
                </a:lnTo>
                <a:lnTo>
                  <a:pt x="2892" y="211"/>
                </a:lnTo>
                <a:lnTo>
                  <a:pt x="2998" y="282"/>
                </a:lnTo>
                <a:lnTo>
                  <a:pt x="3104" y="317"/>
                </a:lnTo>
                <a:lnTo>
                  <a:pt x="3280" y="388"/>
                </a:lnTo>
                <a:lnTo>
                  <a:pt x="3386" y="424"/>
                </a:lnTo>
                <a:lnTo>
                  <a:pt x="3492" y="459"/>
                </a:lnTo>
                <a:lnTo>
                  <a:pt x="3704" y="424"/>
                </a:lnTo>
                <a:lnTo>
                  <a:pt x="3810" y="424"/>
                </a:lnTo>
                <a:lnTo>
                  <a:pt x="3915" y="388"/>
                </a:lnTo>
                <a:lnTo>
                  <a:pt x="4021" y="388"/>
                </a:lnTo>
                <a:lnTo>
                  <a:pt x="4127" y="388"/>
                </a:lnTo>
                <a:lnTo>
                  <a:pt x="4233" y="352"/>
                </a:lnTo>
                <a:lnTo>
                  <a:pt x="4339" y="317"/>
                </a:lnTo>
                <a:lnTo>
                  <a:pt x="4515" y="317"/>
                </a:lnTo>
                <a:lnTo>
                  <a:pt x="4621" y="317"/>
                </a:lnTo>
                <a:lnTo>
                  <a:pt x="4797" y="246"/>
                </a:lnTo>
                <a:lnTo>
                  <a:pt x="4938" y="246"/>
                </a:lnTo>
                <a:lnTo>
                  <a:pt x="5044" y="282"/>
                </a:lnTo>
                <a:lnTo>
                  <a:pt x="5256" y="388"/>
                </a:lnTo>
                <a:lnTo>
                  <a:pt x="5397" y="424"/>
                </a:lnTo>
                <a:lnTo>
                  <a:pt x="5503" y="530"/>
                </a:lnTo>
                <a:lnTo>
                  <a:pt x="5644" y="600"/>
                </a:lnTo>
                <a:lnTo>
                  <a:pt x="5785" y="600"/>
                </a:lnTo>
                <a:lnTo>
                  <a:pt x="5926" y="565"/>
                </a:lnTo>
                <a:lnTo>
                  <a:pt x="6067" y="565"/>
                </a:lnTo>
                <a:lnTo>
                  <a:pt x="6173" y="530"/>
                </a:lnTo>
                <a:lnTo>
                  <a:pt x="6350" y="530"/>
                </a:lnTo>
                <a:lnTo>
                  <a:pt x="6455" y="459"/>
                </a:lnTo>
                <a:lnTo>
                  <a:pt x="6561" y="459"/>
                </a:lnTo>
                <a:lnTo>
                  <a:pt x="6667" y="424"/>
                </a:lnTo>
                <a:lnTo>
                  <a:pt x="6773" y="424"/>
                </a:lnTo>
                <a:lnTo>
                  <a:pt x="6914" y="388"/>
                </a:lnTo>
                <a:lnTo>
                  <a:pt x="7020" y="352"/>
                </a:lnTo>
                <a:lnTo>
                  <a:pt x="7126" y="317"/>
                </a:lnTo>
                <a:lnTo>
                  <a:pt x="7231" y="282"/>
                </a:lnTo>
                <a:lnTo>
                  <a:pt x="7373" y="282"/>
                </a:lnTo>
                <a:lnTo>
                  <a:pt x="7514" y="352"/>
                </a:lnTo>
                <a:lnTo>
                  <a:pt x="7655" y="388"/>
                </a:lnTo>
                <a:lnTo>
                  <a:pt x="7761" y="459"/>
                </a:lnTo>
                <a:lnTo>
                  <a:pt x="7902" y="530"/>
                </a:lnTo>
                <a:lnTo>
                  <a:pt x="8078" y="459"/>
                </a:lnTo>
                <a:lnTo>
                  <a:pt x="8219" y="459"/>
                </a:lnTo>
                <a:lnTo>
                  <a:pt x="8325" y="459"/>
                </a:lnTo>
                <a:lnTo>
                  <a:pt x="8501" y="424"/>
                </a:lnTo>
                <a:lnTo>
                  <a:pt x="8607" y="388"/>
                </a:lnTo>
                <a:lnTo>
                  <a:pt x="8748" y="388"/>
                </a:lnTo>
                <a:lnTo>
                  <a:pt x="8854" y="388"/>
                </a:lnTo>
                <a:lnTo>
                  <a:pt x="8995" y="352"/>
                </a:lnTo>
                <a:lnTo>
                  <a:pt x="9101" y="352"/>
                </a:lnTo>
                <a:lnTo>
                  <a:pt x="9207" y="317"/>
                </a:lnTo>
                <a:lnTo>
                  <a:pt x="9313" y="317"/>
                </a:lnTo>
                <a:lnTo>
                  <a:pt x="9419" y="282"/>
                </a:lnTo>
                <a:lnTo>
                  <a:pt x="9525" y="282"/>
                </a:lnTo>
                <a:lnTo>
                  <a:pt x="9630" y="246"/>
                </a:lnTo>
                <a:lnTo>
                  <a:pt x="9771" y="211"/>
                </a:lnTo>
                <a:lnTo>
                  <a:pt x="9914" y="176"/>
                </a:lnTo>
                <a:lnTo>
                  <a:pt x="10019" y="141"/>
                </a:lnTo>
                <a:lnTo>
                  <a:pt x="10125" y="141"/>
                </a:lnTo>
                <a:lnTo>
                  <a:pt x="10231" y="105"/>
                </a:lnTo>
                <a:lnTo>
                  <a:pt x="10337" y="105"/>
                </a:lnTo>
                <a:lnTo>
                  <a:pt x="10443" y="70"/>
                </a:lnTo>
                <a:lnTo>
                  <a:pt x="10549" y="141"/>
                </a:lnTo>
                <a:lnTo>
                  <a:pt x="10690" y="282"/>
                </a:lnTo>
                <a:lnTo>
                  <a:pt x="10796" y="352"/>
                </a:lnTo>
                <a:lnTo>
                  <a:pt x="10901" y="388"/>
                </a:lnTo>
                <a:lnTo>
                  <a:pt x="11042" y="459"/>
                </a:lnTo>
                <a:lnTo>
                  <a:pt x="11148" y="459"/>
                </a:lnTo>
                <a:lnTo>
                  <a:pt x="11254" y="459"/>
                </a:lnTo>
                <a:lnTo>
                  <a:pt x="11360" y="388"/>
                </a:lnTo>
                <a:lnTo>
                  <a:pt x="11501" y="388"/>
                </a:lnTo>
                <a:lnTo>
                  <a:pt x="11607" y="317"/>
                </a:lnTo>
                <a:lnTo>
                  <a:pt x="11783" y="282"/>
                </a:lnTo>
                <a:lnTo>
                  <a:pt x="11889" y="282"/>
                </a:lnTo>
                <a:lnTo>
                  <a:pt x="12030" y="246"/>
                </a:lnTo>
                <a:lnTo>
                  <a:pt x="12171" y="246"/>
                </a:lnTo>
                <a:lnTo>
                  <a:pt x="12277" y="246"/>
                </a:lnTo>
                <a:lnTo>
                  <a:pt x="12383" y="246"/>
                </a:lnTo>
                <a:lnTo>
                  <a:pt x="12559" y="246"/>
                </a:lnTo>
                <a:lnTo>
                  <a:pt x="12701" y="211"/>
                </a:lnTo>
                <a:lnTo>
                  <a:pt x="12806" y="176"/>
                </a:lnTo>
                <a:lnTo>
                  <a:pt x="12947" y="176"/>
                </a:lnTo>
                <a:lnTo>
                  <a:pt x="13053" y="141"/>
                </a:lnTo>
                <a:lnTo>
                  <a:pt x="13336" y="105"/>
                </a:lnTo>
                <a:lnTo>
                  <a:pt x="13441" y="70"/>
                </a:lnTo>
                <a:lnTo>
                  <a:pt x="13547" y="35"/>
                </a:lnTo>
                <a:lnTo>
                  <a:pt x="13653" y="35"/>
                </a:lnTo>
                <a:lnTo>
                  <a:pt x="13759" y="105"/>
                </a:lnTo>
                <a:lnTo>
                  <a:pt x="13935" y="282"/>
                </a:lnTo>
                <a:lnTo>
                  <a:pt x="14147" y="388"/>
                </a:lnTo>
                <a:lnTo>
                  <a:pt x="14288" y="459"/>
                </a:lnTo>
                <a:lnTo>
                  <a:pt x="14429" y="424"/>
                </a:lnTo>
                <a:lnTo>
                  <a:pt x="14570" y="424"/>
                </a:lnTo>
                <a:lnTo>
                  <a:pt x="14711" y="388"/>
                </a:lnTo>
                <a:lnTo>
                  <a:pt x="14888" y="388"/>
                </a:lnTo>
                <a:lnTo>
                  <a:pt x="14994" y="388"/>
                </a:lnTo>
                <a:lnTo>
                  <a:pt x="15135" y="388"/>
                </a:lnTo>
                <a:lnTo>
                  <a:pt x="15311" y="388"/>
                </a:lnTo>
                <a:lnTo>
                  <a:pt x="15417" y="388"/>
                </a:lnTo>
                <a:lnTo>
                  <a:pt x="15558" y="388"/>
                </a:lnTo>
                <a:lnTo>
                  <a:pt x="15734" y="388"/>
                </a:lnTo>
                <a:lnTo>
                  <a:pt x="15840" y="352"/>
                </a:lnTo>
                <a:lnTo>
                  <a:pt x="15981" y="317"/>
                </a:lnTo>
                <a:lnTo>
                  <a:pt x="16122" y="282"/>
                </a:lnTo>
                <a:lnTo>
                  <a:pt x="16264" y="246"/>
                </a:lnTo>
                <a:lnTo>
                  <a:pt x="16405" y="176"/>
                </a:lnTo>
                <a:lnTo>
                  <a:pt x="16546" y="176"/>
                </a:lnTo>
                <a:lnTo>
                  <a:pt x="16652" y="141"/>
                </a:lnTo>
                <a:lnTo>
                  <a:pt x="16793" y="105"/>
                </a:lnTo>
                <a:lnTo>
                  <a:pt x="17075" y="70"/>
                </a:lnTo>
                <a:lnTo>
                  <a:pt x="17216" y="176"/>
                </a:lnTo>
                <a:lnTo>
                  <a:pt x="17357" y="317"/>
                </a:lnTo>
                <a:lnTo>
                  <a:pt x="17463" y="388"/>
                </a:lnTo>
                <a:lnTo>
                  <a:pt x="17675" y="459"/>
                </a:lnTo>
                <a:lnTo>
                  <a:pt x="17816" y="530"/>
                </a:lnTo>
                <a:lnTo>
                  <a:pt x="17922" y="530"/>
                </a:lnTo>
                <a:lnTo>
                  <a:pt x="18027" y="459"/>
                </a:lnTo>
                <a:lnTo>
                  <a:pt x="18133" y="424"/>
                </a:lnTo>
                <a:lnTo>
                  <a:pt x="18239" y="388"/>
                </a:lnTo>
                <a:lnTo>
                  <a:pt x="18733" y="317"/>
                </a:lnTo>
                <a:lnTo>
                  <a:pt x="18874" y="317"/>
                </a:lnTo>
                <a:lnTo>
                  <a:pt x="18980" y="246"/>
                </a:lnTo>
                <a:lnTo>
                  <a:pt x="19086" y="246"/>
                </a:lnTo>
                <a:lnTo>
                  <a:pt x="19192" y="246"/>
                </a:lnTo>
                <a:lnTo>
                  <a:pt x="19297" y="176"/>
                </a:lnTo>
                <a:lnTo>
                  <a:pt x="19403" y="141"/>
                </a:lnTo>
                <a:lnTo>
                  <a:pt x="19721" y="141"/>
                </a:lnTo>
                <a:lnTo>
                  <a:pt x="19650" y="812"/>
                </a:lnTo>
                <a:lnTo>
                  <a:pt x="35" y="812"/>
                </a:lnTo>
                <a:lnTo>
                  <a:pt x="0" y="424"/>
                </a:lnTo>
                <a:close/>
              </a:path>
            </a:pathLst>
          </a:custGeom>
          <a:solidFill>
            <a:srgbClr val="000000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388200"/>
            <a:ext cx="7239240" cy="394200"/>
          </a:xfrm>
          <a:custGeom>
            <a:avLst/>
            <a:gdLst/>
            <a:ahLst/>
            <a:rect l="0" t="0" r="r" b="b"/>
            <a:pathLst>
              <a:path w="20109" h="1095">
                <a:moveTo>
                  <a:pt x="105" y="353"/>
                </a:moveTo>
                <a:lnTo>
                  <a:pt x="317" y="353"/>
                </a:lnTo>
                <a:lnTo>
                  <a:pt x="564" y="565"/>
                </a:lnTo>
                <a:lnTo>
                  <a:pt x="6385" y="848"/>
                </a:lnTo>
                <a:lnTo>
                  <a:pt x="19368" y="741"/>
                </a:lnTo>
                <a:lnTo>
                  <a:pt x="20109" y="0"/>
                </a:lnTo>
                <a:lnTo>
                  <a:pt x="20074" y="1095"/>
                </a:lnTo>
                <a:lnTo>
                  <a:pt x="0" y="954"/>
                </a:lnTo>
                <a:lnTo>
                  <a:pt x="105" y="35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 txBox="1"/>
          <p:nvPr/>
        </p:nvSpPr>
        <p:spPr>
          <a:xfrm>
            <a:off x="2819520" y="133200"/>
            <a:ext cx="3168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CALL Parameters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758880" y="1106640"/>
            <a:ext cx="7128000" cy="113832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76212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CALL "ProgramName" USING  P1,  P2,  P3,  P4.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758880" y="1063800"/>
            <a:ext cx="7204320" cy="400320"/>
          </a:xfrm>
          <a:custGeom>
            <a:avLst/>
            <a:gdLst/>
            <a:ahLst/>
            <a:rect l="0" t="0" r="r" b="b"/>
            <a:pathLst>
              <a:path w="20012" h="1112">
                <a:moveTo>
                  <a:pt x="19862" y="1112"/>
                </a:moveTo>
                <a:lnTo>
                  <a:pt x="19769" y="1059"/>
                </a:lnTo>
                <a:lnTo>
                  <a:pt x="19650" y="979"/>
                </a:lnTo>
                <a:lnTo>
                  <a:pt x="19558" y="927"/>
                </a:lnTo>
                <a:lnTo>
                  <a:pt x="19465" y="874"/>
                </a:lnTo>
                <a:lnTo>
                  <a:pt x="19377" y="847"/>
                </a:lnTo>
                <a:lnTo>
                  <a:pt x="19284" y="821"/>
                </a:lnTo>
                <a:lnTo>
                  <a:pt x="19196" y="768"/>
                </a:lnTo>
                <a:lnTo>
                  <a:pt x="19103" y="715"/>
                </a:lnTo>
                <a:lnTo>
                  <a:pt x="19011" y="662"/>
                </a:lnTo>
                <a:lnTo>
                  <a:pt x="18923" y="609"/>
                </a:lnTo>
                <a:lnTo>
                  <a:pt x="18830" y="555"/>
                </a:lnTo>
                <a:lnTo>
                  <a:pt x="18711" y="555"/>
                </a:lnTo>
                <a:lnTo>
                  <a:pt x="18618" y="636"/>
                </a:lnTo>
                <a:lnTo>
                  <a:pt x="18557" y="715"/>
                </a:lnTo>
                <a:lnTo>
                  <a:pt x="18468" y="768"/>
                </a:lnTo>
                <a:lnTo>
                  <a:pt x="18376" y="688"/>
                </a:lnTo>
                <a:lnTo>
                  <a:pt x="18318" y="609"/>
                </a:lnTo>
                <a:lnTo>
                  <a:pt x="18226" y="555"/>
                </a:lnTo>
                <a:lnTo>
                  <a:pt x="18164" y="476"/>
                </a:lnTo>
                <a:lnTo>
                  <a:pt x="18076" y="449"/>
                </a:lnTo>
                <a:lnTo>
                  <a:pt x="17983" y="529"/>
                </a:lnTo>
                <a:lnTo>
                  <a:pt x="17922" y="609"/>
                </a:lnTo>
                <a:lnTo>
                  <a:pt x="17803" y="662"/>
                </a:lnTo>
                <a:lnTo>
                  <a:pt x="17710" y="688"/>
                </a:lnTo>
                <a:lnTo>
                  <a:pt x="17591" y="715"/>
                </a:lnTo>
                <a:lnTo>
                  <a:pt x="17498" y="768"/>
                </a:lnTo>
                <a:lnTo>
                  <a:pt x="17437" y="847"/>
                </a:lnTo>
                <a:lnTo>
                  <a:pt x="17317" y="874"/>
                </a:lnTo>
                <a:lnTo>
                  <a:pt x="17198" y="927"/>
                </a:lnTo>
                <a:lnTo>
                  <a:pt x="17106" y="979"/>
                </a:lnTo>
                <a:lnTo>
                  <a:pt x="17013" y="1032"/>
                </a:lnTo>
                <a:lnTo>
                  <a:pt x="16894" y="979"/>
                </a:lnTo>
                <a:lnTo>
                  <a:pt x="16832" y="874"/>
                </a:lnTo>
                <a:lnTo>
                  <a:pt x="16744" y="821"/>
                </a:lnTo>
                <a:lnTo>
                  <a:pt x="16652" y="768"/>
                </a:lnTo>
                <a:lnTo>
                  <a:pt x="16528" y="688"/>
                </a:lnTo>
                <a:lnTo>
                  <a:pt x="16440" y="609"/>
                </a:lnTo>
                <a:lnTo>
                  <a:pt x="16347" y="609"/>
                </a:lnTo>
                <a:lnTo>
                  <a:pt x="16228" y="555"/>
                </a:lnTo>
                <a:lnTo>
                  <a:pt x="16105" y="476"/>
                </a:lnTo>
                <a:lnTo>
                  <a:pt x="16017" y="449"/>
                </a:lnTo>
                <a:lnTo>
                  <a:pt x="15924" y="449"/>
                </a:lnTo>
                <a:lnTo>
                  <a:pt x="15774" y="370"/>
                </a:lnTo>
                <a:lnTo>
                  <a:pt x="15651" y="343"/>
                </a:lnTo>
                <a:lnTo>
                  <a:pt x="15562" y="317"/>
                </a:lnTo>
                <a:lnTo>
                  <a:pt x="15532" y="396"/>
                </a:lnTo>
                <a:lnTo>
                  <a:pt x="15501" y="476"/>
                </a:lnTo>
                <a:lnTo>
                  <a:pt x="15408" y="555"/>
                </a:lnTo>
                <a:lnTo>
                  <a:pt x="15320" y="583"/>
                </a:lnTo>
                <a:lnTo>
                  <a:pt x="15227" y="609"/>
                </a:lnTo>
                <a:lnTo>
                  <a:pt x="15139" y="662"/>
                </a:lnTo>
                <a:lnTo>
                  <a:pt x="15046" y="662"/>
                </a:lnTo>
                <a:lnTo>
                  <a:pt x="14954" y="555"/>
                </a:lnTo>
                <a:lnTo>
                  <a:pt x="14804" y="555"/>
                </a:lnTo>
                <a:lnTo>
                  <a:pt x="14716" y="609"/>
                </a:lnTo>
                <a:lnTo>
                  <a:pt x="14654" y="529"/>
                </a:lnTo>
                <a:lnTo>
                  <a:pt x="14561" y="502"/>
                </a:lnTo>
                <a:lnTo>
                  <a:pt x="14411" y="476"/>
                </a:lnTo>
                <a:lnTo>
                  <a:pt x="14319" y="449"/>
                </a:lnTo>
                <a:lnTo>
                  <a:pt x="14231" y="423"/>
                </a:lnTo>
                <a:lnTo>
                  <a:pt x="14138" y="423"/>
                </a:lnTo>
                <a:lnTo>
                  <a:pt x="14050" y="423"/>
                </a:lnTo>
                <a:lnTo>
                  <a:pt x="13926" y="449"/>
                </a:lnTo>
                <a:lnTo>
                  <a:pt x="13807" y="449"/>
                </a:lnTo>
                <a:lnTo>
                  <a:pt x="13684" y="476"/>
                </a:lnTo>
                <a:lnTo>
                  <a:pt x="13596" y="502"/>
                </a:lnTo>
                <a:lnTo>
                  <a:pt x="13503" y="555"/>
                </a:lnTo>
                <a:lnTo>
                  <a:pt x="13410" y="555"/>
                </a:lnTo>
                <a:lnTo>
                  <a:pt x="13322" y="609"/>
                </a:lnTo>
                <a:lnTo>
                  <a:pt x="13230" y="662"/>
                </a:lnTo>
                <a:lnTo>
                  <a:pt x="13141" y="688"/>
                </a:lnTo>
                <a:lnTo>
                  <a:pt x="13049" y="662"/>
                </a:lnTo>
                <a:lnTo>
                  <a:pt x="12956" y="662"/>
                </a:lnTo>
                <a:lnTo>
                  <a:pt x="12868" y="662"/>
                </a:lnTo>
                <a:lnTo>
                  <a:pt x="12745" y="636"/>
                </a:lnTo>
                <a:lnTo>
                  <a:pt x="12626" y="583"/>
                </a:lnTo>
                <a:lnTo>
                  <a:pt x="12533" y="555"/>
                </a:lnTo>
                <a:lnTo>
                  <a:pt x="12445" y="502"/>
                </a:lnTo>
                <a:lnTo>
                  <a:pt x="12352" y="476"/>
                </a:lnTo>
                <a:lnTo>
                  <a:pt x="12233" y="449"/>
                </a:lnTo>
                <a:lnTo>
                  <a:pt x="12140" y="423"/>
                </a:lnTo>
                <a:lnTo>
                  <a:pt x="12021" y="396"/>
                </a:lnTo>
                <a:lnTo>
                  <a:pt x="11929" y="370"/>
                </a:lnTo>
                <a:lnTo>
                  <a:pt x="11836" y="370"/>
                </a:lnTo>
                <a:lnTo>
                  <a:pt x="11748" y="396"/>
                </a:lnTo>
                <a:lnTo>
                  <a:pt x="11625" y="476"/>
                </a:lnTo>
                <a:lnTo>
                  <a:pt x="11594" y="555"/>
                </a:lnTo>
                <a:lnTo>
                  <a:pt x="11505" y="583"/>
                </a:lnTo>
                <a:lnTo>
                  <a:pt x="11413" y="609"/>
                </a:lnTo>
                <a:lnTo>
                  <a:pt x="11325" y="609"/>
                </a:lnTo>
                <a:lnTo>
                  <a:pt x="11232" y="555"/>
                </a:lnTo>
                <a:lnTo>
                  <a:pt x="11139" y="502"/>
                </a:lnTo>
                <a:lnTo>
                  <a:pt x="11020" y="449"/>
                </a:lnTo>
                <a:lnTo>
                  <a:pt x="10928" y="423"/>
                </a:lnTo>
                <a:lnTo>
                  <a:pt x="10840" y="396"/>
                </a:lnTo>
                <a:lnTo>
                  <a:pt x="10747" y="396"/>
                </a:lnTo>
                <a:lnTo>
                  <a:pt x="10659" y="396"/>
                </a:lnTo>
                <a:lnTo>
                  <a:pt x="10566" y="449"/>
                </a:lnTo>
                <a:lnTo>
                  <a:pt x="10474" y="476"/>
                </a:lnTo>
                <a:lnTo>
                  <a:pt x="10385" y="502"/>
                </a:lnTo>
                <a:lnTo>
                  <a:pt x="10293" y="502"/>
                </a:lnTo>
                <a:lnTo>
                  <a:pt x="10174" y="502"/>
                </a:lnTo>
                <a:lnTo>
                  <a:pt x="10081" y="476"/>
                </a:lnTo>
                <a:lnTo>
                  <a:pt x="9992" y="449"/>
                </a:lnTo>
                <a:lnTo>
                  <a:pt x="9899" y="449"/>
                </a:lnTo>
                <a:lnTo>
                  <a:pt x="9807" y="449"/>
                </a:lnTo>
                <a:lnTo>
                  <a:pt x="9719" y="423"/>
                </a:lnTo>
                <a:lnTo>
                  <a:pt x="9626" y="370"/>
                </a:lnTo>
                <a:lnTo>
                  <a:pt x="9538" y="343"/>
                </a:lnTo>
                <a:lnTo>
                  <a:pt x="9445" y="343"/>
                </a:lnTo>
                <a:lnTo>
                  <a:pt x="9326" y="317"/>
                </a:lnTo>
                <a:lnTo>
                  <a:pt x="9233" y="291"/>
                </a:lnTo>
                <a:lnTo>
                  <a:pt x="9141" y="291"/>
                </a:lnTo>
                <a:lnTo>
                  <a:pt x="9053" y="264"/>
                </a:lnTo>
                <a:lnTo>
                  <a:pt x="8960" y="264"/>
                </a:lnTo>
                <a:lnTo>
                  <a:pt x="8872" y="317"/>
                </a:lnTo>
                <a:lnTo>
                  <a:pt x="8779" y="370"/>
                </a:lnTo>
                <a:lnTo>
                  <a:pt x="8687" y="396"/>
                </a:lnTo>
                <a:lnTo>
                  <a:pt x="8598" y="449"/>
                </a:lnTo>
                <a:lnTo>
                  <a:pt x="8506" y="476"/>
                </a:lnTo>
                <a:lnTo>
                  <a:pt x="8418" y="423"/>
                </a:lnTo>
                <a:lnTo>
                  <a:pt x="8325" y="396"/>
                </a:lnTo>
                <a:lnTo>
                  <a:pt x="8232" y="370"/>
                </a:lnTo>
                <a:lnTo>
                  <a:pt x="8144" y="343"/>
                </a:lnTo>
                <a:lnTo>
                  <a:pt x="8021" y="317"/>
                </a:lnTo>
                <a:lnTo>
                  <a:pt x="7933" y="291"/>
                </a:lnTo>
                <a:lnTo>
                  <a:pt x="7840" y="291"/>
                </a:lnTo>
                <a:lnTo>
                  <a:pt x="7752" y="291"/>
                </a:lnTo>
                <a:lnTo>
                  <a:pt x="7659" y="264"/>
                </a:lnTo>
                <a:lnTo>
                  <a:pt x="7567" y="264"/>
                </a:lnTo>
                <a:lnTo>
                  <a:pt x="7478" y="264"/>
                </a:lnTo>
                <a:lnTo>
                  <a:pt x="7386" y="291"/>
                </a:lnTo>
                <a:lnTo>
                  <a:pt x="7324" y="370"/>
                </a:lnTo>
                <a:lnTo>
                  <a:pt x="7236" y="396"/>
                </a:lnTo>
                <a:lnTo>
                  <a:pt x="7143" y="449"/>
                </a:lnTo>
                <a:lnTo>
                  <a:pt x="7055" y="449"/>
                </a:lnTo>
                <a:lnTo>
                  <a:pt x="6962" y="396"/>
                </a:lnTo>
                <a:lnTo>
                  <a:pt x="6870" y="396"/>
                </a:lnTo>
                <a:lnTo>
                  <a:pt x="6782" y="396"/>
                </a:lnTo>
                <a:lnTo>
                  <a:pt x="6689" y="370"/>
                </a:lnTo>
                <a:lnTo>
                  <a:pt x="6601" y="343"/>
                </a:lnTo>
                <a:lnTo>
                  <a:pt x="6477" y="317"/>
                </a:lnTo>
                <a:lnTo>
                  <a:pt x="6389" y="291"/>
                </a:lnTo>
                <a:lnTo>
                  <a:pt x="6297" y="264"/>
                </a:lnTo>
                <a:lnTo>
                  <a:pt x="6204" y="238"/>
                </a:lnTo>
                <a:lnTo>
                  <a:pt x="6116" y="238"/>
                </a:lnTo>
                <a:lnTo>
                  <a:pt x="5992" y="238"/>
                </a:lnTo>
                <a:lnTo>
                  <a:pt x="5935" y="317"/>
                </a:lnTo>
                <a:lnTo>
                  <a:pt x="5842" y="370"/>
                </a:lnTo>
                <a:lnTo>
                  <a:pt x="5750" y="370"/>
                </a:lnTo>
                <a:lnTo>
                  <a:pt x="5662" y="370"/>
                </a:lnTo>
                <a:lnTo>
                  <a:pt x="5569" y="343"/>
                </a:lnTo>
                <a:lnTo>
                  <a:pt x="5481" y="343"/>
                </a:lnTo>
                <a:lnTo>
                  <a:pt x="5388" y="291"/>
                </a:lnTo>
                <a:lnTo>
                  <a:pt x="5269" y="291"/>
                </a:lnTo>
                <a:lnTo>
                  <a:pt x="5177" y="264"/>
                </a:lnTo>
                <a:lnTo>
                  <a:pt x="5084" y="238"/>
                </a:lnTo>
                <a:lnTo>
                  <a:pt x="4996" y="211"/>
                </a:lnTo>
                <a:lnTo>
                  <a:pt x="4903" y="238"/>
                </a:lnTo>
                <a:lnTo>
                  <a:pt x="4815" y="291"/>
                </a:lnTo>
                <a:lnTo>
                  <a:pt x="4722" y="291"/>
                </a:lnTo>
                <a:lnTo>
                  <a:pt x="4630" y="291"/>
                </a:lnTo>
                <a:lnTo>
                  <a:pt x="4511" y="343"/>
                </a:lnTo>
                <a:lnTo>
                  <a:pt x="4418" y="343"/>
                </a:lnTo>
                <a:lnTo>
                  <a:pt x="4330" y="370"/>
                </a:lnTo>
                <a:lnTo>
                  <a:pt x="4237" y="396"/>
                </a:lnTo>
                <a:lnTo>
                  <a:pt x="4118" y="370"/>
                </a:lnTo>
                <a:lnTo>
                  <a:pt x="4026" y="343"/>
                </a:lnTo>
                <a:lnTo>
                  <a:pt x="3907" y="343"/>
                </a:lnTo>
                <a:lnTo>
                  <a:pt x="3783" y="317"/>
                </a:lnTo>
                <a:lnTo>
                  <a:pt x="3695" y="291"/>
                </a:lnTo>
                <a:lnTo>
                  <a:pt x="3571" y="343"/>
                </a:lnTo>
                <a:lnTo>
                  <a:pt x="3483" y="343"/>
                </a:lnTo>
                <a:lnTo>
                  <a:pt x="3391" y="343"/>
                </a:lnTo>
                <a:lnTo>
                  <a:pt x="3298" y="343"/>
                </a:lnTo>
                <a:lnTo>
                  <a:pt x="3210" y="343"/>
                </a:lnTo>
                <a:lnTo>
                  <a:pt x="3086" y="317"/>
                </a:lnTo>
                <a:lnTo>
                  <a:pt x="2998" y="291"/>
                </a:lnTo>
                <a:lnTo>
                  <a:pt x="2906" y="291"/>
                </a:lnTo>
                <a:lnTo>
                  <a:pt x="2786" y="264"/>
                </a:lnTo>
                <a:lnTo>
                  <a:pt x="2663" y="291"/>
                </a:lnTo>
                <a:lnTo>
                  <a:pt x="2544" y="291"/>
                </a:lnTo>
                <a:lnTo>
                  <a:pt x="2451" y="343"/>
                </a:lnTo>
                <a:lnTo>
                  <a:pt x="2359" y="343"/>
                </a:lnTo>
                <a:lnTo>
                  <a:pt x="2271" y="370"/>
                </a:lnTo>
                <a:lnTo>
                  <a:pt x="2178" y="370"/>
                </a:lnTo>
                <a:lnTo>
                  <a:pt x="2090" y="370"/>
                </a:lnTo>
                <a:lnTo>
                  <a:pt x="1997" y="396"/>
                </a:lnTo>
                <a:lnTo>
                  <a:pt x="1878" y="449"/>
                </a:lnTo>
                <a:lnTo>
                  <a:pt x="1785" y="449"/>
                </a:lnTo>
                <a:lnTo>
                  <a:pt x="1693" y="449"/>
                </a:lnTo>
                <a:lnTo>
                  <a:pt x="1574" y="396"/>
                </a:lnTo>
                <a:lnTo>
                  <a:pt x="1455" y="370"/>
                </a:lnTo>
                <a:lnTo>
                  <a:pt x="1331" y="370"/>
                </a:lnTo>
                <a:lnTo>
                  <a:pt x="1239" y="370"/>
                </a:lnTo>
                <a:lnTo>
                  <a:pt x="1150" y="370"/>
                </a:lnTo>
                <a:lnTo>
                  <a:pt x="1058" y="396"/>
                </a:lnTo>
                <a:lnTo>
                  <a:pt x="970" y="396"/>
                </a:lnTo>
                <a:lnTo>
                  <a:pt x="846" y="423"/>
                </a:lnTo>
                <a:lnTo>
                  <a:pt x="727" y="449"/>
                </a:lnTo>
                <a:lnTo>
                  <a:pt x="635" y="449"/>
                </a:lnTo>
                <a:lnTo>
                  <a:pt x="546" y="449"/>
                </a:lnTo>
                <a:lnTo>
                  <a:pt x="454" y="449"/>
                </a:lnTo>
                <a:lnTo>
                  <a:pt x="361" y="449"/>
                </a:lnTo>
                <a:lnTo>
                  <a:pt x="273" y="476"/>
                </a:lnTo>
                <a:lnTo>
                  <a:pt x="180" y="529"/>
                </a:lnTo>
                <a:lnTo>
                  <a:pt x="92" y="555"/>
                </a:lnTo>
                <a:lnTo>
                  <a:pt x="0" y="583"/>
                </a:lnTo>
                <a:lnTo>
                  <a:pt x="30" y="26"/>
                </a:lnTo>
                <a:lnTo>
                  <a:pt x="20012" y="0"/>
                </a:lnTo>
                <a:lnTo>
                  <a:pt x="19862" y="1112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758880" y="2063880"/>
            <a:ext cx="7242480" cy="238320"/>
          </a:xfrm>
          <a:custGeom>
            <a:avLst/>
            <a:gdLst/>
            <a:ahLst/>
            <a:rect l="0" t="0" r="r" b="b"/>
            <a:pathLst>
              <a:path w="20118" h="662">
                <a:moveTo>
                  <a:pt x="0" y="424"/>
                </a:moveTo>
                <a:lnTo>
                  <a:pt x="123" y="397"/>
                </a:lnTo>
                <a:lnTo>
                  <a:pt x="242" y="344"/>
                </a:lnTo>
                <a:lnTo>
                  <a:pt x="335" y="317"/>
                </a:lnTo>
                <a:lnTo>
                  <a:pt x="458" y="291"/>
                </a:lnTo>
                <a:lnTo>
                  <a:pt x="546" y="238"/>
                </a:lnTo>
                <a:lnTo>
                  <a:pt x="639" y="185"/>
                </a:lnTo>
                <a:lnTo>
                  <a:pt x="732" y="132"/>
                </a:lnTo>
                <a:lnTo>
                  <a:pt x="824" y="79"/>
                </a:lnTo>
                <a:lnTo>
                  <a:pt x="912" y="79"/>
                </a:lnTo>
                <a:lnTo>
                  <a:pt x="1005" y="26"/>
                </a:lnTo>
                <a:lnTo>
                  <a:pt x="1098" y="52"/>
                </a:lnTo>
                <a:lnTo>
                  <a:pt x="1159" y="132"/>
                </a:lnTo>
                <a:lnTo>
                  <a:pt x="1217" y="211"/>
                </a:lnTo>
                <a:lnTo>
                  <a:pt x="1340" y="238"/>
                </a:lnTo>
                <a:lnTo>
                  <a:pt x="1402" y="317"/>
                </a:lnTo>
                <a:lnTo>
                  <a:pt x="1494" y="344"/>
                </a:lnTo>
                <a:lnTo>
                  <a:pt x="1583" y="371"/>
                </a:lnTo>
                <a:lnTo>
                  <a:pt x="1675" y="317"/>
                </a:lnTo>
                <a:lnTo>
                  <a:pt x="1768" y="291"/>
                </a:lnTo>
                <a:lnTo>
                  <a:pt x="1860" y="291"/>
                </a:lnTo>
                <a:lnTo>
                  <a:pt x="1949" y="264"/>
                </a:lnTo>
                <a:lnTo>
                  <a:pt x="2041" y="238"/>
                </a:lnTo>
                <a:lnTo>
                  <a:pt x="2134" y="211"/>
                </a:lnTo>
                <a:lnTo>
                  <a:pt x="2253" y="211"/>
                </a:lnTo>
                <a:lnTo>
                  <a:pt x="2376" y="185"/>
                </a:lnTo>
                <a:lnTo>
                  <a:pt x="2469" y="185"/>
                </a:lnTo>
                <a:lnTo>
                  <a:pt x="2562" y="185"/>
                </a:lnTo>
                <a:lnTo>
                  <a:pt x="2650" y="185"/>
                </a:lnTo>
                <a:lnTo>
                  <a:pt x="2742" y="158"/>
                </a:lnTo>
                <a:lnTo>
                  <a:pt x="2866" y="132"/>
                </a:lnTo>
                <a:lnTo>
                  <a:pt x="2954" y="132"/>
                </a:lnTo>
                <a:lnTo>
                  <a:pt x="3047" y="105"/>
                </a:lnTo>
                <a:lnTo>
                  <a:pt x="3170" y="105"/>
                </a:lnTo>
                <a:lnTo>
                  <a:pt x="3263" y="105"/>
                </a:lnTo>
                <a:lnTo>
                  <a:pt x="3382" y="105"/>
                </a:lnTo>
                <a:lnTo>
                  <a:pt x="3474" y="79"/>
                </a:lnTo>
                <a:lnTo>
                  <a:pt x="3598" y="79"/>
                </a:lnTo>
                <a:lnTo>
                  <a:pt x="3686" y="79"/>
                </a:lnTo>
                <a:lnTo>
                  <a:pt x="3779" y="79"/>
                </a:lnTo>
                <a:lnTo>
                  <a:pt x="3902" y="79"/>
                </a:lnTo>
                <a:lnTo>
                  <a:pt x="3990" y="79"/>
                </a:lnTo>
                <a:lnTo>
                  <a:pt x="4083" y="105"/>
                </a:lnTo>
                <a:lnTo>
                  <a:pt x="4237" y="105"/>
                </a:lnTo>
                <a:lnTo>
                  <a:pt x="4330" y="132"/>
                </a:lnTo>
                <a:lnTo>
                  <a:pt x="4387" y="211"/>
                </a:lnTo>
                <a:lnTo>
                  <a:pt x="4480" y="238"/>
                </a:lnTo>
                <a:lnTo>
                  <a:pt x="4634" y="264"/>
                </a:lnTo>
                <a:lnTo>
                  <a:pt x="4753" y="291"/>
                </a:lnTo>
                <a:lnTo>
                  <a:pt x="4846" y="291"/>
                </a:lnTo>
                <a:lnTo>
                  <a:pt x="4938" y="291"/>
                </a:lnTo>
                <a:lnTo>
                  <a:pt x="5031" y="291"/>
                </a:lnTo>
                <a:lnTo>
                  <a:pt x="5119" y="317"/>
                </a:lnTo>
                <a:lnTo>
                  <a:pt x="5212" y="317"/>
                </a:lnTo>
                <a:lnTo>
                  <a:pt x="5335" y="317"/>
                </a:lnTo>
                <a:lnTo>
                  <a:pt x="5423" y="317"/>
                </a:lnTo>
                <a:lnTo>
                  <a:pt x="5516" y="291"/>
                </a:lnTo>
                <a:lnTo>
                  <a:pt x="5609" y="291"/>
                </a:lnTo>
                <a:lnTo>
                  <a:pt x="5701" y="291"/>
                </a:lnTo>
                <a:lnTo>
                  <a:pt x="5851" y="291"/>
                </a:lnTo>
                <a:lnTo>
                  <a:pt x="5975" y="264"/>
                </a:lnTo>
                <a:lnTo>
                  <a:pt x="6094" y="264"/>
                </a:lnTo>
                <a:lnTo>
                  <a:pt x="6217" y="238"/>
                </a:lnTo>
                <a:lnTo>
                  <a:pt x="6341" y="238"/>
                </a:lnTo>
                <a:lnTo>
                  <a:pt x="6491" y="211"/>
                </a:lnTo>
                <a:lnTo>
                  <a:pt x="6583" y="185"/>
                </a:lnTo>
                <a:lnTo>
                  <a:pt x="6676" y="185"/>
                </a:lnTo>
                <a:lnTo>
                  <a:pt x="6764" y="132"/>
                </a:lnTo>
                <a:lnTo>
                  <a:pt x="6857" y="132"/>
                </a:lnTo>
                <a:lnTo>
                  <a:pt x="6949" y="132"/>
                </a:lnTo>
                <a:lnTo>
                  <a:pt x="7042" y="132"/>
                </a:lnTo>
                <a:lnTo>
                  <a:pt x="7130" y="132"/>
                </a:lnTo>
                <a:lnTo>
                  <a:pt x="7315" y="132"/>
                </a:lnTo>
                <a:lnTo>
                  <a:pt x="7408" y="132"/>
                </a:lnTo>
                <a:lnTo>
                  <a:pt x="7527" y="132"/>
                </a:lnTo>
                <a:lnTo>
                  <a:pt x="7620" y="105"/>
                </a:lnTo>
                <a:lnTo>
                  <a:pt x="7743" y="105"/>
                </a:lnTo>
                <a:lnTo>
                  <a:pt x="7831" y="185"/>
                </a:lnTo>
                <a:lnTo>
                  <a:pt x="7924" y="211"/>
                </a:lnTo>
                <a:lnTo>
                  <a:pt x="8016" y="264"/>
                </a:lnTo>
                <a:lnTo>
                  <a:pt x="8109" y="291"/>
                </a:lnTo>
                <a:lnTo>
                  <a:pt x="8197" y="317"/>
                </a:lnTo>
                <a:lnTo>
                  <a:pt x="8290" y="344"/>
                </a:lnTo>
                <a:lnTo>
                  <a:pt x="8382" y="371"/>
                </a:lnTo>
                <a:lnTo>
                  <a:pt x="8501" y="371"/>
                </a:lnTo>
                <a:lnTo>
                  <a:pt x="8656" y="397"/>
                </a:lnTo>
                <a:lnTo>
                  <a:pt x="8779" y="397"/>
                </a:lnTo>
                <a:lnTo>
                  <a:pt x="8898" y="397"/>
                </a:lnTo>
                <a:lnTo>
                  <a:pt x="9084" y="344"/>
                </a:lnTo>
                <a:lnTo>
                  <a:pt x="9264" y="344"/>
                </a:lnTo>
                <a:lnTo>
                  <a:pt x="9357" y="317"/>
                </a:lnTo>
                <a:lnTo>
                  <a:pt x="9480" y="291"/>
                </a:lnTo>
                <a:lnTo>
                  <a:pt x="9599" y="291"/>
                </a:lnTo>
                <a:lnTo>
                  <a:pt x="9754" y="238"/>
                </a:lnTo>
                <a:lnTo>
                  <a:pt x="9846" y="211"/>
                </a:lnTo>
                <a:lnTo>
                  <a:pt x="9935" y="185"/>
                </a:lnTo>
                <a:lnTo>
                  <a:pt x="10027" y="185"/>
                </a:lnTo>
                <a:lnTo>
                  <a:pt x="10121" y="158"/>
                </a:lnTo>
                <a:lnTo>
                  <a:pt x="10213" y="132"/>
                </a:lnTo>
                <a:lnTo>
                  <a:pt x="10302" y="132"/>
                </a:lnTo>
                <a:lnTo>
                  <a:pt x="10394" y="132"/>
                </a:lnTo>
                <a:lnTo>
                  <a:pt x="10487" y="105"/>
                </a:lnTo>
                <a:lnTo>
                  <a:pt x="10579" y="79"/>
                </a:lnTo>
                <a:lnTo>
                  <a:pt x="10729" y="132"/>
                </a:lnTo>
                <a:lnTo>
                  <a:pt x="10822" y="185"/>
                </a:lnTo>
                <a:lnTo>
                  <a:pt x="10915" y="211"/>
                </a:lnTo>
                <a:lnTo>
                  <a:pt x="11003" y="264"/>
                </a:lnTo>
                <a:lnTo>
                  <a:pt x="11095" y="291"/>
                </a:lnTo>
                <a:lnTo>
                  <a:pt x="11219" y="317"/>
                </a:lnTo>
                <a:lnTo>
                  <a:pt x="11307" y="317"/>
                </a:lnTo>
                <a:lnTo>
                  <a:pt x="11400" y="397"/>
                </a:lnTo>
                <a:lnTo>
                  <a:pt x="11492" y="424"/>
                </a:lnTo>
                <a:lnTo>
                  <a:pt x="11585" y="424"/>
                </a:lnTo>
                <a:lnTo>
                  <a:pt x="11673" y="424"/>
                </a:lnTo>
                <a:lnTo>
                  <a:pt x="11797" y="424"/>
                </a:lnTo>
                <a:lnTo>
                  <a:pt x="11889" y="397"/>
                </a:lnTo>
                <a:lnTo>
                  <a:pt x="11977" y="371"/>
                </a:lnTo>
                <a:lnTo>
                  <a:pt x="12070" y="344"/>
                </a:lnTo>
                <a:lnTo>
                  <a:pt x="12163" y="344"/>
                </a:lnTo>
                <a:lnTo>
                  <a:pt x="12255" y="317"/>
                </a:lnTo>
                <a:lnTo>
                  <a:pt x="12343" y="291"/>
                </a:lnTo>
                <a:lnTo>
                  <a:pt x="12436" y="291"/>
                </a:lnTo>
                <a:lnTo>
                  <a:pt x="12559" y="264"/>
                </a:lnTo>
                <a:lnTo>
                  <a:pt x="12652" y="238"/>
                </a:lnTo>
                <a:lnTo>
                  <a:pt x="12771" y="317"/>
                </a:lnTo>
                <a:lnTo>
                  <a:pt x="12895" y="397"/>
                </a:lnTo>
                <a:lnTo>
                  <a:pt x="12987" y="424"/>
                </a:lnTo>
                <a:lnTo>
                  <a:pt x="13075" y="424"/>
                </a:lnTo>
                <a:lnTo>
                  <a:pt x="13168" y="450"/>
                </a:lnTo>
                <a:lnTo>
                  <a:pt x="13261" y="397"/>
                </a:lnTo>
                <a:lnTo>
                  <a:pt x="13410" y="344"/>
                </a:lnTo>
                <a:lnTo>
                  <a:pt x="13503" y="344"/>
                </a:lnTo>
                <a:lnTo>
                  <a:pt x="13596" y="291"/>
                </a:lnTo>
                <a:lnTo>
                  <a:pt x="13688" y="238"/>
                </a:lnTo>
                <a:lnTo>
                  <a:pt x="13776" y="238"/>
                </a:lnTo>
                <a:lnTo>
                  <a:pt x="13900" y="185"/>
                </a:lnTo>
                <a:lnTo>
                  <a:pt x="13993" y="158"/>
                </a:lnTo>
                <a:lnTo>
                  <a:pt x="14081" y="132"/>
                </a:lnTo>
                <a:lnTo>
                  <a:pt x="14173" y="79"/>
                </a:lnTo>
                <a:lnTo>
                  <a:pt x="14266" y="79"/>
                </a:lnTo>
                <a:lnTo>
                  <a:pt x="14359" y="52"/>
                </a:lnTo>
                <a:lnTo>
                  <a:pt x="14447" y="26"/>
                </a:lnTo>
                <a:lnTo>
                  <a:pt x="14539" y="105"/>
                </a:lnTo>
                <a:lnTo>
                  <a:pt x="14632" y="132"/>
                </a:lnTo>
                <a:lnTo>
                  <a:pt x="14725" y="185"/>
                </a:lnTo>
                <a:lnTo>
                  <a:pt x="14813" y="211"/>
                </a:lnTo>
                <a:lnTo>
                  <a:pt x="14905" y="238"/>
                </a:lnTo>
                <a:lnTo>
                  <a:pt x="14998" y="291"/>
                </a:lnTo>
                <a:lnTo>
                  <a:pt x="15117" y="317"/>
                </a:lnTo>
                <a:lnTo>
                  <a:pt x="15241" y="344"/>
                </a:lnTo>
                <a:lnTo>
                  <a:pt x="15333" y="344"/>
                </a:lnTo>
                <a:lnTo>
                  <a:pt x="15426" y="344"/>
                </a:lnTo>
                <a:lnTo>
                  <a:pt x="15545" y="291"/>
                </a:lnTo>
                <a:lnTo>
                  <a:pt x="15637" y="264"/>
                </a:lnTo>
                <a:lnTo>
                  <a:pt x="15730" y="238"/>
                </a:lnTo>
                <a:lnTo>
                  <a:pt x="15818" y="211"/>
                </a:lnTo>
                <a:lnTo>
                  <a:pt x="15911" y="185"/>
                </a:lnTo>
                <a:lnTo>
                  <a:pt x="16003" y="185"/>
                </a:lnTo>
                <a:lnTo>
                  <a:pt x="16096" y="238"/>
                </a:lnTo>
                <a:lnTo>
                  <a:pt x="16184" y="291"/>
                </a:lnTo>
                <a:lnTo>
                  <a:pt x="16308" y="344"/>
                </a:lnTo>
                <a:lnTo>
                  <a:pt x="16400" y="371"/>
                </a:lnTo>
                <a:lnTo>
                  <a:pt x="16488" y="397"/>
                </a:lnTo>
                <a:lnTo>
                  <a:pt x="16581" y="397"/>
                </a:lnTo>
                <a:lnTo>
                  <a:pt x="16705" y="424"/>
                </a:lnTo>
                <a:lnTo>
                  <a:pt x="16797" y="397"/>
                </a:lnTo>
                <a:lnTo>
                  <a:pt x="16916" y="397"/>
                </a:lnTo>
                <a:lnTo>
                  <a:pt x="17071" y="397"/>
                </a:lnTo>
                <a:lnTo>
                  <a:pt x="17190" y="397"/>
                </a:lnTo>
                <a:lnTo>
                  <a:pt x="17313" y="371"/>
                </a:lnTo>
                <a:lnTo>
                  <a:pt x="17437" y="344"/>
                </a:lnTo>
                <a:lnTo>
                  <a:pt x="17556" y="344"/>
                </a:lnTo>
                <a:lnTo>
                  <a:pt x="17648" y="317"/>
                </a:lnTo>
                <a:lnTo>
                  <a:pt x="17741" y="291"/>
                </a:lnTo>
                <a:lnTo>
                  <a:pt x="17833" y="264"/>
                </a:lnTo>
                <a:lnTo>
                  <a:pt x="17922" y="238"/>
                </a:lnTo>
                <a:lnTo>
                  <a:pt x="18014" y="238"/>
                </a:lnTo>
                <a:lnTo>
                  <a:pt x="18107" y="238"/>
                </a:lnTo>
                <a:lnTo>
                  <a:pt x="18199" y="238"/>
                </a:lnTo>
                <a:lnTo>
                  <a:pt x="18288" y="238"/>
                </a:lnTo>
                <a:lnTo>
                  <a:pt x="18411" y="238"/>
                </a:lnTo>
                <a:lnTo>
                  <a:pt x="18504" y="238"/>
                </a:lnTo>
                <a:lnTo>
                  <a:pt x="18592" y="238"/>
                </a:lnTo>
                <a:lnTo>
                  <a:pt x="18684" y="238"/>
                </a:lnTo>
                <a:lnTo>
                  <a:pt x="18777" y="238"/>
                </a:lnTo>
                <a:lnTo>
                  <a:pt x="18870" y="238"/>
                </a:lnTo>
                <a:lnTo>
                  <a:pt x="18958" y="291"/>
                </a:lnTo>
                <a:lnTo>
                  <a:pt x="19051" y="291"/>
                </a:lnTo>
                <a:lnTo>
                  <a:pt x="19143" y="291"/>
                </a:lnTo>
                <a:lnTo>
                  <a:pt x="19236" y="291"/>
                </a:lnTo>
                <a:lnTo>
                  <a:pt x="19324" y="238"/>
                </a:lnTo>
                <a:lnTo>
                  <a:pt x="19447" y="211"/>
                </a:lnTo>
                <a:lnTo>
                  <a:pt x="19540" y="185"/>
                </a:lnTo>
                <a:lnTo>
                  <a:pt x="19628" y="185"/>
                </a:lnTo>
                <a:lnTo>
                  <a:pt x="19752" y="132"/>
                </a:lnTo>
                <a:lnTo>
                  <a:pt x="19844" y="105"/>
                </a:lnTo>
                <a:lnTo>
                  <a:pt x="19963" y="52"/>
                </a:lnTo>
                <a:lnTo>
                  <a:pt x="20056" y="0"/>
                </a:lnTo>
                <a:lnTo>
                  <a:pt x="20118" y="662"/>
                </a:lnTo>
                <a:lnTo>
                  <a:pt x="92" y="609"/>
                </a:lnTo>
                <a:lnTo>
                  <a:pt x="0" y="424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758880" y="2025720"/>
            <a:ext cx="6121800" cy="298800"/>
          </a:xfrm>
          <a:custGeom>
            <a:avLst/>
            <a:gdLst/>
            <a:ahLst/>
            <a:rect l="0" t="0" r="r" b="b"/>
            <a:pathLst>
              <a:path w="17005" h="830">
                <a:moveTo>
                  <a:pt x="0" y="335"/>
                </a:moveTo>
                <a:lnTo>
                  <a:pt x="357" y="313"/>
                </a:lnTo>
                <a:lnTo>
                  <a:pt x="533" y="543"/>
                </a:lnTo>
                <a:lnTo>
                  <a:pt x="16600" y="569"/>
                </a:lnTo>
                <a:lnTo>
                  <a:pt x="16979" y="0"/>
                </a:lnTo>
                <a:lnTo>
                  <a:pt x="17005" y="830"/>
                </a:lnTo>
                <a:lnTo>
                  <a:pt x="0" y="803"/>
                </a:lnTo>
                <a:lnTo>
                  <a:pt x="0" y="33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58880" y="3735360"/>
            <a:ext cx="7191360" cy="113832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76212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PROCEDURE DIVISION USING  P2,  P4,  P1,  P3.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736560" y="3692520"/>
            <a:ext cx="7264800" cy="400320"/>
          </a:xfrm>
          <a:custGeom>
            <a:avLst/>
            <a:gdLst/>
            <a:ahLst/>
            <a:rect l="0" t="0" r="r" b="b"/>
            <a:pathLst>
              <a:path w="20180" h="1112">
                <a:moveTo>
                  <a:pt x="20026" y="1112"/>
                </a:moveTo>
                <a:lnTo>
                  <a:pt x="19938" y="1059"/>
                </a:lnTo>
                <a:lnTo>
                  <a:pt x="19814" y="979"/>
                </a:lnTo>
                <a:lnTo>
                  <a:pt x="19722" y="927"/>
                </a:lnTo>
                <a:lnTo>
                  <a:pt x="19629" y="874"/>
                </a:lnTo>
                <a:lnTo>
                  <a:pt x="19541" y="847"/>
                </a:lnTo>
                <a:lnTo>
                  <a:pt x="19448" y="821"/>
                </a:lnTo>
                <a:lnTo>
                  <a:pt x="19356" y="768"/>
                </a:lnTo>
                <a:lnTo>
                  <a:pt x="19263" y="715"/>
                </a:lnTo>
                <a:lnTo>
                  <a:pt x="19175" y="662"/>
                </a:lnTo>
                <a:lnTo>
                  <a:pt x="19082" y="609"/>
                </a:lnTo>
                <a:lnTo>
                  <a:pt x="18990" y="555"/>
                </a:lnTo>
                <a:lnTo>
                  <a:pt x="18866" y="555"/>
                </a:lnTo>
                <a:lnTo>
                  <a:pt x="18778" y="636"/>
                </a:lnTo>
                <a:lnTo>
                  <a:pt x="18716" y="715"/>
                </a:lnTo>
                <a:lnTo>
                  <a:pt x="18624" y="768"/>
                </a:lnTo>
                <a:lnTo>
                  <a:pt x="18531" y="688"/>
                </a:lnTo>
                <a:lnTo>
                  <a:pt x="18469" y="609"/>
                </a:lnTo>
                <a:lnTo>
                  <a:pt x="18381" y="555"/>
                </a:lnTo>
                <a:lnTo>
                  <a:pt x="18319" y="476"/>
                </a:lnTo>
                <a:lnTo>
                  <a:pt x="18227" y="449"/>
                </a:lnTo>
                <a:lnTo>
                  <a:pt x="18134" y="529"/>
                </a:lnTo>
                <a:lnTo>
                  <a:pt x="18073" y="609"/>
                </a:lnTo>
                <a:lnTo>
                  <a:pt x="17953" y="662"/>
                </a:lnTo>
                <a:lnTo>
                  <a:pt x="17861" y="688"/>
                </a:lnTo>
                <a:lnTo>
                  <a:pt x="17737" y="715"/>
                </a:lnTo>
                <a:lnTo>
                  <a:pt x="17645" y="768"/>
                </a:lnTo>
                <a:lnTo>
                  <a:pt x="17587" y="847"/>
                </a:lnTo>
                <a:lnTo>
                  <a:pt x="17464" y="874"/>
                </a:lnTo>
                <a:lnTo>
                  <a:pt x="17341" y="927"/>
                </a:lnTo>
                <a:lnTo>
                  <a:pt x="17248" y="979"/>
                </a:lnTo>
                <a:lnTo>
                  <a:pt x="17160" y="1032"/>
                </a:lnTo>
                <a:lnTo>
                  <a:pt x="17036" y="979"/>
                </a:lnTo>
                <a:lnTo>
                  <a:pt x="16975" y="874"/>
                </a:lnTo>
                <a:lnTo>
                  <a:pt x="16882" y="821"/>
                </a:lnTo>
                <a:lnTo>
                  <a:pt x="16794" y="768"/>
                </a:lnTo>
                <a:lnTo>
                  <a:pt x="16670" y="688"/>
                </a:lnTo>
                <a:lnTo>
                  <a:pt x="16578" y="609"/>
                </a:lnTo>
                <a:lnTo>
                  <a:pt x="16485" y="609"/>
                </a:lnTo>
                <a:lnTo>
                  <a:pt x="16366" y="555"/>
                </a:lnTo>
                <a:lnTo>
                  <a:pt x="16243" y="476"/>
                </a:lnTo>
                <a:lnTo>
                  <a:pt x="16150" y="449"/>
                </a:lnTo>
                <a:lnTo>
                  <a:pt x="16057" y="449"/>
                </a:lnTo>
                <a:lnTo>
                  <a:pt x="15907" y="370"/>
                </a:lnTo>
                <a:lnTo>
                  <a:pt x="15784" y="343"/>
                </a:lnTo>
                <a:lnTo>
                  <a:pt x="15691" y="317"/>
                </a:lnTo>
                <a:lnTo>
                  <a:pt x="15660" y="396"/>
                </a:lnTo>
                <a:lnTo>
                  <a:pt x="15630" y="476"/>
                </a:lnTo>
                <a:lnTo>
                  <a:pt x="15541" y="555"/>
                </a:lnTo>
                <a:lnTo>
                  <a:pt x="15449" y="583"/>
                </a:lnTo>
                <a:lnTo>
                  <a:pt x="15356" y="609"/>
                </a:lnTo>
                <a:lnTo>
                  <a:pt x="15264" y="662"/>
                </a:lnTo>
                <a:lnTo>
                  <a:pt x="15175" y="662"/>
                </a:lnTo>
                <a:lnTo>
                  <a:pt x="15082" y="555"/>
                </a:lnTo>
                <a:lnTo>
                  <a:pt x="14927" y="555"/>
                </a:lnTo>
                <a:lnTo>
                  <a:pt x="14839" y="609"/>
                </a:lnTo>
                <a:lnTo>
                  <a:pt x="14777" y="529"/>
                </a:lnTo>
                <a:lnTo>
                  <a:pt x="14685" y="502"/>
                </a:lnTo>
                <a:lnTo>
                  <a:pt x="14531" y="476"/>
                </a:lnTo>
                <a:lnTo>
                  <a:pt x="14442" y="449"/>
                </a:lnTo>
                <a:lnTo>
                  <a:pt x="14350" y="423"/>
                </a:lnTo>
                <a:lnTo>
                  <a:pt x="14257" y="423"/>
                </a:lnTo>
                <a:lnTo>
                  <a:pt x="14165" y="423"/>
                </a:lnTo>
                <a:lnTo>
                  <a:pt x="14045" y="449"/>
                </a:lnTo>
                <a:lnTo>
                  <a:pt x="13922" y="449"/>
                </a:lnTo>
                <a:lnTo>
                  <a:pt x="13799" y="476"/>
                </a:lnTo>
                <a:lnTo>
                  <a:pt x="13706" y="502"/>
                </a:lnTo>
                <a:lnTo>
                  <a:pt x="13618" y="555"/>
                </a:lnTo>
                <a:lnTo>
                  <a:pt x="13525" y="555"/>
                </a:lnTo>
                <a:lnTo>
                  <a:pt x="13433" y="609"/>
                </a:lnTo>
                <a:lnTo>
                  <a:pt x="13340" y="662"/>
                </a:lnTo>
                <a:lnTo>
                  <a:pt x="13252" y="688"/>
                </a:lnTo>
                <a:lnTo>
                  <a:pt x="13159" y="662"/>
                </a:lnTo>
                <a:lnTo>
                  <a:pt x="13067" y="662"/>
                </a:lnTo>
                <a:lnTo>
                  <a:pt x="12974" y="662"/>
                </a:lnTo>
                <a:lnTo>
                  <a:pt x="12855" y="636"/>
                </a:lnTo>
                <a:lnTo>
                  <a:pt x="12731" y="583"/>
                </a:lnTo>
                <a:lnTo>
                  <a:pt x="12639" y="555"/>
                </a:lnTo>
                <a:lnTo>
                  <a:pt x="12546" y="502"/>
                </a:lnTo>
                <a:lnTo>
                  <a:pt x="12458" y="476"/>
                </a:lnTo>
                <a:lnTo>
                  <a:pt x="12334" y="449"/>
                </a:lnTo>
                <a:lnTo>
                  <a:pt x="12242" y="423"/>
                </a:lnTo>
                <a:lnTo>
                  <a:pt x="12118" y="396"/>
                </a:lnTo>
                <a:lnTo>
                  <a:pt x="12030" y="370"/>
                </a:lnTo>
                <a:lnTo>
                  <a:pt x="11938" y="370"/>
                </a:lnTo>
                <a:lnTo>
                  <a:pt x="11845" y="396"/>
                </a:lnTo>
                <a:lnTo>
                  <a:pt x="11722" y="476"/>
                </a:lnTo>
                <a:lnTo>
                  <a:pt x="11691" y="555"/>
                </a:lnTo>
                <a:lnTo>
                  <a:pt x="11602" y="583"/>
                </a:lnTo>
                <a:lnTo>
                  <a:pt x="11510" y="609"/>
                </a:lnTo>
                <a:lnTo>
                  <a:pt x="11417" y="609"/>
                </a:lnTo>
                <a:lnTo>
                  <a:pt x="11325" y="555"/>
                </a:lnTo>
                <a:lnTo>
                  <a:pt x="11236" y="502"/>
                </a:lnTo>
                <a:lnTo>
                  <a:pt x="11113" y="449"/>
                </a:lnTo>
                <a:lnTo>
                  <a:pt x="11020" y="423"/>
                </a:lnTo>
                <a:lnTo>
                  <a:pt x="10928" y="396"/>
                </a:lnTo>
                <a:lnTo>
                  <a:pt x="10840" y="396"/>
                </a:lnTo>
                <a:lnTo>
                  <a:pt x="10747" y="396"/>
                </a:lnTo>
                <a:lnTo>
                  <a:pt x="10654" y="449"/>
                </a:lnTo>
                <a:lnTo>
                  <a:pt x="10562" y="476"/>
                </a:lnTo>
                <a:lnTo>
                  <a:pt x="10474" y="502"/>
                </a:lnTo>
                <a:lnTo>
                  <a:pt x="10381" y="502"/>
                </a:lnTo>
                <a:lnTo>
                  <a:pt x="10258" y="502"/>
                </a:lnTo>
                <a:lnTo>
                  <a:pt x="10165" y="476"/>
                </a:lnTo>
                <a:lnTo>
                  <a:pt x="10077" y="449"/>
                </a:lnTo>
                <a:lnTo>
                  <a:pt x="9984" y="449"/>
                </a:lnTo>
                <a:lnTo>
                  <a:pt x="9892" y="449"/>
                </a:lnTo>
                <a:lnTo>
                  <a:pt x="9799" y="423"/>
                </a:lnTo>
                <a:lnTo>
                  <a:pt x="9706" y="370"/>
                </a:lnTo>
                <a:lnTo>
                  <a:pt x="9618" y="343"/>
                </a:lnTo>
                <a:lnTo>
                  <a:pt x="9526" y="343"/>
                </a:lnTo>
                <a:lnTo>
                  <a:pt x="9402" y="317"/>
                </a:lnTo>
                <a:lnTo>
                  <a:pt x="9309" y="291"/>
                </a:lnTo>
                <a:lnTo>
                  <a:pt x="9221" y="291"/>
                </a:lnTo>
                <a:lnTo>
                  <a:pt x="9129" y="264"/>
                </a:lnTo>
                <a:lnTo>
                  <a:pt x="9036" y="264"/>
                </a:lnTo>
                <a:lnTo>
                  <a:pt x="8943" y="317"/>
                </a:lnTo>
                <a:lnTo>
                  <a:pt x="8855" y="370"/>
                </a:lnTo>
                <a:lnTo>
                  <a:pt x="8763" y="396"/>
                </a:lnTo>
                <a:lnTo>
                  <a:pt x="8670" y="449"/>
                </a:lnTo>
                <a:lnTo>
                  <a:pt x="8577" y="476"/>
                </a:lnTo>
                <a:lnTo>
                  <a:pt x="8489" y="423"/>
                </a:lnTo>
                <a:lnTo>
                  <a:pt x="8397" y="396"/>
                </a:lnTo>
                <a:lnTo>
                  <a:pt x="8304" y="370"/>
                </a:lnTo>
                <a:lnTo>
                  <a:pt x="8211" y="343"/>
                </a:lnTo>
                <a:lnTo>
                  <a:pt x="8092" y="317"/>
                </a:lnTo>
                <a:lnTo>
                  <a:pt x="8000" y="291"/>
                </a:lnTo>
                <a:lnTo>
                  <a:pt x="7907" y="291"/>
                </a:lnTo>
                <a:lnTo>
                  <a:pt x="7815" y="291"/>
                </a:lnTo>
                <a:lnTo>
                  <a:pt x="7722" y="264"/>
                </a:lnTo>
                <a:lnTo>
                  <a:pt x="7634" y="264"/>
                </a:lnTo>
                <a:lnTo>
                  <a:pt x="7541" y="264"/>
                </a:lnTo>
                <a:lnTo>
                  <a:pt x="7449" y="291"/>
                </a:lnTo>
                <a:lnTo>
                  <a:pt x="7387" y="370"/>
                </a:lnTo>
                <a:lnTo>
                  <a:pt x="7299" y="396"/>
                </a:lnTo>
                <a:lnTo>
                  <a:pt x="7206" y="449"/>
                </a:lnTo>
                <a:lnTo>
                  <a:pt x="7113" y="449"/>
                </a:lnTo>
                <a:lnTo>
                  <a:pt x="7021" y="396"/>
                </a:lnTo>
                <a:lnTo>
                  <a:pt x="6928" y="396"/>
                </a:lnTo>
                <a:lnTo>
                  <a:pt x="6840" y="396"/>
                </a:lnTo>
                <a:lnTo>
                  <a:pt x="6747" y="370"/>
                </a:lnTo>
                <a:lnTo>
                  <a:pt x="6655" y="343"/>
                </a:lnTo>
                <a:lnTo>
                  <a:pt x="6531" y="317"/>
                </a:lnTo>
                <a:lnTo>
                  <a:pt x="6443" y="291"/>
                </a:lnTo>
                <a:lnTo>
                  <a:pt x="6351" y="264"/>
                </a:lnTo>
                <a:lnTo>
                  <a:pt x="6258" y="238"/>
                </a:lnTo>
                <a:lnTo>
                  <a:pt x="6165" y="238"/>
                </a:lnTo>
                <a:lnTo>
                  <a:pt x="6046" y="238"/>
                </a:lnTo>
                <a:lnTo>
                  <a:pt x="5984" y="317"/>
                </a:lnTo>
                <a:lnTo>
                  <a:pt x="5892" y="370"/>
                </a:lnTo>
                <a:lnTo>
                  <a:pt x="5799" y="370"/>
                </a:lnTo>
                <a:lnTo>
                  <a:pt x="5711" y="370"/>
                </a:lnTo>
                <a:lnTo>
                  <a:pt x="5618" y="343"/>
                </a:lnTo>
                <a:lnTo>
                  <a:pt x="5526" y="343"/>
                </a:lnTo>
                <a:lnTo>
                  <a:pt x="5433" y="291"/>
                </a:lnTo>
                <a:lnTo>
                  <a:pt x="5314" y="291"/>
                </a:lnTo>
                <a:lnTo>
                  <a:pt x="5222" y="264"/>
                </a:lnTo>
                <a:lnTo>
                  <a:pt x="5129" y="238"/>
                </a:lnTo>
                <a:lnTo>
                  <a:pt x="5035" y="211"/>
                </a:lnTo>
                <a:lnTo>
                  <a:pt x="4947" y="238"/>
                </a:lnTo>
                <a:lnTo>
                  <a:pt x="4855" y="291"/>
                </a:lnTo>
                <a:lnTo>
                  <a:pt x="4762" y="291"/>
                </a:lnTo>
                <a:lnTo>
                  <a:pt x="4669" y="291"/>
                </a:lnTo>
                <a:lnTo>
                  <a:pt x="4550" y="343"/>
                </a:lnTo>
                <a:lnTo>
                  <a:pt x="4458" y="343"/>
                </a:lnTo>
                <a:lnTo>
                  <a:pt x="4365" y="370"/>
                </a:lnTo>
                <a:lnTo>
                  <a:pt x="4273" y="396"/>
                </a:lnTo>
                <a:lnTo>
                  <a:pt x="4153" y="370"/>
                </a:lnTo>
                <a:lnTo>
                  <a:pt x="4061" y="343"/>
                </a:lnTo>
                <a:lnTo>
                  <a:pt x="3937" y="343"/>
                </a:lnTo>
                <a:lnTo>
                  <a:pt x="3814" y="317"/>
                </a:lnTo>
                <a:lnTo>
                  <a:pt x="3726" y="291"/>
                </a:lnTo>
                <a:lnTo>
                  <a:pt x="3602" y="343"/>
                </a:lnTo>
                <a:lnTo>
                  <a:pt x="3510" y="343"/>
                </a:lnTo>
                <a:lnTo>
                  <a:pt x="3417" y="343"/>
                </a:lnTo>
                <a:lnTo>
                  <a:pt x="3329" y="343"/>
                </a:lnTo>
                <a:lnTo>
                  <a:pt x="3236" y="343"/>
                </a:lnTo>
                <a:lnTo>
                  <a:pt x="3113" y="317"/>
                </a:lnTo>
                <a:lnTo>
                  <a:pt x="3020" y="291"/>
                </a:lnTo>
                <a:lnTo>
                  <a:pt x="2932" y="291"/>
                </a:lnTo>
                <a:lnTo>
                  <a:pt x="2808" y="264"/>
                </a:lnTo>
                <a:lnTo>
                  <a:pt x="2685" y="291"/>
                </a:lnTo>
                <a:lnTo>
                  <a:pt x="2566" y="291"/>
                </a:lnTo>
                <a:lnTo>
                  <a:pt x="2473" y="343"/>
                </a:lnTo>
                <a:lnTo>
                  <a:pt x="2381" y="343"/>
                </a:lnTo>
                <a:lnTo>
                  <a:pt x="2288" y="370"/>
                </a:lnTo>
                <a:lnTo>
                  <a:pt x="2196" y="370"/>
                </a:lnTo>
                <a:lnTo>
                  <a:pt x="2107" y="370"/>
                </a:lnTo>
                <a:lnTo>
                  <a:pt x="2015" y="396"/>
                </a:lnTo>
                <a:lnTo>
                  <a:pt x="1891" y="449"/>
                </a:lnTo>
                <a:lnTo>
                  <a:pt x="1799" y="449"/>
                </a:lnTo>
                <a:lnTo>
                  <a:pt x="1710" y="449"/>
                </a:lnTo>
                <a:lnTo>
                  <a:pt x="1587" y="396"/>
                </a:lnTo>
                <a:lnTo>
                  <a:pt x="1464" y="370"/>
                </a:lnTo>
                <a:lnTo>
                  <a:pt x="1344" y="370"/>
                </a:lnTo>
                <a:lnTo>
                  <a:pt x="1252" y="370"/>
                </a:lnTo>
                <a:lnTo>
                  <a:pt x="1159" y="370"/>
                </a:lnTo>
                <a:lnTo>
                  <a:pt x="1067" y="396"/>
                </a:lnTo>
                <a:lnTo>
                  <a:pt x="978" y="396"/>
                </a:lnTo>
                <a:lnTo>
                  <a:pt x="855" y="423"/>
                </a:lnTo>
                <a:lnTo>
                  <a:pt x="732" y="449"/>
                </a:lnTo>
                <a:lnTo>
                  <a:pt x="639" y="449"/>
                </a:lnTo>
                <a:lnTo>
                  <a:pt x="551" y="449"/>
                </a:lnTo>
                <a:lnTo>
                  <a:pt x="458" y="449"/>
                </a:lnTo>
                <a:lnTo>
                  <a:pt x="366" y="449"/>
                </a:lnTo>
                <a:lnTo>
                  <a:pt x="273" y="476"/>
                </a:lnTo>
                <a:lnTo>
                  <a:pt x="185" y="529"/>
                </a:lnTo>
                <a:lnTo>
                  <a:pt x="92" y="555"/>
                </a:lnTo>
                <a:lnTo>
                  <a:pt x="0" y="583"/>
                </a:lnTo>
                <a:lnTo>
                  <a:pt x="30" y="26"/>
                </a:lnTo>
                <a:lnTo>
                  <a:pt x="20180" y="0"/>
                </a:lnTo>
                <a:lnTo>
                  <a:pt x="20026" y="1112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58880" y="4692600"/>
            <a:ext cx="7229880" cy="238320"/>
          </a:xfrm>
          <a:custGeom>
            <a:avLst/>
            <a:gdLst/>
            <a:ahLst/>
            <a:rect l="0" t="0" r="r" b="b"/>
            <a:pathLst>
              <a:path w="20083" h="662">
                <a:moveTo>
                  <a:pt x="0" y="424"/>
                </a:moveTo>
                <a:lnTo>
                  <a:pt x="123" y="397"/>
                </a:lnTo>
                <a:lnTo>
                  <a:pt x="242" y="344"/>
                </a:lnTo>
                <a:lnTo>
                  <a:pt x="335" y="317"/>
                </a:lnTo>
                <a:lnTo>
                  <a:pt x="458" y="291"/>
                </a:lnTo>
                <a:lnTo>
                  <a:pt x="546" y="238"/>
                </a:lnTo>
                <a:lnTo>
                  <a:pt x="639" y="185"/>
                </a:lnTo>
                <a:lnTo>
                  <a:pt x="732" y="132"/>
                </a:lnTo>
                <a:lnTo>
                  <a:pt x="820" y="79"/>
                </a:lnTo>
                <a:lnTo>
                  <a:pt x="912" y="79"/>
                </a:lnTo>
                <a:lnTo>
                  <a:pt x="1005" y="26"/>
                </a:lnTo>
                <a:lnTo>
                  <a:pt x="1093" y="52"/>
                </a:lnTo>
                <a:lnTo>
                  <a:pt x="1155" y="132"/>
                </a:lnTo>
                <a:lnTo>
                  <a:pt x="1217" y="211"/>
                </a:lnTo>
                <a:lnTo>
                  <a:pt x="1340" y="238"/>
                </a:lnTo>
                <a:lnTo>
                  <a:pt x="1397" y="317"/>
                </a:lnTo>
                <a:lnTo>
                  <a:pt x="1490" y="344"/>
                </a:lnTo>
                <a:lnTo>
                  <a:pt x="1583" y="371"/>
                </a:lnTo>
                <a:lnTo>
                  <a:pt x="1675" y="317"/>
                </a:lnTo>
                <a:lnTo>
                  <a:pt x="1763" y="291"/>
                </a:lnTo>
                <a:lnTo>
                  <a:pt x="1856" y="291"/>
                </a:lnTo>
                <a:lnTo>
                  <a:pt x="1949" y="264"/>
                </a:lnTo>
                <a:lnTo>
                  <a:pt x="2037" y="238"/>
                </a:lnTo>
                <a:lnTo>
                  <a:pt x="2129" y="211"/>
                </a:lnTo>
                <a:lnTo>
                  <a:pt x="2253" y="211"/>
                </a:lnTo>
                <a:lnTo>
                  <a:pt x="2372" y="185"/>
                </a:lnTo>
                <a:lnTo>
                  <a:pt x="2465" y="185"/>
                </a:lnTo>
                <a:lnTo>
                  <a:pt x="2557" y="185"/>
                </a:lnTo>
                <a:lnTo>
                  <a:pt x="2645" y="185"/>
                </a:lnTo>
                <a:lnTo>
                  <a:pt x="2738" y="158"/>
                </a:lnTo>
                <a:lnTo>
                  <a:pt x="2861" y="132"/>
                </a:lnTo>
                <a:lnTo>
                  <a:pt x="2950" y="132"/>
                </a:lnTo>
                <a:lnTo>
                  <a:pt x="3042" y="105"/>
                </a:lnTo>
                <a:lnTo>
                  <a:pt x="3166" y="105"/>
                </a:lnTo>
                <a:lnTo>
                  <a:pt x="3254" y="105"/>
                </a:lnTo>
                <a:lnTo>
                  <a:pt x="3377" y="105"/>
                </a:lnTo>
                <a:lnTo>
                  <a:pt x="3470" y="79"/>
                </a:lnTo>
                <a:lnTo>
                  <a:pt x="3589" y="79"/>
                </a:lnTo>
                <a:lnTo>
                  <a:pt x="3682" y="79"/>
                </a:lnTo>
                <a:lnTo>
                  <a:pt x="3774" y="79"/>
                </a:lnTo>
                <a:lnTo>
                  <a:pt x="3893" y="79"/>
                </a:lnTo>
                <a:lnTo>
                  <a:pt x="3986" y="79"/>
                </a:lnTo>
                <a:lnTo>
                  <a:pt x="4078" y="105"/>
                </a:lnTo>
                <a:lnTo>
                  <a:pt x="4228" y="105"/>
                </a:lnTo>
                <a:lnTo>
                  <a:pt x="4321" y="132"/>
                </a:lnTo>
                <a:lnTo>
                  <a:pt x="4383" y="211"/>
                </a:lnTo>
                <a:lnTo>
                  <a:pt x="4471" y="238"/>
                </a:lnTo>
                <a:lnTo>
                  <a:pt x="4625" y="264"/>
                </a:lnTo>
                <a:lnTo>
                  <a:pt x="4744" y="291"/>
                </a:lnTo>
                <a:lnTo>
                  <a:pt x="4837" y="291"/>
                </a:lnTo>
                <a:lnTo>
                  <a:pt x="4930" y="291"/>
                </a:lnTo>
                <a:lnTo>
                  <a:pt x="5023" y="291"/>
                </a:lnTo>
                <a:lnTo>
                  <a:pt x="5111" y="317"/>
                </a:lnTo>
                <a:lnTo>
                  <a:pt x="5204" y="317"/>
                </a:lnTo>
                <a:lnTo>
                  <a:pt x="5327" y="317"/>
                </a:lnTo>
                <a:lnTo>
                  <a:pt x="5416" y="317"/>
                </a:lnTo>
                <a:lnTo>
                  <a:pt x="5508" y="291"/>
                </a:lnTo>
                <a:lnTo>
                  <a:pt x="5601" y="291"/>
                </a:lnTo>
                <a:lnTo>
                  <a:pt x="5689" y="291"/>
                </a:lnTo>
                <a:lnTo>
                  <a:pt x="5843" y="291"/>
                </a:lnTo>
                <a:lnTo>
                  <a:pt x="5962" y="264"/>
                </a:lnTo>
                <a:lnTo>
                  <a:pt x="6086" y="264"/>
                </a:lnTo>
                <a:lnTo>
                  <a:pt x="6209" y="238"/>
                </a:lnTo>
                <a:lnTo>
                  <a:pt x="6328" y="238"/>
                </a:lnTo>
                <a:lnTo>
                  <a:pt x="6483" y="211"/>
                </a:lnTo>
                <a:lnTo>
                  <a:pt x="6571" y="185"/>
                </a:lnTo>
                <a:lnTo>
                  <a:pt x="6664" y="185"/>
                </a:lnTo>
                <a:lnTo>
                  <a:pt x="6756" y="132"/>
                </a:lnTo>
                <a:lnTo>
                  <a:pt x="6849" y="132"/>
                </a:lnTo>
                <a:lnTo>
                  <a:pt x="6937" y="132"/>
                </a:lnTo>
                <a:lnTo>
                  <a:pt x="7030" y="132"/>
                </a:lnTo>
                <a:lnTo>
                  <a:pt x="7122" y="132"/>
                </a:lnTo>
                <a:lnTo>
                  <a:pt x="7303" y="132"/>
                </a:lnTo>
                <a:lnTo>
                  <a:pt x="7396" y="132"/>
                </a:lnTo>
                <a:lnTo>
                  <a:pt x="7515" y="132"/>
                </a:lnTo>
                <a:lnTo>
                  <a:pt x="7607" y="105"/>
                </a:lnTo>
                <a:lnTo>
                  <a:pt x="7731" y="105"/>
                </a:lnTo>
                <a:lnTo>
                  <a:pt x="7819" y="185"/>
                </a:lnTo>
                <a:lnTo>
                  <a:pt x="7912" y="211"/>
                </a:lnTo>
                <a:lnTo>
                  <a:pt x="8004" y="264"/>
                </a:lnTo>
                <a:lnTo>
                  <a:pt x="8092" y="291"/>
                </a:lnTo>
                <a:lnTo>
                  <a:pt x="8185" y="317"/>
                </a:lnTo>
                <a:lnTo>
                  <a:pt x="8278" y="344"/>
                </a:lnTo>
                <a:lnTo>
                  <a:pt x="8370" y="371"/>
                </a:lnTo>
                <a:lnTo>
                  <a:pt x="8489" y="371"/>
                </a:lnTo>
                <a:lnTo>
                  <a:pt x="8644" y="397"/>
                </a:lnTo>
                <a:lnTo>
                  <a:pt x="8763" y="397"/>
                </a:lnTo>
                <a:lnTo>
                  <a:pt x="8886" y="397"/>
                </a:lnTo>
                <a:lnTo>
                  <a:pt x="9067" y="344"/>
                </a:lnTo>
                <a:lnTo>
                  <a:pt x="9252" y="344"/>
                </a:lnTo>
                <a:lnTo>
                  <a:pt x="9340" y="317"/>
                </a:lnTo>
                <a:lnTo>
                  <a:pt x="9464" y="291"/>
                </a:lnTo>
                <a:lnTo>
                  <a:pt x="9587" y="291"/>
                </a:lnTo>
                <a:lnTo>
                  <a:pt x="9737" y="238"/>
                </a:lnTo>
                <a:lnTo>
                  <a:pt x="9830" y="211"/>
                </a:lnTo>
                <a:lnTo>
                  <a:pt x="9918" y="185"/>
                </a:lnTo>
                <a:lnTo>
                  <a:pt x="10011" y="185"/>
                </a:lnTo>
                <a:lnTo>
                  <a:pt x="10103" y="158"/>
                </a:lnTo>
                <a:lnTo>
                  <a:pt x="10196" y="132"/>
                </a:lnTo>
                <a:lnTo>
                  <a:pt x="10284" y="132"/>
                </a:lnTo>
                <a:lnTo>
                  <a:pt x="10377" y="132"/>
                </a:lnTo>
                <a:lnTo>
                  <a:pt x="10469" y="105"/>
                </a:lnTo>
                <a:lnTo>
                  <a:pt x="10557" y="79"/>
                </a:lnTo>
                <a:lnTo>
                  <a:pt x="10712" y="132"/>
                </a:lnTo>
                <a:lnTo>
                  <a:pt x="10804" y="185"/>
                </a:lnTo>
                <a:lnTo>
                  <a:pt x="10893" y="211"/>
                </a:lnTo>
                <a:lnTo>
                  <a:pt x="10985" y="264"/>
                </a:lnTo>
                <a:lnTo>
                  <a:pt x="11078" y="291"/>
                </a:lnTo>
                <a:lnTo>
                  <a:pt x="11197" y="317"/>
                </a:lnTo>
                <a:lnTo>
                  <a:pt x="11289" y="317"/>
                </a:lnTo>
                <a:lnTo>
                  <a:pt x="11382" y="397"/>
                </a:lnTo>
                <a:lnTo>
                  <a:pt x="11470" y="424"/>
                </a:lnTo>
                <a:lnTo>
                  <a:pt x="11563" y="424"/>
                </a:lnTo>
                <a:lnTo>
                  <a:pt x="11655" y="424"/>
                </a:lnTo>
                <a:lnTo>
                  <a:pt x="11774" y="424"/>
                </a:lnTo>
                <a:lnTo>
                  <a:pt x="11867" y="397"/>
                </a:lnTo>
                <a:lnTo>
                  <a:pt x="11960" y="371"/>
                </a:lnTo>
                <a:lnTo>
                  <a:pt x="12048" y="344"/>
                </a:lnTo>
                <a:lnTo>
                  <a:pt x="12140" y="344"/>
                </a:lnTo>
                <a:lnTo>
                  <a:pt x="12233" y="317"/>
                </a:lnTo>
                <a:lnTo>
                  <a:pt x="12326" y="291"/>
                </a:lnTo>
                <a:lnTo>
                  <a:pt x="12414" y="291"/>
                </a:lnTo>
                <a:lnTo>
                  <a:pt x="12537" y="264"/>
                </a:lnTo>
                <a:lnTo>
                  <a:pt x="12630" y="238"/>
                </a:lnTo>
                <a:lnTo>
                  <a:pt x="12749" y="317"/>
                </a:lnTo>
                <a:lnTo>
                  <a:pt x="12872" y="397"/>
                </a:lnTo>
                <a:lnTo>
                  <a:pt x="12961" y="424"/>
                </a:lnTo>
                <a:lnTo>
                  <a:pt x="13053" y="424"/>
                </a:lnTo>
                <a:lnTo>
                  <a:pt x="13146" y="450"/>
                </a:lnTo>
                <a:lnTo>
                  <a:pt x="13238" y="397"/>
                </a:lnTo>
                <a:lnTo>
                  <a:pt x="13388" y="344"/>
                </a:lnTo>
                <a:lnTo>
                  <a:pt x="13481" y="344"/>
                </a:lnTo>
                <a:lnTo>
                  <a:pt x="13569" y="291"/>
                </a:lnTo>
                <a:lnTo>
                  <a:pt x="13662" y="238"/>
                </a:lnTo>
                <a:lnTo>
                  <a:pt x="13754" y="238"/>
                </a:lnTo>
                <a:lnTo>
                  <a:pt x="13873" y="185"/>
                </a:lnTo>
                <a:lnTo>
                  <a:pt x="13966" y="158"/>
                </a:lnTo>
                <a:lnTo>
                  <a:pt x="14059" y="132"/>
                </a:lnTo>
                <a:lnTo>
                  <a:pt x="14151" y="79"/>
                </a:lnTo>
                <a:lnTo>
                  <a:pt x="14239" y="79"/>
                </a:lnTo>
                <a:lnTo>
                  <a:pt x="14332" y="52"/>
                </a:lnTo>
                <a:lnTo>
                  <a:pt x="14425" y="26"/>
                </a:lnTo>
                <a:lnTo>
                  <a:pt x="14513" y="105"/>
                </a:lnTo>
                <a:lnTo>
                  <a:pt x="14606" y="132"/>
                </a:lnTo>
                <a:lnTo>
                  <a:pt x="14698" y="185"/>
                </a:lnTo>
                <a:lnTo>
                  <a:pt x="14786" y="211"/>
                </a:lnTo>
                <a:lnTo>
                  <a:pt x="14879" y="238"/>
                </a:lnTo>
                <a:lnTo>
                  <a:pt x="14972" y="291"/>
                </a:lnTo>
                <a:lnTo>
                  <a:pt x="15092" y="317"/>
                </a:lnTo>
                <a:lnTo>
                  <a:pt x="15215" y="344"/>
                </a:lnTo>
                <a:lnTo>
                  <a:pt x="15308" y="344"/>
                </a:lnTo>
                <a:lnTo>
                  <a:pt x="15396" y="344"/>
                </a:lnTo>
                <a:lnTo>
                  <a:pt x="15519" y="291"/>
                </a:lnTo>
                <a:lnTo>
                  <a:pt x="15612" y="264"/>
                </a:lnTo>
                <a:lnTo>
                  <a:pt x="15700" y="238"/>
                </a:lnTo>
                <a:lnTo>
                  <a:pt x="15793" y="211"/>
                </a:lnTo>
                <a:lnTo>
                  <a:pt x="15885" y="185"/>
                </a:lnTo>
                <a:lnTo>
                  <a:pt x="15978" y="185"/>
                </a:lnTo>
                <a:lnTo>
                  <a:pt x="16066" y="238"/>
                </a:lnTo>
                <a:lnTo>
                  <a:pt x="16159" y="291"/>
                </a:lnTo>
                <a:lnTo>
                  <a:pt x="16282" y="344"/>
                </a:lnTo>
                <a:lnTo>
                  <a:pt x="16370" y="371"/>
                </a:lnTo>
                <a:lnTo>
                  <a:pt x="16463" y="397"/>
                </a:lnTo>
                <a:lnTo>
                  <a:pt x="16556" y="397"/>
                </a:lnTo>
                <a:lnTo>
                  <a:pt x="16675" y="424"/>
                </a:lnTo>
                <a:lnTo>
                  <a:pt x="16767" y="397"/>
                </a:lnTo>
                <a:lnTo>
                  <a:pt x="16891" y="397"/>
                </a:lnTo>
                <a:lnTo>
                  <a:pt x="17041" y="397"/>
                </a:lnTo>
                <a:lnTo>
                  <a:pt x="17164" y="397"/>
                </a:lnTo>
                <a:lnTo>
                  <a:pt x="17283" y="371"/>
                </a:lnTo>
                <a:lnTo>
                  <a:pt x="17407" y="344"/>
                </a:lnTo>
                <a:lnTo>
                  <a:pt x="17526" y="344"/>
                </a:lnTo>
                <a:lnTo>
                  <a:pt x="17618" y="317"/>
                </a:lnTo>
                <a:lnTo>
                  <a:pt x="17711" y="291"/>
                </a:lnTo>
                <a:lnTo>
                  <a:pt x="17804" y="264"/>
                </a:lnTo>
                <a:lnTo>
                  <a:pt x="17892" y="238"/>
                </a:lnTo>
                <a:lnTo>
                  <a:pt x="17984" y="238"/>
                </a:lnTo>
                <a:lnTo>
                  <a:pt x="18077" y="238"/>
                </a:lnTo>
                <a:lnTo>
                  <a:pt x="18165" y="238"/>
                </a:lnTo>
                <a:lnTo>
                  <a:pt x="18258" y="238"/>
                </a:lnTo>
                <a:lnTo>
                  <a:pt x="18381" y="238"/>
                </a:lnTo>
                <a:lnTo>
                  <a:pt x="18469" y="238"/>
                </a:lnTo>
                <a:lnTo>
                  <a:pt x="18562" y="238"/>
                </a:lnTo>
                <a:lnTo>
                  <a:pt x="18655" y="238"/>
                </a:lnTo>
                <a:lnTo>
                  <a:pt x="18743" y="238"/>
                </a:lnTo>
                <a:lnTo>
                  <a:pt x="18835" y="238"/>
                </a:lnTo>
                <a:lnTo>
                  <a:pt x="18928" y="291"/>
                </a:lnTo>
                <a:lnTo>
                  <a:pt x="19021" y="291"/>
                </a:lnTo>
                <a:lnTo>
                  <a:pt x="19109" y="291"/>
                </a:lnTo>
                <a:lnTo>
                  <a:pt x="19201" y="291"/>
                </a:lnTo>
                <a:lnTo>
                  <a:pt x="19294" y="238"/>
                </a:lnTo>
                <a:lnTo>
                  <a:pt x="19413" y="211"/>
                </a:lnTo>
                <a:lnTo>
                  <a:pt x="19506" y="185"/>
                </a:lnTo>
                <a:lnTo>
                  <a:pt x="19598" y="185"/>
                </a:lnTo>
                <a:lnTo>
                  <a:pt x="19717" y="132"/>
                </a:lnTo>
                <a:lnTo>
                  <a:pt x="19810" y="105"/>
                </a:lnTo>
                <a:lnTo>
                  <a:pt x="19933" y="52"/>
                </a:lnTo>
                <a:lnTo>
                  <a:pt x="20022" y="0"/>
                </a:lnTo>
                <a:lnTo>
                  <a:pt x="20083" y="662"/>
                </a:lnTo>
                <a:lnTo>
                  <a:pt x="92" y="609"/>
                </a:lnTo>
                <a:lnTo>
                  <a:pt x="0" y="424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58880" y="4654440"/>
            <a:ext cx="6121800" cy="248040"/>
          </a:xfrm>
          <a:custGeom>
            <a:avLst/>
            <a:gdLst/>
            <a:ahLst/>
            <a:rect l="0" t="0" r="r" b="b"/>
            <a:pathLst>
              <a:path w="17005" h="689">
                <a:moveTo>
                  <a:pt x="0" y="278"/>
                </a:moveTo>
                <a:lnTo>
                  <a:pt x="357" y="261"/>
                </a:lnTo>
                <a:lnTo>
                  <a:pt x="533" y="450"/>
                </a:lnTo>
                <a:lnTo>
                  <a:pt x="16600" y="472"/>
                </a:lnTo>
                <a:lnTo>
                  <a:pt x="16979" y="0"/>
                </a:lnTo>
                <a:lnTo>
                  <a:pt x="17005" y="689"/>
                </a:lnTo>
                <a:lnTo>
                  <a:pt x="0" y="667"/>
                </a:lnTo>
                <a:lnTo>
                  <a:pt x="0" y="278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 txBox="1"/>
          <p:nvPr/>
        </p:nvSpPr>
        <p:spPr>
          <a:xfrm>
            <a:off x="2819520" y="133200"/>
            <a:ext cx="3168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CALL Parameters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58880" y="1106640"/>
            <a:ext cx="7128000" cy="113832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76212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CALL "ProgramName" USING  P1,  P2,  P3,  P4.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758880" y="1063800"/>
            <a:ext cx="7204320" cy="400320"/>
          </a:xfrm>
          <a:custGeom>
            <a:avLst/>
            <a:gdLst/>
            <a:ahLst/>
            <a:rect l="0" t="0" r="r" b="b"/>
            <a:pathLst>
              <a:path w="20012" h="1112">
                <a:moveTo>
                  <a:pt x="19862" y="1112"/>
                </a:moveTo>
                <a:lnTo>
                  <a:pt x="19769" y="1059"/>
                </a:lnTo>
                <a:lnTo>
                  <a:pt x="19650" y="979"/>
                </a:lnTo>
                <a:lnTo>
                  <a:pt x="19558" y="927"/>
                </a:lnTo>
                <a:lnTo>
                  <a:pt x="19465" y="874"/>
                </a:lnTo>
                <a:lnTo>
                  <a:pt x="19377" y="847"/>
                </a:lnTo>
                <a:lnTo>
                  <a:pt x="19284" y="821"/>
                </a:lnTo>
                <a:lnTo>
                  <a:pt x="19196" y="768"/>
                </a:lnTo>
                <a:lnTo>
                  <a:pt x="19103" y="715"/>
                </a:lnTo>
                <a:lnTo>
                  <a:pt x="19011" y="662"/>
                </a:lnTo>
                <a:lnTo>
                  <a:pt x="18923" y="609"/>
                </a:lnTo>
                <a:lnTo>
                  <a:pt x="18830" y="555"/>
                </a:lnTo>
                <a:lnTo>
                  <a:pt x="18711" y="555"/>
                </a:lnTo>
                <a:lnTo>
                  <a:pt x="18618" y="636"/>
                </a:lnTo>
                <a:lnTo>
                  <a:pt x="18557" y="715"/>
                </a:lnTo>
                <a:lnTo>
                  <a:pt x="18468" y="768"/>
                </a:lnTo>
                <a:lnTo>
                  <a:pt x="18376" y="688"/>
                </a:lnTo>
                <a:lnTo>
                  <a:pt x="18318" y="609"/>
                </a:lnTo>
                <a:lnTo>
                  <a:pt x="18226" y="555"/>
                </a:lnTo>
                <a:lnTo>
                  <a:pt x="18164" y="476"/>
                </a:lnTo>
                <a:lnTo>
                  <a:pt x="18076" y="449"/>
                </a:lnTo>
                <a:lnTo>
                  <a:pt x="17983" y="529"/>
                </a:lnTo>
                <a:lnTo>
                  <a:pt x="17922" y="609"/>
                </a:lnTo>
                <a:lnTo>
                  <a:pt x="17803" y="662"/>
                </a:lnTo>
                <a:lnTo>
                  <a:pt x="17710" y="688"/>
                </a:lnTo>
                <a:lnTo>
                  <a:pt x="17591" y="715"/>
                </a:lnTo>
                <a:lnTo>
                  <a:pt x="17498" y="768"/>
                </a:lnTo>
                <a:lnTo>
                  <a:pt x="17437" y="847"/>
                </a:lnTo>
                <a:lnTo>
                  <a:pt x="17317" y="874"/>
                </a:lnTo>
                <a:lnTo>
                  <a:pt x="17198" y="927"/>
                </a:lnTo>
                <a:lnTo>
                  <a:pt x="17106" y="979"/>
                </a:lnTo>
                <a:lnTo>
                  <a:pt x="17013" y="1032"/>
                </a:lnTo>
                <a:lnTo>
                  <a:pt x="16894" y="979"/>
                </a:lnTo>
                <a:lnTo>
                  <a:pt x="16832" y="874"/>
                </a:lnTo>
                <a:lnTo>
                  <a:pt x="16744" y="821"/>
                </a:lnTo>
                <a:lnTo>
                  <a:pt x="16652" y="768"/>
                </a:lnTo>
                <a:lnTo>
                  <a:pt x="16528" y="688"/>
                </a:lnTo>
                <a:lnTo>
                  <a:pt x="16440" y="609"/>
                </a:lnTo>
                <a:lnTo>
                  <a:pt x="16347" y="609"/>
                </a:lnTo>
                <a:lnTo>
                  <a:pt x="16228" y="555"/>
                </a:lnTo>
                <a:lnTo>
                  <a:pt x="16105" y="476"/>
                </a:lnTo>
                <a:lnTo>
                  <a:pt x="16017" y="449"/>
                </a:lnTo>
                <a:lnTo>
                  <a:pt x="15924" y="449"/>
                </a:lnTo>
                <a:lnTo>
                  <a:pt x="15774" y="370"/>
                </a:lnTo>
                <a:lnTo>
                  <a:pt x="15651" y="343"/>
                </a:lnTo>
                <a:lnTo>
                  <a:pt x="15562" y="317"/>
                </a:lnTo>
                <a:lnTo>
                  <a:pt x="15532" y="396"/>
                </a:lnTo>
                <a:lnTo>
                  <a:pt x="15501" y="476"/>
                </a:lnTo>
                <a:lnTo>
                  <a:pt x="15408" y="555"/>
                </a:lnTo>
                <a:lnTo>
                  <a:pt x="15320" y="583"/>
                </a:lnTo>
                <a:lnTo>
                  <a:pt x="15227" y="609"/>
                </a:lnTo>
                <a:lnTo>
                  <a:pt x="15139" y="662"/>
                </a:lnTo>
                <a:lnTo>
                  <a:pt x="15046" y="662"/>
                </a:lnTo>
                <a:lnTo>
                  <a:pt x="14954" y="555"/>
                </a:lnTo>
                <a:lnTo>
                  <a:pt x="14804" y="555"/>
                </a:lnTo>
                <a:lnTo>
                  <a:pt x="14716" y="609"/>
                </a:lnTo>
                <a:lnTo>
                  <a:pt x="14654" y="529"/>
                </a:lnTo>
                <a:lnTo>
                  <a:pt x="14561" y="502"/>
                </a:lnTo>
                <a:lnTo>
                  <a:pt x="14411" y="476"/>
                </a:lnTo>
                <a:lnTo>
                  <a:pt x="14319" y="449"/>
                </a:lnTo>
                <a:lnTo>
                  <a:pt x="14231" y="423"/>
                </a:lnTo>
                <a:lnTo>
                  <a:pt x="14138" y="423"/>
                </a:lnTo>
                <a:lnTo>
                  <a:pt x="14050" y="423"/>
                </a:lnTo>
                <a:lnTo>
                  <a:pt x="13926" y="449"/>
                </a:lnTo>
                <a:lnTo>
                  <a:pt x="13807" y="449"/>
                </a:lnTo>
                <a:lnTo>
                  <a:pt x="13684" y="476"/>
                </a:lnTo>
                <a:lnTo>
                  <a:pt x="13596" y="502"/>
                </a:lnTo>
                <a:lnTo>
                  <a:pt x="13503" y="555"/>
                </a:lnTo>
                <a:lnTo>
                  <a:pt x="13410" y="555"/>
                </a:lnTo>
                <a:lnTo>
                  <a:pt x="13322" y="609"/>
                </a:lnTo>
                <a:lnTo>
                  <a:pt x="13230" y="662"/>
                </a:lnTo>
                <a:lnTo>
                  <a:pt x="13141" y="688"/>
                </a:lnTo>
                <a:lnTo>
                  <a:pt x="13049" y="662"/>
                </a:lnTo>
                <a:lnTo>
                  <a:pt x="12956" y="662"/>
                </a:lnTo>
                <a:lnTo>
                  <a:pt x="12868" y="662"/>
                </a:lnTo>
                <a:lnTo>
                  <a:pt x="12745" y="636"/>
                </a:lnTo>
                <a:lnTo>
                  <a:pt x="12626" y="583"/>
                </a:lnTo>
                <a:lnTo>
                  <a:pt x="12533" y="555"/>
                </a:lnTo>
                <a:lnTo>
                  <a:pt x="12445" y="502"/>
                </a:lnTo>
                <a:lnTo>
                  <a:pt x="12352" y="476"/>
                </a:lnTo>
                <a:lnTo>
                  <a:pt x="12233" y="449"/>
                </a:lnTo>
                <a:lnTo>
                  <a:pt x="12140" y="423"/>
                </a:lnTo>
                <a:lnTo>
                  <a:pt x="12021" y="396"/>
                </a:lnTo>
                <a:lnTo>
                  <a:pt x="11929" y="370"/>
                </a:lnTo>
                <a:lnTo>
                  <a:pt x="11836" y="370"/>
                </a:lnTo>
                <a:lnTo>
                  <a:pt x="11748" y="396"/>
                </a:lnTo>
                <a:lnTo>
                  <a:pt x="11625" y="476"/>
                </a:lnTo>
                <a:lnTo>
                  <a:pt x="11594" y="555"/>
                </a:lnTo>
                <a:lnTo>
                  <a:pt x="11505" y="583"/>
                </a:lnTo>
                <a:lnTo>
                  <a:pt x="11413" y="609"/>
                </a:lnTo>
                <a:lnTo>
                  <a:pt x="11325" y="609"/>
                </a:lnTo>
                <a:lnTo>
                  <a:pt x="11232" y="555"/>
                </a:lnTo>
                <a:lnTo>
                  <a:pt x="11139" y="502"/>
                </a:lnTo>
                <a:lnTo>
                  <a:pt x="11020" y="449"/>
                </a:lnTo>
                <a:lnTo>
                  <a:pt x="10928" y="423"/>
                </a:lnTo>
                <a:lnTo>
                  <a:pt x="10840" y="396"/>
                </a:lnTo>
                <a:lnTo>
                  <a:pt x="10747" y="396"/>
                </a:lnTo>
                <a:lnTo>
                  <a:pt x="10659" y="396"/>
                </a:lnTo>
                <a:lnTo>
                  <a:pt x="10566" y="449"/>
                </a:lnTo>
                <a:lnTo>
                  <a:pt x="10474" y="476"/>
                </a:lnTo>
                <a:lnTo>
                  <a:pt x="10385" y="502"/>
                </a:lnTo>
                <a:lnTo>
                  <a:pt x="10293" y="502"/>
                </a:lnTo>
                <a:lnTo>
                  <a:pt x="10174" y="502"/>
                </a:lnTo>
                <a:lnTo>
                  <a:pt x="10081" y="476"/>
                </a:lnTo>
                <a:lnTo>
                  <a:pt x="9992" y="449"/>
                </a:lnTo>
                <a:lnTo>
                  <a:pt x="9899" y="449"/>
                </a:lnTo>
                <a:lnTo>
                  <a:pt x="9807" y="449"/>
                </a:lnTo>
                <a:lnTo>
                  <a:pt x="9719" y="423"/>
                </a:lnTo>
                <a:lnTo>
                  <a:pt x="9626" y="370"/>
                </a:lnTo>
                <a:lnTo>
                  <a:pt x="9538" y="343"/>
                </a:lnTo>
                <a:lnTo>
                  <a:pt x="9445" y="343"/>
                </a:lnTo>
                <a:lnTo>
                  <a:pt x="9326" y="317"/>
                </a:lnTo>
                <a:lnTo>
                  <a:pt x="9233" y="291"/>
                </a:lnTo>
                <a:lnTo>
                  <a:pt x="9141" y="291"/>
                </a:lnTo>
                <a:lnTo>
                  <a:pt x="9053" y="264"/>
                </a:lnTo>
                <a:lnTo>
                  <a:pt x="8960" y="264"/>
                </a:lnTo>
                <a:lnTo>
                  <a:pt x="8872" y="317"/>
                </a:lnTo>
                <a:lnTo>
                  <a:pt x="8779" y="370"/>
                </a:lnTo>
                <a:lnTo>
                  <a:pt x="8687" y="396"/>
                </a:lnTo>
                <a:lnTo>
                  <a:pt x="8598" y="449"/>
                </a:lnTo>
                <a:lnTo>
                  <a:pt x="8506" y="476"/>
                </a:lnTo>
                <a:lnTo>
                  <a:pt x="8418" y="423"/>
                </a:lnTo>
                <a:lnTo>
                  <a:pt x="8325" y="396"/>
                </a:lnTo>
                <a:lnTo>
                  <a:pt x="8232" y="370"/>
                </a:lnTo>
                <a:lnTo>
                  <a:pt x="8144" y="343"/>
                </a:lnTo>
                <a:lnTo>
                  <a:pt x="8021" y="317"/>
                </a:lnTo>
                <a:lnTo>
                  <a:pt x="7933" y="291"/>
                </a:lnTo>
                <a:lnTo>
                  <a:pt x="7840" y="291"/>
                </a:lnTo>
                <a:lnTo>
                  <a:pt x="7752" y="291"/>
                </a:lnTo>
                <a:lnTo>
                  <a:pt x="7659" y="264"/>
                </a:lnTo>
                <a:lnTo>
                  <a:pt x="7567" y="264"/>
                </a:lnTo>
                <a:lnTo>
                  <a:pt x="7478" y="264"/>
                </a:lnTo>
                <a:lnTo>
                  <a:pt x="7386" y="291"/>
                </a:lnTo>
                <a:lnTo>
                  <a:pt x="7324" y="370"/>
                </a:lnTo>
                <a:lnTo>
                  <a:pt x="7236" y="396"/>
                </a:lnTo>
                <a:lnTo>
                  <a:pt x="7143" y="449"/>
                </a:lnTo>
                <a:lnTo>
                  <a:pt x="7055" y="449"/>
                </a:lnTo>
                <a:lnTo>
                  <a:pt x="6962" y="396"/>
                </a:lnTo>
                <a:lnTo>
                  <a:pt x="6870" y="396"/>
                </a:lnTo>
                <a:lnTo>
                  <a:pt x="6782" y="396"/>
                </a:lnTo>
                <a:lnTo>
                  <a:pt x="6689" y="370"/>
                </a:lnTo>
                <a:lnTo>
                  <a:pt x="6601" y="343"/>
                </a:lnTo>
                <a:lnTo>
                  <a:pt x="6477" y="317"/>
                </a:lnTo>
                <a:lnTo>
                  <a:pt x="6389" y="291"/>
                </a:lnTo>
                <a:lnTo>
                  <a:pt x="6297" y="264"/>
                </a:lnTo>
                <a:lnTo>
                  <a:pt x="6204" y="238"/>
                </a:lnTo>
                <a:lnTo>
                  <a:pt x="6116" y="238"/>
                </a:lnTo>
                <a:lnTo>
                  <a:pt x="5992" y="238"/>
                </a:lnTo>
                <a:lnTo>
                  <a:pt x="5935" y="317"/>
                </a:lnTo>
                <a:lnTo>
                  <a:pt x="5842" y="370"/>
                </a:lnTo>
                <a:lnTo>
                  <a:pt x="5750" y="370"/>
                </a:lnTo>
                <a:lnTo>
                  <a:pt x="5662" y="370"/>
                </a:lnTo>
                <a:lnTo>
                  <a:pt x="5569" y="343"/>
                </a:lnTo>
                <a:lnTo>
                  <a:pt x="5481" y="343"/>
                </a:lnTo>
                <a:lnTo>
                  <a:pt x="5388" y="291"/>
                </a:lnTo>
                <a:lnTo>
                  <a:pt x="5269" y="291"/>
                </a:lnTo>
                <a:lnTo>
                  <a:pt x="5177" y="264"/>
                </a:lnTo>
                <a:lnTo>
                  <a:pt x="5084" y="238"/>
                </a:lnTo>
                <a:lnTo>
                  <a:pt x="4996" y="211"/>
                </a:lnTo>
                <a:lnTo>
                  <a:pt x="4903" y="238"/>
                </a:lnTo>
                <a:lnTo>
                  <a:pt x="4815" y="291"/>
                </a:lnTo>
                <a:lnTo>
                  <a:pt x="4722" y="291"/>
                </a:lnTo>
                <a:lnTo>
                  <a:pt x="4630" y="291"/>
                </a:lnTo>
                <a:lnTo>
                  <a:pt x="4511" y="343"/>
                </a:lnTo>
                <a:lnTo>
                  <a:pt x="4418" y="343"/>
                </a:lnTo>
                <a:lnTo>
                  <a:pt x="4330" y="370"/>
                </a:lnTo>
                <a:lnTo>
                  <a:pt x="4237" y="396"/>
                </a:lnTo>
                <a:lnTo>
                  <a:pt x="4118" y="370"/>
                </a:lnTo>
                <a:lnTo>
                  <a:pt x="4026" y="343"/>
                </a:lnTo>
                <a:lnTo>
                  <a:pt x="3907" y="343"/>
                </a:lnTo>
                <a:lnTo>
                  <a:pt x="3783" y="317"/>
                </a:lnTo>
                <a:lnTo>
                  <a:pt x="3695" y="291"/>
                </a:lnTo>
                <a:lnTo>
                  <a:pt x="3571" y="343"/>
                </a:lnTo>
                <a:lnTo>
                  <a:pt x="3483" y="343"/>
                </a:lnTo>
                <a:lnTo>
                  <a:pt x="3391" y="343"/>
                </a:lnTo>
                <a:lnTo>
                  <a:pt x="3298" y="343"/>
                </a:lnTo>
                <a:lnTo>
                  <a:pt x="3210" y="343"/>
                </a:lnTo>
                <a:lnTo>
                  <a:pt x="3086" y="317"/>
                </a:lnTo>
                <a:lnTo>
                  <a:pt x="2998" y="291"/>
                </a:lnTo>
                <a:lnTo>
                  <a:pt x="2906" y="291"/>
                </a:lnTo>
                <a:lnTo>
                  <a:pt x="2786" y="264"/>
                </a:lnTo>
                <a:lnTo>
                  <a:pt x="2663" y="291"/>
                </a:lnTo>
                <a:lnTo>
                  <a:pt x="2544" y="291"/>
                </a:lnTo>
                <a:lnTo>
                  <a:pt x="2451" y="343"/>
                </a:lnTo>
                <a:lnTo>
                  <a:pt x="2359" y="343"/>
                </a:lnTo>
                <a:lnTo>
                  <a:pt x="2271" y="370"/>
                </a:lnTo>
                <a:lnTo>
                  <a:pt x="2178" y="370"/>
                </a:lnTo>
                <a:lnTo>
                  <a:pt x="2090" y="370"/>
                </a:lnTo>
                <a:lnTo>
                  <a:pt x="1997" y="396"/>
                </a:lnTo>
                <a:lnTo>
                  <a:pt x="1878" y="449"/>
                </a:lnTo>
                <a:lnTo>
                  <a:pt x="1785" y="449"/>
                </a:lnTo>
                <a:lnTo>
                  <a:pt x="1693" y="449"/>
                </a:lnTo>
                <a:lnTo>
                  <a:pt x="1574" y="396"/>
                </a:lnTo>
                <a:lnTo>
                  <a:pt x="1455" y="370"/>
                </a:lnTo>
                <a:lnTo>
                  <a:pt x="1331" y="370"/>
                </a:lnTo>
                <a:lnTo>
                  <a:pt x="1239" y="370"/>
                </a:lnTo>
                <a:lnTo>
                  <a:pt x="1150" y="370"/>
                </a:lnTo>
                <a:lnTo>
                  <a:pt x="1058" y="396"/>
                </a:lnTo>
                <a:lnTo>
                  <a:pt x="970" y="396"/>
                </a:lnTo>
                <a:lnTo>
                  <a:pt x="846" y="423"/>
                </a:lnTo>
                <a:lnTo>
                  <a:pt x="727" y="449"/>
                </a:lnTo>
                <a:lnTo>
                  <a:pt x="635" y="449"/>
                </a:lnTo>
                <a:lnTo>
                  <a:pt x="546" y="449"/>
                </a:lnTo>
                <a:lnTo>
                  <a:pt x="454" y="449"/>
                </a:lnTo>
                <a:lnTo>
                  <a:pt x="361" y="449"/>
                </a:lnTo>
                <a:lnTo>
                  <a:pt x="273" y="476"/>
                </a:lnTo>
                <a:lnTo>
                  <a:pt x="180" y="529"/>
                </a:lnTo>
                <a:lnTo>
                  <a:pt x="92" y="555"/>
                </a:lnTo>
                <a:lnTo>
                  <a:pt x="0" y="583"/>
                </a:lnTo>
                <a:lnTo>
                  <a:pt x="30" y="26"/>
                </a:lnTo>
                <a:lnTo>
                  <a:pt x="20012" y="0"/>
                </a:lnTo>
                <a:lnTo>
                  <a:pt x="19862" y="1112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58880" y="2063880"/>
            <a:ext cx="7242480" cy="238320"/>
          </a:xfrm>
          <a:custGeom>
            <a:avLst/>
            <a:gdLst/>
            <a:ahLst/>
            <a:rect l="0" t="0" r="r" b="b"/>
            <a:pathLst>
              <a:path w="20118" h="662">
                <a:moveTo>
                  <a:pt x="0" y="424"/>
                </a:moveTo>
                <a:lnTo>
                  <a:pt x="123" y="397"/>
                </a:lnTo>
                <a:lnTo>
                  <a:pt x="242" y="344"/>
                </a:lnTo>
                <a:lnTo>
                  <a:pt x="335" y="317"/>
                </a:lnTo>
                <a:lnTo>
                  <a:pt x="458" y="291"/>
                </a:lnTo>
                <a:lnTo>
                  <a:pt x="546" y="238"/>
                </a:lnTo>
                <a:lnTo>
                  <a:pt x="639" y="185"/>
                </a:lnTo>
                <a:lnTo>
                  <a:pt x="732" y="132"/>
                </a:lnTo>
                <a:lnTo>
                  <a:pt x="824" y="79"/>
                </a:lnTo>
                <a:lnTo>
                  <a:pt x="912" y="79"/>
                </a:lnTo>
                <a:lnTo>
                  <a:pt x="1005" y="26"/>
                </a:lnTo>
                <a:lnTo>
                  <a:pt x="1098" y="52"/>
                </a:lnTo>
                <a:lnTo>
                  <a:pt x="1159" y="132"/>
                </a:lnTo>
                <a:lnTo>
                  <a:pt x="1217" y="211"/>
                </a:lnTo>
                <a:lnTo>
                  <a:pt x="1340" y="238"/>
                </a:lnTo>
                <a:lnTo>
                  <a:pt x="1402" y="317"/>
                </a:lnTo>
                <a:lnTo>
                  <a:pt x="1494" y="344"/>
                </a:lnTo>
                <a:lnTo>
                  <a:pt x="1583" y="371"/>
                </a:lnTo>
                <a:lnTo>
                  <a:pt x="1675" y="317"/>
                </a:lnTo>
                <a:lnTo>
                  <a:pt x="1768" y="291"/>
                </a:lnTo>
                <a:lnTo>
                  <a:pt x="1860" y="291"/>
                </a:lnTo>
                <a:lnTo>
                  <a:pt x="1949" y="264"/>
                </a:lnTo>
                <a:lnTo>
                  <a:pt x="2041" y="238"/>
                </a:lnTo>
                <a:lnTo>
                  <a:pt x="2134" y="211"/>
                </a:lnTo>
                <a:lnTo>
                  <a:pt x="2253" y="211"/>
                </a:lnTo>
                <a:lnTo>
                  <a:pt x="2376" y="185"/>
                </a:lnTo>
                <a:lnTo>
                  <a:pt x="2469" y="185"/>
                </a:lnTo>
                <a:lnTo>
                  <a:pt x="2562" y="185"/>
                </a:lnTo>
                <a:lnTo>
                  <a:pt x="2650" y="185"/>
                </a:lnTo>
                <a:lnTo>
                  <a:pt x="2742" y="158"/>
                </a:lnTo>
                <a:lnTo>
                  <a:pt x="2866" y="132"/>
                </a:lnTo>
                <a:lnTo>
                  <a:pt x="2954" y="132"/>
                </a:lnTo>
                <a:lnTo>
                  <a:pt x="3047" y="105"/>
                </a:lnTo>
                <a:lnTo>
                  <a:pt x="3170" y="105"/>
                </a:lnTo>
                <a:lnTo>
                  <a:pt x="3263" y="105"/>
                </a:lnTo>
                <a:lnTo>
                  <a:pt x="3382" y="105"/>
                </a:lnTo>
                <a:lnTo>
                  <a:pt x="3474" y="79"/>
                </a:lnTo>
                <a:lnTo>
                  <a:pt x="3598" y="79"/>
                </a:lnTo>
                <a:lnTo>
                  <a:pt x="3686" y="79"/>
                </a:lnTo>
                <a:lnTo>
                  <a:pt x="3779" y="79"/>
                </a:lnTo>
                <a:lnTo>
                  <a:pt x="3902" y="79"/>
                </a:lnTo>
                <a:lnTo>
                  <a:pt x="3990" y="79"/>
                </a:lnTo>
                <a:lnTo>
                  <a:pt x="4083" y="105"/>
                </a:lnTo>
                <a:lnTo>
                  <a:pt x="4237" y="105"/>
                </a:lnTo>
                <a:lnTo>
                  <a:pt x="4330" y="132"/>
                </a:lnTo>
                <a:lnTo>
                  <a:pt x="4387" y="211"/>
                </a:lnTo>
                <a:lnTo>
                  <a:pt x="4480" y="238"/>
                </a:lnTo>
                <a:lnTo>
                  <a:pt x="4634" y="264"/>
                </a:lnTo>
                <a:lnTo>
                  <a:pt x="4753" y="291"/>
                </a:lnTo>
                <a:lnTo>
                  <a:pt x="4846" y="291"/>
                </a:lnTo>
                <a:lnTo>
                  <a:pt x="4938" y="291"/>
                </a:lnTo>
                <a:lnTo>
                  <a:pt x="5031" y="291"/>
                </a:lnTo>
                <a:lnTo>
                  <a:pt x="5119" y="317"/>
                </a:lnTo>
                <a:lnTo>
                  <a:pt x="5212" y="317"/>
                </a:lnTo>
                <a:lnTo>
                  <a:pt x="5335" y="317"/>
                </a:lnTo>
                <a:lnTo>
                  <a:pt x="5423" y="317"/>
                </a:lnTo>
                <a:lnTo>
                  <a:pt x="5516" y="291"/>
                </a:lnTo>
                <a:lnTo>
                  <a:pt x="5609" y="291"/>
                </a:lnTo>
                <a:lnTo>
                  <a:pt x="5701" y="291"/>
                </a:lnTo>
                <a:lnTo>
                  <a:pt x="5851" y="291"/>
                </a:lnTo>
                <a:lnTo>
                  <a:pt x="5975" y="264"/>
                </a:lnTo>
                <a:lnTo>
                  <a:pt x="6094" y="264"/>
                </a:lnTo>
                <a:lnTo>
                  <a:pt x="6217" y="238"/>
                </a:lnTo>
                <a:lnTo>
                  <a:pt x="6341" y="238"/>
                </a:lnTo>
                <a:lnTo>
                  <a:pt x="6491" y="211"/>
                </a:lnTo>
                <a:lnTo>
                  <a:pt x="6583" y="185"/>
                </a:lnTo>
                <a:lnTo>
                  <a:pt x="6676" y="185"/>
                </a:lnTo>
                <a:lnTo>
                  <a:pt x="6764" y="132"/>
                </a:lnTo>
                <a:lnTo>
                  <a:pt x="6857" y="132"/>
                </a:lnTo>
                <a:lnTo>
                  <a:pt x="6949" y="132"/>
                </a:lnTo>
                <a:lnTo>
                  <a:pt x="7042" y="132"/>
                </a:lnTo>
                <a:lnTo>
                  <a:pt x="7130" y="132"/>
                </a:lnTo>
                <a:lnTo>
                  <a:pt x="7315" y="132"/>
                </a:lnTo>
                <a:lnTo>
                  <a:pt x="7408" y="132"/>
                </a:lnTo>
                <a:lnTo>
                  <a:pt x="7527" y="132"/>
                </a:lnTo>
                <a:lnTo>
                  <a:pt x="7620" y="105"/>
                </a:lnTo>
                <a:lnTo>
                  <a:pt x="7743" y="105"/>
                </a:lnTo>
                <a:lnTo>
                  <a:pt x="7831" y="185"/>
                </a:lnTo>
                <a:lnTo>
                  <a:pt x="7924" y="211"/>
                </a:lnTo>
                <a:lnTo>
                  <a:pt x="8016" y="264"/>
                </a:lnTo>
                <a:lnTo>
                  <a:pt x="8109" y="291"/>
                </a:lnTo>
                <a:lnTo>
                  <a:pt x="8197" y="317"/>
                </a:lnTo>
                <a:lnTo>
                  <a:pt x="8290" y="344"/>
                </a:lnTo>
                <a:lnTo>
                  <a:pt x="8382" y="371"/>
                </a:lnTo>
                <a:lnTo>
                  <a:pt x="8501" y="371"/>
                </a:lnTo>
                <a:lnTo>
                  <a:pt x="8656" y="397"/>
                </a:lnTo>
                <a:lnTo>
                  <a:pt x="8779" y="397"/>
                </a:lnTo>
                <a:lnTo>
                  <a:pt x="8898" y="397"/>
                </a:lnTo>
                <a:lnTo>
                  <a:pt x="9084" y="344"/>
                </a:lnTo>
                <a:lnTo>
                  <a:pt x="9264" y="344"/>
                </a:lnTo>
                <a:lnTo>
                  <a:pt x="9357" y="317"/>
                </a:lnTo>
                <a:lnTo>
                  <a:pt x="9480" y="291"/>
                </a:lnTo>
                <a:lnTo>
                  <a:pt x="9599" y="291"/>
                </a:lnTo>
                <a:lnTo>
                  <a:pt x="9754" y="238"/>
                </a:lnTo>
                <a:lnTo>
                  <a:pt x="9846" y="211"/>
                </a:lnTo>
                <a:lnTo>
                  <a:pt x="9935" y="185"/>
                </a:lnTo>
                <a:lnTo>
                  <a:pt x="10027" y="185"/>
                </a:lnTo>
                <a:lnTo>
                  <a:pt x="10121" y="158"/>
                </a:lnTo>
                <a:lnTo>
                  <a:pt x="10213" y="132"/>
                </a:lnTo>
                <a:lnTo>
                  <a:pt x="10302" y="132"/>
                </a:lnTo>
                <a:lnTo>
                  <a:pt x="10394" y="132"/>
                </a:lnTo>
                <a:lnTo>
                  <a:pt x="10487" y="105"/>
                </a:lnTo>
                <a:lnTo>
                  <a:pt x="10579" y="79"/>
                </a:lnTo>
                <a:lnTo>
                  <a:pt x="10729" y="132"/>
                </a:lnTo>
                <a:lnTo>
                  <a:pt x="10822" y="185"/>
                </a:lnTo>
                <a:lnTo>
                  <a:pt x="10915" y="211"/>
                </a:lnTo>
                <a:lnTo>
                  <a:pt x="11003" y="264"/>
                </a:lnTo>
                <a:lnTo>
                  <a:pt x="11095" y="291"/>
                </a:lnTo>
                <a:lnTo>
                  <a:pt x="11219" y="317"/>
                </a:lnTo>
                <a:lnTo>
                  <a:pt x="11307" y="317"/>
                </a:lnTo>
                <a:lnTo>
                  <a:pt x="11400" y="397"/>
                </a:lnTo>
                <a:lnTo>
                  <a:pt x="11492" y="424"/>
                </a:lnTo>
                <a:lnTo>
                  <a:pt x="11585" y="424"/>
                </a:lnTo>
                <a:lnTo>
                  <a:pt x="11673" y="424"/>
                </a:lnTo>
                <a:lnTo>
                  <a:pt x="11797" y="424"/>
                </a:lnTo>
                <a:lnTo>
                  <a:pt x="11889" y="397"/>
                </a:lnTo>
                <a:lnTo>
                  <a:pt x="11977" y="371"/>
                </a:lnTo>
                <a:lnTo>
                  <a:pt x="12070" y="344"/>
                </a:lnTo>
                <a:lnTo>
                  <a:pt x="12163" y="344"/>
                </a:lnTo>
                <a:lnTo>
                  <a:pt x="12255" y="317"/>
                </a:lnTo>
                <a:lnTo>
                  <a:pt x="12343" y="291"/>
                </a:lnTo>
                <a:lnTo>
                  <a:pt x="12436" y="291"/>
                </a:lnTo>
                <a:lnTo>
                  <a:pt x="12559" y="264"/>
                </a:lnTo>
                <a:lnTo>
                  <a:pt x="12652" y="238"/>
                </a:lnTo>
                <a:lnTo>
                  <a:pt x="12771" y="317"/>
                </a:lnTo>
                <a:lnTo>
                  <a:pt x="12895" y="397"/>
                </a:lnTo>
                <a:lnTo>
                  <a:pt x="12987" y="424"/>
                </a:lnTo>
                <a:lnTo>
                  <a:pt x="13075" y="424"/>
                </a:lnTo>
                <a:lnTo>
                  <a:pt x="13168" y="450"/>
                </a:lnTo>
                <a:lnTo>
                  <a:pt x="13261" y="397"/>
                </a:lnTo>
                <a:lnTo>
                  <a:pt x="13410" y="344"/>
                </a:lnTo>
                <a:lnTo>
                  <a:pt x="13503" y="344"/>
                </a:lnTo>
                <a:lnTo>
                  <a:pt x="13596" y="291"/>
                </a:lnTo>
                <a:lnTo>
                  <a:pt x="13688" y="238"/>
                </a:lnTo>
                <a:lnTo>
                  <a:pt x="13776" y="238"/>
                </a:lnTo>
                <a:lnTo>
                  <a:pt x="13900" y="185"/>
                </a:lnTo>
                <a:lnTo>
                  <a:pt x="13993" y="158"/>
                </a:lnTo>
                <a:lnTo>
                  <a:pt x="14081" y="132"/>
                </a:lnTo>
                <a:lnTo>
                  <a:pt x="14173" y="79"/>
                </a:lnTo>
                <a:lnTo>
                  <a:pt x="14266" y="79"/>
                </a:lnTo>
                <a:lnTo>
                  <a:pt x="14359" y="52"/>
                </a:lnTo>
                <a:lnTo>
                  <a:pt x="14447" y="26"/>
                </a:lnTo>
                <a:lnTo>
                  <a:pt x="14539" y="105"/>
                </a:lnTo>
                <a:lnTo>
                  <a:pt x="14632" y="132"/>
                </a:lnTo>
                <a:lnTo>
                  <a:pt x="14725" y="185"/>
                </a:lnTo>
                <a:lnTo>
                  <a:pt x="14813" y="211"/>
                </a:lnTo>
                <a:lnTo>
                  <a:pt x="14905" y="238"/>
                </a:lnTo>
                <a:lnTo>
                  <a:pt x="14998" y="291"/>
                </a:lnTo>
                <a:lnTo>
                  <a:pt x="15117" y="317"/>
                </a:lnTo>
                <a:lnTo>
                  <a:pt x="15241" y="344"/>
                </a:lnTo>
                <a:lnTo>
                  <a:pt x="15333" y="344"/>
                </a:lnTo>
                <a:lnTo>
                  <a:pt x="15426" y="344"/>
                </a:lnTo>
                <a:lnTo>
                  <a:pt x="15545" y="291"/>
                </a:lnTo>
                <a:lnTo>
                  <a:pt x="15637" y="264"/>
                </a:lnTo>
                <a:lnTo>
                  <a:pt x="15730" y="238"/>
                </a:lnTo>
                <a:lnTo>
                  <a:pt x="15818" y="211"/>
                </a:lnTo>
                <a:lnTo>
                  <a:pt x="15911" y="185"/>
                </a:lnTo>
                <a:lnTo>
                  <a:pt x="16003" y="185"/>
                </a:lnTo>
                <a:lnTo>
                  <a:pt x="16096" y="238"/>
                </a:lnTo>
                <a:lnTo>
                  <a:pt x="16184" y="291"/>
                </a:lnTo>
                <a:lnTo>
                  <a:pt x="16308" y="344"/>
                </a:lnTo>
                <a:lnTo>
                  <a:pt x="16400" y="371"/>
                </a:lnTo>
                <a:lnTo>
                  <a:pt x="16488" y="397"/>
                </a:lnTo>
                <a:lnTo>
                  <a:pt x="16581" y="397"/>
                </a:lnTo>
                <a:lnTo>
                  <a:pt x="16705" y="424"/>
                </a:lnTo>
                <a:lnTo>
                  <a:pt x="16797" y="397"/>
                </a:lnTo>
                <a:lnTo>
                  <a:pt x="16916" y="397"/>
                </a:lnTo>
                <a:lnTo>
                  <a:pt x="17071" y="397"/>
                </a:lnTo>
                <a:lnTo>
                  <a:pt x="17190" y="397"/>
                </a:lnTo>
                <a:lnTo>
                  <a:pt x="17313" y="371"/>
                </a:lnTo>
                <a:lnTo>
                  <a:pt x="17437" y="344"/>
                </a:lnTo>
                <a:lnTo>
                  <a:pt x="17556" y="344"/>
                </a:lnTo>
                <a:lnTo>
                  <a:pt x="17648" y="317"/>
                </a:lnTo>
                <a:lnTo>
                  <a:pt x="17741" y="291"/>
                </a:lnTo>
                <a:lnTo>
                  <a:pt x="17833" y="264"/>
                </a:lnTo>
                <a:lnTo>
                  <a:pt x="17922" y="238"/>
                </a:lnTo>
                <a:lnTo>
                  <a:pt x="18014" y="238"/>
                </a:lnTo>
                <a:lnTo>
                  <a:pt x="18107" y="238"/>
                </a:lnTo>
                <a:lnTo>
                  <a:pt x="18199" y="238"/>
                </a:lnTo>
                <a:lnTo>
                  <a:pt x="18288" y="238"/>
                </a:lnTo>
                <a:lnTo>
                  <a:pt x="18411" y="238"/>
                </a:lnTo>
                <a:lnTo>
                  <a:pt x="18504" y="238"/>
                </a:lnTo>
                <a:lnTo>
                  <a:pt x="18592" y="238"/>
                </a:lnTo>
                <a:lnTo>
                  <a:pt x="18684" y="238"/>
                </a:lnTo>
                <a:lnTo>
                  <a:pt x="18777" y="238"/>
                </a:lnTo>
                <a:lnTo>
                  <a:pt x="18870" y="238"/>
                </a:lnTo>
                <a:lnTo>
                  <a:pt x="18958" y="291"/>
                </a:lnTo>
                <a:lnTo>
                  <a:pt x="19051" y="291"/>
                </a:lnTo>
                <a:lnTo>
                  <a:pt x="19143" y="291"/>
                </a:lnTo>
                <a:lnTo>
                  <a:pt x="19236" y="291"/>
                </a:lnTo>
                <a:lnTo>
                  <a:pt x="19324" y="238"/>
                </a:lnTo>
                <a:lnTo>
                  <a:pt x="19447" y="211"/>
                </a:lnTo>
                <a:lnTo>
                  <a:pt x="19540" y="185"/>
                </a:lnTo>
                <a:lnTo>
                  <a:pt x="19628" y="185"/>
                </a:lnTo>
                <a:lnTo>
                  <a:pt x="19752" y="132"/>
                </a:lnTo>
                <a:lnTo>
                  <a:pt x="19844" y="105"/>
                </a:lnTo>
                <a:lnTo>
                  <a:pt x="19963" y="52"/>
                </a:lnTo>
                <a:lnTo>
                  <a:pt x="20056" y="0"/>
                </a:lnTo>
                <a:lnTo>
                  <a:pt x="20118" y="662"/>
                </a:lnTo>
                <a:lnTo>
                  <a:pt x="92" y="609"/>
                </a:lnTo>
                <a:lnTo>
                  <a:pt x="0" y="424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58880" y="2025720"/>
            <a:ext cx="6121800" cy="298800"/>
          </a:xfrm>
          <a:custGeom>
            <a:avLst/>
            <a:gdLst/>
            <a:ahLst/>
            <a:rect l="0" t="0" r="r" b="b"/>
            <a:pathLst>
              <a:path w="17005" h="830">
                <a:moveTo>
                  <a:pt x="0" y="335"/>
                </a:moveTo>
                <a:lnTo>
                  <a:pt x="357" y="313"/>
                </a:lnTo>
                <a:lnTo>
                  <a:pt x="533" y="543"/>
                </a:lnTo>
                <a:lnTo>
                  <a:pt x="16600" y="569"/>
                </a:lnTo>
                <a:lnTo>
                  <a:pt x="16979" y="0"/>
                </a:lnTo>
                <a:lnTo>
                  <a:pt x="17005" y="830"/>
                </a:lnTo>
                <a:lnTo>
                  <a:pt x="0" y="803"/>
                </a:lnTo>
                <a:lnTo>
                  <a:pt x="0" y="33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58880" y="3735360"/>
            <a:ext cx="7191360" cy="113832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76212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PROCEDURE DIVISION USING  P2,  P4,  P1,  P3.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762120" algn="l"/>
              </a:tabLs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736560" y="3692520"/>
            <a:ext cx="7264800" cy="400320"/>
          </a:xfrm>
          <a:custGeom>
            <a:avLst/>
            <a:gdLst/>
            <a:ahLst/>
            <a:rect l="0" t="0" r="r" b="b"/>
            <a:pathLst>
              <a:path w="20180" h="1112">
                <a:moveTo>
                  <a:pt x="20026" y="1112"/>
                </a:moveTo>
                <a:lnTo>
                  <a:pt x="19938" y="1059"/>
                </a:lnTo>
                <a:lnTo>
                  <a:pt x="19814" y="979"/>
                </a:lnTo>
                <a:lnTo>
                  <a:pt x="19722" y="927"/>
                </a:lnTo>
                <a:lnTo>
                  <a:pt x="19629" y="874"/>
                </a:lnTo>
                <a:lnTo>
                  <a:pt x="19541" y="847"/>
                </a:lnTo>
                <a:lnTo>
                  <a:pt x="19448" y="821"/>
                </a:lnTo>
                <a:lnTo>
                  <a:pt x="19356" y="768"/>
                </a:lnTo>
                <a:lnTo>
                  <a:pt x="19263" y="715"/>
                </a:lnTo>
                <a:lnTo>
                  <a:pt x="19175" y="662"/>
                </a:lnTo>
                <a:lnTo>
                  <a:pt x="19082" y="609"/>
                </a:lnTo>
                <a:lnTo>
                  <a:pt x="18990" y="555"/>
                </a:lnTo>
                <a:lnTo>
                  <a:pt x="18866" y="555"/>
                </a:lnTo>
                <a:lnTo>
                  <a:pt x="18778" y="636"/>
                </a:lnTo>
                <a:lnTo>
                  <a:pt x="18716" y="715"/>
                </a:lnTo>
                <a:lnTo>
                  <a:pt x="18624" y="768"/>
                </a:lnTo>
                <a:lnTo>
                  <a:pt x="18531" y="688"/>
                </a:lnTo>
                <a:lnTo>
                  <a:pt x="18469" y="609"/>
                </a:lnTo>
                <a:lnTo>
                  <a:pt x="18381" y="555"/>
                </a:lnTo>
                <a:lnTo>
                  <a:pt x="18319" y="476"/>
                </a:lnTo>
                <a:lnTo>
                  <a:pt x="18227" y="449"/>
                </a:lnTo>
                <a:lnTo>
                  <a:pt x="18134" y="529"/>
                </a:lnTo>
                <a:lnTo>
                  <a:pt x="18073" y="609"/>
                </a:lnTo>
                <a:lnTo>
                  <a:pt x="17953" y="662"/>
                </a:lnTo>
                <a:lnTo>
                  <a:pt x="17861" y="688"/>
                </a:lnTo>
                <a:lnTo>
                  <a:pt x="17737" y="715"/>
                </a:lnTo>
                <a:lnTo>
                  <a:pt x="17645" y="768"/>
                </a:lnTo>
                <a:lnTo>
                  <a:pt x="17587" y="847"/>
                </a:lnTo>
                <a:lnTo>
                  <a:pt x="17464" y="874"/>
                </a:lnTo>
                <a:lnTo>
                  <a:pt x="17341" y="927"/>
                </a:lnTo>
                <a:lnTo>
                  <a:pt x="17248" y="979"/>
                </a:lnTo>
                <a:lnTo>
                  <a:pt x="17160" y="1032"/>
                </a:lnTo>
                <a:lnTo>
                  <a:pt x="17036" y="979"/>
                </a:lnTo>
                <a:lnTo>
                  <a:pt x="16975" y="874"/>
                </a:lnTo>
                <a:lnTo>
                  <a:pt x="16882" y="821"/>
                </a:lnTo>
                <a:lnTo>
                  <a:pt x="16794" y="768"/>
                </a:lnTo>
                <a:lnTo>
                  <a:pt x="16670" y="688"/>
                </a:lnTo>
                <a:lnTo>
                  <a:pt x="16578" y="609"/>
                </a:lnTo>
                <a:lnTo>
                  <a:pt x="16485" y="609"/>
                </a:lnTo>
                <a:lnTo>
                  <a:pt x="16366" y="555"/>
                </a:lnTo>
                <a:lnTo>
                  <a:pt x="16243" y="476"/>
                </a:lnTo>
                <a:lnTo>
                  <a:pt x="16150" y="449"/>
                </a:lnTo>
                <a:lnTo>
                  <a:pt x="16057" y="449"/>
                </a:lnTo>
                <a:lnTo>
                  <a:pt x="15907" y="370"/>
                </a:lnTo>
                <a:lnTo>
                  <a:pt x="15784" y="343"/>
                </a:lnTo>
                <a:lnTo>
                  <a:pt x="15691" y="317"/>
                </a:lnTo>
                <a:lnTo>
                  <a:pt x="15660" y="396"/>
                </a:lnTo>
                <a:lnTo>
                  <a:pt x="15630" y="476"/>
                </a:lnTo>
                <a:lnTo>
                  <a:pt x="15541" y="555"/>
                </a:lnTo>
                <a:lnTo>
                  <a:pt x="15449" y="583"/>
                </a:lnTo>
                <a:lnTo>
                  <a:pt x="15356" y="609"/>
                </a:lnTo>
                <a:lnTo>
                  <a:pt x="15264" y="662"/>
                </a:lnTo>
                <a:lnTo>
                  <a:pt x="15175" y="662"/>
                </a:lnTo>
                <a:lnTo>
                  <a:pt x="15082" y="555"/>
                </a:lnTo>
                <a:lnTo>
                  <a:pt x="14927" y="555"/>
                </a:lnTo>
                <a:lnTo>
                  <a:pt x="14839" y="609"/>
                </a:lnTo>
                <a:lnTo>
                  <a:pt x="14777" y="529"/>
                </a:lnTo>
                <a:lnTo>
                  <a:pt x="14685" y="502"/>
                </a:lnTo>
                <a:lnTo>
                  <a:pt x="14531" y="476"/>
                </a:lnTo>
                <a:lnTo>
                  <a:pt x="14442" y="449"/>
                </a:lnTo>
                <a:lnTo>
                  <a:pt x="14350" y="423"/>
                </a:lnTo>
                <a:lnTo>
                  <a:pt x="14257" y="423"/>
                </a:lnTo>
                <a:lnTo>
                  <a:pt x="14165" y="423"/>
                </a:lnTo>
                <a:lnTo>
                  <a:pt x="14045" y="449"/>
                </a:lnTo>
                <a:lnTo>
                  <a:pt x="13922" y="449"/>
                </a:lnTo>
                <a:lnTo>
                  <a:pt x="13799" y="476"/>
                </a:lnTo>
                <a:lnTo>
                  <a:pt x="13706" y="502"/>
                </a:lnTo>
                <a:lnTo>
                  <a:pt x="13618" y="555"/>
                </a:lnTo>
                <a:lnTo>
                  <a:pt x="13525" y="555"/>
                </a:lnTo>
                <a:lnTo>
                  <a:pt x="13433" y="609"/>
                </a:lnTo>
                <a:lnTo>
                  <a:pt x="13340" y="662"/>
                </a:lnTo>
                <a:lnTo>
                  <a:pt x="13252" y="688"/>
                </a:lnTo>
                <a:lnTo>
                  <a:pt x="13159" y="662"/>
                </a:lnTo>
                <a:lnTo>
                  <a:pt x="13067" y="662"/>
                </a:lnTo>
                <a:lnTo>
                  <a:pt x="12974" y="662"/>
                </a:lnTo>
                <a:lnTo>
                  <a:pt x="12855" y="636"/>
                </a:lnTo>
                <a:lnTo>
                  <a:pt x="12731" y="583"/>
                </a:lnTo>
                <a:lnTo>
                  <a:pt x="12639" y="555"/>
                </a:lnTo>
                <a:lnTo>
                  <a:pt x="12546" y="502"/>
                </a:lnTo>
                <a:lnTo>
                  <a:pt x="12458" y="476"/>
                </a:lnTo>
                <a:lnTo>
                  <a:pt x="12334" y="449"/>
                </a:lnTo>
                <a:lnTo>
                  <a:pt x="12242" y="423"/>
                </a:lnTo>
                <a:lnTo>
                  <a:pt x="12118" y="396"/>
                </a:lnTo>
                <a:lnTo>
                  <a:pt x="12030" y="370"/>
                </a:lnTo>
                <a:lnTo>
                  <a:pt x="11938" y="370"/>
                </a:lnTo>
                <a:lnTo>
                  <a:pt x="11845" y="396"/>
                </a:lnTo>
                <a:lnTo>
                  <a:pt x="11722" y="476"/>
                </a:lnTo>
                <a:lnTo>
                  <a:pt x="11691" y="555"/>
                </a:lnTo>
                <a:lnTo>
                  <a:pt x="11602" y="583"/>
                </a:lnTo>
                <a:lnTo>
                  <a:pt x="11510" y="609"/>
                </a:lnTo>
                <a:lnTo>
                  <a:pt x="11417" y="609"/>
                </a:lnTo>
                <a:lnTo>
                  <a:pt x="11325" y="555"/>
                </a:lnTo>
                <a:lnTo>
                  <a:pt x="11236" y="502"/>
                </a:lnTo>
                <a:lnTo>
                  <a:pt x="11113" y="449"/>
                </a:lnTo>
                <a:lnTo>
                  <a:pt x="11020" y="423"/>
                </a:lnTo>
                <a:lnTo>
                  <a:pt x="10928" y="396"/>
                </a:lnTo>
                <a:lnTo>
                  <a:pt x="10840" y="396"/>
                </a:lnTo>
                <a:lnTo>
                  <a:pt x="10747" y="396"/>
                </a:lnTo>
                <a:lnTo>
                  <a:pt x="10654" y="449"/>
                </a:lnTo>
                <a:lnTo>
                  <a:pt x="10562" y="476"/>
                </a:lnTo>
                <a:lnTo>
                  <a:pt x="10474" y="502"/>
                </a:lnTo>
                <a:lnTo>
                  <a:pt x="10381" y="502"/>
                </a:lnTo>
                <a:lnTo>
                  <a:pt x="10258" y="502"/>
                </a:lnTo>
                <a:lnTo>
                  <a:pt x="10165" y="476"/>
                </a:lnTo>
                <a:lnTo>
                  <a:pt x="10077" y="449"/>
                </a:lnTo>
                <a:lnTo>
                  <a:pt x="9984" y="449"/>
                </a:lnTo>
                <a:lnTo>
                  <a:pt x="9892" y="449"/>
                </a:lnTo>
                <a:lnTo>
                  <a:pt x="9799" y="423"/>
                </a:lnTo>
                <a:lnTo>
                  <a:pt x="9706" y="370"/>
                </a:lnTo>
                <a:lnTo>
                  <a:pt x="9618" y="343"/>
                </a:lnTo>
                <a:lnTo>
                  <a:pt x="9526" y="343"/>
                </a:lnTo>
                <a:lnTo>
                  <a:pt x="9402" y="317"/>
                </a:lnTo>
                <a:lnTo>
                  <a:pt x="9309" y="291"/>
                </a:lnTo>
                <a:lnTo>
                  <a:pt x="9221" y="291"/>
                </a:lnTo>
                <a:lnTo>
                  <a:pt x="9129" y="264"/>
                </a:lnTo>
                <a:lnTo>
                  <a:pt x="9036" y="264"/>
                </a:lnTo>
                <a:lnTo>
                  <a:pt x="8943" y="317"/>
                </a:lnTo>
                <a:lnTo>
                  <a:pt x="8855" y="370"/>
                </a:lnTo>
                <a:lnTo>
                  <a:pt x="8763" y="396"/>
                </a:lnTo>
                <a:lnTo>
                  <a:pt x="8670" y="449"/>
                </a:lnTo>
                <a:lnTo>
                  <a:pt x="8577" y="476"/>
                </a:lnTo>
                <a:lnTo>
                  <a:pt x="8489" y="423"/>
                </a:lnTo>
                <a:lnTo>
                  <a:pt x="8397" y="396"/>
                </a:lnTo>
                <a:lnTo>
                  <a:pt x="8304" y="370"/>
                </a:lnTo>
                <a:lnTo>
                  <a:pt x="8211" y="343"/>
                </a:lnTo>
                <a:lnTo>
                  <a:pt x="8092" y="317"/>
                </a:lnTo>
                <a:lnTo>
                  <a:pt x="8000" y="291"/>
                </a:lnTo>
                <a:lnTo>
                  <a:pt x="7907" y="291"/>
                </a:lnTo>
                <a:lnTo>
                  <a:pt x="7815" y="291"/>
                </a:lnTo>
                <a:lnTo>
                  <a:pt x="7722" y="264"/>
                </a:lnTo>
                <a:lnTo>
                  <a:pt x="7634" y="264"/>
                </a:lnTo>
                <a:lnTo>
                  <a:pt x="7541" y="264"/>
                </a:lnTo>
                <a:lnTo>
                  <a:pt x="7449" y="291"/>
                </a:lnTo>
                <a:lnTo>
                  <a:pt x="7387" y="370"/>
                </a:lnTo>
                <a:lnTo>
                  <a:pt x="7299" y="396"/>
                </a:lnTo>
                <a:lnTo>
                  <a:pt x="7206" y="449"/>
                </a:lnTo>
                <a:lnTo>
                  <a:pt x="7113" y="449"/>
                </a:lnTo>
                <a:lnTo>
                  <a:pt x="7021" y="396"/>
                </a:lnTo>
                <a:lnTo>
                  <a:pt x="6928" y="396"/>
                </a:lnTo>
                <a:lnTo>
                  <a:pt x="6840" y="396"/>
                </a:lnTo>
                <a:lnTo>
                  <a:pt x="6747" y="370"/>
                </a:lnTo>
                <a:lnTo>
                  <a:pt x="6655" y="343"/>
                </a:lnTo>
                <a:lnTo>
                  <a:pt x="6531" y="317"/>
                </a:lnTo>
                <a:lnTo>
                  <a:pt x="6443" y="291"/>
                </a:lnTo>
                <a:lnTo>
                  <a:pt x="6351" y="264"/>
                </a:lnTo>
                <a:lnTo>
                  <a:pt x="6258" y="238"/>
                </a:lnTo>
                <a:lnTo>
                  <a:pt x="6165" y="238"/>
                </a:lnTo>
                <a:lnTo>
                  <a:pt x="6046" y="238"/>
                </a:lnTo>
                <a:lnTo>
                  <a:pt x="5984" y="317"/>
                </a:lnTo>
                <a:lnTo>
                  <a:pt x="5892" y="370"/>
                </a:lnTo>
                <a:lnTo>
                  <a:pt x="5799" y="370"/>
                </a:lnTo>
                <a:lnTo>
                  <a:pt x="5711" y="370"/>
                </a:lnTo>
                <a:lnTo>
                  <a:pt x="5618" y="343"/>
                </a:lnTo>
                <a:lnTo>
                  <a:pt x="5526" y="343"/>
                </a:lnTo>
                <a:lnTo>
                  <a:pt x="5433" y="291"/>
                </a:lnTo>
                <a:lnTo>
                  <a:pt x="5314" y="291"/>
                </a:lnTo>
                <a:lnTo>
                  <a:pt x="5222" y="264"/>
                </a:lnTo>
                <a:lnTo>
                  <a:pt x="5129" y="238"/>
                </a:lnTo>
                <a:lnTo>
                  <a:pt x="5035" y="211"/>
                </a:lnTo>
                <a:lnTo>
                  <a:pt x="4947" y="238"/>
                </a:lnTo>
                <a:lnTo>
                  <a:pt x="4855" y="291"/>
                </a:lnTo>
                <a:lnTo>
                  <a:pt x="4762" y="291"/>
                </a:lnTo>
                <a:lnTo>
                  <a:pt x="4669" y="291"/>
                </a:lnTo>
                <a:lnTo>
                  <a:pt x="4550" y="343"/>
                </a:lnTo>
                <a:lnTo>
                  <a:pt x="4458" y="343"/>
                </a:lnTo>
                <a:lnTo>
                  <a:pt x="4365" y="370"/>
                </a:lnTo>
                <a:lnTo>
                  <a:pt x="4273" y="396"/>
                </a:lnTo>
                <a:lnTo>
                  <a:pt x="4153" y="370"/>
                </a:lnTo>
                <a:lnTo>
                  <a:pt x="4061" y="343"/>
                </a:lnTo>
                <a:lnTo>
                  <a:pt x="3937" y="343"/>
                </a:lnTo>
                <a:lnTo>
                  <a:pt x="3814" y="317"/>
                </a:lnTo>
                <a:lnTo>
                  <a:pt x="3726" y="291"/>
                </a:lnTo>
                <a:lnTo>
                  <a:pt x="3602" y="343"/>
                </a:lnTo>
                <a:lnTo>
                  <a:pt x="3510" y="343"/>
                </a:lnTo>
                <a:lnTo>
                  <a:pt x="3417" y="343"/>
                </a:lnTo>
                <a:lnTo>
                  <a:pt x="3329" y="343"/>
                </a:lnTo>
                <a:lnTo>
                  <a:pt x="3236" y="343"/>
                </a:lnTo>
                <a:lnTo>
                  <a:pt x="3113" y="317"/>
                </a:lnTo>
                <a:lnTo>
                  <a:pt x="3020" y="291"/>
                </a:lnTo>
                <a:lnTo>
                  <a:pt x="2932" y="291"/>
                </a:lnTo>
                <a:lnTo>
                  <a:pt x="2808" y="264"/>
                </a:lnTo>
                <a:lnTo>
                  <a:pt x="2685" y="291"/>
                </a:lnTo>
                <a:lnTo>
                  <a:pt x="2566" y="291"/>
                </a:lnTo>
                <a:lnTo>
                  <a:pt x="2473" y="343"/>
                </a:lnTo>
                <a:lnTo>
                  <a:pt x="2381" y="343"/>
                </a:lnTo>
                <a:lnTo>
                  <a:pt x="2288" y="370"/>
                </a:lnTo>
                <a:lnTo>
                  <a:pt x="2196" y="370"/>
                </a:lnTo>
                <a:lnTo>
                  <a:pt x="2107" y="370"/>
                </a:lnTo>
                <a:lnTo>
                  <a:pt x="2015" y="396"/>
                </a:lnTo>
                <a:lnTo>
                  <a:pt x="1891" y="449"/>
                </a:lnTo>
                <a:lnTo>
                  <a:pt x="1799" y="449"/>
                </a:lnTo>
                <a:lnTo>
                  <a:pt x="1710" y="449"/>
                </a:lnTo>
                <a:lnTo>
                  <a:pt x="1587" y="396"/>
                </a:lnTo>
                <a:lnTo>
                  <a:pt x="1464" y="370"/>
                </a:lnTo>
                <a:lnTo>
                  <a:pt x="1344" y="370"/>
                </a:lnTo>
                <a:lnTo>
                  <a:pt x="1252" y="370"/>
                </a:lnTo>
                <a:lnTo>
                  <a:pt x="1159" y="370"/>
                </a:lnTo>
                <a:lnTo>
                  <a:pt x="1067" y="396"/>
                </a:lnTo>
                <a:lnTo>
                  <a:pt x="978" y="396"/>
                </a:lnTo>
                <a:lnTo>
                  <a:pt x="855" y="423"/>
                </a:lnTo>
                <a:lnTo>
                  <a:pt x="732" y="449"/>
                </a:lnTo>
                <a:lnTo>
                  <a:pt x="639" y="449"/>
                </a:lnTo>
                <a:lnTo>
                  <a:pt x="551" y="449"/>
                </a:lnTo>
                <a:lnTo>
                  <a:pt x="458" y="449"/>
                </a:lnTo>
                <a:lnTo>
                  <a:pt x="366" y="449"/>
                </a:lnTo>
                <a:lnTo>
                  <a:pt x="273" y="476"/>
                </a:lnTo>
                <a:lnTo>
                  <a:pt x="185" y="529"/>
                </a:lnTo>
                <a:lnTo>
                  <a:pt x="92" y="555"/>
                </a:lnTo>
                <a:lnTo>
                  <a:pt x="0" y="583"/>
                </a:lnTo>
                <a:lnTo>
                  <a:pt x="30" y="26"/>
                </a:lnTo>
                <a:lnTo>
                  <a:pt x="20180" y="0"/>
                </a:lnTo>
                <a:lnTo>
                  <a:pt x="20026" y="1112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758880" y="4692600"/>
            <a:ext cx="7229880" cy="238320"/>
          </a:xfrm>
          <a:custGeom>
            <a:avLst/>
            <a:gdLst/>
            <a:ahLst/>
            <a:rect l="0" t="0" r="r" b="b"/>
            <a:pathLst>
              <a:path w="20083" h="662">
                <a:moveTo>
                  <a:pt x="0" y="424"/>
                </a:moveTo>
                <a:lnTo>
                  <a:pt x="123" y="397"/>
                </a:lnTo>
                <a:lnTo>
                  <a:pt x="242" y="344"/>
                </a:lnTo>
                <a:lnTo>
                  <a:pt x="335" y="317"/>
                </a:lnTo>
                <a:lnTo>
                  <a:pt x="458" y="291"/>
                </a:lnTo>
                <a:lnTo>
                  <a:pt x="546" y="238"/>
                </a:lnTo>
                <a:lnTo>
                  <a:pt x="639" y="185"/>
                </a:lnTo>
                <a:lnTo>
                  <a:pt x="732" y="132"/>
                </a:lnTo>
                <a:lnTo>
                  <a:pt x="820" y="79"/>
                </a:lnTo>
                <a:lnTo>
                  <a:pt x="912" y="79"/>
                </a:lnTo>
                <a:lnTo>
                  <a:pt x="1005" y="26"/>
                </a:lnTo>
                <a:lnTo>
                  <a:pt x="1093" y="52"/>
                </a:lnTo>
                <a:lnTo>
                  <a:pt x="1155" y="132"/>
                </a:lnTo>
                <a:lnTo>
                  <a:pt x="1217" y="211"/>
                </a:lnTo>
                <a:lnTo>
                  <a:pt x="1340" y="238"/>
                </a:lnTo>
                <a:lnTo>
                  <a:pt x="1397" y="317"/>
                </a:lnTo>
                <a:lnTo>
                  <a:pt x="1490" y="344"/>
                </a:lnTo>
                <a:lnTo>
                  <a:pt x="1583" y="371"/>
                </a:lnTo>
                <a:lnTo>
                  <a:pt x="1675" y="317"/>
                </a:lnTo>
                <a:lnTo>
                  <a:pt x="1763" y="291"/>
                </a:lnTo>
                <a:lnTo>
                  <a:pt x="1856" y="291"/>
                </a:lnTo>
                <a:lnTo>
                  <a:pt x="1949" y="264"/>
                </a:lnTo>
                <a:lnTo>
                  <a:pt x="2037" y="238"/>
                </a:lnTo>
                <a:lnTo>
                  <a:pt x="2129" y="211"/>
                </a:lnTo>
                <a:lnTo>
                  <a:pt x="2253" y="211"/>
                </a:lnTo>
                <a:lnTo>
                  <a:pt x="2372" y="185"/>
                </a:lnTo>
                <a:lnTo>
                  <a:pt x="2465" y="185"/>
                </a:lnTo>
                <a:lnTo>
                  <a:pt x="2557" y="185"/>
                </a:lnTo>
                <a:lnTo>
                  <a:pt x="2645" y="185"/>
                </a:lnTo>
                <a:lnTo>
                  <a:pt x="2738" y="158"/>
                </a:lnTo>
                <a:lnTo>
                  <a:pt x="2861" y="132"/>
                </a:lnTo>
                <a:lnTo>
                  <a:pt x="2950" y="132"/>
                </a:lnTo>
                <a:lnTo>
                  <a:pt x="3042" y="105"/>
                </a:lnTo>
                <a:lnTo>
                  <a:pt x="3166" y="105"/>
                </a:lnTo>
                <a:lnTo>
                  <a:pt x="3254" y="105"/>
                </a:lnTo>
                <a:lnTo>
                  <a:pt x="3377" y="105"/>
                </a:lnTo>
                <a:lnTo>
                  <a:pt x="3470" y="79"/>
                </a:lnTo>
                <a:lnTo>
                  <a:pt x="3589" y="79"/>
                </a:lnTo>
                <a:lnTo>
                  <a:pt x="3682" y="79"/>
                </a:lnTo>
                <a:lnTo>
                  <a:pt x="3774" y="79"/>
                </a:lnTo>
                <a:lnTo>
                  <a:pt x="3893" y="79"/>
                </a:lnTo>
                <a:lnTo>
                  <a:pt x="3986" y="79"/>
                </a:lnTo>
                <a:lnTo>
                  <a:pt x="4078" y="105"/>
                </a:lnTo>
                <a:lnTo>
                  <a:pt x="4228" y="105"/>
                </a:lnTo>
                <a:lnTo>
                  <a:pt x="4321" y="132"/>
                </a:lnTo>
                <a:lnTo>
                  <a:pt x="4383" y="211"/>
                </a:lnTo>
                <a:lnTo>
                  <a:pt x="4471" y="238"/>
                </a:lnTo>
                <a:lnTo>
                  <a:pt x="4625" y="264"/>
                </a:lnTo>
                <a:lnTo>
                  <a:pt x="4744" y="291"/>
                </a:lnTo>
                <a:lnTo>
                  <a:pt x="4837" y="291"/>
                </a:lnTo>
                <a:lnTo>
                  <a:pt x="4930" y="291"/>
                </a:lnTo>
                <a:lnTo>
                  <a:pt x="5023" y="291"/>
                </a:lnTo>
                <a:lnTo>
                  <a:pt x="5111" y="317"/>
                </a:lnTo>
                <a:lnTo>
                  <a:pt x="5204" y="317"/>
                </a:lnTo>
                <a:lnTo>
                  <a:pt x="5327" y="317"/>
                </a:lnTo>
                <a:lnTo>
                  <a:pt x="5416" y="317"/>
                </a:lnTo>
                <a:lnTo>
                  <a:pt x="5508" y="291"/>
                </a:lnTo>
                <a:lnTo>
                  <a:pt x="5601" y="291"/>
                </a:lnTo>
                <a:lnTo>
                  <a:pt x="5689" y="291"/>
                </a:lnTo>
                <a:lnTo>
                  <a:pt x="5843" y="291"/>
                </a:lnTo>
                <a:lnTo>
                  <a:pt x="5962" y="264"/>
                </a:lnTo>
                <a:lnTo>
                  <a:pt x="6086" y="264"/>
                </a:lnTo>
                <a:lnTo>
                  <a:pt x="6209" y="238"/>
                </a:lnTo>
                <a:lnTo>
                  <a:pt x="6328" y="238"/>
                </a:lnTo>
                <a:lnTo>
                  <a:pt x="6483" y="211"/>
                </a:lnTo>
                <a:lnTo>
                  <a:pt x="6571" y="185"/>
                </a:lnTo>
                <a:lnTo>
                  <a:pt x="6664" y="185"/>
                </a:lnTo>
                <a:lnTo>
                  <a:pt x="6756" y="132"/>
                </a:lnTo>
                <a:lnTo>
                  <a:pt x="6849" y="132"/>
                </a:lnTo>
                <a:lnTo>
                  <a:pt x="6937" y="132"/>
                </a:lnTo>
                <a:lnTo>
                  <a:pt x="7030" y="132"/>
                </a:lnTo>
                <a:lnTo>
                  <a:pt x="7122" y="132"/>
                </a:lnTo>
                <a:lnTo>
                  <a:pt x="7303" y="132"/>
                </a:lnTo>
                <a:lnTo>
                  <a:pt x="7396" y="132"/>
                </a:lnTo>
                <a:lnTo>
                  <a:pt x="7515" y="132"/>
                </a:lnTo>
                <a:lnTo>
                  <a:pt x="7607" y="105"/>
                </a:lnTo>
                <a:lnTo>
                  <a:pt x="7731" y="105"/>
                </a:lnTo>
                <a:lnTo>
                  <a:pt x="7819" y="185"/>
                </a:lnTo>
                <a:lnTo>
                  <a:pt x="7912" y="211"/>
                </a:lnTo>
                <a:lnTo>
                  <a:pt x="8004" y="264"/>
                </a:lnTo>
                <a:lnTo>
                  <a:pt x="8092" y="291"/>
                </a:lnTo>
                <a:lnTo>
                  <a:pt x="8185" y="317"/>
                </a:lnTo>
                <a:lnTo>
                  <a:pt x="8278" y="344"/>
                </a:lnTo>
                <a:lnTo>
                  <a:pt x="8370" y="371"/>
                </a:lnTo>
                <a:lnTo>
                  <a:pt x="8489" y="371"/>
                </a:lnTo>
                <a:lnTo>
                  <a:pt x="8644" y="397"/>
                </a:lnTo>
                <a:lnTo>
                  <a:pt x="8763" y="397"/>
                </a:lnTo>
                <a:lnTo>
                  <a:pt x="8886" y="397"/>
                </a:lnTo>
                <a:lnTo>
                  <a:pt x="9067" y="344"/>
                </a:lnTo>
                <a:lnTo>
                  <a:pt x="9252" y="344"/>
                </a:lnTo>
                <a:lnTo>
                  <a:pt x="9340" y="317"/>
                </a:lnTo>
                <a:lnTo>
                  <a:pt x="9464" y="291"/>
                </a:lnTo>
                <a:lnTo>
                  <a:pt x="9587" y="291"/>
                </a:lnTo>
                <a:lnTo>
                  <a:pt x="9737" y="238"/>
                </a:lnTo>
                <a:lnTo>
                  <a:pt x="9830" y="211"/>
                </a:lnTo>
                <a:lnTo>
                  <a:pt x="9918" y="185"/>
                </a:lnTo>
                <a:lnTo>
                  <a:pt x="10011" y="185"/>
                </a:lnTo>
                <a:lnTo>
                  <a:pt x="10103" y="158"/>
                </a:lnTo>
                <a:lnTo>
                  <a:pt x="10196" y="132"/>
                </a:lnTo>
                <a:lnTo>
                  <a:pt x="10284" y="132"/>
                </a:lnTo>
                <a:lnTo>
                  <a:pt x="10377" y="132"/>
                </a:lnTo>
                <a:lnTo>
                  <a:pt x="10469" y="105"/>
                </a:lnTo>
                <a:lnTo>
                  <a:pt x="10557" y="79"/>
                </a:lnTo>
                <a:lnTo>
                  <a:pt x="10712" y="132"/>
                </a:lnTo>
                <a:lnTo>
                  <a:pt x="10804" y="185"/>
                </a:lnTo>
                <a:lnTo>
                  <a:pt x="10893" y="211"/>
                </a:lnTo>
                <a:lnTo>
                  <a:pt x="10985" y="264"/>
                </a:lnTo>
                <a:lnTo>
                  <a:pt x="11078" y="291"/>
                </a:lnTo>
                <a:lnTo>
                  <a:pt x="11197" y="317"/>
                </a:lnTo>
                <a:lnTo>
                  <a:pt x="11289" y="317"/>
                </a:lnTo>
                <a:lnTo>
                  <a:pt x="11382" y="397"/>
                </a:lnTo>
                <a:lnTo>
                  <a:pt x="11470" y="424"/>
                </a:lnTo>
                <a:lnTo>
                  <a:pt x="11563" y="424"/>
                </a:lnTo>
                <a:lnTo>
                  <a:pt x="11655" y="424"/>
                </a:lnTo>
                <a:lnTo>
                  <a:pt x="11774" y="424"/>
                </a:lnTo>
                <a:lnTo>
                  <a:pt x="11867" y="397"/>
                </a:lnTo>
                <a:lnTo>
                  <a:pt x="11960" y="371"/>
                </a:lnTo>
                <a:lnTo>
                  <a:pt x="12048" y="344"/>
                </a:lnTo>
                <a:lnTo>
                  <a:pt x="12140" y="344"/>
                </a:lnTo>
                <a:lnTo>
                  <a:pt x="12233" y="317"/>
                </a:lnTo>
                <a:lnTo>
                  <a:pt x="12326" y="291"/>
                </a:lnTo>
                <a:lnTo>
                  <a:pt x="12414" y="291"/>
                </a:lnTo>
                <a:lnTo>
                  <a:pt x="12537" y="264"/>
                </a:lnTo>
                <a:lnTo>
                  <a:pt x="12630" y="238"/>
                </a:lnTo>
                <a:lnTo>
                  <a:pt x="12749" y="317"/>
                </a:lnTo>
                <a:lnTo>
                  <a:pt x="12872" y="397"/>
                </a:lnTo>
                <a:lnTo>
                  <a:pt x="12961" y="424"/>
                </a:lnTo>
                <a:lnTo>
                  <a:pt x="13053" y="424"/>
                </a:lnTo>
                <a:lnTo>
                  <a:pt x="13146" y="450"/>
                </a:lnTo>
                <a:lnTo>
                  <a:pt x="13238" y="397"/>
                </a:lnTo>
                <a:lnTo>
                  <a:pt x="13388" y="344"/>
                </a:lnTo>
                <a:lnTo>
                  <a:pt x="13481" y="344"/>
                </a:lnTo>
                <a:lnTo>
                  <a:pt x="13569" y="291"/>
                </a:lnTo>
                <a:lnTo>
                  <a:pt x="13662" y="238"/>
                </a:lnTo>
                <a:lnTo>
                  <a:pt x="13754" y="238"/>
                </a:lnTo>
                <a:lnTo>
                  <a:pt x="13873" y="185"/>
                </a:lnTo>
                <a:lnTo>
                  <a:pt x="13966" y="158"/>
                </a:lnTo>
                <a:lnTo>
                  <a:pt x="14059" y="132"/>
                </a:lnTo>
                <a:lnTo>
                  <a:pt x="14151" y="79"/>
                </a:lnTo>
                <a:lnTo>
                  <a:pt x="14239" y="79"/>
                </a:lnTo>
                <a:lnTo>
                  <a:pt x="14332" y="52"/>
                </a:lnTo>
                <a:lnTo>
                  <a:pt x="14425" y="26"/>
                </a:lnTo>
                <a:lnTo>
                  <a:pt x="14513" y="105"/>
                </a:lnTo>
                <a:lnTo>
                  <a:pt x="14606" y="132"/>
                </a:lnTo>
                <a:lnTo>
                  <a:pt x="14698" y="185"/>
                </a:lnTo>
                <a:lnTo>
                  <a:pt x="14786" y="211"/>
                </a:lnTo>
                <a:lnTo>
                  <a:pt x="14879" y="238"/>
                </a:lnTo>
                <a:lnTo>
                  <a:pt x="14972" y="291"/>
                </a:lnTo>
                <a:lnTo>
                  <a:pt x="15092" y="317"/>
                </a:lnTo>
                <a:lnTo>
                  <a:pt x="15215" y="344"/>
                </a:lnTo>
                <a:lnTo>
                  <a:pt x="15308" y="344"/>
                </a:lnTo>
                <a:lnTo>
                  <a:pt x="15396" y="344"/>
                </a:lnTo>
                <a:lnTo>
                  <a:pt x="15519" y="291"/>
                </a:lnTo>
                <a:lnTo>
                  <a:pt x="15612" y="264"/>
                </a:lnTo>
                <a:lnTo>
                  <a:pt x="15700" y="238"/>
                </a:lnTo>
                <a:lnTo>
                  <a:pt x="15793" y="211"/>
                </a:lnTo>
                <a:lnTo>
                  <a:pt x="15885" y="185"/>
                </a:lnTo>
                <a:lnTo>
                  <a:pt x="15978" y="185"/>
                </a:lnTo>
                <a:lnTo>
                  <a:pt x="16066" y="238"/>
                </a:lnTo>
                <a:lnTo>
                  <a:pt x="16159" y="291"/>
                </a:lnTo>
                <a:lnTo>
                  <a:pt x="16282" y="344"/>
                </a:lnTo>
                <a:lnTo>
                  <a:pt x="16370" y="371"/>
                </a:lnTo>
                <a:lnTo>
                  <a:pt x="16463" y="397"/>
                </a:lnTo>
                <a:lnTo>
                  <a:pt x="16556" y="397"/>
                </a:lnTo>
                <a:lnTo>
                  <a:pt x="16675" y="424"/>
                </a:lnTo>
                <a:lnTo>
                  <a:pt x="16767" y="397"/>
                </a:lnTo>
                <a:lnTo>
                  <a:pt x="16891" y="397"/>
                </a:lnTo>
                <a:lnTo>
                  <a:pt x="17041" y="397"/>
                </a:lnTo>
                <a:lnTo>
                  <a:pt x="17164" y="397"/>
                </a:lnTo>
                <a:lnTo>
                  <a:pt x="17283" y="371"/>
                </a:lnTo>
                <a:lnTo>
                  <a:pt x="17407" y="344"/>
                </a:lnTo>
                <a:lnTo>
                  <a:pt x="17526" y="344"/>
                </a:lnTo>
                <a:lnTo>
                  <a:pt x="17618" y="317"/>
                </a:lnTo>
                <a:lnTo>
                  <a:pt x="17711" y="291"/>
                </a:lnTo>
                <a:lnTo>
                  <a:pt x="17804" y="264"/>
                </a:lnTo>
                <a:lnTo>
                  <a:pt x="17892" y="238"/>
                </a:lnTo>
                <a:lnTo>
                  <a:pt x="17984" y="238"/>
                </a:lnTo>
                <a:lnTo>
                  <a:pt x="18077" y="238"/>
                </a:lnTo>
                <a:lnTo>
                  <a:pt x="18165" y="238"/>
                </a:lnTo>
                <a:lnTo>
                  <a:pt x="18258" y="238"/>
                </a:lnTo>
                <a:lnTo>
                  <a:pt x="18381" y="238"/>
                </a:lnTo>
                <a:lnTo>
                  <a:pt x="18469" y="238"/>
                </a:lnTo>
                <a:lnTo>
                  <a:pt x="18562" y="238"/>
                </a:lnTo>
                <a:lnTo>
                  <a:pt x="18655" y="238"/>
                </a:lnTo>
                <a:lnTo>
                  <a:pt x="18743" y="238"/>
                </a:lnTo>
                <a:lnTo>
                  <a:pt x="18835" y="238"/>
                </a:lnTo>
                <a:lnTo>
                  <a:pt x="18928" y="291"/>
                </a:lnTo>
                <a:lnTo>
                  <a:pt x="19021" y="291"/>
                </a:lnTo>
                <a:lnTo>
                  <a:pt x="19109" y="291"/>
                </a:lnTo>
                <a:lnTo>
                  <a:pt x="19201" y="291"/>
                </a:lnTo>
                <a:lnTo>
                  <a:pt x="19294" y="238"/>
                </a:lnTo>
                <a:lnTo>
                  <a:pt x="19413" y="211"/>
                </a:lnTo>
                <a:lnTo>
                  <a:pt x="19506" y="185"/>
                </a:lnTo>
                <a:lnTo>
                  <a:pt x="19598" y="185"/>
                </a:lnTo>
                <a:lnTo>
                  <a:pt x="19717" y="132"/>
                </a:lnTo>
                <a:lnTo>
                  <a:pt x="19810" y="105"/>
                </a:lnTo>
                <a:lnTo>
                  <a:pt x="19933" y="52"/>
                </a:lnTo>
                <a:lnTo>
                  <a:pt x="20022" y="0"/>
                </a:lnTo>
                <a:lnTo>
                  <a:pt x="20083" y="662"/>
                </a:lnTo>
                <a:lnTo>
                  <a:pt x="92" y="609"/>
                </a:lnTo>
                <a:lnTo>
                  <a:pt x="0" y="424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758880" y="4654440"/>
            <a:ext cx="6121800" cy="248040"/>
          </a:xfrm>
          <a:custGeom>
            <a:avLst/>
            <a:gdLst/>
            <a:ahLst/>
            <a:rect l="0" t="0" r="r" b="b"/>
            <a:pathLst>
              <a:path w="17005" h="689">
                <a:moveTo>
                  <a:pt x="0" y="278"/>
                </a:moveTo>
                <a:lnTo>
                  <a:pt x="357" y="261"/>
                </a:lnTo>
                <a:lnTo>
                  <a:pt x="533" y="450"/>
                </a:lnTo>
                <a:lnTo>
                  <a:pt x="16600" y="472"/>
                </a:lnTo>
                <a:lnTo>
                  <a:pt x="16979" y="0"/>
                </a:lnTo>
                <a:lnTo>
                  <a:pt x="17005" y="689"/>
                </a:lnTo>
                <a:lnTo>
                  <a:pt x="0" y="667"/>
                </a:lnTo>
                <a:lnTo>
                  <a:pt x="0" y="278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5576760" y="1751760"/>
            <a:ext cx="393120" cy="2387520"/>
          </a:xfrm>
          <a:custGeom>
            <a:avLst/>
            <a:gdLst/>
            <a:ahLst/>
            <a:rect l="0" t="0" r="r" b="b"/>
            <a:pathLst>
              <a:path fill="none" w="1092" h="6632">
                <a:moveTo>
                  <a:pt x="296" y="6632"/>
                </a:moveTo>
                <a:lnTo>
                  <a:pt x="296" y="6632"/>
                </a:lnTo>
                <a:cubicBezTo>
                  <a:pt x="332" y="6588"/>
                  <a:pt x="368" y="6541"/>
                  <a:pt x="403" y="6489"/>
                </a:cubicBezTo>
                <a:cubicBezTo>
                  <a:pt x="612" y="6180"/>
                  <a:pt x="786" y="5736"/>
                  <a:pt x="907" y="5201"/>
                </a:cubicBezTo>
                <a:cubicBezTo>
                  <a:pt x="1028" y="4666"/>
                  <a:pt x="1092" y="4060"/>
                  <a:pt x="1092" y="3442"/>
                </a:cubicBezTo>
                <a:cubicBezTo>
                  <a:pt x="1092" y="2824"/>
                  <a:pt x="1028" y="2218"/>
                  <a:pt x="907" y="1683"/>
                </a:cubicBezTo>
                <a:cubicBezTo>
                  <a:pt x="786" y="1148"/>
                  <a:pt x="612" y="704"/>
                  <a:pt x="403" y="395"/>
                </a:cubicBezTo>
                <a:cubicBezTo>
                  <a:pt x="278" y="210"/>
                  <a:pt x="142" y="77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6224400" y="1802520"/>
            <a:ext cx="393120" cy="2387520"/>
          </a:xfrm>
          <a:custGeom>
            <a:avLst/>
            <a:gdLst/>
            <a:ahLst/>
            <a:rect l="0" t="0" r="r" b="b"/>
            <a:pathLst>
              <a:path fill="none" w="1092" h="6632">
                <a:moveTo>
                  <a:pt x="296" y="6632"/>
                </a:moveTo>
                <a:lnTo>
                  <a:pt x="296" y="6632"/>
                </a:lnTo>
                <a:cubicBezTo>
                  <a:pt x="332" y="6588"/>
                  <a:pt x="368" y="6541"/>
                  <a:pt x="403" y="6489"/>
                </a:cubicBezTo>
                <a:cubicBezTo>
                  <a:pt x="612" y="6180"/>
                  <a:pt x="786" y="5736"/>
                  <a:pt x="907" y="5201"/>
                </a:cubicBezTo>
                <a:cubicBezTo>
                  <a:pt x="1028" y="4666"/>
                  <a:pt x="1092" y="4060"/>
                  <a:pt x="1092" y="3442"/>
                </a:cubicBezTo>
                <a:cubicBezTo>
                  <a:pt x="1092" y="2824"/>
                  <a:pt x="1028" y="2218"/>
                  <a:pt x="907" y="1683"/>
                </a:cubicBezTo>
                <a:cubicBezTo>
                  <a:pt x="786" y="1148"/>
                  <a:pt x="612" y="704"/>
                  <a:pt x="403" y="395"/>
                </a:cubicBezTo>
                <a:cubicBezTo>
                  <a:pt x="278" y="210"/>
                  <a:pt x="142" y="77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846840" y="1764360"/>
            <a:ext cx="393120" cy="2387520"/>
          </a:xfrm>
          <a:custGeom>
            <a:avLst/>
            <a:gdLst/>
            <a:ahLst/>
            <a:rect l="0" t="0" r="r" b="b"/>
            <a:pathLst>
              <a:path fill="none" w="1092" h="6632">
                <a:moveTo>
                  <a:pt x="296" y="6632"/>
                </a:moveTo>
                <a:lnTo>
                  <a:pt x="296" y="6632"/>
                </a:lnTo>
                <a:cubicBezTo>
                  <a:pt x="332" y="6588"/>
                  <a:pt x="368" y="6541"/>
                  <a:pt x="403" y="6489"/>
                </a:cubicBezTo>
                <a:cubicBezTo>
                  <a:pt x="612" y="6180"/>
                  <a:pt x="786" y="5736"/>
                  <a:pt x="907" y="5201"/>
                </a:cubicBezTo>
                <a:cubicBezTo>
                  <a:pt x="1028" y="4666"/>
                  <a:pt x="1092" y="4060"/>
                  <a:pt x="1092" y="3442"/>
                </a:cubicBezTo>
                <a:cubicBezTo>
                  <a:pt x="1092" y="2824"/>
                  <a:pt x="1028" y="2218"/>
                  <a:pt x="907" y="1683"/>
                </a:cubicBezTo>
                <a:cubicBezTo>
                  <a:pt x="786" y="1148"/>
                  <a:pt x="612" y="704"/>
                  <a:pt x="403" y="395"/>
                </a:cubicBezTo>
                <a:cubicBezTo>
                  <a:pt x="278" y="210"/>
                  <a:pt x="142" y="77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7456320" y="1776960"/>
            <a:ext cx="393120" cy="2387520"/>
          </a:xfrm>
          <a:custGeom>
            <a:avLst/>
            <a:gdLst/>
            <a:ahLst/>
            <a:rect l="0" t="0" r="r" b="b"/>
            <a:pathLst>
              <a:path fill="none" w="1092" h="6632">
                <a:moveTo>
                  <a:pt x="296" y="6632"/>
                </a:moveTo>
                <a:lnTo>
                  <a:pt x="296" y="6632"/>
                </a:lnTo>
                <a:cubicBezTo>
                  <a:pt x="332" y="6588"/>
                  <a:pt x="368" y="6541"/>
                  <a:pt x="403" y="6489"/>
                </a:cubicBezTo>
                <a:cubicBezTo>
                  <a:pt x="612" y="6180"/>
                  <a:pt x="786" y="5736"/>
                  <a:pt x="907" y="5201"/>
                </a:cubicBezTo>
                <a:cubicBezTo>
                  <a:pt x="1028" y="4666"/>
                  <a:pt x="1092" y="4060"/>
                  <a:pt x="1092" y="3442"/>
                </a:cubicBezTo>
                <a:cubicBezTo>
                  <a:pt x="1092" y="2824"/>
                  <a:pt x="1028" y="2218"/>
                  <a:pt x="907" y="1683"/>
                </a:cubicBezTo>
                <a:cubicBezTo>
                  <a:pt x="786" y="1148"/>
                  <a:pt x="612" y="704"/>
                  <a:pt x="403" y="395"/>
                </a:cubicBezTo>
                <a:cubicBezTo>
                  <a:pt x="278" y="210"/>
                  <a:pt x="142" y="77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494000" y="5397480"/>
            <a:ext cx="5445000" cy="544680"/>
          </a:xfrm>
          <a:prstGeom prst="rect">
            <a:avLst/>
          </a:prstGeom>
          <a:solidFill>
            <a:srgbClr val="DADADA"/>
          </a:solidFill>
          <a:ln w="1260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380880" indent="-380880"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Times New Roman"/>
                <a:ea typeface="Times New Roman"/>
              </a:rPr>
              <a:t>Positions Correspond - Not Names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 txBox="1"/>
          <p:nvPr/>
        </p:nvSpPr>
        <p:spPr>
          <a:xfrm>
            <a:off x="1752480" y="184320"/>
            <a:ext cx="5718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Parameter Passing  Mechanisms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84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 .. BY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REFERENCE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44832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Program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2238480" y="1244520"/>
            <a:ext cx="4601520" cy="644040"/>
          </a:xfrm>
          <a:custGeom>
            <a:avLst/>
            <a:gdLst/>
            <a:ahLst/>
            <a:rect l="0" t="0" r="r" b="b"/>
            <a:pathLst>
              <a:path fill="none" w="12782" h="1789">
                <a:moveTo>
                  <a:pt x="12782" y="1789"/>
                </a:moveTo>
                <a:lnTo>
                  <a:pt x="12782" y="1789"/>
                </a:lnTo>
                <a:cubicBezTo>
                  <a:pt x="12639" y="1557"/>
                  <a:pt x="12391" y="1334"/>
                  <a:pt x="12046" y="1129"/>
                </a:cubicBezTo>
                <a:cubicBezTo>
                  <a:pt x="11471" y="786"/>
                  <a:pt x="10642" y="501"/>
                  <a:pt x="9645" y="303"/>
                </a:cubicBezTo>
                <a:cubicBezTo>
                  <a:pt x="8648" y="104"/>
                  <a:pt x="7517" y="0"/>
                  <a:pt x="6365" y="0"/>
                </a:cubicBezTo>
                <a:cubicBezTo>
                  <a:pt x="5214" y="0"/>
                  <a:pt x="4082" y="104"/>
                  <a:pt x="3085" y="303"/>
                </a:cubicBezTo>
                <a:cubicBezTo>
                  <a:pt x="2088" y="501"/>
                  <a:pt x="1260" y="786"/>
                  <a:pt x="684" y="1129"/>
                </a:cubicBezTo>
                <a:cubicBezTo>
                  <a:pt x="378" y="1311"/>
                  <a:pt x="148" y="1508"/>
                  <a:pt x="0" y="1712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 txBox="1"/>
          <p:nvPr/>
        </p:nvSpPr>
        <p:spPr>
          <a:xfrm>
            <a:off x="1752480" y="184320"/>
            <a:ext cx="5718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Parameter Passing  Mechanisms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33984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 .. BY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REFERENCE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44832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Program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2238480" y="1244520"/>
            <a:ext cx="4601520" cy="644040"/>
          </a:xfrm>
          <a:custGeom>
            <a:avLst/>
            <a:gdLst/>
            <a:ahLst/>
            <a:rect l="0" t="0" r="r" b="b"/>
            <a:pathLst>
              <a:path fill="none" w="12782" h="1789">
                <a:moveTo>
                  <a:pt x="12782" y="1789"/>
                </a:moveTo>
                <a:lnTo>
                  <a:pt x="12782" y="1789"/>
                </a:lnTo>
                <a:cubicBezTo>
                  <a:pt x="12639" y="1557"/>
                  <a:pt x="12391" y="1334"/>
                  <a:pt x="12046" y="1129"/>
                </a:cubicBezTo>
                <a:cubicBezTo>
                  <a:pt x="11471" y="786"/>
                  <a:pt x="10642" y="501"/>
                  <a:pt x="9645" y="303"/>
                </a:cubicBezTo>
                <a:cubicBezTo>
                  <a:pt x="8648" y="104"/>
                  <a:pt x="7517" y="0"/>
                  <a:pt x="6365" y="0"/>
                </a:cubicBezTo>
                <a:cubicBezTo>
                  <a:pt x="5214" y="0"/>
                  <a:pt x="4082" y="104"/>
                  <a:pt x="3085" y="303"/>
                </a:cubicBezTo>
                <a:cubicBezTo>
                  <a:pt x="2088" y="501"/>
                  <a:pt x="1260" y="786"/>
                  <a:pt x="684" y="1129"/>
                </a:cubicBezTo>
                <a:cubicBezTo>
                  <a:pt x="378" y="1311"/>
                  <a:pt x="148" y="1508"/>
                  <a:pt x="0" y="1712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3835440" y="888840"/>
            <a:ext cx="1581120" cy="79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Address of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Data Item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2908440" y="2476440"/>
            <a:ext cx="3098520" cy="0"/>
          </a:xfrm>
          <a:prstGeom prst="line">
            <a:avLst/>
          </a:prstGeom>
          <a:ln w="25560">
            <a:solidFill>
              <a:srgbClr val="FAFD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665520" y="2146320"/>
            <a:ext cx="1693800" cy="70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Direction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of Data 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 txBox="1"/>
          <p:nvPr/>
        </p:nvSpPr>
        <p:spPr>
          <a:xfrm>
            <a:off x="1752480" y="184320"/>
            <a:ext cx="5718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Parameter Passing  Mechanisms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3984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 .. BY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REFERENCE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44832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Program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2238480" y="1244520"/>
            <a:ext cx="4601520" cy="644040"/>
          </a:xfrm>
          <a:custGeom>
            <a:avLst/>
            <a:gdLst/>
            <a:ahLst/>
            <a:rect l="0" t="0" r="r" b="b"/>
            <a:pathLst>
              <a:path fill="none" w="12782" h="1789">
                <a:moveTo>
                  <a:pt x="12782" y="1789"/>
                </a:moveTo>
                <a:lnTo>
                  <a:pt x="12782" y="1789"/>
                </a:lnTo>
                <a:cubicBezTo>
                  <a:pt x="12639" y="1557"/>
                  <a:pt x="12391" y="1334"/>
                  <a:pt x="12046" y="1129"/>
                </a:cubicBezTo>
                <a:cubicBezTo>
                  <a:pt x="11471" y="786"/>
                  <a:pt x="10642" y="501"/>
                  <a:pt x="9645" y="303"/>
                </a:cubicBezTo>
                <a:cubicBezTo>
                  <a:pt x="8648" y="104"/>
                  <a:pt x="7517" y="0"/>
                  <a:pt x="6365" y="0"/>
                </a:cubicBezTo>
                <a:cubicBezTo>
                  <a:pt x="5214" y="0"/>
                  <a:pt x="4082" y="104"/>
                  <a:pt x="3085" y="303"/>
                </a:cubicBezTo>
                <a:cubicBezTo>
                  <a:pt x="2088" y="501"/>
                  <a:pt x="1260" y="786"/>
                  <a:pt x="684" y="1129"/>
                </a:cubicBezTo>
                <a:cubicBezTo>
                  <a:pt x="378" y="1311"/>
                  <a:pt x="148" y="1508"/>
                  <a:pt x="0" y="1712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3835440" y="888840"/>
            <a:ext cx="1581120" cy="79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Address of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Data Item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352440" y="391176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CALL .. BY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CONTENT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461280" y="391176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CALLed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Program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809880" y="5473800"/>
            <a:ext cx="1803240" cy="86364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Copy of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Data Item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2153520" y="4710960"/>
            <a:ext cx="1975680" cy="1093680"/>
          </a:xfrm>
          <a:custGeom>
            <a:avLst/>
            <a:gdLst/>
            <a:ahLst/>
            <a:rect l="0" t="0" r="r" b="b"/>
            <a:pathLst>
              <a:path fill="none" w="5488" h="3038">
                <a:moveTo>
                  <a:pt x="0" y="0"/>
                </a:moveTo>
                <a:lnTo>
                  <a:pt x="0" y="0"/>
                </a:lnTo>
                <a:cubicBezTo>
                  <a:pt x="44" y="505"/>
                  <a:pt x="285" y="997"/>
                  <a:pt x="704" y="1435"/>
                </a:cubicBezTo>
                <a:cubicBezTo>
                  <a:pt x="1170" y="1923"/>
                  <a:pt x="1841" y="2327"/>
                  <a:pt x="2648" y="2609"/>
                </a:cubicBezTo>
                <a:cubicBezTo>
                  <a:pt x="3455" y="2890"/>
                  <a:pt x="4371" y="3038"/>
                  <a:pt x="5303" y="3038"/>
                </a:cubicBezTo>
                <a:cubicBezTo>
                  <a:pt x="5365" y="3038"/>
                  <a:pt x="5426" y="3037"/>
                  <a:pt x="5488" y="3036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5317920" y="4674600"/>
            <a:ext cx="1975680" cy="1180440"/>
          </a:xfrm>
          <a:custGeom>
            <a:avLst/>
            <a:gdLst/>
            <a:ahLst/>
            <a:rect l="0" t="0" r="r" b="b"/>
            <a:pathLst>
              <a:path fill="none" w="5488" h="3279">
                <a:moveTo>
                  <a:pt x="0" y="3277"/>
                </a:moveTo>
                <a:lnTo>
                  <a:pt x="0" y="3277"/>
                </a:lnTo>
                <a:cubicBezTo>
                  <a:pt x="62" y="3278"/>
                  <a:pt x="124" y="3279"/>
                  <a:pt x="185" y="3279"/>
                </a:cubicBezTo>
                <a:cubicBezTo>
                  <a:pt x="1117" y="3279"/>
                  <a:pt x="2033" y="3119"/>
                  <a:pt x="2840" y="2816"/>
                </a:cubicBezTo>
                <a:cubicBezTo>
                  <a:pt x="3647" y="2512"/>
                  <a:pt x="4318" y="2075"/>
                  <a:pt x="4784" y="1549"/>
                </a:cubicBezTo>
                <a:cubicBezTo>
                  <a:pt x="5203" y="1076"/>
                  <a:pt x="5444" y="545"/>
                  <a:pt x="5488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2908440" y="2476440"/>
            <a:ext cx="3098520" cy="0"/>
          </a:xfrm>
          <a:prstGeom prst="line">
            <a:avLst/>
          </a:prstGeom>
          <a:ln w="25560">
            <a:solidFill>
              <a:srgbClr val="FAFD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665520" y="2146320"/>
            <a:ext cx="1693800" cy="70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Direction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of Data 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 txBox="1"/>
          <p:nvPr/>
        </p:nvSpPr>
        <p:spPr>
          <a:xfrm>
            <a:off x="1752480" y="184320"/>
            <a:ext cx="5718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Parameter Passing  Mechanisms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3984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 .. BY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REFERENCE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6448320" y="1612800"/>
            <a:ext cx="2203560" cy="977760"/>
          </a:xfrm>
          <a:prstGeom prst="rect">
            <a:avLst/>
          </a:prstGeom>
          <a:solidFill>
            <a:srgbClr val="DADADA"/>
          </a:solidFill>
          <a:ln w="381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CALLed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Program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238480" y="1244520"/>
            <a:ext cx="4601520" cy="644040"/>
          </a:xfrm>
          <a:custGeom>
            <a:avLst/>
            <a:gdLst/>
            <a:ahLst/>
            <a:rect l="0" t="0" r="r" b="b"/>
            <a:pathLst>
              <a:path fill="none" w="12782" h="1789">
                <a:moveTo>
                  <a:pt x="12782" y="1789"/>
                </a:moveTo>
                <a:lnTo>
                  <a:pt x="12782" y="1789"/>
                </a:lnTo>
                <a:cubicBezTo>
                  <a:pt x="12639" y="1557"/>
                  <a:pt x="12391" y="1334"/>
                  <a:pt x="12046" y="1129"/>
                </a:cubicBezTo>
                <a:cubicBezTo>
                  <a:pt x="11471" y="786"/>
                  <a:pt x="10642" y="501"/>
                  <a:pt x="9645" y="303"/>
                </a:cubicBezTo>
                <a:cubicBezTo>
                  <a:pt x="8648" y="104"/>
                  <a:pt x="7517" y="0"/>
                  <a:pt x="6365" y="0"/>
                </a:cubicBezTo>
                <a:cubicBezTo>
                  <a:pt x="5214" y="0"/>
                  <a:pt x="4082" y="104"/>
                  <a:pt x="3085" y="303"/>
                </a:cubicBezTo>
                <a:cubicBezTo>
                  <a:pt x="2088" y="501"/>
                  <a:pt x="1260" y="786"/>
                  <a:pt x="684" y="1129"/>
                </a:cubicBezTo>
                <a:cubicBezTo>
                  <a:pt x="378" y="1311"/>
                  <a:pt x="148" y="1508"/>
                  <a:pt x="0" y="1712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3835440" y="888840"/>
            <a:ext cx="1581120" cy="79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Address of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Data Item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7" name=""/>
          <p:cNvGrpSpPr/>
          <p:nvPr/>
        </p:nvGrpSpPr>
        <p:grpSpPr>
          <a:xfrm>
            <a:off x="352440" y="3911760"/>
            <a:ext cx="8312400" cy="2425680"/>
            <a:chOff x="352440" y="3911760"/>
            <a:chExt cx="8312400" cy="2425680"/>
          </a:xfrm>
        </p:grpSpPr>
        <p:sp>
          <p:nvSpPr>
            <p:cNvPr id="128" name=""/>
            <p:cNvSpPr txBox="1"/>
            <p:nvPr/>
          </p:nvSpPr>
          <p:spPr>
            <a:xfrm>
              <a:off x="352440" y="3911760"/>
              <a:ext cx="2203560" cy="97776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CALL .. BY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CONTENT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 txBox="1"/>
            <p:nvPr/>
          </p:nvSpPr>
          <p:spPr>
            <a:xfrm>
              <a:off x="6461280" y="3911760"/>
              <a:ext cx="2203560" cy="97776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CALLed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Program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 txBox="1"/>
            <p:nvPr/>
          </p:nvSpPr>
          <p:spPr>
            <a:xfrm>
              <a:off x="3809880" y="5473800"/>
              <a:ext cx="1803240" cy="863640"/>
            </a:xfrm>
            <a:prstGeom prst="rect">
              <a:avLst/>
            </a:prstGeom>
            <a:solidFill>
              <a:srgbClr val="DADADA"/>
            </a:solidFill>
            <a:ln w="381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Copy of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Data Item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2153520" y="4710960"/>
              <a:ext cx="1975680" cy="1093680"/>
            </a:xfrm>
            <a:custGeom>
              <a:avLst/>
              <a:gdLst/>
              <a:ahLst/>
              <a:rect l="0" t="0" r="r" b="b"/>
              <a:pathLst>
                <a:path fill="none" w="5488" h="3038">
                  <a:moveTo>
                    <a:pt x="0" y="0"/>
                  </a:moveTo>
                  <a:lnTo>
                    <a:pt x="0" y="0"/>
                  </a:lnTo>
                  <a:cubicBezTo>
                    <a:pt x="44" y="505"/>
                    <a:pt x="285" y="997"/>
                    <a:pt x="704" y="1435"/>
                  </a:cubicBezTo>
                  <a:cubicBezTo>
                    <a:pt x="1170" y="1923"/>
                    <a:pt x="1841" y="2327"/>
                    <a:pt x="2648" y="2609"/>
                  </a:cubicBezTo>
                  <a:cubicBezTo>
                    <a:pt x="3455" y="2890"/>
                    <a:pt x="4371" y="3038"/>
                    <a:pt x="5303" y="3038"/>
                  </a:cubicBezTo>
                  <a:cubicBezTo>
                    <a:pt x="5365" y="3038"/>
                    <a:pt x="5426" y="3037"/>
                    <a:pt x="5488" y="3036"/>
                  </a:cubicBezTo>
                </a:path>
              </a:pathLst>
            </a:custGeom>
            <a:ln w="12600">
              <a:solidFill>
                <a:srgbClr val="FC0128"/>
              </a:solidFill>
              <a:round/>
              <a:head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5317920" y="4674600"/>
              <a:ext cx="1975680" cy="1180440"/>
            </a:xfrm>
            <a:custGeom>
              <a:avLst/>
              <a:gdLst/>
              <a:ahLst/>
              <a:rect l="0" t="0" r="r" b="b"/>
              <a:pathLst>
                <a:path fill="none" w="5488" h="3279">
                  <a:moveTo>
                    <a:pt x="0" y="3277"/>
                  </a:moveTo>
                  <a:lnTo>
                    <a:pt x="0" y="3277"/>
                  </a:lnTo>
                  <a:cubicBezTo>
                    <a:pt x="62" y="3278"/>
                    <a:pt x="124" y="3279"/>
                    <a:pt x="185" y="3279"/>
                  </a:cubicBezTo>
                  <a:cubicBezTo>
                    <a:pt x="1117" y="3279"/>
                    <a:pt x="2033" y="3119"/>
                    <a:pt x="2840" y="2816"/>
                  </a:cubicBezTo>
                  <a:cubicBezTo>
                    <a:pt x="3647" y="2512"/>
                    <a:pt x="4318" y="2075"/>
                    <a:pt x="4784" y="1549"/>
                  </a:cubicBezTo>
                  <a:cubicBezTo>
                    <a:pt x="5203" y="1076"/>
                    <a:pt x="5444" y="545"/>
                    <a:pt x="5488" y="0"/>
                  </a:cubicBezTo>
                </a:path>
              </a:pathLst>
            </a:custGeom>
            <a:ln w="12600">
              <a:solidFill>
                <a:srgbClr val="FC0128"/>
              </a:solidFill>
              <a:round/>
              <a:head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 txBox="1"/>
            <p:nvPr/>
          </p:nvSpPr>
          <p:spPr>
            <a:xfrm>
              <a:off x="6083280" y="5219640"/>
              <a:ext cx="1581120" cy="7016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  <a:spcBef>
                  <a:spcPts val="1199"/>
                </a:spcBef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Address of </a:t>
              </a:r>
              <a:br>
                <a:rPr sz="2000"/>
              </a:b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Copy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 txBox="1"/>
            <p:nvPr/>
          </p:nvSpPr>
          <p:spPr>
            <a:xfrm>
              <a:off x="2495520" y="5118120"/>
              <a:ext cx="804960" cy="7016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  <a:spcBef>
                  <a:spcPts val="1199"/>
                </a:spcBef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Data </a:t>
              </a:r>
              <a:br>
                <a:rPr sz="2000"/>
              </a:b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Item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5" name=""/>
          <p:cNvSpPr/>
          <p:nvPr/>
        </p:nvSpPr>
        <p:spPr>
          <a:xfrm>
            <a:off x="2908440" y="2476440"/>
            <a:ext cx="3098520" cy="0"/>
          </a:xfrm>
          <a:prstGeom prst="line">
            <a:avLst/>
          </a:prstGeom>
          <a:ln w="25560">
            <a:solidFill>
              <a:srgbClr val="FAFD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665520" y="2146320"/>
            <a:ext cx="1693800" cy="70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Direction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of Data 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3035160" y="4178160"/>
            <a:ext cx="3098880" cy="0"/>
          </a:xfrm>
          <a:prstGeom prst="line">
            <a:avLst/>
          </a:prstGeom>
          <a:ln w="25560">
            <a:solidFill>
              <a:srgbClr val="FAFD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3792600" y="3848040"/>
            <a:ext cx="1693800" cy="70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Direction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of Data 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 txBox="1"/>
          <p:nvPr/>
        </p:nvSpPr>
        <p:spPr>
          <a:xfrm>
            <a:off x="177840" y="133200"/>
            <a:ext cx="8582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Avoiding “State Memory” - The IS INITIAL phrase.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99960" y="998640"/>
            <a:ext cx="6794640" cy="50958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Steadfast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IS INITIAL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br>
              <a:rPr sz="1800"/>
            </a:b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br>
              <a:rPr sz="2400"/>
            </a:b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RunningTotal   PIC 9(7) VALUE 50.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LINKAGE SECTION.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ParamValue     PIC 99.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 USING ParamValue.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ADD ParamValue TO RunningTotal.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"Total = ", RunningTotal.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EXIT PROGRAM.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353360" y="1646280"/>
            <a:ext cx="1650960" cy="398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62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2401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55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2401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62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 txBox="1"/>
          <p:nvPr/>
        </p:nvSpPr>
        <p:spPr>
          <a:xfrm>
            <a:off x="228600" y="171360"/>
            <a:ext cx="8582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Avoiding “State Memory” - The IS INITIAL phrase.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38120" y="1150920"/>
            <a:ext cx="6794640" cy="49672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Fickle.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br>
              <a:rPr sz="2400"/>
            </a:b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RunningTotal   PIC 9(7) VALUE 50.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LINKAGE SECTION.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ParamValue     PIC 99.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 USING ParamValue.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ADD ParamValue TO RunningTotal.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"Total = ", RunningTotal.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EXIT PROGRAM.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404120" y="1836720"/>
            <a:ext cx="1650960" cy="354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62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2401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67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2401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79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 txBox="1"/>
          <p:nvPr/>
        </p:nvSpPr>
        <p:spPr>
          <a:xfrm>
            <a:off x="2197080" y="196920"/>
            <a:ext cx="4273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CANCEL command.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225440" y="2430360"/>
            <a:ext cx="5697360" cy="4151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Fickle.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RunningTotal   PIC 9(7) VALUE 50.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LINKAGE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ParamValue     PIC 99.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 USING ParamValue.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ADD ParamValue TO RunningTotal.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"Total = ", RunningTotal.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175520" y="3182760"/>
            <a:ext cx="1650960" cy="222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62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2401"/>
              </a:spcBef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Total = 62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8" name=""/>
          <p:cNvGrpSpPr/>
          <p:nvPr/>
        </p:nvGrpSpPr>
        <p:grpSpPr>
          <a:xfrm>
            <a:off x="457200" y="787320"/>
            <a:ext cx="7467840" cy="1524240"/>
            <a:chOff x="457200" y="787320"/>
            <a:chExt cx="7467840" cy="1524240"/>
          </a:xfrm>
        </p:grpSpPr>
        <p:sp>
          <p:nvSpPr>
            <p:cNvPr id="149" name=""/>
            <p:cNvSpPr txBox="1"/>
            <p:nvPr/>
          </p:nvSpPr>
          <p:spPr>
            <a:xfrm>
              <a:off x="507960" y="865080"/>
              <a:ext cx="7334280" cy="136512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676767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5000"/>
                </a:lnSpc>
                <a:tabLst>
                  <a:tab pos="762120" algn="l"/>
                </a:tabLst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CALL "Fickle" USING  BY CONTENT IncValue.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5000"/>
                </a:lnSpc>
                <a:tabLst>
                  <a:tab pos="762120" algn="l"/>
                </a:tabLst>
              </a:pPr>
              <a:r>
                <a:rPr lang="en-US" sz="2400" b="1" u="none" strike="noStrike">
                  <a:solidFill>
                    <a:srgbClr val="CF0E30"/>
                  </a:solidFill>
                  <a:effectLst/>
                  <a:uFillTx/>
                  <a:latin typeface="Arial"/>
                  <a:ea typeface="Arial"/>
                </a:rPr>
                <a:t>CANCEL</a:t>
              </a: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 "Fickle"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5000"/>
                </a:lnSpc>
                <a:tabLst>
                  <a:tab pos="762120" algn="l"/>
                </a:tabLst>
              </a:pPr>
              <a:r>
                <a:rPr lang="en-US" sz="24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CALL "Fickle" USING  BY CONTENT IncValue.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>
              <a:off x="457200" y="787320"/>
              <a:ext cx="7430040" cy="464040"/>
            </a:xfrm>
            <a:custGeom>
              <a:avLst/>
              <a:gdLst/>
              <a:ahLst/>
              <a:rect l="0" t="0" r="r" b="b"/>
              <a:pathLst>
                <a:path w="20639" h="1289">
                  <a:moveTo>
                    <a:pt x="20485" y="1289"/>
                  </a:moveTo>
                  <a:lnTo>
                    <a:pt x="20388" y="1227"/>
                  </a:lnTo>
                  <a:lnTo>
                    <a:pt x="20264" y="1135"/>
                  </a:lnTo>
                  <a:lnTo>
                    <a:pt x="20172" y="1073"/>
                  </a:lnTo>
                  <a:lnTo>
                    <a:pt x="20079" y="1011"/>
                  </a:lnTo>
                  <a:lnTo>
                    <a:pt x="19982" y="980"/>
                  </a:lnTo>
                  <a:lnTo>
                    <a:pt x="19889" y="953"/>
                  </a:lnTo>
                  <a:lnTo>
                    <a:pt x="19797" y="891"/>
                  </a:lnTo>
                  <a:lnTo>
                    <a:pt x="19704" y="830"/>
                  </a:lnTo>
                  <a:lnTo>
                    <a:pt x="19607" y="768"/>
                  </a:lnTo>
                  <a:lnTo>
                    <a:pt x="19515" y="706"/>
                  </a:lnTo>
                  <a:lnTo>
                    <a:pt x="19422" y="644"/>
                  </a:lnTo>
                  <a:lnTo>
                    <a:pt x="19298" y="644"/>
                  </a:lnTo>
                  <a:lnTo>
                    <a:pt x="19201" y="737"/>
                  </a:lnTo>
                  <a:lnTo>
                    <a:pt x="19140" y="830"/>
                  </a:lnTo>
                  <a:lnTo>
                    <a:pt x="19047" y="891"/>
                  </a:lnTo>
                  <a:lnTo>
                    <a:pt x="18954" y="799"/>
                  </a:lnTo>
                  <a:lnTo>
                    <a:pt x="18893" y="706"/>
                  </a:lnTo>
                  <a:lnTo>
                    <a:pt x="18796" y="644"/>
                  </a:lnTo>
                  <a:lnTo>
                    <a:pt x="18734" y="552"/>
                  </a:lnTo>
                  <a:lnTo>
                    <a:pt x="18641" y="521"/>
                  </a:lnTo>
                  <a:lnTo>
                    <a:pt x="18549" y="613"/>
                  </a:lnTo>
                  <a:lnTo>
                    <a:pt x="18483" y="706"/>
                  </a:lnTo>
                  <a:lnTo>
                    <a:pt x="18359" y="768"/>
                  </a:lnTo>
                  <a:lnTo>
                    <a:pt x="18267" y="799"/>
                  </a:lnTo>
                  <a:lnTo>
                    <a:pt x="18143" y="830"/>
                  </a:lnTo>
                  <a:lnTo>
                    <a:pt x="18046" y="891"/>
                  </a:lnTo>
                  <a:lnTo>
                    <a:pt x="18222" y="741"/>
                  </a:lnTo>
                  <a:lnTo>
                    <a:pt x="18156" y="741"/>
                  </a:lnTo>
                  <a:lnTo>
                    <a:pt x="18015" y="812"/>
                  </a:lnTo>
                  <a:lnTo>
                    <a:pt x="17839" y="636"/>
                  </a:lnTo>
                  <a:lnTo>
                    <a:pt x="17596" y="534"/>
                  </a:lnTo>
                  <a:lnTo>
                    <a:pt x="17490" y="847"/>
                  </a:lnTo>
                  <a:lnTo>
                    <a:pt x="17349" y="636"/>
                  </a:lnTo>
                  <a:lnTo>
                    <a:pt x="17067" y="777"/>
                  </a:lnTo>
                  <a:lnTo>
                    <a:pt x="17001" y="847"/>
                  </a:lnTo>
                  <a:lnTo>
                    <a:pt x="17049" y="799"/>
                  </a:lnTo>
                  <a:lnTo>
                    <a:pt x="16957" y="706"/>
                  </a:lnTo>
                  <a:lnTo>
                    <a:pt x="16860" y="706"/>
                  </a:lnTo>
                  <a:lnTo>
                    <a:pt x="16736" y="644"/>
                  </a:lnTo>
                  <a:lnTo>
                    <a:pt x="16613" y="552"/>
                  </a:lnTo>
                  <a:lnTo>
                    <a:pt x="16516" y="521"/>
                  </a:lnTo>
                  <a:lnTo>
                    <a:pt x="16423" y="521"/>
                  </a:lnTo>
                  <a:lnTo>
                    <a:pt x="16269" y="428"/>
                  </a:lnTo>
                  <a:lnTo>
                    <a:pt x="16141" y="397"/>
                  </a:lnTo>
                  <a:lnTo>
                    <a:pt x="16048" y="367"/>
                  </a:lnTo>
                  <a:lnTo>
                    <a:pt x="16018" y="459"/>
                  </a:lnTo>
                  <a:lnTo>
                    <a:pt x="15987" y="552"/>
                  </a:lnTo>
                  <a:lnTo>
                    <a:pt x="15894" y="644"/>
                  </a:lnTo>
                  <a:lnTo>
                    <a:pt x="15802" y="675"/>
                  </a:lnTo>
                  <a:lnTo>
                    <a:pt x="15705" y="706"/>
                  </a:lnTo>
                  <a:lnTo>
                    <a:pt x="15612" y="768"/>
                  </a:lnTo>
                  <a:lnTo>
                    <a:pt x="15519" y="768"/>
                  </a:lnTo>
                  <a:lnTo>
                    <a:pt x="15426" y="644"/>
                  </a:lnTo>
                  <a:lnTo>
                    <a:pt x="15267" y="644"/>
                  </a:lnTo>
                  <a:lnTo>
                    <a:pt x="15174" y="706"/>
                  </a:lnTo>
                  <a:lnTo>
                    <a:pt x="15113" y="613"/>
                  </a:lnTo>
                  <a:lnTo>
                    <a:pt x="15020" y="583"/>
                  </a:lnTo>
                  <a:lnTo>
                    <a:pt x="14861" y="552"/>
                  </a:lnTo>
                  <a:lnTo>
                    <a:pt x="14769" y="521"/>
                  </a:lnTo>
                  <a:lnTo>
                    <a:pt x="14676" y="490"/>
                  </a:lnTo>
                  <a:lnTo>
                    <a:pt x="14579" y="490"/>
                  </a:lnTo>
                  <a:lnTo>
                    <a:pt x="14486" y="490"/>
                  </a:lnTo>
                  <a:lnTo>
                    <a:pt x="14363" y="521"/>
                  </a:lnTo>
                  <a:lnTo>
                    <a:pt x="14239" y="521"/>
                  </a:lnTo>
                  <a:lnTo>
                    <a:pt x="14112" y="552"/>
                  </a:lnTo>
                  <a:lnTo>
                    <a:pt x="14019" y="583"/>
                  </a:lnTo>
                  <a:lnTo>
                    <a:pt x="13926" y="644"/>
                  </a:lnTo>
                  <a:lnTo>
                    <a:pt x="13834" y="644"/>
                  </a:lnTo>
                  <a:lnTo>
                    <a:pt x="13737" y="706"/>
                  </a:lnTo>
                  <a:lnTo>
                    <a:pt x="13644" y="768"/>
                  </a:lnTo>
                  <a:lnTo>
                    <a:pt x="13552" y="799"/>
                  </a:lnTo>
                  <a:lnTo>
                    <a:pt x="13459" y="768"/>
                  </a:lnTo>
                  <a:lnTo>
                    <a:pt x="13362" y="768"/>
                  </a:lnTo>
                  <a:lnTo>
                    <a:pt x="13269" y="768"/>
                  </a:lnTo>
                  <a:lnTo>
                    <a:pt x="13146" y="737"/>
                  </a:lnTo>
                  <a:lnTo>
                    <a:pt x="13018" y="675"/>
                  </a:lnTo>
                  <a:lnTo>
                    <a:pt x="12925" y="644"/>
                  </a:lnTo>
                  <a:lnTo>
                    <a:pt x="12833" y="583"/>
                  </a:lnTo>
                  <a:lnTo>
                    <a:pt x="12740" y="552"/>
                  </a:lnTo>
                  <a:lnTo>
                    <a:pt x="12612" y="521"/>
                  </a:lnTo>
                  <a:lnTo>
                    <a:pt x="12520" y="490"/>
                  </a:lnTo>
                  <a:lnTo>
                    <a:pt x="12396" y="459"/>
                  </a:lnTo>
                  <a:lnTo>
                    <a:pt x="12304" y="428"/>
                  </a:lnTo>
                  <a:lnTo>
                    <a:pt x="12207" y="428"/>
                  </a:lnTo>
                  <a:lnTo>
                    <a:pt x="12114" y="459"/>
                  </a:lnTo>
                  <a:lnTo>
                    <a:pt x="11991" y="552"/>
                  </a:lnTo>
                  <a:lnTo>
                    <a:pt x="11960" y="644"/>
                  </a:lnTo>
                  <a:lnTo>
                    <a:pt x="11863" y="675"/>
                  </a:lnTo>
                  <a:lnTo>
                    <a:pt x="11770" y="706"/>
                  </a:lnTo>
                  <a:lnTo>
                    <a:pt x="11677" y="706"/>
                  </a:lnTo>
                  <a:lnTo>
                    <a:pt x="11585" y="644"/>
                  </a:lnTo>
                  <a:lnTo>
                    <a:pt x="11492" y="583"/>
                  </a:lnTo>
                  <a:lnTo>
                    <a:pt x="11364" y="521"/>
                  </a:lnTo>
                  <a:lnTo>
                    <a:pt x="11272" y="490"/>
                  </a:lnTo>
                  <a:lnTo>
                    <a:pt x="11179" y="459"/>
                  </a:lnTo>
                  <a:lnTo>
                    <a:pt x="11082" y="459"/>
                  </a:lnTo>
                  <a:lnTo>
                    <a:pt x="10990" y="459"/>
                  </a:lnTo>
                  <a:lnTo>
                    <a:pt x="10897" y="521"/>
                  </a:lnTo>
                  <a:lnTo>
                    <a:pt x="10804" y="552"/>
                  </a:lnTo>
                  <a:lnTo>
                    <a:pt x="10712" y="583"/>
                  </a:lnTo>
                  <a:lnTo>
                    <a:pt x="10615" y="583"/>
                  </a:lnTo>
                  <a:lnTo>
                    <a:pt x="10491" y="583"/>
                  </a:lnTo>
                  <a:lnTo>
                    <a:pt x="10399" y="552"/>
                  </a:lnTo>
                  <a:lnTo>
                    <a:pt x="10302" y="521"/>
                  </a:lnTo>
                  <a:lnTo>
                    <a:pt x="10209" y="521"/>
                  </a:lnTo>
                  <a:lnTo>
                    <a:pt x="10116" y="521"/>
                  </a:lnTo>
                  <a:lnTo>
                    <a:pt x="10024" y="490"/>
                  </a:lnTo>
                  <a:lnTo>
                    <a:pt x="9927" y="428"/>
                  </a:lnTo>
                  <a:lnTo>
                    <a:pt x="9834" y="397"/>
                  </a:lnTo>
                  <a:lnTo>
                    <a:pt x="9742" y="397"/>
                  </a:lnTo>
                  <a:lnTo>
                    <a:pt x="9618" y="367"/>
                  </a:lnTo>
                  <a:lnTo>
                    <a:pt x="9521" y="336"/>
                  </a:lnTo>
                  <a:lnTo>
                    <a:pt x="9428" y="336"/>
                  </a:lnTo>
                  <a:lnTo>
                    <a:pt x="9336" y="308"/>
                  </a:lnTo>
                  <a:lnTo>
                    <a:pt x="9243" y="308"/>
                  </a:lnTo>
                  <a:lnTo>
                    <a:pt x="9146" y="367"/>
                  </a:lnTo>
                  <a:lnTo>
                    <a:pt x="9054" y="428"/>
                  </a:lnTo>
                  <a:lnTo>
                    <a:pt x="8961" y="459"/>
                  </a:lnTo>
                  <a:lnTo>
                    <a:pt x="8868" y="521"/>
                  </a:lnTo>
                  <a:lnTo>
                    <a:pt x="8776" y="552"/>
                  </a:lnTo>
                  <a:lnTo>
                    <a:pt x="8679" y="490"/>
                  </a:lnTo>
                  <a:lnTo>
                    <a:pt x="8586" y="459"/>
                  </a:lnTo>
                  <a:lnTo>
                    <a:pt x="8494" y="428"/>
                  </a:lnTo>
                  <a:lnTo>
                    <a:pt x="8401" y="397"/>
                  </a:lnTo>
                  <a:lnTo>
                    <a:pt x="8273" y="367"/>
                  </a:lnTo>
                  <a:lnTo>
                    <a:pt x="8181" y="336"/>
                  </a:lnTo>
                  <a:lnTo>
                    <a:pt x="8088" y="336"/>
                  </a:lnTo>
                  <a:lnTo>
                    <a:pt x="7995" y="336"/>
                  </a:lnTo>
                  <a:lnTo>
                    <a:pt x="7898" y="308"/>
                  </a:lnTo>
                  <a:lnTo>
                    <a:pt x="7806" y="308"/>
                  </a:lnTo>
                  <a:lnTo>
                    <a:pt x="7713" y="308"/>
                  </a:lnTo>
                  <a:lnTo>
                    <a:pt x="7621" y="336"/>
                  </a:lnTo>
                  <a:lnTo>
                    <a:pt x="7554" y="428"/>
                  </a:lnTo>
                  <a:lnTo>
                    <a:pt x="7462" y="459"/>
                  </a:lnTo>
                  <a:lnTo>
                    <a:pt x="7369" y="521"/>
                  </a:lnTo>
                  <a:lnTo>
                    <a:pt x="7277" y="521"/>
                  </a:lnTo>
                  <a:lnTo>
                    <a:pt x="7180" y="459"/>
                  </a:lnTo>
                  <a:lnTo>
                    <a:pt x="7087" y="459"/>
                  </a:lnTo>
                  <a:lnTo>
                    <a:pt x="6994" y="459"/>
                  </a:lnTo>
                  <a:lnTo>
                    <a:pt x="6902" y="428"/>
                  </a:lnTo>
                  <a:lnTo>
                    <a:pt x="6805" y="397"/>
                  </a:lnTo>
                  <a:lnTo>
                    <a:pt x="6681" y="367"/>
                  </a:lnTo>
                  <a:lnTo>
                    <a:pt x="6589" y="336"/>
                  </a:lnTo>
                  <a:lnTo>
                    <a:pt x="6496" y="308"/>
                  </a:lnTo>
                  <a:lnTo>
                    <a:pt x="6399" y="277"/>
                  </a:lnTo>
                  <a:lnTo>
                    <a:pt x="6306" y="277"/>
                  </a:lnTo>
                  <a:lnTo>
                    <a:pt x="6183" y="277"/>
                  </a:lnTo>
                  <a:lnTo>
                    <a:pt x="6121" y="367"/>
                  </a:lnTo>
                  <a:lnTo>
                    <a:pt x="6024" y="428"/>
                  </a:lnTo>
                  <a:lnTo>
                    <a:pt x="5932" y="428"/>
                  </a:lnTo>
                  <a:lnTo>
                    <a:pt x="5839" y="428"/>
                  </a:lnTo>
                  <a:lnTo>
                    <a:pt x="5746" y="397"/>
                  </a:lnTo>
                  <a:lnTo>
                    <a:pt x="5654" y="397"/>
                  </a:lnTo>
                  <a:lnTo>
                    <a:pt x="5557" y="336"/>
                  </a:lnTo>
                  <a:lnTo>
                    <a:pt x="5433" y="336"/>
                  </a:lnTo>
                  <a:lnTo>
                    <a:pt x="5341" y="308"/>
                  </a:lnTo>
                  <a:lnTo>
                    <a:pt x="5244" y="277"/>
                  </a:lnTo>
                  <a:lnTo>
                    <a:pt x="5150" y="246"/>
                  </a:lnTo>
                  <a:lnTo>
                    <a:pt x="5057" y="277"/>
                  </a:lnTo>
                  <a:lnTo>
                    <a:pt x="4965" y="336"/>
                  </a:lnTo>
                  <a:lnTo>
                    <a:pt x="4872" y="336"/>
                  </a:lnTo>
                  <a:lnTo>
                    <a:pt x="4775" y="336"/>
                  </a:lnTo>
                  <a:lnTo>
                    <a:pt x="4652" y="397"/>
                  </a:lnTo>
                  <a:lnTo>
                    <a:pt x="4559" y="397"/>
                  </a:lnTo>
                  <a:lnTo>
                    <a:pt x="4462" y="428"/>
                  </a:lnTo>
                  <a:lnTo>
                    <a:pt x="4370" y="459"/>
                  </a:lnTo>
                  <a:lnTo>
                    <a:pt x="4246" y="428"/>
                  </a:lnTo>
                  <a:lnTo>
                    <a:pt x="4153" y="397"/>
                  </a:lnTo>
                  <a:lnTo>
                    <a:pt x="4026" y="397"/>
                  </a:lnTo>
                  <a:lnTo>
                    <a:pt x="3902" y="367"/>
                  </a:lnTo>
                  <a:lnTo>
                    <a:pt x="3810" y="336"/>
                  </a:lnTo>
                  <a:lnTo>
                    <a:pt x="3682" y="397"/>
                  </a:lnTo>
                  <a:lnTo>
                    <a:pt x="3589" y="397"/>
                  </a:lnTo>
                  <a:lnTo>
                    <a:pt x="3496" y="397"/>
                  </a:lnTo>
                  <a:lnTo>
                    <a:pt x="3404" y="397"/>
                  </a:lnTo>
                  <a:lnTo>
                    <a:pt x="3307" y="397"/>
                  </a:lnTo>
                  <a:lnTo>
                    <a:pt x="3183" y="367"/>
                  </a:lnTo>
                  <a:lnTo>
                    <a:pt x="3091" y="336"/>
                  </a:lnTo>
                  <a:lnTo>
                    <a:pt x="2998" y="336"/>
                  </a:lnTo>
                  <a:lnTo>
                    <a:pt x="2870" y="308"/>
                  </a:lnTo>
                  <a:lnTo>
                    <a:pt x="2747" y="336"/>
                  </a:lnTo>
                  <a:lnTo>
                    <a:pt x="2623" y="336"/>
                  </a:lnTo>
                  <a:lnTo>
                    <a:pt x="2526" y="397"/>
                  </a:lnTo>
                  <a:lnTo>
                    <a:pt x="2434" y="397"/>
                  </a:lnTo>
                  <a:lnTo>
                    <a:pt x="2341" y="428"/>
                  </a:lnTo>
                  <a:lnTo>
                    <a:pt x="2248" y="428"/>
                  </a:lnTo>
                  <a:lnTo>
                    <a:pt x="2156" y="428"/>
                  </a:lnTo>
                  <a:lnTo>
                    <a:pt x="2059" y="459"/>
                  </a:lnTo>
                  <a:lnTo>
                    <a:pt x="1935" y="521"/>
                  </a:lnTo>
                  <a:lnTo>
                    <a:pt x="1843" y="521"/>
                  </a:lnTo>
                  <a:lnTo>
                    <a:pt x="1746" y="521"/>
                  </a:lnTo>
                  <a:lnTo>
                    <a:pt x="1622" y="459"/>
                  </a:lnTo>
                  <a:lnTo>
                    <a:pt x="1499" y="428"/>
                  </a:lnTo>
                  <a:lnTo>
                    <a:pt x="1375" y="428"/>
                  </a:lnTo>
                  <a:lnTo>
                    <a:pt x="1278" y="428"/>
                  </a:lnTo>
                  <a:lnTo>
                    <a:pt x="1186" y="428"/>
                  </a:lnTo>
                  <a:lnTo>
                    <a:pt x="1093" y="459"/>
                  </a:lnTo>
                  <a:lnTo>
                    <a:pt x="1001" y="459"/>
                  </a:lnTo>
                  <a:lnTo>
                    <a:pt x="873" y="490"/>
                  </a:lnTo>
                  <a:lnTo>
                    <a:pt x="749" y="521"/>
                  </a:lnTo>
                  <a:lnTo>
                    <a:pt x="657" y="521"/>
                  </a:lnTo>
                  <a:lnTo>
                    <a:pt x="560" y="521"/>
                  </a:lnTo>
                  <a:lnTo>
                    <a:pt x="467" y="521"/>
                  </a:lnTo>
                  <a:lnTo>
                    <a:pt x="374" y="521"/>
                  </a:lnTo>
                  <a:lnTo>
                    <a:pt x="282" y="552"/>
                  </a:lnTo>
                  <a:lnTo>
                    <a:pt x="185" y="613"/>
                  </a:lnTo>
                  <a:lnTo>
                    <a:pt x="92" y="644"/>
                  </a:lnTo>
                  <a:lnTo>
                    <a:pt x="0" y="675"/>
                  </a:lnTo>
                  <a:lnTo>
                    <a:pt x="30" y="30"/>
                  </a:lnTo>
                  <a:lnTo>
                    <a:pt x="20639" y="0"/>
                  </a:lnTo>
                  <a:lnTo>
                    <a:pt x="20485" y="1289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695160" y="2009880"/>
              <a:ext cx="7229880" cy="276480"/>
            </a:xfrm>
            <a:custGeom>
              <a:avLst/>
              <a:gdLst/>
              <a:ahLst/>
              <a:rect l="0" t="0" r="r" b="b"/>
              <a:pathLst>
                <a:path w="20083" h="768">
                  <a:moveTo>
                    <a:pt x="0" y="490"/>
                  </a:moveTo>
                  <a:lnTo>
                    <a:pt x="123" y="459"/>
                  </a:lnTo>
                  <a:lnTo>
                    <a:pt x="242" y="397"/>
                  </a:lnTo>
                  <a:lnTo>
                    <a:pt x="335" y="370"/>
                  </a:lnTo>
                  <a:lnTo>
                    <a:pt x="458" y="339"/>
                  </a:lnTo>
                  <a:lnTo>
                    <a:pt x="546" y="277"/>
                  </a:lnTo>
                  <a:lnTo>
                    <a:pt x="639" y="216"/>
                  </a:lnTo>
                  <a:lnTo>
                    <a:pt x="732" y="154"/>
                  </a:lnTo>
                  <a:lnTo>
                    <a:pt x="820" y="92"/>
                  </a:lnTo>
                  <a:lnTo>
                    <a:pt x="912" y="92"/>
                  </a:lnTo>
                  <a:lnTo>
                    <a:pt x="1005" y="30"/>
                  </a:lnTo>
                  <a:lnTo>
                    <a:pt x="1093" y="61"/>
                  </a:lnTo>
                  <a:lnTo>
                    <a:pt x="1155" y="154"/>
                  </a:lnTo>
                  <a:lnTo>
                    <a:pt x="1217" y="246"/>
                  </a:lnTo>
                  <a:lnTo>
                    <a:pt x="1340" y="277"/>
                  </a:lnTo>
                  <a:lnTo>
                    <a:pt x="1397" y="370"/>
                  </a:lnTo>
                  <a:lnTo>
                    <a:pt x="1490" y="397"/>
                  </a:lnTo>
                  <a:lnTo>
                    <a:pt x="1583" y="428"/>
                  </a:lnTo>
                  <a:lnTo>
                    <a:pt x="1675" y="370"/>
                  </a:lnTo>
                  <a:lnTo>
                    <a:pt x="1763" y="339"/>
                  </a:lnTo>
                  <a:lnTo>
                    <a:pt x="1856" y="339"/>
                  </a:lnTo>
                  <a:lnTo>
                    <a:pt x="1949" y="308"/>
                  </a:lnTo>
                  <a:lnTo>
                    <a:pt x="2037" y="277"/>
                  </a:lnTo>
                  <a:lnTo>
                    <a:pt x="2129" y="246"/>
                  </a:lnTo>
                  <a:lnTo>
                    <a:pt x="2253" y="246"/>
                  </a:lnTo>
                  <a:lnTo>
                    <a:pt x="2372" y="216"/>
                  </a:lnTo>
                  <a:lnTo>
                    <a:pt x="2465" y="216"/>
                  </a:lnTo>
                  <a:lnTo>
                    <a:pt x="2557" y="216"/>
                  </a:lnTo>
                  <a:lnTo>
                    <a:pt x="2645" y="216"/>
                  </a:lnTo>
                  <a:lnTo>
                    <a:pt x="2738" y="185"/>
                  </a:lnTo>
                  <a:lnTo>
                    <a:pt x="2861" y="154"/>
                  </a:lnTo>
                  <a:lnTo>
                    <a:pt x="2950" y="154"/>
                  </a:lnTo>
                  <a:lnTo>
                    <a:pt x="3042" y="123"/>
                  </a:lnTo>
                  <a:lnTo>
                    <a:pt x="3166" y="123"/>
                  </a:lnTo>
                  <a:lnTo>
                    <a:pt x="3254" y="123"/>
                  </a:lnTo>
                  <a:lnTo>
                    <a:pt x="3377" y="123"/>
                  </a:lnTo>
                  <a:lnTo>
                    <a:pt x="3470" y="92"/>
                  </a:lnTo>
                  <a:lnTo>
                    <a:pt x="3589" y="92"/>
                  </a:lnTo>
                  <a:lnTo>
                    <a:pt x="3682" y="92"/>
                  </a:lnTo>
                  <a:lnTo>
                    <a:pt x="3774" y="92"/>
                  </a:lnTo>
                  <a:lnTo>
                    <a:pt x="3893" y="92"/>
                  </a:lnTo>
                  <a:lnTo>
                    <a:pt x="3986" y="92"/>
                  </a:lnTo>
                  <a:lnTo>
                    <a:pt x="4078" y="123"/>
                  </a:lnTo>
                  <a:lnTo>
                    <a:pt x="4228" y="123"/>
                  </a:lnTo>
                  <a:lnTo>
                    <a:pt x="4321" y="154"/>
                  </a:lnTo>
                  <a:lnTo>
                    <a:pt x="4383" y="246"/>
                  </a:lnTo>
                  <a:lnTo>
                    <a:pt x="4471" y="277"/>
                  </a:lnTo>
                  <a:lnTo>
                    <a:pt x="4625" y="308"/>
                  </a:lnTo>
                  <a:lnTo>
                    <a:pt x="4744" y="339"/>
                  </a:lnTo>
                  <a:lnTo>
                    <a:pt x="4837" y="339"/>
                  </a:lnTo>
                  <a:lnTo>
                    <a:pt x="4930" y="339"/>
                  </a:lnTo>
                  <a:lnTo>
                    <a:pt x="5023" y="339"/>
                  </a:lnTo>
                  <a:lnTo>
                    <a:pt x="5111" y="370"/>
                  </a:lnTo>
                  <a:lnTo>
                    <a:pt x="5204" y="370"/>
                  </a:lnTo>
                  <a:lnTo>
                    <a:pt x="5327" y="370"/>
                  </a:lnTo>
                  <a:lnTo>
                    <a:pt x="5416" y="370"/>
                  </a:lnTo>
                  <a:lnTo>
                    <a:pt x="5508" y="339"/>
                  </a:lnTo>
                  <a:lnTo>
                    <a:pt x="5601" y="339"/>
                  </a:lnTo>
                  <a:lnTo>
                    <a:pt x="5689" y="339"/>
                  </a:lnTo>
                  <a:lnTo>
                    <a:pt x="5843" y="339"/>
                  </a:lnTo>
                  <a:lnTo>
                    <a:pt x="5962" y="308"/>
                  </a:lnTo>
                  <a:lnTo>
                    <a:pt x="6086" y="308"/>
                  </a:lnTo>
                  <a:lnTo>
                    <a:pt x="6209" y="277"/>
                  </a:lnTo>
                  <a:lnTo>
                    <a:pt x="6328" y="277"/>
                  </a:lnTo>
                  <a:lnTo>
                    <a:pt x="6483" y="246"/>
                  </a:lnTo>
                  <a:lnTo>
                    <a:pt x="6571" y="216"/>
                  </a:lnTo>
                  <a:lnTo>
                    <a:pt x="6664" y="216"/>
                  </a:lnTo>
                  <a:lnTo>
                    <a:pt x="6756" y="154"/>
                  </a:lnTo>
                  <a:lnTo>
                    <a:pt x="6849" y="154"/>
                  </a:lnTo>
                  <a:lnTo>
                    <a:pt x="6937" y="154"/>
                  </a:lnTo>
                  <a:lnTo>
                    <a:pt x="7030" y="154"/>
                  </a:lnTo>
                  <a:lnTo>
                    <a:pt x="7122" y="154"/>
                  </a:lnTo>
                  <a:lnTo>
                    <a:pt x="7303" y="154"/>
                  </a:lnTo>
                  <a:lnTo>
                    <a:pt x="7396" y="154"/>
                  </a:lnTo>
                  <a:lnTo>
                    <a:pt x="7515" y="154"/>
                  </a:lnTo>
                  <a:lnTo>
                    <a:pt x="7607" y="123"/>
                  </a:lnTo>
                  <a:lnTo>
                    <a:pt x="7731" y="123"/>
                  </a:lnTo>
                  <a:lnTo>
                    <a:pt x="7819" y="216"/>
                  </a:lnTo>
                  <a:lnTo>
                    <a:pt x="7912" y="246"/>
                  </a:lnTo>
                  <a:lnTo>
                    <a:pt x="8004" y="308"/>
                  </a:lnTo>
                  <a:lnTo>
                    <a:pt x="8092" y="339"/>
                  </a:lnTo>
                  <a:lnTo>
                    <a:pt x="8185" y="370"/>
                  </a:lnTo>
                  <a:lnTo>
                    <a:pt x="8278" y="397"/>
                  </a:lnTo>
                  <a:lnTo>
                    <a:pt x="8370" y="428"/>
                  </a:lnTo>
                  <a:lnTo>
                    <a:pt x="8489" y="428"/>
                  </a:lnTo>
                  <a:lnTo>
                    <a:pt x="8644" y="459"/>
                  </a:lnTo>
                  <a:lnTo>
                    <a:pt x="8763" y="459"/>
                  </a:lnTo>
                  <a:lnTo>
                    <a:pt x="8886" y="459"/>
                  </a:lnTo>
                  <a:lnTo>
                    <a:pt x="9067" y="397"/>
                  </a:lnTo>
                  <a:lnTo>
                    <a:pt x="9252" y="397"/>
                  </a:lnTo>
                  <a:lnTo>
                    <a:pt x="9340" y="370"/>
                  </a:lnTo>
                  <a:lnTo>
                    <a:pt x="9464" y="339"/>
                  </a:lnTo>
                  <a:lnTo>
                    <a:pt x="9587" y="339"/>
                  </a:lnTo>
                  <a:lnTo>
                    <a:pt x="9737" y="277"/>
                  </a:lnTo>
                  <a:lnTo>
                    <a:pt x="9830" y="246"/>
                  </a:lnTo>
                  <a:lnTo>
                    <a:pt x="9918" y="216"/>
                  </a:lnTo>
                  <a:lnTo>
                    <a:pt x="10011" y="216"/>
                  </a:lnTo>
                  <a:lnTo>
                    <a:pt x="10103" y="185"/>
                  </a:lnTo>
                  <a:lnTo>
                    <a:pt x="10196" y="154"/>
                  </a:lnTo>
                  <a:lnTo>
                    <a:pt x="10284" y="154"/>
                  </a:lnTo>
                  <a:lnTo>
                    <a:pt x="10377" y="154"/>
                  </a:lnTo>
                  <a:lnTo>
                    <a:pt x="10469" y="123"/>
                  </a:lnTo>
                  <a:lnTo>
                    <a:pt x="10557" y="92"/>
                  </a:lnTo>
                  <a:lnTo>
                    <a:pt x="10712" y="154"/>
                  </a:lnTo>
                  <a:lnTo>
                    <a:pt x="10804" y="216"/>
                  </a:lnTo>
                  <a:lnTo>
                    <a:pt x="10893" y="246"/>
                  </a:lnTo>
                  <a:lnTo>
                    <a:pt x="10985" y="308"/>
                  </a:lnTo>
                  <a:lnTo>
                    <a:pt x="11078" y="339"/>
                  </a:lnTo>
                  <a:lnTo>
                    <a:pt x="11197" y="370"/>
                  </a:lnTo>
                  <a:lnTo>
                    <a:pt x="11289" y="370"/>
                  </a:lnTo>
                  <a:lnTo>
                    <a:pt x="11382" y="459"/>
                  </a:lnTo>
                  <a:lnTo>
                    <a:pt x="11470" y="490"/>
                  </a:lnTo>
                  <a:lnTo>
                    <a:pt x="11563" y="490"/>
                  </a:lnTo>
                  <a:lnTo>
                    <a:pt x="11655" y="490"/>
                  </a:lnTo>
                  <a:lnTo>
                    <a:pt x="11774" y="490"/>
                  </a:lnTo>
                  <a:lnTo>
                    <a:pt x="11867" y="459"/>
                  </a:lnTo>
                  <a:lnTo>
                    <a:pt x="11960" y="428"/>
                  </a:lnTo>
                  <a:lnTo>
                    <a:pt x="12048" y="397"/>
                  </a:lnTo>
                  <a:lnTo>
                    <a:pt x="12140" y="397"/>
                  </a:lnTo>
                  <a:lnTo>
                    <a:pt x="12233" y="370"/>
                  </a:lnTo>
                  <a:lnTo>
                    <a:pt x="12326" y="339"/>
                  </a:lnTo>
                  <a:lnTo>
                    <a:pt x="12414" y="339"/>
                  </a:lnTo>
                  <a:lnTo>
                    <a:pt x="12537" y="308"/>
                  </a:lnTo>
                  <a:lnTo>
                    <a:pt x="12630" y="277"/>
                  </a:lnTo>
                  <a:lnTo>
                    <a:pt x="12749" y="370"/>
                  </a:lnTo>
                  <a:lnTo>
                    <a:pt x="12872" y="459"/>
                  </a:lnTo>
                  <a:lnTo>
                    <a:pt x="12961" y="490"/>
                  </a:lnTo>
                  <a:lnTo>
                    <a:pt x="13053" y="490"/>
                  </a:lnTo>
                  <a:lnTo>
                    <a:pt x="13146" y="521"/>
                  </a:lnTo>
                  <a:lnTo>
                    <a:pt x="13238" y="459"/>
                  </a:lnTo>
                  <a:lnTo>
                    <a:pt x="13388" y="397"/>
                  </a:lnTo>
                  <a:lnTo>
                    <a:pt x="13481" y="397"/>
                  </a:lnTo>
                  <a:lnTo>
                    <a:pt x="13569" y="339"/>
                  </a:lnTo>
                  <a:lnTo>
                    <a:pt x="13662" y="277"/>
                  </a:lnTo>
                  <a:lnTo>
                    <a:pt x="13754" y="277"/>
                  </a:lnTo>
                  <a:lnTo>
                    <a:pt x="13873" y="216"/>
                  </a:lnTo>
                  <a:lnTo>
                    <a:pt x="13966" y="185"/>
                  </a:lnTo>
                  <a:lnTo>
                    <a:pt x="14059" y="154"/>
                  </a:lnTo>
                  <a:lnTo>
                    <a:pt x="14151" y="92"/>
                  </a:lnTo>
                  <a:lnTo>
                    <a:pt x="14239" y="92"/>
                  </a:lnTo>
                  <a:lnTo>
                    <a:pt x="14332" y="61"/>
                  </a:lnTo>
                  <a:lnTo>
                    <a:pt x="14425" y="30"/>
                  </a:lnTo>
                  <a:lnTo>
                    <a:pt x="14513" y="123"/>
                  </a:lnTo>
                  <a:lnTo>
                    <a:pt x="14606" y="154"/>
                  </a:lnTo>
                  <a:lnTo>
                    <a:pt x="14698" y="216"/>
                  </a:lnTo>
                  <a:lnTo>
                    <a:pt x="14786" y="246"/>
                  </a:lnTo>
                  <a:lnTo>
                    <a:pt x="14879" y="277"/>
                  </a:lnTo>
                  <a:lnTo>
                    <a:pt x="14972" y="339"/>
                  </a:lnTo>
                  <a:lnTo>
                    <a:pt x="15092" y="370"/>
                  </a:lnTo>
                  <a:lnTo>
                    <a:pt x="15215" y="397"/>
                  </a:lnTo>
                  <a:lnTo>
                    <a:pt x="15308" y="397"/>
                  </a:lnTo>
                  <a:lnTo>
                    <a:pt x="15396" y="397"/>
                  </a:lnTo>
                  <a:lnTo>
                    <a:pt x="15519" y="339"/>
                  </a:lnTo>
                  <a:lnTo>
                    <a:pt x="15612" y="308"/>
                  </a:lnTo>
                  <a:lnTo>
                    <a:pt x="15700" y="277"/>
                  </a:lnTo>
                  <a:lnTo>
                    <a:pt x="15793" y="246"/>
                  </a:lnTo>
                  <a:lnTo>
                    <a:pt x="15885" y="216"/>
                  </a:lnTo>
                  <a:lnTo>
                    <a:pt x="15978" y="216"/>
                  </a:lnTo>
                  <a:lnTo>
                    <a:pt x="16066" y="277"/>
                  </a:lnTo>
                  <a:lnTo>
                    <a:pt x="16159" y="339"/>
                  </a:lnTo>
                  <a:lnTo>
                    <a:pt x="16282" y="397"/>
                  </a:lnTo>
                  <a:lnTo>
                    <a:pt x="16370" y="428"/>
                  </a:lnTo>
                  <a:lnTo>
                    <a:pt x="16463" y="459"/>
                  </a:lnTo>
                  <a:lnTo>
                    <a:pt x="16556" y="459"/>
                  </a:lnTo>
                  <a:lnTo>
                    <a:pt x="16675" y="490"/>
                  </a:lnTo>
                  <a:lnTo>
                    <a:pt x="16767" y="459"/>
                  </a:lnTo>
                  <a:lnTo>
                    <a:pt x="16891" y="459"/>
                  </a:lnTo>
                  <a:lnTo>
                    <a:pt x="17041" y="459"/>
                  </a:lnTo>
                  <a:lnTo>
                    <a:pt x="17164" y="459"/>
                  </a:lnTo>
                  <a:lnTo>
                    <a:pt x="17283" y="428"/>
                  </a:lnTo>
                  <a:lnTo>
                    <a:pt x="17407" y="397"/>
                  </a:lnTo>
                  <a:lnTo>
                    <a:pt x="17526" y="397"/>
                  </a:lnTo>
                  <a:lnTo>
                    <a:pt x="17618" y="370"/>
                  </a:lnTo>
                  <a:lnTo>
                    <a:pt x="17711" y="339"/>
                  </a:lnTo>
                  <a:lnTo>
                    <a:pt x="17804" y="308"/>
                  </a:lnTo>
                  <a:lnTo>
                    <a:pt x="17892" y="277"/>
                  </a:lnTo>
                  <a:lnTo>
                    <a:pt x="17984" y="277"/>
                  </a:lnTo>
                  <a:lnTo>
                    <a:pt x="18077" y="277"/>
                  </a:lnTo>
                  <a:lnTo>
                    <a:pt x="18165" y="277"/>
                  </a:lnTo>
                  <a:lnTo>
                    <a:pt x="18258" y="277"/>
                  </a:lnTo>
                  <a:lnTo>
                    <a:pt x="18381" y="277"/>
                  </a:lnTo>
                  <a:lnTo>
                    <a:pt x="18469" y="277"/>
                  </a:lnTo>
                  <a:lnTo>
                    <a:pt x="18562" y="277"/>
                  </a:lnTo>
                  <a:lnTo>
                    <a:pt x="18655" y="277"/>
                  </a:lnTo>
                  <a:lnTo>
                    <a:pt x="18743" y="277"/>
                  </a:lnTo>
                  <a:lnTo>
                    <a:pt x="18835" y="277"/>
                  </a:lnTo>
                  <a:lnTo>
                    <a:pt x="18928" y="339"/>
                  </a:lnTo>
                  <a:lnTo>
                    <a:pt x="19021" y="339"/>
                  </a:lnTo>
                  <a:lnTo>
                    <a:pt x="19109" y="339"/>
                  </a:lnTo>
                  <a:lnTo>
                    <a:pt x="19201" y="339"/>
                  </a:lnTo>
                  <a:lnTo>
                    <a:pt x="19294" y="277"/>
                  </a:lnTo>
                  <a:lnTo>
                    <a:pt x="19413" y="246"/>
                  </a:lnTo>
                  <a:lnTo>
                    <a:pt x="19506" y="216"/>
                  </a:lnTo>
                  <a:lnTo>
                    <a:pt x="19598" y="216"/>
                  </a:lnTo>
                  <a:lnTo>
                    <a:pt x="19717" y="154"/>
                  </a:lnTo>
                  <a:lnTo>
                    <a:pt x="19810" y="123"/>
                  </a:lnTo>
                  <a:lnTo>
                    <a:pt x="19933" y="61"/>
                  </a:lnTo>
                  <a:lnTo>
                    <a:pt x="20022" y="0"/>
                  </a:lnTo>
                  <a:lnTo>
                    <a:pt x="20083" y="768"/>
                  </a:lnTo>
                  <a:lnTo>
                    <a:pt x="92" y="706"/>
                  </a:lnTo>
                  <a:lnTo>
                    <a:pt x="0" y="490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"/>
            <p:cNvSpPr/>
            <p:nvPr/>
          </p:nvSpPr>
          <p:spPr>
            <a:xfrm>
              <a:off x="469800" y="1965240"/>
              <a:ext cx="6347160" cy="346320"/>
            </a:xfrm>
            <a:custGeom>
              <a:avLst/>
              <a:gdLst/>
              <a:ahLst/>
              <a:rect l="0" t="0" r="r" b="b"/>
              <a:pathLst>
                <a:path w="17631" h="962">
                  <a:moveTo>
                    <a:pt x="0" y="392"/>
                  </a:moveTo>
                  <a:lnTo>
                    <a:pt x="370" y="361"/>
                  </a:lnTo>
                  <a:lnTo>
                    <a:pt x="551" y="631"/>
                  </a:lnTo>
                  <a:lnTo>
                    <a:pt x="17207" y="662"/>
                  </a:lnTo>
                  <a:lnTo>
                    <a:pt x="17604" y="0"/>
                  </a:lnTo>
                  <a:lnTo>
                    <a:pt x="17631" y="962"/>
                  </a:lnTo>
                  <a:lnTo>
                    <a:pt x="0" y="931"/>
                  </a:lnTo>
                  <a:lnTo>
                    <a:pt x="0" y="392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 txBox="1"/>
          <p:nvPr/>
        </p:nvSpPr>
        <p:spPr>
          <a:xfrm>
            <a:off x="2489040" y="57240"/>
            <a:ext cx="44719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Contained Sub-Programs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33320" y="576360"/>
            <a:ext cx="7647120" cy="6127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TableItem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IS GLOBAL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CALL PutToTable USING BY CONTENT DataItem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CALL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 txBox="1"/>
          <p:nvPr/>
        </p:nvSpPr>
        <p:spPr>
          <a:xfrm>
            <a:off x="2489040" y="57240"/>
            <a:ext cx="44719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Contained Sub-Programs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733320" y="576360"/>
            <a:ext cx="7647120" cy="6127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TableItem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IS GLOBAL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CALL PutToTable USING BY CONTENT DataItem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CALL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PROGRAM-ID.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END-PROGRAM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PROGRAM-ID.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END-PROGRAM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901800" y="901800"/>
            <a:ext cx="7264440" cy="574056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 txBox="1"/>
          <p:nvPr/>
        </p:nvSpPr>
        <p:spPr>
          <a:xfrm>
            <a:off x="733320" y="576360"/>
            <a:ext cx="7647120" cy="6127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TableItem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IS GLOBAL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CALL PutToTable USING BY CONTENT DataItem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CALL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PROGRAM-ID.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END-PROGRAM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PROGRAM-ID.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END-PROGRAM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2489040" y="57240"/>
            <a:ext cx="44719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Contained Sub-Programs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901800" y="901800"/>
            <a:ext cx="7264440" cy="574056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1028880" y="3949560"/>
            <a:ext cx="4508640" cy="111744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1054080" y="5194440"/>
            <a:ext cx="4508640" cy="1155600"/>
          </a:xfrm>
          <a:prstGeom prst="rect">
            <a:avLst/>
          </a:prstGeom>
          <a:noFill/>
          <a:ln w="25560">
            <a:solidFill>
              <a:srgbClr val="FC0128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 txBox="1"/>
          <p:nvPr/>
        </p:nvSpPr>
        <p:spPr>
          <a:xfrm>
            <a:off x="1701720" y="69840"/>
            <a:ext cx="58150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COMMON PROGRAM Phrase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68440" y="700200"/>
            <a:ext cx="7799400" cy="5708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TableItem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IS GLOBAL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5000"/>
              </a:lnSpc>
              <a:tabLst>
                <a:tab pos="33336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PROGRAM-ID.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   CALL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   ? ? ? ? ? ? ? ? ?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END-PROGRAM PutToTable.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5000"/>
              </a:lnSpc>
              <a:tabLst>
                <a:tab pos="33336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PROGRAM-ID. ReportFromTable IS COMMON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   CALL PutToTable USING ????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   ? ? ? ? ? ? ? ? ?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END-PROGRAM ReportFromTable.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MainProgram.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 txBox="1"/>
          <p:nvPr/>
        </p:nvSpPr>
        <p:spPr>
          <a:xfrm>
            <a:off x="1701720" y="69840"/>
            <a:ext cx="58150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COMMON PROGRAM Phrase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"/>
          <p:cNvGrpSpPr/>
          <p:nvPr/>
        </p:nvGrpSpPr>
        <p:grpSpPr>
          <a:xfrm>
            <a:off x="568440" y="700200"/>
            <a:ext cx="7799400" cy="5708520"/>
            <a:chOff x="568440" y="700200"/>
            <a:chExt cx="7799400" cy="5708520"/>
          </a:xfrm>
        </p:grpSpPr>
        <p:sp>
          <p:nvSpPr>
            <p:cNvPr id="167" name=""/>
            <p:cNvSpPr txBox="1"/>
            <p:nvPr/>
          </p:nvSpPr>
          <p:spPr>
            <a:xfrm>
              <a:off x="568440" y="700200"/>
              <a:ext cx="7799400" cy="570852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$ SET SOURCEFORMAT"FREE"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PROGRAM-ID. MainProgram.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TableItem </a:t>
              </a:r>
              <a:r>
                <a:rPr lang="en-US" sz="2000" b="1" u="none" strike="noStrike">
                  <a:solidFill>
                    <a:srgbClr val="037C03"/>
                  </a:solidFill>
                  <a:effectLst/>
                  <a:uFillTx/>
                  <a:latin typeface="Courier New"/>
                  <a:ea typeface="Courier New"/>
                </a:rPr>
                <a:t>IS GLOBAL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PROCEDURE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EXIT 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65000"/>
                </a:lnSpc>
                <a:tabLst>
                  <a:tab pos="3333600" algn="l"/>
                </a:tabLst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PROGRAM-ID. PutToTable.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CALL ReportFromTable.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 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END-PROGRAM PutToTable.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65000"/>
                </a:lnSpc>
                <a:tabLst>
                  <a:tab pos="3333600" algn="l"/>
                </a:tabLst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PROGRAM-ID. ReportFromTable IS COMMON 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CALL PutToTable USING ????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 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END-PROGRAM ReportFromTable.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END-PROGRAM MainProgram.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"/>
            <p:cNvSpPr/>
            <p:nvPr/>
          </p:nvSpPr>
          <p:spPr>
            <a:xfrm>
              <a:off x="4800600" y="3784680"/>
              <a:ext cx="483840" cy="1093320"/>
            </a:xfrm>
            <a:custGeom>
              <a:avLst/>
              <a:gdLst/>
              <a:ahLst/>
              <a:rect l="0" t="0" r="r" b="b"/>
              <a:pathLst>
                <a:path fill="none" w="1344" h="3037">
                  <a:moveTo>
                    <a:pt x="278" y="3037"/>
                  </a:moveTo>
                  <a:lnTo>
                    <a:pt x="278" y="3037"/>
                  </a:lnTo>
                  <a:cubicBezTo>
                    <a:pt x="417" y="3004"/>
                    <a:pt x="550" y="2945"/>
                    <a:pt x="673" y="2864"/>
                  </a:cubicBezTo>
                  <a:cubicBezTo>
                    <a:pt x="877" y="2730"/>
                    <a:pt x="1046" y="2536"/>
                    <a:pt x="1164" y="2303"/>
                  </a:cubicBezTo>
                  <a:cubicBezTo>
                    <a:pt x="1282" y="2069"/>
                    <a:pt x="1344" y="1804"/>
                    <a:pt x="1344" y="1535"/>
                  </a:cubicBezTo>
                  <a:cubicBezTo>
                    <a:pt x="1344" y="1266"/>
                    <a:pt x="1282" y="1001"/>
                    <a:pt x="1164" y="768"/>
                  </a:cubicBezTo>
                  <a:cubicBezTo>
                    <a:pt x="1046" y="534"/>
                    <a:pt x="877" y="340"/>
                    <a:pt x="673" y="206"/>
                  </a:cubicBezTo>
                  <a:cubicBezTo>
                    <a:pt x="469" y="71"/>
                    <a:pt x="237" y="0"/>
                    <a:pt x="2" y="0"/>
                  </a:cubicBezTo>
                  <a:cubicBezTo>
                    <a:pt x="1" y="0"/>
                    <a:pt x="1" y="0"/>
                    <a:pt x="0" y="0"/>
                  </a:cubicBezTo>
                </a:path>
              </a:pathLst>
            </a:custGeom>
            <a:ln w="12600">
              <a:solidFill>
                <a:srgbClr val="CF0E3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"/>
            <p:cNvSpPr txBox="1"/>
            <p:nvPr/>
          </p:nvSpPr>
          <p:spPr>
            <a:xfrm>
              <a:off x="4597560" y="3962520"/>
              <a:ext cx="1333440" cy="6350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00FF00"/>
                  </a:solidFill>
                  <a:effectLst/>
                  <a:uFillTx/>
                  <a:latin typeface="Arial"/>
                  <a:ea typeface="Arial"/>
                </a:rPr>
                <a:t>YES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 txBox="1"/>
          <p:nvPr/>
        </p:nvSpPr>
        <p:spPr>
          <a:xfrm>
            <a:off x="1701720" y="69840"/>
            <a:ext cx="58150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COMMON PROGRAM Phrase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1" name=""/>
          <p:cNvGrpSpPr/>
          <p:nvPr/>
        </p:nvGrpSpPr>
        <p:grpSpPr>
          <a:xfrm>
            <a:off x="568440" y="700200"/>
            <a:ext cx="7799400" cy="5708520"/>
            <a:chOff x="568440" y="700200"/>
            <a:chExt cx="7799400" cy="5708520"/>
          </a:xfrm>
        </p:grpSpPr>
        <p:sp>
          <p:nvSpPr>
            <p:cNvPr id="172" name=""/>
            <p:cNvSpPr txBox="1"/>
            <p:nvPr/>
          </p:nvSpPr>
          <p:spPr>
            <a:xfrm>
              <a:off x="568440" y="700200"/>
              <a:ext cx="7799400" cy="570852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$ SET SOURCEFORMAT"FREE"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PROGRAM-ID. MainProgram.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TableItem </a:t>
              </a:r>
              <a:r>
                <a:rPr lang="en-US" sz="2000" b="1" u="none" strike="noStrike">
                  <a:solidFill>
                    <a:srgbClr val="037C03"/>
                  </a:solidFill>
                  <a:effectLst/>
                  <a:uFillTx/>
                  <a:latin typeface="Courier New"/>
                  <a:ea typeface="Courier New"/>
                </a:rPr>
                <a:t>IS GLOBAL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PROCEDURE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EXIT 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65000"/>
                </a:lnSpc>
                <a:tabLst>
                  <a:tab pos="3333600" algn="l"/>
                </a:tabLst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PROGRAM-ID. PutToTable.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CALL ReportFromTable.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 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END-PROGRAM PutToTable.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65000"/>
                </a:lnSpc>
                <a:tabLst>
                  <a:tab pos="3333600" algn="l"/>
                </a:tabLst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PROGRAM-ID. ReportFromTable IS COMMON 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CALL PutToTable USING ????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   ? ? ? ? ? ? ? ? ? 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279F"/>
                  </a:solidFill>
                  <a:effectLst/>
                  <a:uFillTx/>
                  <a:latin typeface="Courier New"/>
                  <a:ea typeface="Courier New"/>
                </a:rPr>
                <a:t>END-PROGRAM ReportFromTable.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80000"/>
                </a:lnSpc>
                <a:tabLst>
                  <a:tab pos="333360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END-PROGRAM MainProgram.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"/>
            <p:cNvSpPr/>
            <p:nvPr/>
          </p:nvSpPr>
          <p:spPr>
            <a:xfrm>
              <a:off x="4800600" y="3784680"/>
              <a:ext cx="483840" cy="1093320"/>
            </a:xfrm>
            <a:custGeom>
              <a:avLst/>
              <a:gdLst/>
              <a:ahLst/>
              <a:rect l="0" t="0" r="r" b="b"/>
              <a:pathLst>
                <a:path fill="none" w="1344" h="3037">
                  <a:moveTo>
                    <a:pt x="278" y="3037"/>
                  </a:moveTo>
                  <a:lnTo>
                    <a:pt x="278" y="3037"/>
                  </a:lnTo>
                  <a:cubicBezTo>
                    <a:pt x="417" y="3004"/>
                    <a:pt x="550" y="2945"/>
                    <a:pt x="673" y="2864"/>
                  </a:cubicBezTo>
                  <a:cubicBezTo>
                    <a:pt x="877" y="2730"/>
                    <a:pt x="1046" y="2536"/>
                    <a:pt x="1164" y="2303"/>
                  </a:cubicBezTo>
                  <a:cubicBezTo>
                    <a:pt x="1282" y="2069"/>
                    <a:pt x="1344" y="1804"/>
                    <a:pt x="1344" y="1535"/>
                  </a:cubicBezTo>
                  <a:cubicBezTo>
                    <a:pt x="1344" y="1266"/>
                    <a:pt x="1282" y="1001"/>
                    <a:pt x="1164" y="768"/>
                  </a:cubicBezTo>
                  <a:cubicBezTo>
                    <a:pt x="1046" y="534"/>
                    <a:pt x="877" y="340"/>
                    <a:pt x="673" y="206"/>
                  </a:cubicBezTo>
                  <a:cubicBezTo>
                    <a:pt x="469" y="71"/>
                    <a:pt x="237" y="0"/>
                    <a:pt x="2" y="0"/>
                  </a:cubicBezTo>
                  <a:cubicBezTo>
                    <a:pt x="1" y="0"/>
                    <a:pt x="1" y="0"/>
                    <a:pt x="0" y="0"/>
                  </a:cubicBezTo>
                </a:path>
              </a:pathLst>
            </a:custGeom>
            <a:ln w="12600">
              <a:solidFill>
                <a:srgbClr val="CF0E3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"/>
            <p:cNvSpPr txBox="1"/>
            <p:nvPr/>
          </p:nvSpPr>
          <p:spPr>
            <a:xfrm>
              <a:off x="4597560" y="3962520"/>
              <a:ext cx="1333440" cy="6350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00FF00"/>
                  </a:solidFill>
                  <a:effectLst/>
                  <a:uFillTx/>
                  <a:latin typeface="Arial"/>
                  <a:ea typeface="Arial"/>
                </a:rPr>
                <a:t>YES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75" name=""/>
          <p:cNvGrpSpPr/>
          <p:nvPr/>
        </p:nvGrpSpPr>
        <p:grpSpPr>
          <a:xfrm>
            <a:off x="4255200" y="2895480"/>
            <a:ext cx="2767680" cy="2541240"/>
            <a:chOff x="4255200" y="2895480"/>
            <a:chExt cx="2767680" cy="2541240"/>
          </a:xfrm>
        </p:grpSpPr>
        <p:sp>
          <p:nvSpPr>
            <p:cNvPr id="176" name=""/>
            <p:cNvSpPr/>
            <p:nvPr/>
          </p:nvSpPr>
          <p:spPr>
            <a:xfrm>
              <a:off x="4255200" y="2895480"/>
              <a:ext cx="2362320" cy="2541240"/>
            </a:xfrm>
            <a:custGeom>
              <a:avLst/>
              <a:gdLst/>
              <a:ahLst/>
              <a:rect l="0" t="0" r="r" b="b"/>
              <a:pathLst>
                <a:path fill="none" w="6562" h="7059">
                  <a:moveTo>
                    <a:pt x="3465" y="7059"/>
                  </a:moveTo>
                  <a:lnTo>
                    <a:pt x="3465" y="7059"/>
                  </a:lnTo>
                  <a:cubicBezTo>
                    <a:pt x="3851" y="6979"/>
                    <a:pt x="4222" y="6849"/>
                    <a:pt x="4565" y="6671"/>
                  </a:cubicBezTo>
                  <a:cubicBezTo>
                    <a:pt x="5173" y="6358"/>
                    <a:pt x="5677" y="5906"/>
                    <a:pt x="6027" y="5363"/>
                  </a:cubicBezTo>
                  <a:cubicBezTo>
                    <a:pt x="6378" y="4819"/>
                    <a:pt x="6562" y="4203"/>
                    <a:pt x="6562" y="3575"/>
                  </a:cubicBezTo>
                  <a:cubicBezTo>
                    <a:pt x="6562" y="2948"/>
                    <a:pt x="6378" y="2331"/>
                    <a:pt x="6027" y="1788"/>
                  </a:cubicBezTo>
                  <a:cubicBezTo>
                    <a:pt x="5677" y="1244"/>
                    <a:pt x="5173" y="793"/>
                    <a:pt x="4565" y="479"/>
                  </a:cubicBezTo>
                  <a:cubicBezTo>
                    <a:pt x="3958" y="165"/>
                    <a:pt x="3269" y="0"/>
                    <a:pt x="2568" y="0"/>
                  </a:cubicBezTo>
                  <a:cubicBezTo>
                    <a:pt x="1867" y="0"/>
                    <a:pt x="1178" y="165"/>
                    <a:pt x="571" y="479"/>
                  </a:cubicBezTo>
                  <a:cubicBezTo>
                    <a:pt x="369" y="583"/>
                    <a:pt x="178" y="703"/>
                    <a:pt x="0" y="837"/>
                  </a:cubicBezTo>
                </a:path>
              </a:pathLst>
            </a:custGeom>
            <a:ln w="12600">
              <a:solidFill>
                <a:srgbClr val="FC0128"/>
              </a:solidFill>
              <a:round/>
              <a:head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"/>
            <p:cNvSpPr txBox="1"/>
            <p:nvPr/>
          </p:nvSpPr>
          <p:spPr>
            <a:xfrm>
              <a:off x="5689440" y="3151080"/>
              <a:ext cx="1333440" cy="6080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Arial"/>
                  <a:ea typeface="Arial"/>
                </a:rPr>
                <a:t>NO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 txBox="1"/>
          <p:nvPr/>
        </p:nvSpPr>
        <p:spPr>
          <a:xfrm>
            <a:off x="1625760" y="76320"/>
            <a:ext cx="53816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Creating Abstract Data Types?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27080" y="728640"/>
            <a:ext cx="8521560" cy="58863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Stack.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47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StackHolder IS GLOBAL.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StackItem OCCURS 20 TIMES PIC X(10).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720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 USING ????.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PushStack CALL "Push" USING 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PopStack CALL "Pop" USING 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Push.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Push.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Stack.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654960" y="2666880"/>
            <a:ext cx="1816200" cy="3543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Stack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858000" y="4178160"/>
            <a:ext cx="1422360" cy="876240"/>
          </a:xfrm>
          <a:prstGeom prst="rect">
            <a:avLst/>
          </a:prstGeom>
          <a:noFill/>
          <a:ln w="1260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Push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6858000" y="5181480"/>
            <a:ext cx="1422360" cy="876240"/>
          </a:xfrm>
          <a:prstGeom prst="rect">
            <a:avLst/>
          </a:prstGeom>
          <a:noFill/>
          <a:ln w="1260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826160" y="1130400"/>
            <a:ext cx="1422360" cy="87624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Main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 txBox="1"/>
          <p:nvPr/>
        </p:nvSpPr>
        <p:spPr>
          <a:xfrm>
            <a:off x="1625760" y="76320"/>
            <a:ext cx="53816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Creating Abstract Data Types?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27080" y="728640"/>
            <a:ext cx="8521560" cy="58863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Stack.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47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StackHolder IS GLOBAL.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StackItem OCCURS 20 TIMES PIC X(10).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720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 USING ????.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PushStack CALL "Push" USING 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PopStack CALL "Pop" USING 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Push.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Push.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Stack.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654960" y="2666880"/>
            <a:ext cx="1816200" cy="3543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Stack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858000" y="4178160"/>
            <a:ext cx="1422360" cy="876240"/>
          </a:xfrm>
          <a:prstGeom prst="rect">
            <a:avLst/>
          </a:prstGeom>
          <a:noFill/>
          <a:ln w="1260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Push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8000" y="5181480"/>
            <a:ext cx="1422360" cy="876240"/>
          </a:xfrm>
          <a:prstGeom prst="rect">
            <a:avLst/>
          </a:prstGeom>
          <a:noFill/>
          <a:ln w="1260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826160" y="1130400"/>
            <a:ext cx="1422360" cy="87624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Main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6032520" y="1600200"/>
            <a:ext cx="1016280" cy="1295640"/>
          </a:xfrm>
          <a:custGeom>
            <a:avLst/>
            <a:gdLst/>
            <a:ahLst/>
            <a:rect l="0" t="0" r="r" b="b"/>
            <a:pathLst>
              <a:path fill="none" w="2823" h="3599">
                <a:moveTo>
                  <a:pt x="2823" y="3599"/>
                </a:moveTo>
                <a:lnTo>
                  <a:pt x="2823" y="3599"/>
                </a:lnTo>
                <a:lnTo>
                  <a:pt x="2823" y="3599"/>
                </a:lnTo>
                <a:cubicBezTo>
                  <a:pt x="2823" y="2967"/>
                  <a:pt x="2693" y="2347"/>
                  <a:pt x="2445" y="1799"/>
                </a:cubicBezTo>
                <a:cubicBezTo>
                  <a:pt x="2197" y="1252"/>
                  <a:pt x="1841" y="798"/>
                  <a:pt x="1411" y="482"/>
                </a:cubicBezTo>
                <a:cubicBezTo>
                  <a:pt x="982" y="166"/>
                  <a:pt x="496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 txBox="1"/>
          <p:nvPr/>
        </p:nvSpPr>
        <p:spPr>
          <a:xfrm>
            <a:off x="1625760" y="76320"/>
            <a:ext cx="53816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Creating Abstract Data Types?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27080" y="728640"/>
            <a:ext cx="8521560" cy="58863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Stack.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47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StackHolder IS GLOBAL.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StackItem OCCURS 20 TIMES PIC X(10).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720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 USING ????.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PushStack CALL "Push" USING 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PopStack CALL "Pop" USING ???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EXIT PROGRAM.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Push.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Push.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spcBef>
                <a:spcPts val="1199"/>
              </a:spcBef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Pop.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? ? ? ? ? ? ? ? 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Pop.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END-PROGRAM Stack.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6654960" y="2666880"/>
            <a:ext cx="1816200" cy="3543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Stack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8000" y="4178160"/>
            <a:ext cx="1422360" cy="876240"/>
          </a:xfrm>
          <a:prstGeom prst="rect">
            <a:avLst/>
          </a:prstGeom>
          <a:noFill/>
          <a:ln w="1260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Push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858000" y="5181480"/>
            <a:ext cx="1422360" cy="876240"/>
          </a:xfrm>
          <a:prstGeom prst="rect">
            <a:avLst/>
          </a:prstGeom>
          <a:noFill/>
          <a:ln w="1260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Pop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826160" y="1130400"/>
            <a:ext cx="1422360" cy="87624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Main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032520" y="1600200"/>
            <a:ext cx="1016280" cy="1295640"/>
          </a:xfrm>
          <a:custGeom>
            <a:avLst/>
            <a:gdLst/>
            <a:ahLst/>
            <a:rect l="0" t="0" r="r" b="b"/>
            <a:pathLst>
              <a:path fill="none" w="2823" h="3599">
                <a:moveTo>
                  <a:pt x="2823" y="3599"/>
                </a:moveTo>
                <a:lnTo>
                  <a:pt x="2823" y="3599"/>
                </a:lnTo>
                <a:lnTo>
                  <a:pt x="2823" y="3599"/>
                </a:lnTo>
                <a:cubicBezTo>
                  <a:pt x="2823" y="2967"/>
                  <a:pt x="2693" y="2347"/>
                  <a:pt x="2445" y="1799"/>
                </a:cubicBezTo>
                <a:cubicBezTo>
                  <a:pt x="2197" y="1252"/>
                  <a:pt x="1841" y="798"/>
                  <a:pt x="1411" y="482"/>
                </a:cubicBezTo>
                <a:cubicBezTo>
                  <a:pt x="982" y="166"/>
                  <a:pt x="496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7556400" y="3251160"/>
            <a:ext cx="635760" cy="1173960"/>
          </a:xfrm>
          <a:custGeom>
            <a:avLst/>
            <a:gdLst/>
            <a:ahLst/>
            <a:rect l="0" t="0" r="r" b="b"/>
            <a:pathLst>
              <a:path fill="none" w="1766" h="3261">
                <a:moveTo>
                  <a:pt x="935" y="3261"/>
                </a:moveTo>
                <a:lnTo>
                  <a:pt x="935" y="3261"/>
                </a:lnTo>
                <a:cubicBezTo>
                  <a:pt x="1181" y="3108"/>
                  <a:pt x="1385" y="2897"/>
                  <a:pt x="1530" y="2646"/>
                </a:cubicBezTo>
                <a:cubicBezTo>
                  <a:pt x="1685" y="2378"/>
                  <a:pt x="1766" y="2074"/>
                  <a:pt x="1766" y="1764"/>
                </a:cubicBezTo>
                <a:cubicBezTo>
                  <a:pt x="1766" y="1454"/>
                  <a:pt x="1685" y="1150"/>
                  <a:pt x="1530" y="882"/>
                </a:cubicBezTo>
                <a:cubicBezTo>
                  <a:pt x="1375" y="614"/>
                  <a:pt x="1152" y="391"/>
                  <a:pt x="884" y="236"/>
                </a:cubicBezTo>
                <a:cubicBezTo>
                  <a:pt x="615" y="82"/>
                  <a:pt x="311" y="0"/>
                  <a:pt x="1" y="0"/>
                </a:cubicBezTo>
                <a:lnTo>
                  <a:pt x="0" y="0"/>
                </a:ln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7569360" y="3251160"/>
            <a:ext cx="851040" cy="2361600"/>
          </a:xfrm>
          <a:custGeom>
            <a:avLst/>
            <a:gdLst/>
            <a:ahLst/>
            <a:rect l="0" t="0" r="r" b="b"/>
            <a:pathLst>
              <a:path fill="none" w="2364" h="6560">
                <a:moveTo>
                  <a:pt x="770" y="6560"/>
                </a:moveTo>
                <a:lnTo>
                  <a:pt x="770" y="6560"/>
                </a:lnTo>
                <a:cubicBezTo>
                  <a:pt x="913" y="6490"/>
                  <a:pt x="1051" y="6400"/>
                  <a:pt x="1181" y="6292"/>
                </a:cubicBezTo>
                <a:cubicBezTo>
                  <a:pt x="1541" y="5996"/>
                  <a:pt x="1840" y="5571"/>
                  <a:pt x="2047" y="5058"/>
                </a:cubicBezTo>
                <a:cubicBezTo>
                  <a:pt x="2255" y="4545"/>
                  <a:pt x="2364" y="3964"/>
                  <a:pt x="2364" y="3372"/>
                </a:cubicBezTo>
                <a:cubicBezTo>
                  <a:pt x="2364" y="2780"/>
                  <a:pt x="2255" y="2199"/>
                  <a:pt x="2047" y="1686"/>
                </a:cubicBezTo>
                <a:cubicBezTo>
                  <a:pt x="1840" y="1173"/>
                  <a:pt x="1541" y="748"/>
                  <a:pt x="1181" y="452"/>
                </a:cubicBezTo>
                <a:cubicBezTo>
                  <a:pt x="822" y="156"/>
                  <a:pt x="415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 txBox="1"/>
          <p:nvPr/>
        </p:nvSpPr>
        <p:spPr>
          <a:xfrm>
            <a:off x="2197080" y="15876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IS EXTERNAL phrase.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"/>
          <p:cNvPicPr/>
          <p:nvPr/>
        </p:nvPicPr>
        <p:blipFill>
          <a:blip r:embed="rId1"/>
          <a:stretch/>
        </p:blipFill>
        <p:spPr>
          <a:xfrm>
            <a:off x="1720800" y="1101600"/>
            <a:ext cx="4638600" cy="10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1432080" y="2782800"/>
            <a:ext cx="5384880" cy="2489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FD CommonFileArea IS EXTERNAL.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SharedRec IS EXTERNAL.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PartA   PIC X(4).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PartB   PIC 9(5).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1409760" y="2730600"/>
            <a:ext cx="5537520" cy="356040"/>
          </a:xfrm>
          <a:custGeom>
            <a:avLst/>
            <a:gdLst/>
            <a:ahLst/>
            <a:rect l="0" t="0" r="r" b="b"/>
            <a:pathLst>
              <a:path w="15382" h="989">
                <a:moveTo>
                  <a:pt x="0" y="778"/>
                </a:moveTo>
                <a:lnTo>
                  <a:pt x="141" y="706"/>
                </a:lnTo>
                <a:lnTo>
                  <a:pt x="282" y="636"/>
                </a:lnTo>
                <a:lnTo>
                  <a:pt x="388" y="600"/>
                </a:lnTo>
                <a:lnTo>
                  <a:pt x="493" y="530"/>
                </a:lnTo>
                <a:lnTo>
                  <a:pt x="599" y="459"/>
                </a:lnTo>
                <a:lnTo>
                  <a:pt x="705" y="424"/>
                </a:lnTo>
                <a:lnTo>
                  <a:pt x="740" y="530"/>
                </a:lnTo>
                <a:lnTo>
                  <a:pt x="846" y="671"/>
                </a:lnTo>
                <a:lnTo>
                  <a:pt x="952" y="778"/>
                </a:lnTo>
                <a:lnTo>
                  <a:pt x="1023" y="883"/>
                </a:lnTo>
                <a:lnTo>
                  <a:pt x="1058" y="989"/>
                </a:lnTo>
                <a:lnTo>
                  <a:pt x="1199" y="883"/>
                </a:lnTo>
                <a:lnTo>
                  <a:pt x="1269" y="778"/>
                </a:lnTo>
                <a:lnTo>
                  <a:pt x="1375" y="671"/>
                </a:lnTo>
                <a:lnTo>
                  <a:pt x="1481" y="600"/>
                </a:lnTo>
                <a:lnTo>
                  <a:pt x="1587" y="565"/>
                </a:lnTo>
                <a:lnTo>
                  <a:pt x="1658" y="671"/>
                </a:lnTo>
                <a:lnTo>
                  <a:pt x="1763" y="636"/>
                </a:lnTo>
                <a:lnTo>
                  <a:pt x="1869" y="565"/>
                </a:lnTo>
                <a:lnTo>
                  <a:pt x="2046" y="530"/>
                </a:lnTo>
                <a:lnTo>
                  <a:pt x="2187" y="530"/>
                </a:lnTo>
                <a:lnTo>
                  <a:pt x="2293" y="494"/>
                </a:lnTo>
                <a:lnTo>
                  <a:pt x="2398" y="494"/>
                </a:lnTo>
                <a:lnTo>
                  <a:pt x="2504" y="459"/>
                </a:lnTo>
                <a:lnTo>
                  <a:pt x="2575" y="565"/>
                </a:lnTo>
                <a:lnTo>
                  <a:pt x="2681" y="636"/>
                </a:lnTo>
                <a:lnTo>
                  <a:pt x="2892" y="494"/>
                </a:lnTo>
                <a:lnTo>
                  <a:pt x="2998" y="459"/>
                </a:lnTo>
                <a:lnTo>
                  <a:pt x="3139" y="459"/>
                </a:lnTo>
                <a:lnTo>
                  <a:pt x="3245" y="459"/>
                </a:lnTo>
                <a:lnTo>
                  <a:pt x="3351" y="424"/>
                </a:lnTo>
                <a:lnTo>
                  <a:pt x="3457" y="389"/>
                </a:lnTo>
                <a:lnTo>
                  <a:pt x="3563" y="353"/>
                </a:lnTo>
                <a:lnTo>
                  <a:pt x="3668" y="353"/>
                </a:lnTo>
                <a:lnTo>
                  <a:pt x="3774" y="318"/>
                </a:lnTo>
                <a:lnTo>
                  <a:pt x="3915" y="353"/>
                </a:lnTo>
                <a:lnTo>
                  <a:pt x="4021" y="424"/>
                </a:lnTo>
                <a:lnTo>
                  <a:pt x="4127" y="424"/>
                </a:lnTo>
                <a:lnTo>
                  <a:pt x="4233" y="424"/>
                </a:lnTo>
                <a:lnTo>
                  <a:pt x="4374" y="424"/>
                </a:lnTo>
                <a:lnTo>
                  <a:pt x="4480" y="389"/>
                </a:lnTo>
                <a:lnTo>
                  <a:pt x="4586" y="353"/>
                </a:lnTo>
                <a:lnTo>
                  <a:pt x="4727" y="353"/>
                </a:lnTo>
                <a:lnTo>
                  <a:pt x="4868" y="353"/>
                </a:lnTo>
                <a:lnTo>
                  <a:pt x="4974" y="353"/>
                </a:lnTo>
                <a:lnTo>
                  <a:pt x="5079" y="353"/>
                </a:lnTo>
                <a:lnTo>
                  <a:pt x="5185" y="353"/>
                </a:lnTo>
                <a:lnTo>
                  <a:pt x="5291" y="494"/>
                </a:lnTo>
                <a:lnTo>
                  <a:pt x="5397" y="565"/>
                </a:lnTo>
                <a:lnTo>
                  <a:pt x="5503" y="636"/>
                </a:lnTo>
                <a:lnTo>
                  <a:pt x="5644" y="636"/>
                </a:lnTo>
                <a:lnTo>
                  <a:pt x="5750" y="636"/>
                </a:lnTo>
                <a:lnTo>
                  <a:pt x="5856" y="636"/>
                </a:lnTo>
                <a:lnTo>
                  <a:pt x="5961" y="565"/>
                </a:lnTo>
                <a:lnTo>
                  <a:pt x="6067" y="565"/>
                </a:lnTo>
                <a:lnTo>
                  <a:pt x="6173" y="494"/>
                </a:lnTo>
                <a:lnTo>
                  <a:pt x="6279" y="494"/>
                </a:lnTo>
                <a:lnTo>
                  <a:pt x="6455" y="459"/>
                </a:lnTo>
                <a:lnTo>
                  <a:pt x="6561" y="424"/>
                </a:lnTo>
                <a:lnTo>
                  <a:pt x="6667" y="389"/>
                </a:lnTo>
                <a:lnTo>
                  <a:pt x="6773" y="389"/>
                </a:lnTo>
                <a:lnTo>
                  <a:pt x="7126" y="424"/>
                </a:lnTo>
                <a:lnTo>
                  <a:pt x="7267" y="424"/>
                </a:lnTo>
                <a:lnTo>
                  <a:pt x="7373" y="424"/>
                </a:lnTo>
                <a:lnTo>
                  <a:pt x="7478" y="389"/>
                </a:lnTo>
                <a:lnTo>
                  <a:pt x="7655" y="353"/>
                </a:lnTo>
                <a:lnTo>
                  <a:pt x="7762" y="353"/>
                </a:lnTo>
                <a:lnTo>
                  <a:pt x="7903" y="318"/>
                </a:lnTo>
                <a:lnTo>
                  <a:pt x="8009" y="318"/>
                </a:lnTo>
                <a:lnTo>
                  <a:pt x="8044" y="424"/>
                </a:lnTo>
                <a:lnTo>
                  <a:pt x="8220" y="459"/>
                </a:lnTo>
                <a:lnTo>
                  <a:pt x="8326" y="459"/>
                </a:lnTo>
                <a:lnTo>
                  <a:pt x="8467" y="459"/>
                </a:lnTo>
                <a:lnTo>
                  <a:pt x="8608" y="424"/>
                </a:lnTo>
                <a:lnTo>
                  <a:pt x="8714" y="424"/>
                </a:lnTo>
                <a:lnTo>
                  <a:pt x="8820" y="389"/>
                </a:lnTo>
                <a:lnTo>
                  <a:pt x="8926" y="389"/>
                </a:lnTo>
                <a:lnTo>
                  <a:pt x="9032" y="353"/>
                </a:lnTo>
                <a:lnTo>
                  <a:pt x="9137" y="353"/>
                </a:lnTo>
                <a:lnTo>
                  <a:pt x="9243" y="318"/>
                </a:lnTo>
                <a:lnTo>
                  <a:pt x="9349" y="389"/>
                </a:lnTo>
                <a:lnTo>
                  <a:pt x="9420" y="494"/>
                </a:lnTo>
                <a:lnTo>
                  <a:pt x="9455" y="600"/>
                </a:lnTo>
                <a:lnTo>
                  <a:pt x="9561" y="706"/>
                </a:lnTo>
                <a:lnTo>
                  <a:pt x="9596" y="813"/>
                </a:lnTo>
                <a:lnTo>
                  <a:pt x="9702" y="813"/>
                </a:lnTo>
                <a:lnTo>
                  <a:pt x="9772" y="671"/>
                </a:lnTo>
                <a:lnTo>
                  <a:pt x="9878" y="565"/>
                </a:lnTo>
                <a:lnTo>
                  <a:pt x="9949" y="459"/>
                </a:lnTo>
                <a:lnTo>
                  <a:pt x="10055" y="389"/>
                </a:lnTo>
                <a:lnTo>
                  <a:pt x="10161" y="353"/>
                </a:lnTo>
                <a:lnTo>
                  <a:pt x="10266" y="353"/>
                </a:lnTo>
                <a:lnTo>
                  <a:pt x="10302" y="494"/>
                </a:lnTo>
                <a:lnTo>
                  <a:pt x="10407" y="565"/>
                </a:lnTo>
                <a:lnTo>
                  <a:pt x="10513" y="600"/>
                </a:lnTo>
                <a:lnTo>
                  <a:pt x="10619" y="565"/>
                </a:lnTo>
                <a:lnTo>
                  <a:pt x="10725" y="494"/>
                </a:lnTo>
                <a:lnTo>
                  <a:pt x="10831" y="459"/>
                </a:lnTo>
                <a:lnTo>
                  <a:pt x="10937" y="424"/>
                </a:lnTo>
                <a:lnTo>
                  <a:pt x="11078" y="353"/>
                </a:lnTo>
                <a:lnTo>
                  <a:pt x="11184" y="283"/>
                </a:lnTo>
                <a:lnTo>
                  <a:pt x="11289" y="246"/>
                </a:lnTo>
                <a:lnTo>
                  <a:pt x="11431" y="246"/>
                </a:lnTo>
                <a:lnTo>
                  <a:pt x="11501" y="353"/>
                </a:lnTo>
                <a:lnTo>
                  <a:pt x="11607" y="389"/>
                </a:lnTo>
                <a:lnTo>
                  <a:pt x="11713" y="389"/>
                </a:lnTo>
                <a:lnTo>
                  <a:pt x="11819" y="424"/>
                </a:lnTo>
                <a:lnTo>
                  <a:pt x="11960" y="424"/>
                </a:lnTo>
                <a:lnTo>
                  <a:pt x="12066" y="494"/>
                </a:lnTo>
                <a:lnTo>
                  <a:pt x="12171" y="530"/>
                </a:lnTo>
                <a:lnTo>
                  <a:pt x="12277" y="565"/>
                </a:lnTo>
                <a:lnTo>
                  <a:pt x="12383" y="565"/>
                </a:lnTo>
                <a:lnTo>
                  <a:pt x="12489" y="565"/>
                </a:lnTo>
                <a:lnTo>
                  <a:pt x="12595" y="565"/>
                </a:lnTo>
                <a:lnTo>
                  <a:pt x="12701" y="565"/>
                </a:lnTo>
                <a:lnTo>
                  <a:pt x="12806" y="565"/>
                </a:lnTo>
                <a:lnTo>
                  <a:pt x="12983" y="530"/>
                </a:lnTo>
                <a:lnTo>
                  <a:pt x="13089" y="530"/>
                </a:lnTo>
                <a:lnTo>
                  <a:pt x="13194" y="530"/>
                </a:lnTo>
                <a:lnTo>
                  <a:pt x="13371" y="565"/>
                </a:lnTo>
                <a:lnTo>
                  <a:pt x="13477" y="565"/>
                </a:lnTo>
                <a:lnTo>
                  <a:pt x="13582" y="600"/>
                </a:lnTo>
                <a:lnTo>
                  <a:pt x="13688" y="600"/>
                </a:lnTo>
                <a:lnTo>
                  <a:pt x="13829" y="600"/>
                </a:lnTo>
                <a:lnTo>
                  <a:pt x="13935" y="565"/>
                </a:lnTo>
                <a:lnTo>
                  <a:pt x="14041" y="565"/>
                </a:lnTo>
                <a:lnTo>
                  <a:pt x="14182" y="636"/>
                </a:lnTo>
                <a:lnTo>
                  <a:pt x="14288" y="671"/>
                </a:lnTo>
                <a:lnTo>
                  <a:pt x="14394" y="706"/>
                </a:lnTo>
                <a:lnTo>
                  <a:pt x="14535" y="778"/>
                </a:lnTo>
                <a:lnTo>
                  <a:pt x="14641" y="778"/>
                </a:lnTo>
                <a:lnTo>
                  <a:pt x="14782" y="706"/>
                </a:lnTo>
                <a:lnTo>
                  <a:pt x="14888" y="706"/>
                </a:lnTo>
                <a:lnTo>
                  <a:pt x="14958" y="813"/>
                </a:lnTo>
                <a:lnTo>
                  <a:pt x="15064" y="883"/>
                </a:lnTo>
                <a:lnTo>
                  <a:pt x="15170" y="919"/>
                </a:lnTo>
                <a:lnTo>
                  <a:pt x="15276" y="919"/>
                </a:lnTo>
                <a:lnTo>
                  <a:pt x="15382" y="919"/>
                </a:lnTo>
                <a:lnTo>
                  <a:pt x="15382" y="70"/>
                </a:lnTo>
                <a:lnTo>
                  <a:pt x="0" y="0"/>
                </a:lnTo>
                <a:lnTo>
                  <a:pt x="0" y="778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1346040" y="3505320"/>
            <a:ext cx="5639040" cy="1067040"/>
          </a:xfrm>
          <a:custGeom>
            <a:avLst/>
            <a:gdLst/>
            <a:ahLst/>
            <a:rect l="0" t="0" r="r" b="b"/>
            <a:pathLst>
              <a:path w="15664" h="2964">
                <a:moveTo>
                  <a:pt x="0" y="705"/>
                </a:moveTo>
                <a:lnTo>
                  <a:pt x="141" y="740"/>
                </a:lnTo>
                <a:lnTo>
                  <a:pt x="246" y="740"/>
                </a:lnTo>
                <a:lnTo>
                  <a:pt x="388" y="740"/>
                </a:lnTo>
                <a:lnTo>
                  <a:pt x="529" y="740"/>
                </a:lnTo>
                <a:lnTo>
                  <a:pt x="635" y="705"/>
                </a:lnTo>
                <a:lnTo>
                  <a:pt x="740" y="599"/>
                </a:lnTo>
                <a:lnTo>
                  <a:pt x="846" y="458"/>
                </a:lnTo>
                <a:lnTo>
                  <a:pt x="917" y="317"/>
                </a:lnTo>
                <a:lnTo>
                  <a:pt x="1128" y="458"/>
                </a:lnTo>
                <a:lnTo>
                  <a:pt x="1164" y="564"/>
                </a:lnTo>
                <a:lnTo>
                  <a:pt x="1270" y="670"/>
                </a:lnTo>
                <a:lnTo>
                  <a:pt x="1375" y="705"/>
                </a:lnTo>
                <a:lnTo>
                  <a:pt x="1481" y="670"/>
                </a:lnTo>
                <a:lnTo>
                  <a:pt x="1516" y="564"/>
                </a:lnTo>
                <a:lnTo>
                  <a:pt x="1622" y="564"/>
                </a:lnTo>
                <a:lnTo>
                  <a:pt x="1728" y="529"/>
                </a:lnTo>
                <a:lnTo>
                  <a:pt x="1834" y="458"/>
                </a:lnTo>
                <a:lnTo>
                  <a:pt x="1975" y="423"/>
                </a:lnTo>
                <a:lnTo>
                  <a:pt x="2046" y="529"/>
                </a:lnTo>
                <a:lnTo>
                  <a:pt x="2151" y="529"/>
                </a:lnTo>
                <a:lnTo>
                  <a:pt x="2257" y="493"/>
                </a:lnTo>
                <a:lnTo>
                  <a:pt x="2363" y="458"/>
                </a:lnTo>
                <a:lnTo>
                  <a:pt x="2469" y="529"/>
                </a:lnTo>
                <a:lnTo>
                  <a:pt x="2645" y="458"/>
                </a:lnTo>
                <a:lnTo>
                  <a:pt x="2786" y="423"/>
                </a:lnTo>
                <a:lnTo>
                  <a:pt x="2892" y="388"/>
                </a:lnTo>
                <a:lnTo>
                  <a:pt x="2963" y="282"/>
                </a:lnTo>
                <a:lnTo>
                  <a:pt x="3069" y="246"/>
                </a:lnTo>
                <a:lnTo>
                  <a:pt x="3175" y="211"/>
                </a:lnTo>
                <a:lnTo>
                  <a:pt x="3280" y="176"/>
                </a:lnTo>
                <a:lnTo>
                  <a:pt x="3386" y="246"/>
                </a:lnTo>
                <a:lnTo>
                  <a:pt x="3492" y="317"/>
                </a:lnTo>
                <a:lnTo>
                  <a:pt x="3527" y="423"/>
                </a:lnTo>
                <a:lnTo>
                  <a:pt x="3633" y="458"/>
                </a:lnTo>
                <a:lnTo>
                  <a:pt x="3739" y="564"/>
                </a:lnTo>
                <a:lnTo>
                  <a:pt x="3845" y="634"/>
                </a:lnTo>
                <a:lnTo>
                  <a:pt x="3951" y="670"/>
                </a:lnTo>
                <a:lnTo>
                  <a:pt x="4092" y="564"/>
                </a:lnTo>
                <a:lnTo>
                  <a:pt x="4233" y="458"/>
                </a:lnTo>
                <a:lnTo>
                  <a:pt x="4339" y="388"/>
                </a:lnTo>
                <a:lnTo>
                  <a:pt x="4515" y="388"/>
                </a:lnTo>
                <a:lnTo>
                  <a:pt x="4656" y="317"/>
                </a:lnTo>
                <a:lnTo>
                  <a:pt x="4762" y="317"/>
                </a:lnTo>
                <a:lnTo>
                  <a:pt x="4868" y="317"/>
                </a:lnTo>
                <a:lnTo>
                  <a:pt x="5009" y="388"/>
                </a:lnTo>
                <a:lnTo>
                  <a:pt x="5115" y="352"/>
                </a:lnTo>
                <a:lnTo>
                  <a:pt x="5221" y="458"/>
                </a:lnTo>
                <a:lnTo>
                  <a:pt x="5326" y="529"/>
                </a:lnTo>
                <a:lnTo>
                  <a:pt x="5432" y="529"/>
                </a:lnTo>
                <a:lnTo>
                  <a:pt x="5538" y="599"/>
                </a:lnTo>
                <a:lnTo>
                  <a:pt x="5644" y="634"/>
                </a:lnTo>
                <a:lnTo>
                  <a:pt x="5785" y="670"/>
                </a:lnTo>
                <a:lnTo>
                  <a:pt x="5891" y="705"/>
                </a:lnTo>
                <a:lnTo>
                  <a:pt x="6032" y="740"/>
                </a:lnTo>
                <a:lnTo>
                  <a:pt x="6138" y="705"/>
                </a:lnTo>
                <a:lnTo>
                  <a:pt x="6244" y="634"/>
                </a:lnTo>
                <a:lnTo>
                  <a:pt x="6350" y="564"/>
                </a:lnTo>
                <a:lnTo>
                  <a:pt x="6385" y="458"/>
                </a:lnTo>
                <a:lnTo>
                  <a:pt x="6491" y="388"/>
                </a:lnTo>
                <a:lnTo>
                  <a:pt x="6632" y="317"/>
                </a:lnTo>
                <a:lnTo>
                  <a:pt x="6773" y="282"/>
                </a:lnTo>
                <a:lnTo>
                  <a:pt x="6879" y="246"/>
                </a:lnTo>
                <a:lnTo>
                  <a:pt x="6985" y="211"/>
                </a:lnTo>
                <a:lnTo>
                  <a:pt x="7090" y="176"/>
                </a:lnTo>
                <a:lnTo>
                  <a:pt x="7196" y="176"/>
                </a:lnTo>
                <a:lnTo>
                  <a:pt x="7267" y="282"/>
                </a:lnTo>
                <a:lnTo>
                  <a:pt x="7337" y="388"/>
                </a:lnTo>
                <a:lnTo>
                  <a:pt x="7478" y="458"/>
                </a:lnTo>
                <a:lnTo>
                  <a:pt x="7584" y="529"/>
                </a:lnTo>
                <a:lnTo>
                  <a:pt x="7725" y="458"/>
                </a:lnTo>
                <a:lnTo>
                  <a:pt x="7831" y="458"/>
                </a:lnTo>
                <a:lnTo>
                  <a:pt x="7938" y="423"/>
                </a:lnTo>
                <a:lnTo>
                  <a:pt x="8044" y="423"/>
                </a:lnTo>
                <a:lnTo>
                  <a:pt x="8185" y="352"/>
                </a:lnTo>
                <a:lnTo>
                  <a:pt x="8291" y="317"/>
                </a:lnTo>
                <a:lnTo>
                  <a:pt x="8397" y="246"/>
                </a:lnTo>
                <a:lnTo>
                  <a:pt x="8573" y="246"/>
                </a:lnTo>
                <a:lnTo>
                  <a:pt x="8714" y="176"/>
                </a:lnTo>
                <a:lnTo>
                  <a:pt x="8855" y="105"/>
                </a:lnTo>
                <a:lnTo>
                  <a:pt x="8961" y="35"/>
                </a:lnTo>
                <a:lnTo>
                  <a:pt x="9102" y="105"/>
                </a:lnTo>
                <a:lnTo>
                  <a:pt x="9208" y="176"/>
                </a:lnTo>
                <a:lnTo>
                  <a:pt x="9314" y="105"/>
                </a:lnTo>
                <a:lnTo>
                  <a:pt x="9455" y="35"/>
                </a:lnTo>
                <a:lnTo>
                  <a:pt x="9561" y="70"/>
                </a:lnTo>
                <a:lnTo>
                  <a:pt x="9702" y="141"/>
                </a:lnTo>
                <a:lnTo>
                  <a:pt x="9808" y="141"/>
                </a:lnTo>
                <a:lnTo>
                  <a:pt x="9878" y="35"/>
                </a:lnTo>
                <a:lnTo>
                  <a:pt x="9984" y="35"/>
                </a:lnTo>
                <a:lnTo>
                  <a:pt x="10090" y="35"/>
                </a:lnTo>
                <a:lnTo>
                  <a:pt x="10196" y="35"/>
                </a:lnTo>
                <a:lnTo>
                  <a:pt x="10302" y="35"/>
                </a:lnTo>
                <a:lnTo>
                  <a:pt x="10407" y="0"/>
                </a:lnTo>
                <a:lnTo>
                  <a:pt x="10584" y="35"/>
                </a:lnTo>
                <a:lnTo>
                  <a:pt x="10690" y="35"/>
                </a:lnTo>
                <a:lnTo>
                  <a:pt x="10831" y="105"/>
                </a:lnTo>
                <a:lnTo>
                  <a:pt x="10937" y="105"/>
                </a:lnTo>
                <a:lnTo>
                  <a:pt x="11042" y="105"/>
                </a:lnTo>
                <a:lnTo>
                  <a:pt x="11148" y="141"/>
                </a:lnTo>
                <a:lnTo>
                  <a:pt x="11289" y="176"/>
                </a:lnTo>
                <a:lnTo>
                  <a:pt x="11395" y="176"/>
                </a:lnTo>
                <a:lnTo>
                  <a:pt x="11501" y="211"/>
                </a:lnTo>
                <a:lnTo>
                  <a:pt x="11677" y="317"/>
                </a:lnTo>
                <a:lnTo>
                  <a:pt x="11854" y="458"/>
                </a:lnTo>
                <a:lnTo>
                  <a:pt x="11960" y="458"/>
                </a:lnTo>
                <a:lnTo>
                  <a:pt x="12066" y="458"/>
                </a:lnTo>
                <a:lnTo>
                  <a:pt x="12171" y="423"/>
                </a:lnTo>
                <a:lnTo>
                  <a:pt x="12277" y="388"/>
                </a:lnTo>
                <a:lnTo>
                  <a:pt x="12418" y="352"/>
                </a:lnTo>
                <a:lnTo>
                  <a:pt x="12524" y="317"/>
                </a:lnTo>
                <a:lnTo>
                  <a:pt x="12595" y="211"/>
                </a:lnTo>
                <a:lnTo>
                  <a:pt x="12701" y="176"/>
                </a:lnTo>
                <a:lnTo>
                  <a:pt x="12806" y="105"/>
                </a:lnTo>
                <a:lnTo>
                  <a:pt x="12947" y="105"/>
                </a:lnTo>
                <a:lnTo>
                  <a:pt x="13089" y="246"/>
                </a:lnTo>
                <a:lnTo>
                  <a:pt x="13124" y="388"/>
                </a:lnTo>
                <a:lnTo>
                  <a:pt x="13265" y="282"/>
                </a:lnTo>
                <a:lnTo>
                  <a:pt x="13371" y="246"/>
                </a:lnTo>
                <a:lnTo>
                  <a:pt x="13477" y="246"/>
                </a:lnTo>
                <a:lnTo>
                  <a:pt x="13582" y="282"/>
                </a:lnTo>
                <a:lnTo>
                  <a:pt x="13688" y="246"/>
                </a:lnTo>
                <a:lnTo>
                  <a:pt x="13794" y="211"/>
                </a:lnTo>
                <a:lnTo>
                  <a:pt x="13935" y="317"/>
                </a:lnTo>
                <a:lnTo>
                  <a:pt x="14041" y="388"/>
                </a:lnTo>
                <a:lnTo>
                  <a:pt x="14147" y="317"/>
                </a:lnTo>
                <a:lnTo>
                  <a:pt x="14253" y="317"/>
                </a:lnTo>
                <a:lnTo>
                  <a:pt x="14359" y="423"/>
                </a:lnTo>
                <a:lnTo>
                  <a:pt x="14464" y="317"/>
                </a:lnTo>
                <a:lnTo>
                  <a:pt x="14606" y="317"/>
                </a:lnTo>
                <a:lnTo>
                  <a:pt x="14711" y="388"/>
                </a:lnTo>
                <a:lnTo>
                  <a:pt x="14817" y="388"/>
                </a:lnTo>
                <a:lnTo>
                  <a:pt x="14923" y="282"/>
                </a:lnTo>
                <a:lnTo>
                  <a:pt x="15029" y="211"/>
                </a:lnTo>
                <a:lnTo>
                  <a:pt x="15135" y="176"/>
                </a:lnTo>
                <a:lnTo>
                  <a:pt x="15241" y="211"/>
                </a:lnTo>
                <a:lnTo>
                  <a:pt x="15346" y="176"/>
                </a:lnTo>
                <a:lnTo>
                  <a:pt x="15452" y="105"/>
                </a:lnTo>
                <a:lnTo>
                  <a:pt x="15558" y="35"/>
                </a:lnTo>
                <a:lnTo>
                  <a:pt x="15664" y="0"/>
                </a:lnTo>
                <a:lnTo>
                  <a:pt x="15664" y="2964"/>
                </a:lnTo>
                <a:lnTo>
                  <a:pt x="15664" y="2964"/>
                </a:lnTo>
                <a:lnTo>
                  <a:pt x="15558" y="2929"/>
                </a:lnTo>
                <a:lnTo>
                  <a:pt x="15452" y="2823"/>
                </a:lnTo>
                <a:lnTo>
                  <a:pt x="15346" y="2717"/>
                </a:lnTo>
                <a:lnTo>
                  <a:pt x="15276" y="2611"/>
                </a:lnTo>
                <a:lnTo>
                  <a:pt x="15241" y="2505"/>
                </a:lnTo>
                <a:lnTo>
                  <a:pt x="15205" y="2399"/>
                </a:lnTo>
                <a:lnTo>
                  <a:pt x="15099" y="2258"/>
                </a:lnTo>
                <a:lnTo>
                  <a:pt x="15064" y="2152"/>
                </a:lnTo>
                <a:lnTo>
                  <a:pt x="14958" y="2082"/>
                </a:lnTo>
                <a:lnTo>
                  <a:pt x="14958" y="1976"/>
                </a:lnTo>
                <a:lnTo>
                  <a:pt x="14888" y="1870"/>
                </a:lnTo>
                <a:lnTo>
                  <a:pt x="14817" y="1764"/>
                </a:lnTo>
                <a:lnTo>
                  <a:pt x="14747" y="1659"/>
                </a:lnTo>
                <a:lnTo>
                  <a:pt x="14641" y="1553"/>
                </a:lnTo>
                <a:lnTo>
                  <a:pt x="14535" y="1446"/>
                </a:lnTo>
                <a:lnTo>
                  <a:pt x="14535" y="1340"/>
                </a:lnTo>
                <a:lnTo>
                  <a:pt x="14464" y="1234"/>
                </a:lnTo>
                <a:lnTo>
                  <a:pt x="14394" y="1128"/>
                </a:lnTo>
                <a:lnTo>
                  <a:pt x="14359" y="1234"/>
                </a:lnTo>
                <a:lnTo>
                  <a:pt x="14288" y="1375"/>
                </a:lnTo>
                <a:lnTo>
                  <a:pt x="14253" y="1481"/>
                </a:lnTo>
                <a:lnTo>
                  <a:pt x="14253" y="1588"/>
                </a:lnTo>
                <a:lnTo>
                  <a:pt x="14253" y="1694"/>
                </a:lnTo>
                <a:lnTo>
                  <a:pt x="14253" y="1800"/>
                </a:lnTo>
                <a:lnTo>
                  <a:pt x="14217" y="1905"/>
                </a:lnTo>
                <a:lnTo>
                  <a:pt x="14182" y="2011"/>
                </a:lnTo>
                <a:lnTo>
                  <a:pt x="14041" y="1870"/>
                </a:lnTo>
                <a:lnTo>
                  <a:pt x="13935" y="1729"/>
                </a:lnTo>
                <a:lnTo>
                  <a:pt x="13829" y="1588"/>
                </a:lnTo>
                <a:lnTo>
                  <a:pt x="13688" y="1481"/>
                </a:lnTo>
                <a:lnTo>
                  <a:pt x="13582" y="1375"/>
                </a:lnTo>
                <a:lnTo>
                  <a:pt x="13477" y="1269"/>
                </a:lnTo>
                <a:lnTo>
                  <a:pt x="13406" y="1164"/>
                </a:lnTo>
                <a:lnTo>
                  <a:pt x="13300" y="1093"/>
                </a:lnTo>
                <a:lnTo>
                  <a:pt x="13230" y="987"/>
                </a:lnTo>
                <a:lnTo>
                  <a:pt x="13124" y="1093"/>
                </a:lnTo>
                <a:lnTo>
                  <a:pt x="13089" y="1234"/>
                </a:lnTo>
                <a:lnTo>
                  <a:pt x="13018" y="1340"/>
                </a:lnTo>
                <a:lnTo>
                  <a:pt x="12912" y="1340"/>
                </a:lnTo>
                <a:lnTo>
                  <a:pt x="12771" y="1234"/>
                </a:lnTo>
                <a:lnTo>
                  <a:pt x="12665" y="1234"/>
                </a:lnTo>
                <a:lnTo>
                  <a:pt x="12559" y="1164"/>
                </a:lnTo>
                <a:lnTo>
                  <a:pt x="12524" y="1305"/>
                </a:lnTo>
                <a:lnTo>
                  <a:pt x="12418" y="1446"/>
                </a:lnTo>
                <a:lnTo>
                  <a:pt x="12383" y="1340"/>
                </a:lnTo>
                <a:lnTo>
                  <a:pt x="12312" y="1234"/>
                </a:lnTo>
                <a:lnTo>
                  <a:pt x="12242" y="1128"/>
                </a:lnTo>
                <a:lnTo>
                  <a:pt x="12136" y="1093"/>
                </a:lnTo>
                <a:lnTo>
                  <a:pt x="11995" y="1023"/>
                </a:lnTo>
                <a:lnTo>
                  <a:pt x="11854" y="987"/>
                </a:lnTo>
                <a:lnTo>
                  <a:pt x="11748" y="952"/>
                </a:lnTo>
                <a:lnTo>
                  <a:pt x="11642" y="881"/>
                </a:lnTo>
                <a:lnTo>
                  <a:pt x="11501" y="811"/>
                </a:lnTo>
                <a:lnTo>
                  <a:pt x="11431" y="705"/>
                </a:lnTo>
                <a:lnTo>
                  <a:pt x="11325" y="705"/>
                </a:lnTo>
                <a:lnTo>
                  <a:pt x="11219" y="740"/>
                </a:lnTo>
                <a:lnTo>
                  <a:pt x="11113" y="811"/>
                </a:lnTo>
                <a:lnTo>
                  <a:pt x="11078" y="705"/>
                </a:lnTo>
                <a:lnTo>
                  <a:pt x="11007" y="599"/>
                </a:lnTo>
                <a:lnTo>
                  <a:pt x="10901" y="529"/>
                </a:lnTo>
                <a:lnTo>
                  <a:pt x="10796" y="458"/>
                </a:lnTo>
                <a:lnTo>
                  <a:pt x="10654" y="564"/>
                </a:lnTo>
                <a:lnTo>
                  <a:pt x="10584" y="670"/>
                </a:lnTo>
                <a:lnTo>
                  <a:pt x="10513" y="776"/>
                </a:lnTo>
                <a:lnTo>
                  <a:pt x="10407" y="846"/>
                </a:lnTo>
                <a:lnTo>
                  <a:pt x="10302" y="811"/>
                </a:lnTo>
                <a:lnTo>
                  <a:pt x="10196" y="740"/>
                </a:lnTo>
                <a:lnTo>
                  <a:pt x="10090" y="740"/>
                </a:lnTo>
                <a:lnTo>
                  <a:pt x="10019" y="846"/>
                </a:lnTo>
                <a:lnTo>
                  <a:pt x="9914" y="811"/>
                </a:lnTo>
                <a:lnTo>
                  <a:pt x="9737" y="705"/>
                </a:lnTo>
                <a:lnTo>
                  <a:pt x="9596" y="705"/>
                </a:lnTo>
                <a:lnTo>
                  <a:pt x="9455" y="776"/>
                </a:lnTo>
                <a:lnTo>
                  <a:pt x="9314" y="881"/>
                </a:lnTo>
                <a:lnTo>
                  <a:pt x="9208" y="917"/>
                </a:lnTo>
                <a:lnTo>
                  <a:pt x="9102" y="987"/>
                </a:lnTo>
                <a:lnTo>
                  <a:pt x="8996" y="1023"/>
                </a:lnTo>
                <a:lnTo>
                  <a:pt x="8891" y="1093"/>
                </a:lnTo>
                <a:lnTo>
                  <a:pt x="8749" y="1164"/>
                </a:lnTo>
                <a:lnTo>
                  <a:pt x="8608" y="1093"/>
                </a:lnTo>
                <a:lnTo>
                  <a:pt x="8467" y="987"/>
                </a:lnTo>
                <a:lnTo>
                  <a:pt x="8326" y="917"/>
                </a:lnTo>
                <a:lnTo>
                  <a:pt x="8220" y="811"/>
                </a:lnTo>
                <a:lnTo>
                  <a:pt x="8114" y="740"/>
                </a:lnTo>
                <a:lnTo>
                  <a:pt x="8044" y="881"/>
                </a:lnTo>
                <a:lnTo>
                  <a:pt x="7938" y="952"/>
                </a:lnTo>
                <a:lnTo>
                  <a:pt x="7761" y="917"/>
                </a:lnTo>
                <a:lnTo>
                  <a:pt x="7655" y="881"/>
                </a:lnTo>
                <a:lnTo>
                  <a:pt x="7549" y="952"/>
                </a:lnTo>
                <a:lnTo>
                  <a:pt x="7443" y="881"/>
                </a:lnTo>
                <a:lnTo>
                  <a:pt x="7373" y="987"/>
                </a:lnTo>
                <a:lnTo>
                  <a:pt x="7302" y="1093"/>
                </a:lnTo>
                <a:lnTo>
                  <a:pt x="7196" y="1058"/>
                </a:lnTo>
                <a:lnTo>
                  <a:pt x="7090" y="1128"/>
                </a:lnTo>
                <a:lnTo>
                  <a:pt x="6914" y="1093"/>
                </a:lnTo>
                <a:lnTo>
                  <a:pt x="6879" y="987"/>
                </a:lnTo>
                <a:lnTo>
                  <a:pt x="6773" y="881"/>
                </a:lnTo>
                <a:lnTo>
                  <a:pt x="6632" y="987"/>
                </a:lnTo>
                <a:lnTo>
                  <a:pt x="6526" y="1093"/>
                </a:lnTo>
                <a:lnTo>
                  <a:pt x="6385" y="1199"/>
                </a:lnTo>
                <a:lnTo>
                  <a:pt x="6279" y="1269"/>
                </a:lnTo>
                <a:lnTo>
                  <a:pt x="6173" y="1305"/>
                </a:lnTo>
                <a:lnTo>
                  <a:pt x="6067" y="1340"/>
                </a:lnTo>
                <a:lnTo>
                  <a:pt x="5961" y="1375"/>
                </a:lnTo>
                <a:lnTo>
                  <a:pt x="5856" y="1375"/>
                </a:lnTo>
                <a:lnTo>
                  <a:pt x="5750" y="1446"/>
                </a:lnTo>
                <a:lnTo>
                  <a:pt x="5644" y="1411"/>
                </a:lnTo>
                <a:lnTo>
                  <a:pt x="5503" y="1375"/>
                </a:lnTo>
                <a:lnTo>
                  <a:pt x="5397" y="1305"/>
                </a:lnTo>
                <a:lnTo>
                  <a:pt x="5291" y="1269"/>
                </a:lnTo>
                <a:lnTo>
                  <a:pt x="5150" y="1164"/>
                </a:lnTo>
                <a:lnTo>
                  <a:pt x="5044" y="1093"/>
                </a:lnTo>
                <a:lnTo>
                  <a:pt x="4903" y="952"/>
                </a:lnTo>
                <a:lnTo>
                  <a:pt x="4797" y="881"/>
                </a:lnTo>
                <a:lnTo>
                  <a:pt x="4691" y="846"/>
                </a:lnTo>
                <a:lnTo>
                  <a:pt x="4586" y="811"/>
                </a:lnTo>
                <a:lnTo>
                  <a:pt x="4480" y="846"/>
                </a:lnTo>
                <a:lnTo>
                  <a:pt x="4374" y="917"/>
                </a:lnTo>
                <a:lnTo>
                  <a:pt x="4339" y="1023"/>
                </a:lnTo>
                <a:lnTo>
                  <a:pt x="4233" y="1058"/>
                </a:lnTo>
                <a:lnTo>
                  <a:pt x="4092" y="1023"/>
                </a:lnTo>
                <a:lnTo>
                  <a:pt x="3951" y="987"/>
                </a:lnTo>
                <a:lnTo>
                  <a:pt x="3810" y="917"/>
                </a:lnTo>
                <a:lnTo>
                  <a:pt x="3668" y="846"/>
                </a:lnTo>
                <a:lnTo>
                  <a:pt x="3527" y="846"/>
                </a:lnTo>
                <a:lnTo>
                  <a:pt x="3421" y="740"/>
                </a:lnTo>
                <a:lnTo>
                  <a:pt x="3316" y="740"/>
                </a:lnTo>
                <a:lnTo>
                  <a:pt x="3245" y="846"/>
                </a:lnTo>
                <a:lnTo>
                  <a:pt x="3175" y="952"/>
                </a:lnTo>
                <a:lnTo>
                  <a:pt x="3069" y="987"/>
                </a:lnTo>
                <a:lnTo>
                  <a:pt x="2963" y="987"/>
                </a:lnTo>
                <a:lnTo>
                  <a:pt x="2822" y="952"/>
                </a:lnTo>
                <a:lnTo>
                  <a:pt x="2716" y="952"/>
                </a:lnTo>
                <a:lnTo>
                  <a:pt x="2610" y="987"/>
                </a:lnTo>
                <a:lnTo>
                  <a:pt x="2504" y="1093"/>
                </a:lnTo>
                <a:lnTo>
                  <a:pt x="2398" y="1093"/>
                </a:lnTo>
                <a:lnTo>
                  <a:pt x="2257" y="1128"/>
                </a:lnTo>
                <a:lnTo>
                  <a:pt x="2116" y="1164"/>
                </a:lnTo>
                <a:lnTo>
                  <a:pt x="2010" y="1093"/>
                </a:lnTo>
                <a:lnTo>
                  <a:pt x="1905" y="1093"/>
                </a:lnTo>
                <a:lnTo>
                  <a:pt x="1799" y="1164"/>
                </a:lnTo>
                <a:lnTo>
                  <a:pt x="1693" y="1164"/>
                </a:lnTo>
                <a:lnTo>
                  <a:pt x="1552" y="1164"/>
                </a:lnTo>
                <a:lnTo>
                  <a:pt x="1411" y="1234"/>
                </a:lnTo>
                <a:lnTo>
                  <a:pt x="1305" y="1269"/>
                </a:lnTo>
                <a:lnTo>
                  <a:pt x="1164" y="1234"/>
                </a:lnTo>
                <a:lnTo>
                  <a:pt x="1058" y="1305"/>
                </a:lnTo>
                <a:lnTo>
                  <a:pt x="952" y="1340"/>
                </a:lnTo>
                <a:lnTo>
                  <a:pt x="846" y="1411"/>
                </a:lnTo>
                <a:lnTo>
                  <a:pt x="811" y="1517"/>
                </a:lnTo>
                <a:lnTo>
                  <a:pt x="705" y="1553"/>
                </a:lnTo>
                <a:lnTo>
                  <a:pt x="670" y="1659"/>
                </a:lnTo>
                <a:lnTo>
                  <a:pt x="564" y="1694"/>
                </a:lnTo>
                <a:lnTo>
                  <a:pt x="458" y="1694"/>
                </a:lnTo>
                <a:lnTo>
                  <a:pt x="352" y="1729"/>
                </a:lnTo>
                <a:lnTo>
                  <a:pt x="246" y="1764"/>
                </a:lnTo>
                <a:lnTo>
                  <a:pt x="141" y="1800"/>
                </a:lnTo>
                <a:lnTo>
                  <a:pt x="35" y="1870"/>
                </a:lnTo>
                <a:lnTo>
                  <a:pt x="0" y="70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1409760" y="4800600"/>
            <a:ext cx="5524920" cy="622800"/>
          </a:xfrm>
          <a:custGeom>
            <a:avLst/>
            <a:gdLst/>
            <a:ahLst/>
            <a:rect l="0" t="0" r="r" b="b"/>
            <a:pathLst>
              <a:path w="15347" h="1730">
                <a:moveTo>
                  <a:pt x="0" y="918"/>
                </a:moveTo>
                <a:lnTo>
                  <a:pt x="141" y="882"/>
                </a:lnTo>
                <a:lnTo>
                  <a:pt x="246" y="812"/>
                </a:lnTo>
                <a:lnTo>
                  <a:pt x="352" y="777"/>
                </a:lnTo>
                <a:lnTo>
                  <a:pt x="458" y="741"/>
                </a:lnTo>
                <a:lnTo>
                  <a:pt x="564" y="636"/>
                </a:lnTo>
                <a:lnTo>
                  <a:pt x="599" y="530"/>
                </a:lnTo>
                <a:lnTo>
                  <a:pt x="705" y="459"/>
                </a:lnTo>
                <a:lnTo>
                  <a:pt x="740" y="352"/>
                </a:lnTo>
                <a:lnTo>
                  <a:pt x="811" y="246"/>
                </a:lnTo>
                <a:lnTo>
                  <a:pt x="917" y="246"/>
                </a:lnTo>
                <a:lnTo>
                  <a:pt x="1023" y="282"/>
                </a:lnTo>
                <a:lnTo>
                  <a:pt x="1128" y="317"/>
                </a:lnTo>
                <a:lnTo>
                  <a:pt x="1199" y="423"/>
                </a:lnTo>
                <a:lnTo>
                  <a:pt x="1305" y="530"/>
                </a:lnTo>
                <a:lnTo>
                  <a:pt x="1340" y="636"/>
                </a:lnTo>
                <a:lnTo>
                  <a:pt x="1446" y="600"/>
                </a:lnTo>
                <a:lnTo>
                  <a:pt x="1516" y="494"/>
                </a:lnTo>
                <a:lnTo>
                  <a:pt x="1622" y="459"/>
                </a:lnTo>
                <a:lnTo>
                  <a:pt x="1728" y="530"/>
                </a:lnTo>
                <a:lnTo>
                  <a:pt x="1728" y="636"/>
                </a:lnTo>
                <a:lnTo>
                  <a:pt x="1869" y="777"/>
                </a:lnTo>
                <a:lnTo>
                  <a:pt x="1940" y="882"/>
                </a:lnTo>
                <a:lnTo>
                  <a:pt x="2046" y="847"/>
                </a:lnTo>
                <a:lnTo>
                  <a:pt x="2151" y="847"/>
                </a:lnTo>
                <a:lnTo>
                  <a:pt x="2293" y="882"/>
                </a:lnTo>
                <a:lnTo>
                  <a:pt x="2398" y="882"/>
                </a:lnTo>
                <a:lnTo>
                  <a:pt x="2504" y="882"/>
                </a:lnTo>
                <a:lnTo>
                  <a:pt x="2645" y="812"/>
                </a:lnTo>
                <a:lnTo>
                  <a:pt x="2751" y="741"/>
                </a:lnTo>
                <a:lnTo>
                  <a:pt x="2857" y="847"/>
                </a:lnTo>
                <a:lnTo>
                  <a:pt x="2963" y="882"/>
                </a:lnTo>
                <a:lnTo>
                  <a:pt x="3069" y="882"/>
                </a:lnTo>
                <a:lnTo>
                  <a:pt x="3210" y="882"/>
                </a:lnTo>
                <a:lnTo>
                  <a:pt x="3386" y="882"/>
                </a:lnTo>
                <a:lnTo>
                  <a:pt x="3492" y="882"/>
                </a:lnTo>
                <a:lnTo>
                  <a:pt x="3633" y="918"/>
                </a:lnTo>
                <a:lnTo>
                  <a:pt x="3739" y="918"/>
                </a:lnTo>
                <a:lnTo>
                  <a:pt x="3846" y="918"/>
                </a:lnTo>
                <a:lnTo>
                  <a:pt x="3952" y="918"/>
                </a:lnTo>
                <a:lnTo>
                  <a:pt x="3987" y="812"/>
                </a:lnTo>
                <a:lnTo>
                  <a:pt x="4093" y="741"/>
                </a:lnTo>
                <a:lnTo>
                  <a:pt x="4199" y="636"/>
                </a:lnTo>
                <a:lnTo>
                  <a:pt x="4304" y="600"/>
                </a:lnTo>
                <a:lnTo>
                  <a:pt x="4410" y="530"/>
                </a:lnTo>
                <a:lnTo>
                  <a:pt x="4516" y="459"/>
                </a:lnTo>
                <a:lnTo>
                  <a:pt x="4657" y="530"/>
                </a:lnTo>
                <a:lnTo>
                  <a:pt x="4728" y="636"/>
                </a:lnTo>
                <a:lnTo>
                  <a:pt x="4834" y="741"/>
                </a:lnTo>
                <a:lnTo>
                  <a:pt x="4939" y="777"/>
                </a:lnTo>
                <a:lnTo>
                  <a:pt x="5045" y="812"/>
                </a:lnTo>
                <a:lnTo>
                  <a:pt x="5151" y="882"/>
                </a:lnTo>
                <a:lnTo>
                  <a:pt x="5257" y="918"/>
                </a:lnTo>
                <a:lnTo>
                  <a:pt x="5398" y="988"/>
                </a:lnTo>
                <a:lnTo>
                  <a:pt x="5504" y="1024"/>
                </a:lnTo>
                <a:lnTo>
                  <a:pt x="5610" y="1024"/>
                </a:lnTo>
                <a:lnTo>
                  <a:pt x="5680" y="918"/>
                </a:lnTo>
                <a:lnTo>
                  <a:pt x="5751" y="352"/>
                </a:lnTo>
                <a:lnTo>
                  <a:pt x="5892" y="1129"/>
                </a:lnTo>
                <a:lnTo>
                  <a:pt x="5998" y="1059"/>
                </a:lnTo>
                <a:lnTo>
                  <a:pt x="6104" y="1059"/>
                </a:lnTo>
                <a:lnTo>
                  <a:pt x="6209" y="1024"/>
                </a:lnTo>
                <a:lnTo>
                  <a:pt x="6315" y="988"/>
                </a:lnTo>
                <a:lnTo>
                  <a:pt x="6421" y="882"/>
                </a:lnTo>
                <a:lnTo>
                  <a:pt x="6562" y="812"/>
                </a:lnTo>
                <a:lnTo>
                  <a:pt x="6668" y="777"/>
                </a:lnTo>
                <a:lnTo>
                  <a:pt x="6703" y="882"/>
                </a:lnTo>
                <a:lnTo>
                  <a:pt x="6809" y="918"/>
                </a:lnTo>
                <a:lnTo>
                  <a:pt x="6880" y="1024"/>
                </a:lnTo>
                <a:lnTo>
                  <a:pt x="6986" y="1094"/>
                </a:lnTo>
                <a:lnTo>
                  <a:pt x="7091" y="1059"/>
                </a:lnTo>
                <a:lnTo>
                  <a:pt x="7232" y="953"/>
                </a:lnTo>
                <a:lnTo>
                  <a:pt x="7338" y="918"/>
                </a:lnTo>
                <a:lnTo>
                  <a:pt x="7444" y="882"/>
                </a:lnTo>
                <a:lnTo>
                  <a:pt x="7550" y="882"/>
                </a:lnTo>
                <a:lnTo>
                  <a:pt x="7656" y="777"/>
                </a:lnTo>
                <a:lnTo>
                  <a:pt x="7797" y="706"/>
                </a:lnTo>
                <a:lnTo>
                  <a:pt x="7903" y="777"/>
                </a:lnTo>
                <a:lnTo>
                  <a:pt x="8009" y="741"/>
                </a:lnTo>
                <a:lnTo>
                  <a:pt x="8114" y="706"/>
                </a:lnTo>
                <a:lnTo>
                  <a:pt x="8220" y="636"/>
                </a:lnTo>
                <a:lnTo>
                  <a:pt x="8326" y="565"/>
                </a:lnTo>
                <a:lnTo>
                  <a:pt x="8432" y="494"/>
                </a:lnTo>
                <a:lnTo>
                  <a:pt x="8538" y="494"/>
                </a:lnTo>
                <a:lnTo>
                  <a:pt x="8644" y="494"/>
                </a:lnTo>
                <a:lnTo>
                  <a:pt x="8714" y="600"/>
                </a:lnTo>
                <a:lnTo>
                  <a:pt x="8855" y="671"/>
                </a:lnTo>
                <a:lnTo>
                  <a:pt x="8996" y="741"/>
                </a:lnTo>
                <a:lnTo>
                  <a:pt x="9102" y="777"/>
                </a:lnTo>
                <a:lnTo>
                  <a:pt x="9208" y="812"/>
                </a:lnTo>
                <a:lnTo>
                  <a:pt x="9314" y="882"/>
                </a:lnTo>
                <a:lnTo>
                  <a:pt x="9455" y="882"/>
                </a:lnTo>
                <a:lnTo>
                  <a:pt x="9561" y="812"/>
                </a:lnTo>
                <a:lnTo>
                  <a:pt x="9667" y="741"/>
                </a:lnTo>
                <a:lnTo>
                  <a:pt x="9772" y="812"/>
                </a:lnTo>
                <a:lnTo>
                  <a:pt x="9878" y="882"/>
                </a:lnTo>
                <a:lnTo>
                  <a:pt x="9949" y="777"/>
                </a:lnTo>
                <a:lnTo>
                  <a:pt x="10055" y="777"/>
                </a:lnTo>
                <a:lnTo>
                  <a:pt x="10161" y="741"/>
                </a:lnTo>
                <a:lnTo>
                  <a:pt x="10266" y="671"/>
                </a:lnTo>
                <a:lnTo>
                  <a:pt x="10407" y="671"/>
                </a:lnTo>
                <a:lnTo>
                  <a:pt x="10549" y="777"/>
                </a:lnTo>
                <a:lnTo>
                  <a:pt x="10654" y="812"/>
                </a:lnTo>
                <a:lnTo>
                  <a:pt x="10760" y="777"/>
                </a:lnTo>
                <a:lnTo>
                  <a:pt x="10972" y="636"/>
                </a:lnTo>
                <a:lnTo>
                  <a:pt x="11113" y="636"/>
                </a:lnTo>
                <a:lnTo>
                  <a:pt x="11254" y="636"/>
                </a:lnTo>
                <a:lnTo>
                  <a:pt x="11325" y="530"/>
                </a:lnTo>
                <a:lnTo>
                  <a:pt x="11431" y="459"/>
                </a:lnTo>
                <a:lnTo>
                  <a:pt x="11537" y="530"/>
                </a:lnTo>
                <a:lnTo>
                  <a:pt x="11573" y="636"/>
                </a:lnTo>
                <a:lnTo>
                  <a:pt x="11608" y="741"/>
                </a:lnTo>
                <a:lnTo>
                  <a:pt x="11714" y="741"/>
                </a:lnTo>
                <a:lnTo>
                  <a:pt x="11820" y="777"/>
                </a:lnTo>
                <a:lnTo>
                  <a:pt x="11925" y="0"/>
                </a:lnTo>
                <a:lnTo>
                  <a:pt x="11961" y="777"/>
                </a:lnTo>
                <a:lnTo>
                  <a:pt x="12067" y="777"/>
                </a:lnTo>
                <a:lnTo>
                  <a:pt x="12172" y="777"/>
                </a:lnTo>
                <a:lnTo>
                  <a:pt x="12313" y="847"/>
                </a:lnTo>
                <a:lnTo>
                  <a:pt x="12419" y="918"/>
                </a:lnTo>
                <a:lnTo>
                  <a:pt x="12525" y="953"/>
                </a:lnTo>
                <a:lnTo>
                  <a:pt x="12631" y="988"/>
                </a:lnTo>
                <a:lnTo>
                  <a:pt x="12737" y="988"/>
                </a:lnTo>
                <a:lnTo>
                  <a:pt x="12843" y="988"/>
                </a:lnTo>
                <a:lnTo>
                  <a:pt x="12948" y="953"/>
                </a:lnTo>
                <a:lnTo>
                  <a:pt x="13054" y="953"/>
                </a:lnTo>
                <a:lnTo>
                  <a:pt x="13160" y="1024"/>
                </a:lnTo>
                <a:lnTo>
                  <a:pt x="13301" y="1094"/>
                </a:lnTo>
                <a:lnTo>
                  <a:pt x="13407" y="1059"/>
                </a:lnTo>
                <a:lnTo>
                  <a:pt x="13513" y="1024"/>
                </a:lnTo>
                <a:lnTo>
                  <a:pt x="13654" y="1024"/>
                </a:lnTo>
                <a:lnTo>
                  <a:pt x="13760" y="953"/>
                </a:lnTo>
                <a:lnTo>
                  <a:pt x="13866" y="918"/>
                </a:lnTo>
                <a:lnTo>
                  <a:pt x="13901" y="812"/>
                </a:lnTo>
                <a:lnTo>
                  <a:pt x="14007" y="777"/>
                </a:lnTo>
                <a:lnTo>
                  <a:pt x="14148" y="777"/>
                </a:lnTo>
                <a:lnTo>
                  <a:pt x="14254" y="812"/>
                </a:lnTo>
                <a:lnTo>
                  <a:pt x="14360" y="847"/>
                </a:lnTo>
                <a:lnTo>
                  <a:pt x="14465" y="882"/>
                </a:lnTo>
                <a:lnTo>
                  <a:pt x="14571" y="918"/>
                </a:lnTo>
                <a:lnTo>
                  <a:pt x="14712" y="918"/>
                </a:lnTo>
                <a:lnTo>
                  <a:pt x="14818" y="918"/>
                </a:lnTo>
                <a:lnTo>
                  <a:pt x="14924" y="882"/>
                </a:lnTo>
                <a:lnTo>
                  <a:pt x="15030" y="882"/>
                </a:lnTo>
                <a:lnTo>
                  <a:pt x="15136" y="882"/>
                </a:lnTo>
                <a:lnTo>
                  <a:pt x="15242" y="847"/>
                </a:lnTo>
                <a:lnTo>
                  <a:pt x="15347" y="812"/>
                </a:lnTo>
                <a:lnTo>
                  <a:pt x="15347" y="1730"/>
                </a:lnTo>
                <a:lnTo>
                  <a:pt x="0" y="1730"/>
                </a:lnTo>
                <a:lnTo>
                  <a:pt x="0" y="918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 txBox="1"/>
          <p:nvPr/>
        </p:nvSpPr>
        <p:spPr>
          <a:xfrm>
            <a:off x="2197080" y="15876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IS EXTERNAL phrase.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2219400" y="5533920"/>
            <a:ext cx="4622760" cy="11937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SharedRec IS EXTERNAL.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PartA   PIC X(4).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PartB   PIC 9(5).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1346040" y="3505320"/>
            <a:ext cx="5639040" cy="1067040"/>
          </a:xfrm>
          <a:custGeom>
            <a:avLst/>
            <a:gdLst/>
            <a:ahLst/>
            <a:rect l="0" t="0" r="r" b="b"/>
            <a:pathLst>
              <a:path w="15664" h="2964">
                <a:moveTo>
                  <a:pt x="0" y="705"/>
                </a:moveTo>
                <a:lnTo>
                  <a:pt x="141" y="740"/>
                </a:lnTo>
                <a:lnTo>
                  <a:pt x="246" y="740"/>
                </a:lnTo>
                <a:lnTo>
                  <a:pt x="388" y="740"/>
                </a:lnTo>
                <a:lnTo>
                  <a:pt x="529" y="740"/>
                </a:lnTo>
                <a:lnTo>
                  <a:pt x="635" y="705"/>
                </a:lnTo>
                <a:lnTo>
                  <a:pt x="740" y="599"/>
                </a:lnTo>
                <a:lnTo>
                  <a:pt x="846" y="458"/>
                </a:lnTo>
                <a:lnTo>
                  <a:pt x="917" y="317"/>
                </a:lnTo>
                <a:lnTo>
                  <a:pt x="1128" y="458"/>
                </a:lnTo>
                <a:lnTo>
                  <a:pt x="1164" y="564"/>
                </a:lnTo>
                <a:lnTo>
                  <a:pt x="1270" y="670"/>
                </a:lnTo>
                <a:lnTo>
                  <a:pt x="1375" y="705"/>
                </a:lnTo>
                <a:lnTo>
                  <a:pt x="1481" y="670"/>
                </a:lnTo>
                <a:lnTo>
                  <a:pt x="1516" y="564"/>
                </a:lnTo>
                <a:lnTo>
                  <a:pt x="1622" y="564"/>
                </a:lnTo>
                <a:lnTo>
                  <a:pt x="1728" y="529"/>
                </a:lnTo>
                <a:lnTo>
                  <a:pt x="1834" y="458"/>
                </a:lnTo>
                <a:lnTo>
                  <a:pt x="1975" y="423"/>
                </a:lnTo>
                <a:lnTo>
                  <a:pt x="2046" y="529"/>
                </a:lnTo>
                <a:lnTo>
                  <a:pt x="2151" y="529"/>
                </a:lnTo>
                <a:lnTo>
                  <a:pt x="2257" y="493"/>
                </a:lnTo>
                <a:lnTo>
                  <a:pt x="2363" y="458"/>
                </a:lnTo>
                <a:lnTo>
                  <a:pt x="2469" y="529"/>
                </a:lnTo>
                <a:lnTo>
                  <a:pt x="2645" y="458"/>
                </a:lnTo>
                <a:lnTo>
                  <a:pt x="2786" y="423"/>
                </a:lnTo>
                <a:lnTo>
                  <a:pt x="2892" y="388"/>
                </a:lnTo>
                <a:lnTo>
                  <a:pt x="2963" y="282"/>
                </a:lnTo>
                <a:lnTo>
                  <a:pt x="3069" y="246"/>
                </a:lnTo>
                <a:lnTo>
                  <a:pt x="3175" y="211"/>
                </a:lnTo>
                <a:lnTo>
                  <a:pt x="3280" y="176"/>
                </a:lnTo>
                <a:lnTo>
                  <a:pt x="3386" y="246"/>
                </a:lnTo>
                <a:lnTo>
                  <a:pt x="3492" y="317"/>
                </a:lnTo>
                <a:lnTo>
                  <a:pt x="3527" y="423"/>
                </a:lnTo>
                <a:lnTo>
                  <a:pt x="3633" y="458"/>
                </a:lnTo>
                <a:lnTo>
                  <a:pt x="3739" y="564"/>
                </a:lnTo>
                <a:lnTo>
                  <a:pt x="3845" y="634"/>
                </a:lnTo>
                <a:lnTo>
                  <a:pt x="3951" y="670"/>
                </a:lnTo>
                <a:lnTo>
                  <a:pt x="4092" y="564"/>
                </a:lnTo>
                <a:lnTo>
                  <a:pt x="4233" y="458"/>
                </a:lnTo>
                <a:lnTo>
                  <a:pt x="4339" y="388"/>
                </a:lnTo>
                <a:lnTo>
                  <a:pt x="4515" y="388"/>
                </a:lnTo>
                <a:lnTo>
                  <a:pt x="4656" y="317"/>
                </a:lnTo>
                <a:lnTo>
                  <a:pt x="4762" y="317"/>
                </a:lnTo>
                <a:lnTo>
                  <a:pt x="4868" y="317"/>
                </a:lnTo>
                <a:lnTo>
                  <a:pt x="5009" y="388"/>
                </a:lnTo>
                <a:lnTo>
                  <a:pt x="5115" y="352"/>
                </a:lnTo>
                <a:lnTo>
                  <a:pt x="5221" y="458"/>
                </a:lnTo>
                <a:lnTo>
                  <a:pt x="5326" y="529"/>
                </a:lnTo>
                <a:lnTo>
                  <a:pt x="5432" y="529"/>
                </a:lnTo>
                <a:lnTo>
                  <a:pt x="5538" y="599"/>
                </a:lnTo>
                <a:lnTo>
                  <a:pt x="5644" y="634"/>
                </a:lnTo>
                <a:lnTo>
                  <a:pt x="5785" y="670"/>
                </a:lnTo>
                <a:lnTo>
                  <a:pt x="5891" y="705"/>
                </a:lnTo>
                <a:lnTo>
                  <a:pt x="6032" y="740"/>
                </a:lnTo>
                <a:lnTo>
                  <a:pt x="6138" y="705"/>
                </a:lnTo>
                <a:lnTo>
                  <a:pt x="6244" y="634"/>
                </a:lnTo>
                <a:lnTo>
                  <a:pt x="6350" y="564"/>
                </a:lnTo>
                <a:lnTo>
                  <a:pt x="6385" y="458"/>
                </a:lnTo>
                <a:lnTo>
                  <a:pt x="6491" y="388"/>
                </a:lnTo>
                <a:lnTo>
                  <a:pt x="6632" y="317"/>
                </a:lnTo>
                <a:lnTo>
                  <a:pt x="6773" y="282"/>
                </a:lnTo>
                <a:lnTo>
                  <a:pt x="6879" y="246"/>
                </a:lnTo>
                <a:lnTo>
                  <a:pt x="6985" y="211"/>
                </a:lnTo>
                <a:lnTo>
                  <a:pt x="7090" y="176"/>
                </a:lnTo>
                <a:lnTo>
                  <a:pt x="7196" y="176"/>
                </a:lnTo>
                <a:lnTo>
                  <a:pt x="7267" y="282"/>
                </a:lnTo>
                <a:lnTo>
                  <a:pt x="7337" y="388"/>
                </a:lnTo>
                <a:lnTo>
                  <a:pt x="7478" y="458"/>
                </a:lnTo>
                <a:lnTo>
                  <a:pt x="7584" y="529"/>
                </a:lnTo>
                <a:lnTo>
                  <a:pt x="7725" y="458"/>
                </a:lnTo>
                <a:lnTo>
                  <a:pt x="7831" y="458"/>
                </a:lnTo>
                <a:lnTo>
                  <a:pt x="7938" y="423"/>
                </a:lnTo>
                <a:lnTo>
                  <a:pt x="8044" y="423"/>
                </a:lnTo>
                <a:lnTo>
                  <a:pt x="8185" y="352"/>
                </a:lnTo>
                <a:lnTo>
                  <a:pt x="8291" y="317"/>
                </a:lnTo>
                <a:lnTo>
                  <a:pt x="8397" y="246"/>
                </a:lnTo>
                <a:lnTo>
                  <a:pt x="8573" y="246"/>
                </a:lnTo>
                <a:lnTo>
                  <a:pt x="8714" y="176"/>
                </a:lnTo>
                <a:lnTo>
                  <a:pt x="8855" y="105"/>
                </a:lnTo>
                <a:lnTo>
                  <a:pt x="8961" y="35"/>
                </a:lnTo>
                <a:lnTo>
                  <a:pt x="9102" y="105"/>
                </a:lnTo>
                <a:lnTo>
                  <a:pt x="9208" y="176"/>
                </a:lnTo>
                <a:lnTo>
                  <a:pt x="9314" y="105"/>
                </a:lnTo>
                <a:lnTo>
                  <a:pt x="9455" y="35"/>
                </a:lnTo>
                <a:lnTo>
                  <a:pt x="9561" y="70"/>
                </a:lnTo>
                <a:lnTo>
                  <a:pt x="9702" y="141"/>
                </a:lnTo>
                <a:lnTo>
                  <a:pt x="9808" y="141"/>
                </a:lnTo>
                <a:lnTo>
                  <a:pt x="9878" y="35"/>
                </a:lnTo>
                <a:lnTo>
                  <a:pt x="9984" y="35"/>
                </a:lnTo>
                <a:lnTo>
                  <a:pt x="10090" y="35"/>
                </a:lnTo>
                <a:lnTo>
                  <a:pt x="10196" y="35"/>
                </a:lnTo>
                <a:lnTo>
                  <a:pt x="10302" y="35"/>
                </a:lnTo>
                <a:lnTo>
                  <a:pt x="10407" y="0"/>
                </a:lnTo>
                <a:lnTo>
                  <a:pt x="10584" y="35"/>
                </a:lnTo>
                <a:lnTo>
                  <a:pt x="10690" y="35"/>
                </a:lnTo>
                <a:lnTo>
                  <a:pt x="10831" y="105"/>
                </a:lnTo>
                <a:lnTo>
                  <a:pt x="10937" y="105"/>
                </a:lnTo>
                <a:lnTo>
                  <a:pt x="11042" y="105"/>
                </a:lnTo>
                <a:lnTo>
                  <a:pt x="11148" y="141"/>
                </a:lnTo>
                <a:lnTo>
                  <a:pt x="11289" y="176"/>
                </a:lnTo>
                <a:lnTo>
                  <a:pt x="11395" y="176"/>
                </a:lnTo>
                <a:lnTo>
                  <a:pt x="11501" y="211"/>
                </a:lnTo>
                <a:lnTo>
                  <a:pt x="11677" y="317"/>
                </a:lnTo>
                <a:lnTo>
                  <a:pt x="11854" y="458"/>
                </a:lnTo>
                <a:lnTo>
                  <a:pt x="11960" y="458"/>
                </a:lnTo>
                <a:lnTo>
                  <a:pt x="12066" y="458"/>
                </a:lnTo>
                <a:lnTo>
                  <a:pt x="12171" y="423"/>
                </a:lnTo>
                <a:lnTo>
                  <a:pt x="12277" y="388"/>
                </a:lnTo>
                <a:lnTo>
                  <a:pt x="12418" y="352"/>
                </a:lnTo>
                <a:lnTo>
                  <a:pt x="12524" y="317"/>
                </a:lnTo>
                <a:lnTo>
                  <a:pt x="12595" y="211"/>
                </a:lnTo>
                <a:lnTo>
                  <a:pt x="12701" y="176"/>
                </a:lnTo>
                <a:lnTo>
                  <a:pt x="12806" y="105"/>
                </a:lnTo>
                <a:lnTo>
                  <a:pt x="12947" y="105"/>
                </a:lnTo>
                <a:lnTo>
                  <a:pt x="13089" y="246"/>
                </a:lnTo>
                <a:lnTo>
                  <a:pt x="13124" y="388"/>
                </a:lnTo>
                <a:lnTo>
                  <a:pt x="13265" y="282"/>
                </a:lnTo>
                <a:lnTo>
                  <a:pt x="13371" y="246"/>
                </a:lnTo>
                <a:lnTo>
                  <a:pt x="13477" y="246"/>
                </a:lnTo>
                <a:lnTo>
                  <a:pt x="13582" y="282"/>
                </a:lnTo>
                <a:lnTo>
                  <a:pt x="13688" y="246"/>
                </a:lnTo>
                <a:lnTo>
                  <a:pt x="13794" y="211"/>
                </a:lnTo>
                <a:lnTo>
                  <a:pt x="13935" y="317"/>
                </a:lnTo>
                <a:lnTo>
                  <a:pt x="14041" y="388"/>
                </a:lnTo>
                <a:lnTo>
                  <a:pt x="14147" y="317"/>
                </a:lnTo>
                <a:lnTo>
                  <a:pt x="14253" y="317"/>
                </a:lnTo>
                <a:lnTo>
                  <a:pt x="14359" y="423"/>
                </a:lnTo>
                <a:lnTo>
                  <a:pt x="14464" y="317"/>
                </a:lnTo>
                <a:lnTo>
                  <a:pt x="14606" y="317"/>
                </a:lnTo>
                <a:lnTo>
                  <a:pt x="14711" y="388"/>
                </a:lnTo>
                <a:lnTo>
                  <a:pt x="14817" y="388"/>
                </a:lnTo>
                <a:lnTo>
                  <a:pt x="14923" y="282"/>
                </a:lnTo>
                <a:lnTo>
                  <a:pt x="15029" y="211"/>
                </a:lnTo>
                <a:lnTo>
                  <a:pt x="15135" y="176"/>
                </a:lnTo>
                <a:lnTo>
                  <a:pt x="15241" y="211"/>
                </a:lnTo>
                <a:lnTo>
                  <a:pt x="15346" y="176"/>
                </a:lnTo>
                <a:lnTo>
                  <a:pt x="15452" y="105"/>
                </a:lnTo>
                <a:lnTo>
                  <a:pt x="15558" y="35"/>
                </a:lnTo>
                <a:lnTo>
                  <a:pt x="15664" y="0"/>
                </a:lnTo>
                <a:lnTo>
                  <a:pt x="15664" y="2964"/>
                </a:lnTo>
                <a:lnTo>
                  <a:pt x="15664" y="2964"/>
                </a:lnTo>
                <a:lnTo>
                  <a:pt x="15558" y="2929"/>
                </a:lnTo>
                <a:lnTo>
                  <a:pt x="15452" y="2823"/>
                </a:lnTo>
                <a:lnTo>
                  <a:pt x="15346" y="2717"/>
                </a:lnTo>
                <a:lnTo>
                  <a:pt x="15276" y="2611"/>
                </a:lnTo>
                <a:lnTo>
                  <a:pt x="15241" y="2505"/>
                </a:lnTo>
                <a:lnTo>
                  <a:pt x="15205" y="2399"/>
                </a:lnTo>
                <a:lnTo>
                  <a:pt x="15099" y="2258"/>
                </a:lnTo>
                <a:lnTo>
                  <a:pt x="15064" y="2152"/>
                </a:lnTo>
                <a:lnTo>
                  <a:pt x="14958" y="2082"/>
                </a:lnTo>
                <a:lnTo>
                  <a:pt x="14958" y="1976"/>
                </a:lnTo>
                <a:lnTo>
                  <a:pt x="14888" y="1870"/>
                </a:lnTo>
                <a:lnTo>
                  <a:pt x="14817" y="1764"/>
                </a:lnTo>
                <a:lnTo>
                  <a:pt x="14747" y="1659"/>
                </a:lnTo>
                <a:lnTo>
                  <a:pt x="14641" y="1553"/>
                </a:lnTo>
                <a:lnTo>
                  <a:pt x="14535" y="1446"/>
                </a:lnTo>
                <a:lnTo>
                  <a:pt x="14535" y="1340"/>
                </a:lnTo>
                <a:lnTo>
                  <a:pt x="14464" y="1234"/>
                </a:lnTo>
                <a:lnTo>
                  <a:pt x="14394" y="1128"/>
                </a:lnTo>
                <a:lnTo>
                  <a:pt x="14359" y="1234"/>
                </a:lnTo>
                <a:lnTo>
                  <a:pt x="14288" y="1375"/>
                </a:lnTo>
                <a:lnTo>
                  <a:pt x="14253" y="1481"/>
                </a:lnTo>
                <a:lnTo>
                  <a:pt x="14253" y="1588"/>
                </a:lnTo>
                <a:lnTo>
                  <a:pt x="14253" y="1694"/>
                </a:lnTo>
                <a:lnTo>
                  <a:pt x="14253" y="1800"/>
                </a:lnTo>
                <a:lnTo>
                  <a:pt x="14217" y="1905"/>
                </a:lnTo>
                <a:lnTo>
                  <a:pt x="14182" y="2011"/>
                </a:lnTo>
                <a:lnTo>
                  <a:pt x="14041" y="1870"/>
                </a:lnTo>
                <a:lnTo>
                  <a:pt x="13935" y="1729"/>
                </a:lnTo>
                <a:lnTo>
                  <a:pt x="13829" y="1588"/>
                </a:lnTo>
                <a:lnTo>
                  <a:pt x="13688" y="1481"/>
                </a:lnTo>
                <a:lnTo>
                  <a:pt x="13582" y="1375"/>
                </a:lnTo>
                <a:lnTo>
                  <a:pt x="13477" y="1269"/>
                </a:lnTo>
                <a:lnTo>
                  <a:pt x="13406" y="1164"/>
                </a:lnTo>
                <a:lnTo>
                  <a:pt x="13300" y="1093"/>
                </a:lnTo>
                <a:lnTo>
                  <a:pt x="13230" y="987"/>
                </a:lnTo>
                <a:lnTo>
                  <a:pt x="13124" y="1093"/>
                </a:lnTo>
                <a:lnTo>
                  <a:pt x="13089" y="1234"/>
                </a:lnTo>
                <a:lnTo>
                  <a:pt x="13018" y="1340"/>
                </a:lnTo>
                <a:lnTo>
                  <a:pt x="12912" y="1340"/>
                </a:lnTo>
                <a:lnTo>
                  <a:pt x="12771" y="1234"/>
                </a:lnTo>
                <a:lnTo>
                  <a:pt x="12665" y="1234"/>
                </a:lnTo>
                <a:lnTo>
                  <a:pt x="12559" y="1164"/>
                </a:lnTo>
                <a:lnTo>
                  <a:pt x="12524" y="1305"/>
                </a:lnTo>
                <a:lnTo>
                  <a:pt x="12418" y="1446"/>
                </a:lnTo>
                <a:lnTo>
                  <a:pt x="12383" y="1340"/>
                </a:lnTo>
                <a:lnTo>
                  <a:pt x="12312" y="1234"/>
                </a:lnTo>
                <a:lnTo>
                  <a:pt x="12242" y="1128"/>
                </a:lnTo>
                <a:lnTo>
                  <a:pt x="12136" y="1093"/>
                </a:lnTo>
                <a:lnTo>
                  <a:pt x="11995" y="1023"/>
                </a:lnTo>
                <a:lnTo>
                  <a:pt x="11854" y="987"/>
                </a:lnTo>
                <a:lnTo>
                  <a:pt x="11748" y="952"/>
                </a:lnTo>
                <a:lnTo>
                  <a:pt x="11642" y="881"/>
                </a:lnTo>
                <a:lnTo>
                  <a:pt x="11501" y="811"/>
                </a:lnTo>
                <a:lnTo>
                  <a:pt x="11431" y="705"/>
                </a:lnTo>
                <a:lnTo>
                  <a:pt x="11325" y="705"/>
                </a:lnTo>
                <a:lnTo>
                  <a:pt x="11219" y="740"/>
                </a:lnTo>
                <a:lnTo>
                  <a:pt x="11113" y="811"/>
                </a:lnTo>
                <a:lnTo>
                  <a:pt x="11078" y="705"/>
                </a:lnTo>
                <a:lnTo>
                  <a:pt x="11007" y="599"/>
                </a:lnTo>
                <a:lnTo>
                  <a:pt x="10901" y="529"/>
                </a:lnTo>
                <a:lnTo>
                  <a:pt x="10796" y="458"/>
                </a:lnTo>
                <a:lnTo>
                  <a:pt x="10654" y="564"/>
                </a:lnTo>
                <a:lnTo>
                  <a:pt x="10584" y="670"/>
                </a:lnTo>
                <a:lnTo>
                  <a:pt x="10513" y="776"/>
                </a:lnTo>
                <a:lnTo>
                  <a:pt x="10407" y="846"/>
                </a:lnTo>
                <a:lnTo>
                  <a:pt x="10302" y="811"/>
                </a:lnTo>
                <a:lnTo>
                  <a:pt x="10196" y="740"/>
                </a:lnTo>
                <a:lnTo>
                  <a:pt x="10090" y="740"/>
                </a:lnTo>
                <a:lnTo>
                  <a:pt x="10019" y="846"/>
                </a:lnTo>
                <a:lnTo>
                  <a:pt x="9914" y="811"/>
                </a:lnTo>
                <a:lnTo>
                  <a:pt x="9737" y="705"/>
                </a:lnTo>
                <a:lnTo>
                  <a:pt x="9596" y="705"/>
                </a:lnTo>
                <a:lnTo>
                  <a:pt x="9455" y="776"/>
                </a:lnTo>
                <a:lnTo>
                  <a:pt x="9314" y="881"/>
                </a:lnTo>
                <a:lnTo>
                  <a:pt x="9208" y="917"/>
                </a:lnTo>
                <a:lnTo>
                  <a:pt x="9102" y="987"/>
                </a:lnTo>
                <a:lnTo>
                  <a:pt x="8996" y="1023"/>
                </a:lnTo>
                <a:lnTo>
                  <a:pt x="8891" y="1093"/>
                </a:lnTo>
                <a:lnTo>
                  <a:pt x="8749" y="1164"/>
                </a:lnTo>
                <a:lnTo>
                  <a:pt x="8608" y="1093"/>
                </a:lnTo>
                <a:lnTo>
                  <a:pt x="8467" y="987"/>
                </a:lnTo>
                <a:lnTo>
                  <a:pt x="8326" y="917"/>
                </a:lnTo>
                <a:lnTo>
                  <a:pt x="8220" y="811"/>
                </a:lnTo>
                <a:lnTo>
                  <a:pt x="8114" y="740"/>
                </a:lnTo>
                <a:lnTo>
                  <a:pt x="8044" y="881"/>
                </a:lnTo>
                <a:lnTo>
                  <a:pt x="7938" y="952"/>
                </a:lnTo>
                <a:lnTo>
                  <a:pt x="7761" y="917"/>
                </a:lnTo>
                <a:lnTo>
                  <a:pt x="7655" y="881"/>
                </a:lnTo>
                <a:lnTo>
                  <a:pt x="7549" y="952"/>
                </a:lnTo>
                <a:lnTo>
                  <a:pt x="7443" y="881"/>
                </a:lnTo>
                <a:lnTo>
                  <a:pt x="7373" y="987"/>
                </a:lnTo>
                <a:lnTo>
                  <a:pt x="7302" y="1093"/>
                </a:lnTo>
                <a:lnTo>
                  <a:pt x="7196" y="1058"/>
                </a:lnTo>
                <a:lnTo>
                  <a:pt x="7090" y="1128"/>
                </a:lnTo>
                <a:lnTo>
                  <a:pt x="6914" y="1093"/>
                </a:lnTo>
                <a:lnTo>
                  <a:pt x="6879" y="987"/>
                </a:lnTo>
                <a:lnTo>
                  <a:pt x="6773" y="881"/>
                </a:lnTo>
                <a:lnTo>
                  <a:pt x="6632" y="987"/>
                </a:lnTo>
                <a:lnTo>
                  <a:pt x="6526" y="1093"/>
                </a:lnTo>
                <a:lnTo>
                  <a:pt x="6385" y="1199"/>
                </a:lnTo>
                <a:lnTo>
                  <a:pt x="6279" y="1269"/>
                </a:lnTo>
                <a:lnTo>
                  <a:pt x="6173" y="1305"/>
                </a:lnTo>
                <a:lnTo>
                  <a:pt x="6067" y="1340"/>
                </a:lnTo>
                <a:lnTo>
                  <a:pt x="5961" y="1375"/>
                </a:lnTo>
                <a:lnTo>
                  <a:pt x="5856" y="1375"/>
                </a:lnTo>
                <a:lnTo>
                  <a:pt x="5750" y="1446"/>
                </a:lnTo>
                <a:lnTo>
                  <a:pt x="5644" y="1411"/>
                </a:lnTo>
                <a:lnTo>
                  <a:pt x="5503" y="1375"/>
                </a:lnTo>
                <a:lnTo>
                  <a:pt x="5397" y="1305"/>
                </a:lnTo>
                <a:lnTo>
                  <a:pt x="5291" y="1269"/>
                </a:lnTo>
                <a:lnTo>
                  <a:pt x="5150" y="1164"/>
                </a:lnTo>
                <a:lnTo>
                  <a:pt x="5044" y="1093"/>
                </a:lnTo>
                <a:lnTo>
                  <a:pt x="4903" y="952"/>
                </a:lnTo>
                <a:lnTo>
                  <a:pt x="4797" y="881"/>
                </a:lnTo>
                <a:lnTo>
                  <a:pt x="4691" y="846"/>
                </a:lnTo>
                <a:lnTo>
                  <a:pt x="4586" y="811"/>
                </a:lnTo>
                <a:lnTo>
                  <a:pt x="4480" y="846"/>
                </a:lnTo>
                <a:lnTo>
                  <a:pt x="4374" y="917"/>
                </a:lnTo>
                <a:lnTo>
                  <a:pt x="4339" y="1023"/>
                </a:lnTo>
                <a:lnTo>
                  <a:pt x="4233" y="1058"/>
                </a:lnTo>
                <a:lnTo>
                  <a:pt x="4092" y="1023"/>
                </a:lnTo>
                <a:lnTo>
                  <a:pt x="3951" y="987"/>
                </a:lnTo>
                <a:lnTo>
                  <a:pt x="3810" y="917"/>
                </a:lnTo>
                <a:lnTo>
                  <a:pt x="3668" y="846"/>
                </a:lnTo>
                <a:lnTo>
                  <a:pt x="3527" y="846"/>
                </a:lnTo>
                <a:lnTo>
                  <a:pt x="3421" y="740"/>
                </a:lnTo>
                <a:lnTo>
                  <a:pt x="3316" y="740"/>
                </a:lnTo>
                <a:lnTo>
                  <a:pt x="3245" y="846"/>
                </a:lnTo>
                <a:lnTo>
                  <a:pt x="3175" y="952"/>
                </a:lnTo>
                <a:lnTo>
                  <a:pt x="3069" y="987"/>
                </a:lnTo>
                <a:lnTo>
                  <a:pt x="2963" y="987"/>
                </a:lnTo>
                <a:lnTo>
                  <a:pt x="2822" y="952"/>
                </a:lnTo>
                <a:lnTo>
                  <a:pt x="2716" y="952"/>
                </a:lnTo>
                <a:lnTo>
                  <a:pt x="2610" y="987"/>
                </a:lnTo>
                <a:lnTo>
                  <a:pt x="2504" y="1093"/>
                </a:lnTo>
                <a:lnTo>
                  <a:pt x="2398" y="1093"/>
                </a:lnTo>
                <a:lnTo>
                  <a:pt x="2257" y="1128"/>
                </a:lnTo>
                <a:lnTo>
                  <a:pt x="2116" y="1164"/>
                </a:lnTo>
                <a:lnTo>
                  <a:pt x="2010" y="1093"/>
                </a:lnTo>
                <a:lnTo>
                  <a:pt x="1905" y="1093"/>
                </a:lnTo>
                <a:lnTo>
                  <a:pt x="1799" y="1164"/>
                </a:lnTo>
                <a:lnTo>
                  <a:pt x="1693" y="1164"/>
                </a:lnTo>
                <a:lnTo>
                  <a:pt x="1552" y="1164"/>
                </a:lnTo>
                <a:lnTo>
                  <a:pt x="1411" y="1234"/>
                </a:lnTo>
                <a:lnTo>
                  <a:pt x="1305" y="1269"/>
                </a:lnTo>
                <a:lnTo>
                  <a:pt x="1164" y="1234"/>
                </a:lnTo>
                <a:lnTo>
                  <a:pt x="1058" y="1305"/>
                </a:lnTo>
                <a:lnTo>
                  <a:pt x="952" y="1340"/>
                </a:lnTo>
                <a:lnTo>
                  <a:pt x="846" y="1411"/>
                </a:lnTo>
                <a:lnTo>
                  <a:pt x="811" y="1517"/>
                </a:lnTo>
                <a:lnTo>
                  <a:pt x="705" y="1553"/>
                </a:lnTo>
                <a:lnTo>
                  <a:pt x="670" y="1659"/>
                </a:lnTo>
                <a:lnTo>
                  <a:pt x="564" y="1694"/>
                </a:lnTo>
                <a:lnTo>
                  <a:pt x="458" y="1694"/>
                </a:lnTo>
                <a:lnTo>
                  <a:pt x="352" y="1729"/>
                </a:lnTo>
                <a:lnTo>
                  <a:pt x="246" y="1764"/>
                </a:lnTo>
                <a:lnTo>
                  <a:pt x="141" y="1800"/>
                </a:lnTo>
                <a:lnTo>
                  <a:pt x="35" y="1870"/>
                </a:lnTo>
                <a:lnTo>
                  <a:pt x="0" y="70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09" name=""/>
          <p:cNvGrpSpPr/>
          <p:nvPr/>
        </p:nvGrpSpPr>
        <p:grpSpPr>
          <a:xfrm>
            <a:off x="3238560" y="825480"/>
            <a:ext cx="2400480" cy="1244880"/>
            <a:chOff x="3238560" y="825480"/>
            <a:chExt cx="2400480" cy="1244880"/>
          </a:xfrm>
        </p:grpSpPr>
        <p:sp>
          <p:nvSpPr>
            <p:cNvPr id="210" name=""/>
            <p:cNvSpPr/>
            <p:nvPr/>
          </p:nvSpPr>
          <p:spPr>
            <a:xfrm>
              <a:off x="3238560" y="125748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"/>
            <p:cNvSpPr txBox="1"/>
            <p:nvPr/>
          </p:nvSpPr>
          <p:spPr>
            <a:xfrm>
              <a:off x="3645000" y="82548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ProgramA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2" name=""/>
          <p:cNvGrpSpPr/>
          <p:nvPr/>
        </p:nvGrpSpPr>
        <p:grpSpPr>
          <a:xfrm>
            <a:off x="6235560" y="2755800"/>
            <a:ext cx="2400480" cy="1244880"/>
            <a:chOff x="6235560" y="2755800"/>
            <a:chExt cx="2400480" cy="1244880"/>
          </a:xfrm>
        </p:grpSpPr>
        <p:sp>
          <p:nvSpPr>
            <p:cNvPr id="213" name=""/>
            <p:cNvSpPr txBox="1"/>
            <p:nvPr/>
          </p:nvSpPr>
          <p:spPr>
            <a:xfrm>
              <a:off x="623556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"/>
            <p:cNvSpPr txBox="1"/>
            <p:nvPr/>
          </p:nvSpPr>
          <p:spPr>
            <a:xfrm>
              <a:off x="664200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5" name=""/>
          <p:cNvGrpSpPr/>
          <p:nvPr/>
        </p:nvGrpSpPr>
        <p:grpSpPr>
          <a:xfrm>
            <a:off x="3238560" y="2755800"/>
            <a:ext cx="2400480" cy="1244880"/>
            <a:chOff x="3238560" y="2755800"/>
            <a:chExt cx="2400480" cy="1244880"/>
          </a:xfrm>
        </p:grpSpPr>
        <p:sp>
          <p:nvSpPr>
            <p:cNvPr id="216" name=""/>
            <p:cNvSpPr/>
            <p:nvPr/>
          </p:nvSpPr>
          <p:spPr>
            <a:xfrm>
              <a:off x="323856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"/>
            <p:cNvSpPr txBox="1"/>
            <p:nvPr/>
          </p:nvSpPr>
          <p:spPr>
            <a:xfrm>
              <a:off x="364500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8" name=""/>
          <p:cNvGrpSpPr/>
          <p:nvPr/>
        </p:nvGrpSpPr>
        <p:grpSpPr>
          <a:xfrm>
            <a:off x="304920" y="2755800"/>
            <a:ext cx="2400480" cy="1244880"/>
            <a:chOff x="304920" y="2755800"/>
            <a:chExt cx="2400480" cy="1244880"/>
          </a:xfrm>
        </p:grpSpPr>
        <p:sp>
          <p:nvSpPr>
            <p:cNvPr id="219" name=""/>
            <p:cNvSpPr txBox="1"/>
            <p:nvPr/>
          </p:nvSpPr>
          <p:spPr>
            <a:xfrm>
              <a:off x="30492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"/>
            <p:cNvSpPr txBox="1"/>
            <p:nvPr/>
          </p:nvSpPr>
          <p:spPr>
            <a:xfrm>
              <a:off x="71136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ProgramB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"/>
          <p:cNvSpPr txBox="1"/>
          <p:nvPr/>
        </p:nvSpPr>
        <p:spPr>
          <a:xfrm>
            <a:off x="3886200" y="4351320"/>
            <a:ext cx="119376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SharedRec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3695760" y="4660920"/>
            <a:ext cx="1511280" cy="50796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custDash>
              <a:ds d="198592" sp="198592"/>
            </a:custDash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 flipH="1">
            <a:off x="1701720" y="2057400"/>
            <a:ext cx="1587600" cy="7873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4419720" y="2057400"/>
            <a:ext cx="0" cy="7621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5600880" y="2057400"/>
            <a:ext cx="1828800" cy="7873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08120" y="3575160"/>
            <a:ext cx="13287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Mike12345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 txBox="1"/>
          <p:nvPr/>
        </p:nvSpPr>
        <p:spPr>
          <a:xfrm>
            <a:off x="2197080" y="15876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IS EXTERNAL phrase.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219400" y="5533920"/>
            <a:ext cx="4622760" cy="11937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SharedRec IS EXTERNAL.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PartA   PIC X(4).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PartB   PIC 9(5).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1346040" y="3505320"/>
            <a:ext cx="5639040" cy="1067040"/>
          </a:xfrm>
          <a:custGeom>
            <a:avLst/>
            <a:gdLst/>
            <a:ahLst/>
            <a:rect l="0" t="0" r="r" b="b"/>
            <a:pathLst>
              <a:path w="15664" h="2964">
                <a:moveTo>
                  <a:pt x="0" y="705"/>
                </a:moveTo>
                <a:lnTo>
                  <a:pt x="141" y="740"/>
                </a:lnTo>
                <a:lnTo>
                  <a:pt x="246" y="740"/>
                </a:lnTo>
                <a:lnTo>
                  <a:pt x="388" y="740"/>
                </a:lnTo>
                <a:lnTo>
                  <a:pt x="529" y="740"/>
                </a:lnTo>
                <a:lnTo>
                  <a:pt x="635" y="705"/>
                </a:lnTo>
                <a:lnTo>
                  <a:pt x="740" y="599"/>
                </a:lnTo>
                <a:lnTo>
                  <a:pt x="846" y="458"/>
                </a:lnTo>
                <a:lnTo>
                  <a:pt x="917" y="317"/>
                </a:lnTo>
                <a:lnTo>
                  <a:pt x="1128" y="458"/>
                </a:lnTo>
                <a:lnTo>
                  <a:pt x="1164" y="564"/>
                </a:lnTo>
                <a:lnTo>
                  <a:pt x="1270" y="670"/>
                </a:lnTo>
                <a:lnTo>
                  <a:pt x="1375" y="705"/>
                </a:lnTo>
                <a:lnTo>
                  <a:pt x="1481" y="670"/>
                </a:lnTo>
                <a:lnTo>
                  <a:pt x="1516" y="564"/>
                </a:lnTo>
                <a:lnTo>
                  <a:pt x="1622" y="564"/>
                </a:lnTo>
                <a:lnTo>
                  <a:pt x="1728" y="529"/>
                </a:lnTo>
                <a:lnTo>
                  <a:pt x="1834" y="458"/>
                </a:lnTo>
                <a:lnTo>
                  <a:pt x="1975" y="423"/>
                </a:lnTo>
                <a:lnTo>
                  <a:pt x="2046" y="529"/>
                </a:lnTo>
                <a:lnTo>
                  <a:pt x="2151" y="529"/>
                </a:lnTo>
                <a:lnTo>
                  <a:pt x="2257" y="493"/>
                </a:lnTo>
                <a:lnTo>
                  <a:pt x="2363" y="458"/>
                </a:lnTo>
                <a:lnTo>
                  <a:pt x="2469" y="529"/>
                </a:lnTo>
                <a:lnTo>
                  <a:pt x="2645" y="458"/>
                </a:lnTo>
                <a:lnTo>
                  <a:pt x="2786" y="423"/>
                </a:lnTo>
                <a:lnTo>
                  <a:pt x="2892" y="388"/>
                </a:lnTo>
                <a:lnTo>
                  <a:pt x="2963" y="282"/>
                </a:lnTo>
                <a:lnTo>
                  <a:pt x="3069" y="246"/>
                </a:lnTo>
                <a:lnTo>
                  <a:pt x="3175" y="211"/>
                </a:lnTo>
                <a:lnTo>
                  <a:pt x="3280" y="176"/>
                </a:lnTo>
                <a:lnTo>
                  <a:pt x="3386" y="246"/>
                </a:lnTo>
                <a:lnTo>
                  <a:pt x="3492" y="317"/>
                </a:lnTo>
                <a:lnTo>
                  <a:pt x="3527" y="423"/>
                </a:lnTo>
                <a:lnTo>
                  <a:pt x="3633" y="458"/>
                </a:lnTo>
                <a:lnTo>
                  <a:pt x="3739" y="564"/>
                </a:lnTo>
                <a:lnTo>
                  <a:pt x="3845" y="634"/>
                </a:lnTo>
                <a:lnTo>
                  <a:pt x="3951" y="670"/>
                </a:lnTo>
                <a:lnTo>
                  <a:pt x="4092" y="564"/>
                </a:lnTo>
                <a:lnTo>
                  <a:pt x="4233" y="458"/>
                </a:lnTo>
                <a:lnTo>
                  <a:pt x="4339" y="388"/>
                </a:lnTo>
                <a:lnTo>
                  <a:pt x="4515" y="388"/>
                </a:lnTo>
                <a:lnTo>
                  <a:pt x="4656" y="317"/>
                </a:lnTo>
                <a:lnTo>
                  <a:pt x="4762" y="317"/>
                </a:lnTo>
                <a:lnTo>
                  <a:pt x="4868" y="317"/>
                </a:lnTo>
                <a:lnTo>
                  <a:pt x="5009" y="388"/>
                </a:lnTo>
                <a:lnTo>
                  <a:pt x="5115" y="352"/>
                </a:lnTo>
                <a:lnTo>
                  <a:pt x="5221" y="458"/>
                </a:lnTo>
                <a:lnTo>
                  <a:pt x="5326" y="529"/>
                </a:lnTo>
                <a:lnTo>
                  <a:pt x="5432" y="529"/>
                </a:lnTo>
                <a:lnTo>
                  <a:pt x="5538" y="599"/>
                </a:lnTo>
                <a:lnTo>
                  <a:pt x="5644" y="634"/>
                </a:lnTo>
                <a:lnTo>
                  <a:pt x="5785" y="670"/>
                </a:lnTo>
                <a:lnTo>
                  <a:pt x="5891" y="705"/>
                </a:lnTo>
                <a:lnTo>
                  <a:pt x="6032" y="740"/>
                </a:lnTo>
                <a:lnTo>
                  <a:pt x="6138" y="705"/>
                </a:lnTo>
                <a:lnTo>
                  <a:pt x="6244" y="634"/>
                </a:lnTo>
                <a:lnTo>
                  <a:pt x="6350" y="564"/>
                </a:lnTo>
                <a:lnTo>
                  <a:pt x="6385" y="458"/>
                </a:lnTo>
                <a:lnTo>
                  <a:pt x="6491" y="388"/>
                </a:lnTo>
                <a:lnTo>
                  <a:pt x="6632" y="317"/>
                </a:lnTo>
                <a:lnTo>
                  <a:pt x="6773" y="282"/>
                </a:lnTo>
                <a:lnTo>
                  <a:pt x="6879" y="246"/>
                </a:lnTo>
                <a:lnTo>
                  <a:pt x="6985" y="211"/>
                </a:lnTo>
                <a:lnTo>
                  <a:pt x="7090" y="176"/>
                </a:lnTo>
                <a:lnTo>
                  <a:pt x="7196" y="176"/>
                </a:lnTo>
                <a:lnTo>
                  <a:pt x="7267" y="282"/>
                </a:lnTo>
                <a:lnTo>
                  <a:pt x="7337" y="388"/>
                </a:lnTo>
                <a:lnTo>
                  <a:pt x="7478" y="458"/>
                </a:lnTo>
                <a:lnTo>
                  <a:pt x="7584" y="529"/>
                </a:lnTo>
                <a:lnTo>
                  <a:pt x="7725" y="458"/>
                </a:lnTo>
                <a:lnTo>
                  <a:pt x="7831" y="458"/>
                </a:lnTo>
                <a:lnTo>
                  <a:pt x="7938" y="423"/>
                </a:lnTo>
                <a:lnTo>
                  <a:pt x="8044" y="423"/>
                </a:lnTo>
                <a:lnTo>
                  <a:pt x="8185" y="352"/>
                </a:lnTo>
                <a:lnTo>
                  <a:pt x="8291" y="317"/>
                </a:lnTo>
                <a:lnTo>
                  <a:pt x="8397" y="246"/>
                </a:lnTo>
                <a:lnTo>
                  <a:pt x="8573" y="246"/>
                </a:lnTo>
                <a:lnTo>
                  <a:pt x="8714" y="176"/>
                </a:lnTo>
                <a:lnTo>
                  <a:pt x="8855" y="105"/>
                </a:lnTo>
                <a:lnTo>
                  <a:pt x="8961" y="35"/>
                </a:lnTo>
                <a:lnTo>
                  <a:pt x="9102" y="105"/>
                </a:lnTo>
                <a:lnTo>
                  <a:pt x="9208" y="176"/>
                </a:lnTo>
                <a:lnTo>
                  <a:pt x="9314" y="105"/>
                </a:lnTo>
                <a:lnTo>
                  <a:pt x="9455" y="35"/>
                </a:lnTo>
                <a:lnTo>
                  <a:pt x="9561" y="70"/>
                </a:lnTo>
                <a:lnTo>
                  <a:pt x="9702" y="141"/>
                </a:lnTo>
                <a:lnTo>
                  <a:pt x="9808" y="141"/>
                </a:lnTo>
                <a:lnTo>
                  <a:pt x="9878" y="35"/>
                </a:lnTo>
                <a:lnTo>
                  <a:pt x="9984" y="35"/>
                </a:lnTo>
                <a:lnTo>
                  <a:pt x="10090" y="35"/>
                </a:lnTo>
                <a:lnTo>
                  <a:pt x="10196" y="35"/>
                </a:lnTo>
                <a:lnTo>
                  <a:pt x="10302" y="35"/>
                </a:lnTo>
                <a:lnTo>
                  <a:pt x="10407" y="0"/>
                </a:lnTo>
                <a:lnTo>
                  <a:pt x="10584" y="35"/>
                </a:lnTo>
                <a:lnTo>
                  <a:pt x="10690" y="35"/>
                </a:lnTo>
                <a:lnTo>
                  <a:pt x="10831" y="105"/>
                </a:lnTo>
                <a:lnTo>
                  <a:pt x="10937" y="105"/>
                </a:lnTo>
                <a:lnTo>
                  <a:pt x="11042" y="105"/>
                </a:lnTo>
                <a:lnTo>
                  <a:pt x="11148" y="141"/>
                </a:lnTo>
                <a:lnTo>
                  <a:pt x="11289" y="176"/>
                </a:lnTo>
                <a:lnTo>
                  <a:pt x="11395" y="176"/>
                </a:lnTo>
                <a:lnTo>
                  <a:pt x="11501" y="211"/>
                </a:lnTo>
                <a:lnTo>
                  <a:pt x="11677" y="317"/>
                </a:lnTo>
                <a:lnTo>
                  <a:pt x="11854" y="458"/>
                </a:lnTo>
                <a:lnTo>
                  <a:pt x="11960" y="458"/>
                </a:lnTo>
                <a:lnTo>
                  <a:pt x="12066" y="458"/>
                </a:lnTo>
                <a:lnTo>
                  <a:pt x="12171" y="423"/>
                </a:lnTo>
                <a:lnTo>
                  <a:pt x="12277" y="388"/>
                </a:lnTo>
                <a:lnTo>
                  <a:pt x="12418" y="352"/>
                </a:lnTo>
                <a:lnTo>
                  <a:pt x="12524" y="317"/>
                </a:lnTo>
                <a:lnTo>
                  <a:pt x="12595" y="211"/>
                </a:lnTo>
                <a:lnTo>
                  <a:pt x="12701" y="176"/>
                </a:lnTo>
                <a:lnTo>
                  <a:pt x="12806" y="105"/>
                </a:lnTo>
                <a:lnTo>
                  <a:pt x="12947" y="105"/>
                </a:lnTo>
                <a:lnTo>
                  <a:pt x="13089" y="246"/>
                </a:lnTo>
                <a:lnTo>
                  <a:pt x="13124" y="388"/>
                </a:lnTo>
                <a:lnTo>
                  <a:pt x="13265" y="282"/>
                </a:lnTo>
                <a:lnTo>
                  <a:pt x="13371" y="246"/>
                </a:lnTo>
                <a:lnTo>
                  <a:pt x="13477" y="246"/>
                </a:lnTo>
                <a:lnTo>
                  <a:pt x="13582" y="282"/>
                </a:lnTo>
                <a:lnTo>
                  <a:pt x="13688" y="246"/>
                </a:lnTo>
                <a:lnTo>
                  <a:pt x="13794" y="211"/>
                </a:lnTo>
                <a:lnTo>
                  <a:pt x="13935" y="317"/>
                </a:lnTo>
                <a:lnTo>
                  <a:pt x="14041" y="388"/>
                </a:lnTo>
                <a:lnTo>
                  <a:pt x="14147" y="317"/>
                </a:lnTo>
                <a:lnTo>
                  <a:pt x="14253" y="317"/>
                </a:lnTo>
                <a:lnTo>
                  <a:pt x="14359" y="423"/>
                </a:lnTo>
                <a:lnTo>
                  <a:pt x="14464" y="317"/>
                </a:lnTo>
                <a:lnTo>
                  <a:pt x="14606" y="317"/>
                </a:lnTo>
                <a:lnTo>
                  <a:pt x="14711" y="388"/>
                </a:lnTo>
                <a:lnTo>
                  <a:pt x="14817" y="388"/>
                </a:lnTo>
                <a:lnTo>
                  <a:pt x="14923" y="282"/>
                </a:lnTo>
                <a:lnTo>
                  <a:pt x="15029" y="211"/>
                </a:lnTo>
                <a:lnTo>
                  <a:pt x="15135" y="176"/>
                </a:lnTo>
                <a:lnTo>
                  <a:pt x="15241" y="211"/>
                </a:lnTo>
                <a:lnTo>
                  <a:pt x="15346" y="176"/>
                </a:lnTo>
                <a:lnTo>
                  <a:pt x="15452" y="105"/>
                </a:lnTo>
                <a:lnTo>
                  <a:pt x="15558" y="35"/>
                </a:lnTo>
                <a:lnTo>
                  <a:pt x="15664" y="0"/>
                </a:lnTo>
                <a:lnTo>
                  <a:pt x="15664" y="2964"/>
                </a:lnTo>
                <a:lnTo>
                  <a:pt x="15664" y="2964"/>
                </a:lnTo>
                <a:lnTo>
                  <a:pt x="15558" y="2929"/>
                </a:lnTo>
                <a:lnTo>
                  <a:pt x="15452" y="2823"/>
                </a:lnTo>
                <a:lnTo>
                  <a:pt x="15346" y="2717"/>
                </a:lnTo>
                <a:lnTo>
                  <a:pt x="15276" y="2611"/>
                </a:lnTo>
                <a:lnTo>
                  <a:pt x="15241" y="2505"/>
                </a:lnTo>
                <a:lnTo>
                  <a:pt x="15205" y="2399"/>
                </a:lnTo>
                <a:lnTo>
                  <a:pt x="15099" y="2258"/>
                </a:lnTo>
                <a:lnTo>
                  <a:pt x="15064" y="2152"/>
                </a:lnTo>
                <a:lnTo>
                  <a:pt x="14958" y="2082"/>
                </a:lnTo>
                <a:lnTo>
                  <a:pt x="14958" y="1976"/>
                </a:lnTo>
                <a:lnTo>
                  <a:pt x="14888" y="1870"/>
                </a:lnTo>
                <a:lnTo>
                  <a:pt x="14817" y="1764"/>
                </a:lnTo>
                <a:lnTo>
                  <a:pt x="14747" y="1659"/>
                </a:lnTo>
                <a:lnTo>
                  <a:pt x="14641" y="1553"/>
                </a:lnTo>
                <a:lnTo>
                  <a:pt x="14535" y="1446"/>
                </a:lnTo>
                <a:lnTo>
                  <a:pt x="14535" y="1340"/>
                </a:lnTo>
                <a:lnTo>
                  <a:pt x="14464" y="1234"/>
                </a:lnTo>
                <a:lnTo>
                  <a:pt x="14394" y="1128"/>
                </a:lnTo>
                <a:lnTo>
                  <a:pt x="14359" y="1234"/>
                </a:lnTo>
                <a:lnTo>
                  <a:pt x="14288" y="1375"/>
                </a:lnTo>
                <a:lnTo>
                  <a:pt x="14253" y="1481"/>
                </a:lnTo>
                <a:lnTo>
                  <a:pt x="14253" y="1588"/>
                </a:lnTo>
                <a:lnTo>
                  <a:pt x="14253" y="1694"/>
                </a:lnTo>
                <a:lnTo>
                  <a:pt x="14253" y="1800"/>
                </a:lnTo>
                <a:lnTo>
                  <a:pt x="14217" y="1905"/>
                </a:lnTo>
                <a:lnTo>
                  <a:pt x="14182" y="2011"/>
                </a:lnTo>
                <a:lnTo>
                  <a:pt x="14041" y="1870"/>
                </a:lnTo>
                <a:lnTo>
                  <a:pt x="13935" y="1729"/>
                </a:lnTo>
                <a:lnTo>
                  <a:pt x="13829" y="1588"/>
                </a:lnTo>
                <a:lnTo>
                  <a:pt x="13688" y="1481"/>
                </a:lnTo>
                <a:lnTo>
                  <a:pt x="13582" y="1375"/>
                </a:lnTo>
                <a:lnTo>
                  <a:pt x="13477" y="1269"/>
                </a:lnTo>
                <a:lnTo>
                  <a:pt x="13406" y="1164"/>
                </a:lnTo>
                <a:lnTo>
                  <a:pt x="13300" y="1093"/>
                </a:lnTo>
                <a:lnTo>
                  <a:pt x="13230" y="987"/>
                </a:lnTo>
                <a:lnTo>
                  <a:pt x="13124" y="1093"/>
                </a:lnTo>
                <a:lnTo>
                  <a:pt x="13089" y="1234"/>
                </a:lnTo>
                <a:lnTo>
                  <a:pt x="13018" y="1340"/>
                </a:lnTo>
                <a:lnTo>
                  <a:pt x="12912" y="1340"/>
                </a:lnTo>
                <a:lnTo>
                  <a:pt x="12771" y="1234"/>
                </a:lnTo>
                <a:lnTo>
                  <a:pt x="12665" y="1234"/>
                </a:lnTo>
                <a:lnTo>
                  <a:pt x="12559" y="1164"/>
                </a:lnTo>
                <a:lnTo>
                  <a:pt x="12524" y="1305"/>
                </a:lnTo>
                <a:lnTo>
                  <a:pt x="12418" y="1446"/>
                </a:lnTo>
                <a:lnTo>
                  <a:pt x="12383" y="1340"/>
                </a:lnTo>
                <a:lnTo>
                  <a:pt x="12312" y="1234"/>
                </a:lnTo>
                <a:lnTo>
                  <a:pt x="12242" y="1128"/>
                </a:lnTo>
                <a:lnTo>
                  <a:pt x="12136" y="1093"/>
                </a:lnTo>
                <a:lnTo>
                  <a:pt x="11995" y="1023"/>
                </a:lnTo>
                <a:lnTo>
                  <a:pt x="11854" y="987"/>
                </a:lnTo>
                <a:lnTo>
                  <a:pt x="11748" y="952"/>
                </a:lnTo>
                <a:lnTo>
                  <a:pt x="11642" y="881"/>
                </a:lnTo>
                <a:lnTo>
                  <a:pt x="11501" y="811"/>
                </a:lnTo>
                <a:lnTo>
                  <a:pt x="11431" y="705"/>
                </a:lnTo>
                <a:lnTo>
                  <a:pt x="11325" y="705"/>
                </a:lnTo>
                <a:lnTo>
                  <a:pt x="11219" y="740"/>
                </a:lnTo>
                <a:lnTo>
                  <a:pt x="11113" y="811"/>
                </a:lnTo>
                <a:lnTo>
                  <a:pt x="11078" y="705"/>
                </a:lnTo>
                <a:lnTo>
                  <a:pt x="11007" y="599"/>
                </a:lnTo>
                <a:lnTo>
                  <a:pt x="10901" y="529"/>
                </a:lnTo>
                <a:lnTo>
                  <a:pt x="10796" y="458"/>
                </a:lnTo>
                <a:lnTo>
                  <a:pt x="10654" y="564"/>
                </a:lnTo>
                <a:lnTo>
                  <a:pt x="10584" y="670"/>
                </a:lnTo>
                <a:lnTo>
                  <a:pt x="10513" y="776"/>
                </a:lnTo>
                <a:lnTo>
                  <a:pt x="10407" y="846"/>
                </a:lnTo>
                <a:lnTo>
                  <a:pt x="10302" y="811"/>
                </a:lnTo>
                <a:lnTo>
                  <a:pt x="10196" y="740"/>
                </a:lnTo>
                <a:lnTo>
                  <a:pt x="10090" y="740"/>
                </a:lnTo>
                <a:lnTo>
                  <a:pt x="10019" y="846"/>
                </a:lnTo>
                <a:lnTo>
                  <a:pt x="9914" y="811"/>
                </a:lnTo>
                <a:lnTo>
                  <a:pt x="9737" y="705"/>
                </a:lnTo>
                <a:lnTo>
                  <a:pt x="9596" y="705"/>
                </a:lnTo>
                <a:lnTo>
                  <a:pt x="9455" y="776"/>
                </a:lnTo>
                <a:lnTo>
                  <a:pt x="9314" y="881"/>
                </a:lnTo>
                <a:lnTo>
                  <a:pt x="9208" y="917"/>
                </a:lnTo>
                <a:lnTo>
                  <a:pt x="9102" y="987"/>
                </a:lnTo>
                <a:lnTo>
                  <a:pt x="8996" y="1023"/>
                </a:lnTo>
                <a:lnTo>
                  <a:pt x="8891" y="1093"/>
                </a:lnTo>
                <a:lnTo>
                  <a:pt x="8749" y="1164"/>
                </a:lnTo>
                <a:lnTo>
                  <a:pt x="8608" y="1093"/>
                </a:lnTo>
                <a:lnTo>
                  <a:pt x="8467" y="987"/>
                </a:lnTo>
                <a:lnTo>
                  <a:pt x="8326" y="917"/>
                </a:lnTo>
                <a:lnTo>
                  <a:pt x="8220" y="811"/>
                </a:lnTo>
                <a:lnTo>
                  <a:pt x="8114" y="740"/>
                </a:lnTo>
                <a:lnTo>
                  <a:pt x="8044" y="881"/>
                </a:lnTo>
                <a:lnTo>
                  <a:pt x="7938" y="952"/>
                </a:lnTo>
                <a:lnTo>
                  <a:pt x="7761" y="917"/>
                </a:lnTo>
                <a:lnTo>
                  <a:pt x="7655" y="881"/>
                </a:lnTo>
                <a:lnTo>
                  <a:pt x="7549" y="952"/>
                </a:lnTo>
                <a:lnTo>
                  <a:pt x="7443" y="881"/>
                </a:lnTo>
                <a:lnTo>
                  <a:pt x="7373" y="987"/>
                </a:lnTo>
                <a:lnTo>
                  <a:pt x="7302" y="1093"/>
                </a:lnTo>
                <a:lnTo>
                  <a:pt x="7196" y="1058"/>
                </a:lnTo>
                <a:lnTo>
                  <a:pt x="7090" y="1128"/>
                </a:lnTo>
                <a:lnTo>
                  <a:pt x="6914" y="1093"/>
                </a:lnTo>
                <a:lnTo>
                  <a:pt x="6879" y="987"/>
                </a:lnTo>
                <a:lnTo>
                  <a:pt x="6773" y="881"/>
                </a:lnTo>
                <a:lnTo>
                  <a:pt x="6632" y="987"/>
                </a:lnTo>
                <a:lnTo>
                  <a:pt x="6526" y="1093"/>
                </a:lnTo>
                <a:lnTo>
                  <a:pt x="6385" y="1199"/>
                </a:lnTo>
                <a:lnTo>
                  <a:pt x="6279" y="1269"/>
                </a:lnTo>
                <a:lnTo>
                  <a:pt x="6173" y="1305"/>
                </a:lnTo>
                <a:lnTo>
                  <a:pt x="6067" y="1340"/>
                </a:lnTo>
                <a:lnTo>
                  <a:pt x="5961" y="1375"/>
                </a:lnTo>
                <a:lnTo>
                  <a:pt x="5856" y="1375"/>
                </a:lnTo>
                <a:lnTo>
                  <a:pt x="5750" y="1446"/>
                </a:lnTo>
                <a:lnTo>
                  <a:pt x="5644" y="1411"/>
                </a:lnTo>
                <a:lnTo>
                  <a:pt x="5503" y="1375"/>
                </a:lnTo>
                <a:lnTo>
                  <a:pt x="5397" y="1305"/>
                </a:lnTo>
                <a:lnTo>
                  <a:pt x="5291" y="1269"/>
                </a:lnTo>
                <a:lnTo>
                  <a:pt x="5150" y="1164"/>
                </a:lnTo>
                <a:lnTo>
                  <a:pt x="5044" y="1093"/>
                </a:lnTo>
                <a:lnTo>
                  <a:pt x="4903" y="952"/>
                </a:lnTo>
                <a:lnTo>
                  <a:pt x="4797" y="881"/>
                </a:lnTo>
                <a:lnTo>
                  <a:pt x="4691" y="846"/>
                </a:lnTo>
                <a:lnTo>
                  <a:pt x="4586" y="811"/>
                </a:lnTo>
                <a:lnTo>
                  <a:pt x="4480" y="846"/>
                </a:lnTo>
                <a:lnTo>
                  <a:pt x="4374" y="917"/>
                </a:lnTo>
                <a:lnTo>
                  <a:pt x="4339" y="1023"/>
                </a:lnTo>
                <a:lnTo>
                  <a:pt x="4233" y="1058"/>
                </a:lnTo>
                <a:lnTo>
                  <a:pt x="4092" y="1023"/>
                </a:lnTo>
                <a:lnTo>
                  <a:pt x="3951" y="987"/>
                </a:lnTo>
                <a:lnTo>
                  <a:pt x="3810" y="917"/>
                </a:lnTo>
                <a:lnTo>
                  <a:pt x="3668" y="846"/>
                </a:lnTo>
                <a:lnTo>
                  <a:pt x="3527" y="846"/>
                </a:lnTo>
                <a:lnTo>
                  <a:pt x="3421" y="740"/>
                </a:lnTo>
                <a:lnTo>
                  <a:pt x="3316" y="740"/>
                </a:lnTo>
                <a:lnTo>
                  <a:pt x="3245" y="846"/>
                </a:lnTo>
                <a:lnTo>
                  <a:pt x="3175" y="952"/>
                </a:lnTo>
                <a:lnTo>
                  <a:pt x="3069" y="987"/>
                </a:lnTo>
                <a:lnTo>
                  <a:pt x="2963" y="987"/>
                </a:lnTo>
                <a:lnTo>
                  <a:pt x="2822" y="952"/>
                </a:lnTo>
                <a:lnTo>
                  <a:pt x="2716" y="952"/>
                </a:lnTo>
                <a:lnTo>
                  <a:pt x="2610" y="987"/>
                </a:lnTo>
                <a:lnTo>
                  <a:pt x="2504" y="1093"/>
                </a:lnTo>
                <a:lnTo>
                  <a:pt x="2398" y="1093"/>
                </a:lnTo>
                <a:lnTo>
                  <a:pt x="2257" y="1128"/>
                </a:lnTo>
                <a:lnTo>
                  <a:pt x="2116" y="1164"/>
                </a:lnTo>
                <a:lnTo>
                  <a:pt x="2010" y="1093"/>
                </a:lnTo>
                <a:lnTo>
                  <a:pt x="1905" y="1093"/>
                </a:lnTo>
                <a:lnTo>
                  <a:pt x="1799" y="1164"/>
                </a:lnTo>
                <a:lnTo>
                  <a:pt x="1693" y="1164"/>
                </a:lnTo>
                <a:lnTo>
                  <a:pt x="1552" y="1164"/>
                </a:lnTo>
                <a:lnTo>
                  <a:pt x="1411" y="1234"/>
                </a:lnTo>
                <a:lnTo>
                  <a:pt x="1305" y="1269"/>
                </a:lnTo>
                <a:lnTo>
                  <a:pt x="1164" y="1234"/>
                </a:lnTo>
                <a:lnTo>
                  <a:pt x="1058" y="1305"/>
                </a:lnTo>
                <a:lnTo>
                  <a:pt x="952" y="1340"/>
                </a:lnTo>
                <a:lnTo>
                  <a:pt x="846" y="1411"/>
                </a:lnTo>
                <a:lnTo>
                  <a:pt x="811" y="1517"/>
                </a:lnTo>
                <a:lnTo>
                  <a:pt x="705" y="1553"/>
                </a:lnTo>
                <a:lnTo>
                  <a:pt x="670" y="1659"/>
                </a:lnTo>
                <a:lnTo>
                  <a:pt x="564" y="1694"/>
                </a:lnTo>
                <a:lnTo>
                  <a:pt x="458" y="1694"/>
                </a:lnTo>
                <a:lnTo>
                  <a:pt x="352" y="1729"/>
                </a:lnTo>
                <a:lnTo>
                  <a:pt x="246" y="1764"/>
                </a:lnTo>
                <a:lnTo>
                  <a:pt x="141" y="1800"/>
                </a:lnTo>
                <a:lnTo>
                  <a:pt x="35" y="1870"/>
                </a:lnTo>
                <a:lnTo>
                  <a:pt x="0" y="70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30" name=""/>
          <p:cNvGrpSpPr/>
          <p:nvPr/>
        </p:nvGrpSpPr>
        <p:grpSpPr>
          <a:xfrm>
            <a:off x="3238560" y="825480"/>
            <a:ext cx="2400480" cy="1244880"/>
            <a:chOff x="3238560" y="825480"/>
            <a:chExt cx="2400480" cy="1244880"/>
          </a:xfrm>
        </p:grpSpPr>
        <p:sp>
          <p:nvSpPr>
            <p:cNvPr id="231" name=""/>
            <p:cNvSpPr/>
            <p:nvPr/>
          </p:nvSpPr>
          <p:spPr>
            <a:xfrm>
              <a:off x="3238560" y="125748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2" name=""/>
            <p:cNvSpPr txBox="1"/>
            <p:nvPr/>
          </p:nvSpPr>
          <p:spPr>
            <a:xfrm>
              <a:off x="3645000" y="82548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ProgramA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3" name=""/>
          <p:cNvGrpSpPr/>
          <p:nvPr/>
        </p:nvGrpSpPr>
        <p:grpSpPr>
          <a:xfrm>
            <a:off x="6235560" y="2755800"/>
            <a:ext cx="2400480" cy="1244880"/>
            <a:chOff x="6235560" y="2755800"/>
            <a:chExt cx="2400480" cy="1244880"/>
          </a:xfrm>
        </p:grpSpPr>
        <p:sp>
          <p:nvSpPr>
            <p:cNvPr id="234" name=""/>
            <p:cNvSpPr txBox="1"/>
            <p:nvPr/>
          </p:nvSpPr>
          <p:spPr>
            <a:xfrm>
              <a:off x="623556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5" name=""/>
            <p:cNvSpPr txBox="1"/>
            <p:nvPr/>
          </p:nvSpPr>
          <p:spPr>
            <a:xfrm>
              <a:off x="664200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6" name=""/>
          <p:cNvGrpSpPr/>
          <p:nvPr/>
        </p:nvGrpSpPr>
        <p:grpSpPr>
          <a:xfrm>
            <a:off x="3238560" y="2755800"/>
            <a:ext cx="2400480" cy="1244880"/>
            <a:chOff x="3238560" y="2755800"/>
            <a:chExt cx="2400480" cy="1244880"/>
          </a:xfrm>
        </p:grpSpPr>
        <p:sp>
          <p:nvSpPr>
            <p:cNvPr id="237" name=""/>
            <p:cNvSpPr/>
            <p:nvPr/>
          </p:nvSpPr>
          <p:spPr>
            <a:xfrm>
              <a:off x="323856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8" name=""/>
            <p:cNvSpPr txBox="1"/>
            <p:nvPr/>
          </p:nvSpPr>
          <p:spPr>
            <a:xfrm>
              <a:off x="364500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9" name=""/>
          <p:cNvGrpSpPr/>
          <p:nvPr/>
        </p:nvGrpSpPr>
        <p:grpSpPr>
          <a:xfrm>
            <a:off x="304920" y="2755800"/>
            <a:ext cx="2400480" cy="1244880"/>
            <a:chOff x="304920" y="2755800"/>
            <a:chExt cx="2400480" cy="1244880"/>
          </a:xfrm>
        </p:grpSpPr>
        <p:sp>
          <p:nvSpPr>
            <p:cNvPr id="240" name=""/>
            <p:cNvSpPr txBox="1"/>
            <p:nvPr/>
          </p:nvSpPr>
          <p:spPr>
            <a:xfrm>
              <a:off x="30492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"/>
            <p:cNvSpPr txBox="1"/>
            <p:nvPr/>
          </p:nvSpPr>
          <p:spPr>
            <a:xfrm>
              <a:off x="71136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ProgramB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2" name=""/>
          <p:cNvSpPr txBox="1"/>
          <p:nvPr/>
        </p:nvSpPr>
        <p:spPr>
          <a:xfrm>
            <a:off x="3886200" y="4351320"/>
            <a:ext cx="119376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SharedRec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695760" y="4660920"/>
            <a:ext cx="1511280" cy="50796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custDash>
              <a:ds d="198592" sp="198592"/>
            </a:custDash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 flipH="1">
            <a:off x="1701720" y="2057400"/>
            <a:ext cx="1587600" cy="7873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4419720" y="2057400"/>
            <a:ext cx="0" cy="7621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5600880" y="2057400"/>
            <a:ext cx="1828800" cy="7873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1397160" y="3911760"/>
            <a:ext cx="2400840" cy="1054440"/>
          </a:xfrm>
          <a:custGeom>
            <a:avLst/>
            <a:gdLst/>
            <a:ahLst/>
            <a:rect l="0" t="0" r="r" b="b"/>
            <a:pathLst>
              <a:path fill="none" w="6669" h="2929">
                <a:moveTo>
                  <a:pt x="0" y="0"/>
                </a:moveTo>
                <a:lnTo>
                  <a:pt x="0" y="0"/>
                </a:lnTo>
                <a:cubicBezTo>
                  <a:pt x="0" y="514"/>
                  <a:pt x="308" y="1019"/>
                  <a:pt x="893" y="1465"/>
                </a:cubicBezTo>
                <a:cubicBezTo>
                  <a:pt x="1479" y="1910"/>
                  <a:pt x="2321" y="2280"/>
                  <a:pt x="3335" y="2537"/>
                </a:cubicBezTo>
                <a:cubicBezTo>
                  <a:pt x="4348" y="2794"/>
                  <a:pt x="5498" y="2929"/>
                  <a:pt x="6669" y="2929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981080" y="4408560"/>
            <a:ext cx="609480" cy="68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PUT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708120" y="3575160"/>
            <a:ext cx="13287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Mike12345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755880" y="4743360"/>
            <a:ext cx="13287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Mike12345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 txBox="1"/>
          <p:nvPr/>
        </p:nvSpPr>
        <p:spPr>
          <a:xfrm>
            <a:off x="2197080" y="158760"/>
            <a:ext cx="46306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IS EXTERNAL phrase.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2219400" y="5533920"/>
            <a:ext cx="4622760" cy="119376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SharedRec IS EXTERNAL.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PartA   PIC X(4).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3336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PartB   PIC 9(5).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1346040" y="3505320"/>
            <a:ext cx="5639040" cy="1067040"/>
          </a:xfrm>
          <a:custGeom>
            <a:avLst/>
            <a:gdLst/>
            <a:ahLst/>
            <a:rect l="0" t="0" r="r" b="b"/>
            <a:pathLst>
              <a:path w="15664" h="2964">
                <a:moveTo>
                  <a:pt x="0" y="705"/>
                </a:moveTo>
                <a:lnTo>
                  <a:pt x="141" y="740"/>
                </a:lnTo>
                <a:lnTo>
                  <a:pt x="246" y="740"/>
                </a:lnTo>
                <a:lnTo>
                  <a:pt x="388" y="740"/>
                </a:lnTo>
                <a:lnTo>
                  <a:pt x="529" y="740"/>
                </a:lnTo>
                <a:lnTo>
                  <a:pt x="635" y="705"/>
                </a:lnTo>
                <a:lnTo>
                  <a:pt x="740" y="599"/>
                </a:lnTo>
                <a:lnTo>
                  <a:pt x="846" y="458"/>
                </a:lnTo>
                <a:lnTo>
                  <a:pt x="917" y="317"/>
                </a:lnTo>
                <a:lnTo>
                  <a:pt x="1128" y="458"/>
                </a:lnTo>
                <a:lnTo>
                  <a:pt x="1164" y="564"/>
                </a:lnTo>
                <a:lnTo>
                  <a:pt x="1270" y="670"/>
                </a:lnTo>
                <a:lnTo>
                  <a:pt x="1375" y="705"/>
                </a:lnTo>
                <a:lnTo>
                  <a:pt x="1481" y="670"/>
                </a:lnTo>
                <a:lnTo>
                  <a:pt x="1516" y="564"/>
                </a:lnTo>
                <a:lnTo>
                  <a:pt x="1622" y="564"/>
                </a:lnTo>
                <a:lnTo>
                  <a:pt x="1728" y="529"/>
                </a:lnTo>
                <a:lnTo>
                  <a:pt x="1834" y="458"/>
                </a:lnTo>
                <a:lnTo>
                  <a:pt x="1975" y="423"/>
                </a:lnTo>
                <a:lnTo>
                  <a:pt x="2046" y="529"/>
                </a:lnTo>
                <a:lnTo>
                  <a:pt x="2151" y="529"/>
                </a:lnTo>
                <a:lnTo>
                  <a:pt x="2257" y="493"/>
                </a:lnTo>
                <a:lnTo>
                  <a:pt x="2363" y="458"/>
                </a:lnTo>
                <a:lnTo>
                  <a:pt x="2469" y="529"/>
                </a:lnTo>
                <a:lnTo>
                  <a:pt x="2645" y="458"/>
                </a:lnTo>
                <a:lnTo>
                  <a:pt x="2786" y="423"/>
                </a:lnTo>
                <a:lnTo>
                  <a:pt x="2892" y="388"/>
                </a:lnTo>
                <a:lnTo>
                  <a:pt x="2963" y="282"/>
                </a:lnTo>
                <a:lnTo>
                  <a:pt x="3069" y="246"/>
                </a:lnTo>
                <a:lnTo>
                  <a:pt x="3175" y="211"/>
                </a:lnTo>
                <a:lnTo>
                  <a:pt x="3280" y="176"/>
                </a:lnTo>
                <a:lnTo>
                  <a:pt x="3386" y="246"/>
                </a:lnTo>
                <a:lnTo>
                  <a:pt x="3492" y="317"/>
                </a:lnTo>
                <a:lnTo>
                  <a:pt x="3527" y="423"/>
                </a:lnTo>
                <a:lnTo>
                  <a:pt x="3633" y="458"/>
                </a:lnTo>
                <a:lnTo>
                  <a:pt x="3739" y="564"/>
                </a:lnTo>
                <a:lnTo>
                  <a:pt x="3845" y="634"/>
                </a:lnTo>
                <a:lnTo>
                  <a:pt x="3951" y="670"/>
                </a:lnTo>
                <a:lnTo>
                  <a:pt x="4092" y="564"/>
                </a:lnTo>
                <a:lnTo>
                  <a:pt x="4233" y="458"/>
                </a:lnTo>
                <a:lnTo>
                  <a:pt x="4339" y="388"/>
                </a:lnTo>
                <a:lnTo>
                  <a:pt x="4515" y="388"/>
                </a:lnTo>
                <a:lnTo>
                  <a:pt x="4656" y="317"/>
                </a:lnTo>
                <a:lnTo>
                  <a:pt x="4762" y="317"/>
                </a:lnTo>
                <a:lnTo>
                  <a:pt x="4868" y="317"/>
                </a:lnTo>
                <a:lnTo>
                  <a:pt x="5009" y="388"/>
                </a:lnTo>
                <a:lnTo>
                  <a:pt x="5115" y="352"/>
                </a:lnTo>
                <a:lnTo>
                  <a:pt x="5221" y="458"/>
                </a:lnTo>
                <a:lnTo>
                  <a:pt x="5326" y="529"/>
                </a:lnTo>
                <a:lnTo>
                  <a:pt x="5432" y="529"/>
                </a:lnTo>
                <a:lnTo>
                  <a:pt x="5538" y="599"/>
                </a:lnTo>
                <a:lnTo>
                  <a:pt x="5644" y="634"/>
                </a:lnTo>
                <a:lnTo>
                  <a:pt x="5785" y="670"/>
                </a:lnTo>
                <a:lnTo>
                  <a:pt x="5891" y="705"/>
                </a:lnTo>
                <a:lnTo>
                  <a:pt x="6032" y="740"/>
                </a:lnTo>
                <a:lnTo>
                  <a:pt x="6138" y="705"/>
                </a:lnTo>
                <a:lnTo>
                  <a:pt x="6244" y="634"/>
                </a:lnTo>
                <a:lnTo>
                  <a:pt x="6350" y="564"/>
                </a:lnTo>
                <a:lnTo>
                  <a:pt x="6385" y="458"/>
                </a:lnTo>
                <a:lnTo>
                  <a:pt x="6491" y="388"/>
                </a:lnTo>
                <a:lnTo>
                  <a:pt x="6632" y="317"/>
                </a:lnTo>
                <a:lnTo>
                  <a:pt x="6773" y="282"/>
                </a:lnTo>
                <a:lnTo>
                  <a:pt x="6879" y="246"/>
                </a:lnTo>
                <a:lnTo>
                  <a:pt x="6985" y="211"/>
                </a:lnTo>
                <a:lnTo>
                  <a:pt x="7090" y="176"/>
                </a:lnTo>
                <a:lnTo>
                  <a:pt x="7196" y="176"/>
                </a:lnTo>
                <a:lnTo>
                  <a:pt x="7267" y="282"/>
                </a:lnTo>
                <a:lnTo>
                  <a:pt x="7337" y="388"/>
                </a:lnTo>
                <a:lnTo>
                  <a:pt x="7478" y="458"/>
                </a:lnTo>
                <a:lnTo>
                  <a:pt x="7584" y="529"/>
                </a:lnTo>
                <a:lnTo>
                  <a:pt x="7725" y="458"/>
                </a:lnTo>
                <a:lnTo>
                  <a:pt x="7831" y="458"/>
                </a:lnTo>
                <a:lnTo>
                  <a:pt x="7938" y="423"/>
                </a:lnTo>
                <a:lnTo>
                  <a:pt x="8044" y="423"/>
                </a:lnTo>
                <a:lnTo>
                  <a:pt x="8185" y="352"/>
                </a:lnTo>
                <a:lnTo>
                  <a:pt x="8291" y="317"/>
                </a:lnTo>
                <a:lnTo>
                  <a:pt x="8397" y="246"/>
                </a:lnTo>
                <a:lnTo>
                  <a:pt x="8573" y="246"/>
                </a:lnTo>
                <a:lnTo>
                  <a:pt x="8714" y="176"/>
                </a:lnTo>
                <a:lnTo>
                  <a:pt x="8855" y="105"/>
                </a:lnTo>
                <a:lnTo>
                  <a:pt x="8961" y="35"/>
                </a:lnTo>
                <a:lnTo>
                  <a:pt x="9102" y="105"/>
                </a:lnTo>
                <a:lnTo>
                  <a:pt x="9208" y="176"/>
                </a:lnTo>
                <a:lnTo>
                  <a:pt x="9314" y="105"/>
                </a:lnTo>
                <a:lnTo>
                  <a:pt x="9455" y="35"/>
                </a:lnTo>
                <a:lnTo>
                  <a:pt x="9561" y="70"/>
                </a:lnTo>
                <a:lnTo>
                  <a:pt x="9702" y="141"/>
                </a:lnTo>
                <a:lnTo>
                  <a:pt x="9808" y="141"/>
                </a:lnTo>
                <a:lnTo>
                  <a:pt x="9878" y="35"/>
                </a:lnTo>
                <a:lnTo>
                  <a:pt x="9984" y="35"/>
                </a:lnTo>
                <a:lnTo>
                  <a:pt x="10090" y="35"/>
                </a:lnTo>
                <a:lnTo>
                  <a:pt x="10196" y="35"/>
                </a:lnTo>
                <a:lnTo>
                  <a:pt x="10302" y="35"/>
                </a:lnTo>
                <a:lnTo>
                  <a:pt x="10407" y="0"/>
                </a:lnTo>
                <a:lnTo>
                  <a:pt x="10584" y="35"/>
                </a:lnTo>
                <a:lnTo>
                  <a:pt x="10690" y="35"/>
                </a:lnTo>
                <a:lnTo>
                  <a:pt x="10831" y="105"/>
                </a:lnTo>
                <a:lnTo>
                  <a:pt x="10937" y="105"/>
                </a:lnTo>
                <a:lnTo>
                  <a:pt x="11042" y="105"/>
                </a:lnTo>
                <a:lnTo>
                  <a:pt x="11148" y="141"/>
                </a:lnTo>
                <a:lnTo>
                  <a:pt x="11289" y="176"/>
                </a:lnTo>
                <a:lnTo>
                  <a:pt x="11395" y="176"/>
                </a:lnTo>
                <a:lnTo>
                  <a:pt x="11501" y="211"/>
                </a:lnTo>
                <a:lnTo>
                  <a:pt x="11677" y="317"/>
                </a:lnTo>
                <a:lnTo>
                  <a:pt x="11854" y="458"/>
                </a:lnTo>
                <a:lnTo>
                  <a:pt x="11960" y="458"/>
                </a:lnTo>
                <a:lnTo>
                  <a:pt x="12066" y="458"/>
                </a:lnTo>
                <a:lnTo>
                  <a:pt x="12171" y="423"/>
                </a:lnTo>
                <a:lnTo>
                  <a:pt x="12277" y="388"/>
                </a:lnTo>
                <a:lnTo>
                  <a:pt x="12418" y="352"/>
                </a:lnTo>
                <a:lnTo>
                  <a:pt x="12524" y="317"/>
                </a:lnTo>
                <a:lnTo>
                  <a:pt x="12595" y="211"/>
                </a:lnTo>
                <a:lnTo>
                  <a:pt x="12701" y="176"/>
                </a:lnTo>
                <a:lnTo>
                  <a:pt x="12806" y="105"/>
                </a:lnTo>
                <a:lnTo>
                  <a:pt x="12947" y="105"/>
                </a:lnTo>
                <a:lnTo>
                  <a:pt x="13089" y="246"/>
                </a:lnTo>
                <a:lnTo>
                  <a:pt x="13124" y="388"/>
                </a:lnTo>
                <a:lnTo>
                  <a:pt x="13265" y="282"/>
                </a:lnTo>
                <a:lnTo>
                  <a:pt x="13371" y="246"/>
                </a:lnTo>
                <a:lnTo>
                  <a:pt x="13477" y="246"/>
                </a:lnTo>
                <a:lnTo>
                  <a:pt x="13582" y="282"/>
                </a:lnTo>
                <a:lnTo>
                  <a:pt x="13688" y="246"/>
                </a:lnTo>
                <a:lnTo>
                  <a:pt x="13794" y="211"/>
                </a:lnTo>
                <a:lnTo>
                  <a:pt x="13935" y="317"/>
                </a:lnTo>
                <a:lnTo>
                  <a:pt x="14041" y="388"/>
                </a:lnTo>
                <a:lnTo>
                  <a:pt x="14147" y="317"/>
                </a:lnTo>
                <a:lnTo>
                  <a:pt x="14253" y="317"/>
                </a:lnTo>
                <a:lnTo>
                  <a:pt x="14359" y="423"/>
                </a:lnTo>
                <a:lnTo>
                  <a:pt x="14464" y="317"/>
                </a:lnTo>
                <a:lnTo>
                  <a:pt x="14606" y="317"/>
                </a:lnTo>
                <a:lnTo>
                  <a:pt x="14711" y="388"/>
                </a:lnTo>
                <a:lnTo>
                  <a:pt x="14817" y="388"/>
                </a:lnTo>
                <a:lnTo>
                  <a:pt x="14923" y="282"/>
                </a:lnTo>
                <a:lnTo>
                  <a:pt x="15029" y="211"/>
                </a:lnTo>
                <a:lnTo>
                  <a:pt x="15135" y="176"/>
                </a:lnTo>
                <a:lnTo>
                  <a:pt x="15241" y="211"/>
                </a:lnTo>
                <a:lnTo>
                  <a:pt x="15346" y="176"/>
                </a:lnTo>
                <a:lnTo>
                  <a:pt x="15452" y="105"/>
                </a:lnTo>
                <a:lnTo>
                  <a:pt x="15558" y="35"/>
                </a:lnTo>
                <a:lnTo>
                  <a:pt x="15664" y="0"/>
                </a:lnTo>
                <a:lnTo>
                  <a:pt x="15664" y="2964"/>
                </a:lnTo>
                <a:lnTo>
                  <a:pt x="15664" y="2964"/>
                </a:lnTo>
                <a:lnTo>
                  <a:pt x="15558" y="2929"/>
                </a:lnTo>
                <a:lnTo>
                  <a:pt x="15452" y="2823"/>
                </a:lnTo>
                <a:lnTo>
                  <a:pt x="15346" y="2717"/>
                </a:lnTo>
                <a:lnTo>
                  <a:pt x="15276" y="2611"/>
                </a:lnTo>
                <a:lnTo>
                  <a:pt x="15241" y="2505"/>
                </a:lnTo>
                <a:lnTo>
                  <a:pt x="15205" y="2399"/>
                </a:lnTo>
                <a:lnTo>
                  <a:pt x="15099" y="2258"/>
                </a:lnTo>
                <a:lnTo>
                  <a:pt x="15064" y="2152"/>
                </a:lnTo>
                <a:lnTo>
                  <a:pt x="14958" y="2082"/>
                </a:lnTo>
                <a:lnTo>
                  <a:pt x="14958" y="1976"/>
                </a:lnTo>
                <a:lnTo>
                  <a:pt x="14888" y="1870"/>
                </a:lnTo>
                <a:lnTo>
                  <a:pt x="14817" y="1764"/>
                </a:lnTo>
                <a:lnTo>
                  <a:pt x="14747" y="1659"/>
                </a:lnTo>
                <a:lnTo>
                  <a:pt x="14641" y="1553"/>
                </a:lnTo>
                <a:lnTo>
                  <a:pt x="14535" y="1446"/>
                </a:lnTo>
                <a:lnTo>
                  <a:pt x="14535" y="1340"/>
                </a:lnTo>
                <a:lnTo>
                  <a:pt x="14464" y="1234"/>
                </a:lnTo>
                <a:lnTo>
                  <a:pt x="14394" y="1128"/>
                </a:lnTo>
                <a:lnTo>
                  <a:pt x="14359" y="1234"/>
                </a:lnTo>
                <a:lnTo>
                  <a:pt x="14288" y="1375"/>
                </a:lnTo>
                <a:lnTo>
                  <a:pt x="14253" y="1481"/>
                </a:lnTo>
                <a:lnTo>
                  <a:pt x="14253" y="1588"/>
                </a:lnTo>
                <a:lnTo>
                  <a:pt x="14253" y="1694"/>
                </a:lnTo>
                <a:lnTo>
                  <a:pt x="14253" y="1800"/>
                </a:lnTo>
                <a:lnTo>
                  <a:pt x="14217" y="1905"/>
                </a:lnTo>
                <a:lnTo>
                  <a:pt x="14182" y="2011"/>
                </a:lnTo>
                <a:lnTo>
                  <a:pt x="14041" y="1870"/>
                </a:lnTo>
                <a:lnTo>
                  <a:pt x="13935" y="1729"/>
                </a:lnTo>
                <a:lnTo>
                  <a:pt x="13829" y="1588"/>
                </a:lnTo>
                <a:lnTo>
                  <a:pt x="13688" y="1481"/>
                </a:lnTo>
                <a:lnTo>
                  <a:pt x="13582" y="1375"/>
                </a:lnTo>
                <a:lnTo>
                  <a:pt x="13477" y="1269"/>
                </a:lnTo>
                <a:lnTo>
                  <a:pt x="13406" y="1164"/>
                </a:lnTo>
                <a:lnTo>
                  <a:pt x="13300" y="1093"/>
                </a:lnTo>
                <a:lnTo>
                  <a:pt x="13230" y="987"/>
                </a:lnTo>
                <a:lnTo>
                  <a:pt x="13124" y="1093"/>
                </a:lnTo>
                <a:lnTo>
                  <a:pt x="13089" y="1234"/>
                </a:lnTo>
                <a:lnTo>
                  <a:pt x="13018" y="1340"/>
                </a:lnTo>
                <a:lnTo>
                  <a:pt x="12912" y="1340"/>
                </a:lnTo>
                <a:lnTo>
                  <a:pt x="12771" y="1234"/>
                </a:lnTo>
                <a:lnTo>
                  <a:pt x="12665" y="1234"/>
                </a:lnTo>
                <a:lnTo>
                  <a:pt x="12559" y="1164"/>
                </a:lnTo>
                <a:lnTo>
                  <a:pt x="12524" y="1305"/>
                </a:lnTo>
                <a:lnTo>
                  <a:pt x="12418" y="1446"/>
                </a:lnTo>
                <a:lnTo>
                  <a:pt x="12383" y="1340"/>
                </a:lnTo>
                <a:lnTo>
                  <a:pt x="12312" y="1234"/>
                </a:lnTo>
                <a:lnTo>
                  <a:pt x="12242" y="1128"/>
                </a:lnTo>
                <a:lnTo>
                  <a:pt x="12136" y="1093"/>
                </a:lnTo>
                <a:lnTo>
                  <a:pt x="11995" y="1023"/>
                </a:lnTo>
                <a:lnTo>
                  <a:pt x="11854" y="987"/>
                </a:lnTo>
                <a:lnTo>
                  <a:pt x="11748" y="952"/>
                </a:lnTo>
                <a:lnTo>
                  <a:pt x="11642" y="881"/>
                </a:lnTo>
                <a:lnTo>
                  <a:pt x="11501" y="811"/>
                </a:lnTo>
                <a:lnTo>
                  <a:pt x="11431" y="705"/>
                </a:lnTo>
                <a:lnTo>
                  <a:pt x="11325" y="705"/>
                </a:lnTo>
                <a:lnTo>
                  <a:pt x="11219" y="740"/>
                </a:lnTo>
                <a:lnTo>
                  <a:pt x="11113" y="811"/>
                </a:lnTo>
                <a:lnTo>
                  <a:pt x="11078" y="705"/>
                </a:lnTo>
                <a:lnTo>
                  <a:pt x="11007" y="599"/>
                </a:lnTo>
                <a:lnTo>
                  <a:pt x="10901" y="529"/>
                </a:lnTo>
                <a:lnTo>
                  <a:pt x="10796" y="458"/>
                </a:lnTo>
                <a:lnTo>
                  <a:pt x="10654" y="564"/>
                </a:lnTo>
                <a:lnTo>
                  <a:pt x="10584" y="670"/>
                </a:lnTo>
                <a:lnTo>
                  <a:pt x="10513" y="776"/>
                </a:lnTo>
                <a:lnTo>
                  <a:pt x="10407" y="846"/>
                </a:lnTo>
                <a:lnTo>
                  <a:pt x="10302" y="811"/>
                </a:lnTo>
                <a:lnTo>
                  <a:pt x="10196" y="740"/>
                </a:lnTo>
                <a:lnTo>
                  <a:pt x="10090" y="740"/>
                </a:lnTo>
                <a:lnTo>
                  <a:pt x="10019" y="846"/>
                </a:lnTo>
                <a:lnTo>
                  <a:pt x="9914" y="811"/>
                </a:lnTo>
                <a:lnTo>
                  <a:pt x="9737" y="705"/>
                </a:lnTo>
                <a:lnTo>
                  <a:pt x="9596" y="705"/>
                </a:lnTo>
                <a:lnTo>
                  <a:pt x="9455" y="776"/>
                </a:lnTo>
                <a:lnTo>
                  <a:pt x="9314" y="881"/>
                </a:lnTo>
                <a:lnTo>
                  <a:pt x="9208" y="917"/>
                </a:lnTo>
                <a:lnTo>
                  <a:pt x="9102" y="987"/>
                </a:lnTo>
                <a:lnTo>
                  <a:pt x="8996" y="1023"/>
                </a:lnTo>
                <a:lnTo>
                  <a:pt x="8891" y="1093"/>
                </a:lnTo>
                <a:lnTo>
                  <a:pt x="8749" y="1164"/>
                </a:lnTo>
                <a:lnTo>
                  <a:pt x="8608" y="1093"/>
                </a:lnTo>
                <a:lnTo>
                  <a:pt x="8467" y="987"/>
                </a:lnTo>
                <a:lnTo>
                  <a:pt x="8326" y="917"/>
                </a:lnTo>
                <a:lnTo>
                  <a:pt x="8220" y="811"/>
                </a:lnTo>
                <a:lnTo>
                  <a:pt x="8114" y="740"/>
                </a:lnTo>
                <a:lnTo>
                  <a:pt x="8044" y="881"/>
                </a:lnTo>
                <a:lnTo>
                  <a:pt x="7938" y="952"/>
                </a:lnTo>
                <a:lnTo>
                  <a:pt x="7761" y="917"/>
                </a:lnTo>
                <a:lnTo>
                  <a:pt x="7655" y="881"/>
                </a:lnTo>
                <a:lnTo>
                  <a:pt x="7549" y="952"/>
                </a:lnTo>
                <a:lnTo>
                  <a:pt x="7443" y="881"/>
                </a:lnTo>
                <a:lnTo>
                  <a:pt x="7373" y="987"/>
                </a:lnTo>
                <a:lnTo>
                  <a:pt x="7302" y="1093"/>
                </a:lnTo>
                <a:lnTo>
                  <a:pt x="7196" y="1058"/>
                </a:lnTo>
                <a:lnTo>
                  <a:pt x="7090" y="1128"/>
                </a:lnTo>
                <a:lnTo>
                  <a:pt x="6914" y="1093"/>
                </a:lnTo>
                <a:lnTo>
                  <a:pt x="6879" y="987"/>
                </a:lnTo>
                <a:lnTo>
                  <a:pt x="6773" y="881"/>
                </a:lnTo>
                <a:lnTo>
                  <a:pt x="6632" y="987"/>
                </a:lnTo>
                <a:lnTo>
                  <a:pt x="6526" y="1093"/>
                </a:lnTo>
                <a:lnTo>
                  <a:pt x="6385" y="1199"/>
                </a:lnTo>
                <a:lnTo>
                  <a:pt x="6279" y="1269"/>
                </a:lnTo>
                <a:lnTo>
                  <a:pt x="6173" y="1305"/>
                </a:lnTo>
                <a:lnTo>
                  <a:pt x="6067" y="1340"/>
                </a:lnTo>
                <a:lnTo>
                  <a:pt x="5961" y="1375"/>
                </a:lnTo>
                <a:lnTo>
                  <a:pt x="5856" y="1375"/>
                </a:lnTo>
                <a:lnTo>
                  <a:pt x="5750" y="1446"/>
                </a:lnTo>
                <a:lnTo>
                  <a:pt x="5644" y="1411"/>
                </a:lnTo>
                <a:lnTo>
                  <a:pt x="5503" y="1375"/>
                </a:lnTo>
                <a:lnTo>
                  <a:pt x="5397" y="1305"/>
                </a:lnTo>
                <a:lnTo>
                  <a:pt x="5291" y="1269"/>
                </a:lnTo>
                <a:lnTo>
                  <a:pt x="5150" y="1164"/>
                </a:lnTo>
                <a:lnTo>
                  <a:pt x="5044" y="1093"/>
                </a:lnTo>
                <a:lnTo>
                  <a:pt x="4903" y="952"/>
                </a:lnTo>
                <a:lnTo>
                  <a:pt x="4797" y="881"/>
                </a:lnTo>
                <a:lnTo>
                  <a:pt x="4691" y="846"/>
                </a:lnTo>
                <a:lnTo>
                  <a:pt x="4586" y="811"/>
                </a:lnTo>
                <a:lnTo>
                  <a:pt x="4480" y="846"/>
                </a:lnTo>
                <a:lnTo>
                  <a:pt x="4374" y="917"/>
                </a:lnTo>
                <a:lnTo>
                  <a:pt x="4339" y="1023"/>
                </a:lnTo>
                <a:lnTo>
                  <a:pt x="4233" y="1058"/>
                </a:lnTo>
                <a:lnTo>
                  <a:pt x="4092" y="1023"/>
                </a:lnTo>
                <a:lnTo>
                  <a:pt x="3951" y="987"/>
                </a:lnTo>
                <a:lnTo>
                  <a:pt x="3810" y="917"/>
                </a:lnTo>
                <a:lnTo>
                  <a:pt x="3668" y="846"/>
                </a:lnTo>
                <a:lnTo>
                  <a:pt x="3527" y="846"/>
                </a:lnTo>
                <a:lnTo>
                  <a:pt x="3421" y="740"/>
                </a:lnTo>
                <a:lnTo>
                  <a:pt x="3316" y="740"/>
                </a:lnTo>
                <a:lnTo>
                  <a:pt x="3245" y="846"/>
                </a:lnTo>
                <a:lnTo>
                  <a:pt x="3175" y="952"/>
                </a:lnTo>
                <a:lnTo>
                  <a:pt x="3069" y="987"/>
                </a:lnTo>
                <a:lnTo>
                  <a:pt x="2963" y="987"/>
                </a:lnTo>
                <a:lnTo>
                  <a:pt x="2822" y="952"/>
                </a:lnTo>
                <a:lnTo>
                  <a:pt x="2716" y="952"/>
                </a:lnTo>
                <a:lnTo>
                  <a:pt x="2610" y="987"/>
                </a:lnTo>
                <a:lnTo>
                  <a:pt x="2504" y="1093"/>
                </a:lnTo>
                <a:lnTo>
                  <a:pt x="2398" y="1093"/>
                </a:lnTo>
                <a:lnTo>
                  <a:pt x="2257" y="1128"/>
                </a:lnTo>
                <a:lnTo>
                  <a:pt x="2116" y="1164"/>
                </a:lnTo>
                <a:lnTo>
                  <a:pt x="2010" y="1093"/>
                </a:lnTo>
                <a:lnTo>
                  <a:pt x="1905" y="1093"/>
                </a:lnTo>
                <a:lnTo>
                  <a:pt x="1799" y="1164"/>
                </a:lnTo>
                <a:lnTo>
                  <a:pt x="1693" y="1164"/>
                </a:lnTo>
                <a:lnTo>
                  <a:pt x="1552" y="1164"/>
                </a:lnTo>
                <a:lnTo>
                  <a:pt x="1411" y="1234"/>
                </a:lnTo>
                <a:lnTo>
                  <a:pt x="1305" y="1269"/>
                </a:lnTo>
                <a:lnTo>
                  <a:pt x="1164" y="1234"/>
                </a:lnTo>
                <a:lnTo>
                  <a:pt x="1058" y="1305"/>
                </a:lnTo>
                <a:lnTo>
                  <a:pt x="952" y="1340"/>
                </a:lnTo>
                <a:lnTo>
                  <a:pt x="846" y="1411"/>
                </a:lnTo>
                <a:lnTo>
                  <a:pt x="811" y="1517"/>
                </a:lnTo>
                <a:lnTo>
                  <a:pt x="705" y="1553"/>
                </a:lnTo>
                <a:lnTo>
                  <a:pt x="670" y="1659"/>
                </a:lnTo>
                <a:lnTo>
                  <a:pt x="564" y="1694"/>
                </a:lnTo>
                <a:lnTo>
                  <a:pt x="458" y="1694"/>
                </a:lnTo>
                <a:lnTo>
                  <a:pt x="352" y="1729"/>
                </a:lnTo>
                <a:lnTo>
                  <a:pt x="246" y="1764"/>
                </a:lnTo>
                <a:lnTo>
                  <a:pt x="141" y="1800"/>
                </a:lnTo>
                <a:lnTo>
                  <a:pt x="35" y="1870"/>
                </a:lnTo>
                <a:lnTo>
                  <a:pt x="0" y="70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"/>
          <p:cNvGrpSpPr/>
          <p:nvPr/>
        </p:nvGrpSpPr>
        <p:grpSpPr>
          <a:xfrm>
            <a:off x="3238560" y="825480"/>
            <a:ext cx="2400480" cy="1244880"/>
            <a:chOff x="3238560" y="825480"/>
            <a:chExt cx="2400480" cy="1244880"/>
          </a:xfrm>
        </p:grpSpPr>
        <p:sp>
          <p:nvSpPr>
            <p:cNvPr id="255" name=""/>
            <p:cNvSpPr/>
            <p:nvPr/>
          </p:nvSpPr>
          <p:spPr>
            <a:xfrm>
              <a:off x="3238560" y="125748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"/>
            <p:cNvSpPr txBox="1"/>
            <p:nvPr/>
          </p:nvSpPr>
          <p:spPr>
            <a:xfrm>
              <a:off x="3645000" y="82548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ProgramA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57" name=""/>
          <p:cNvGrpSpPr/>
          <p:nvPr/>
        </p:nvGrpSpPr>
        <p:grpSpPr>
          <a:xfrm>
            <a:off x="6235560" y="2755800"/>
            <a:ext cx="2400480" cy="1244880"/>
            <a:chOff x="6235560" y="2755800"/>
            <a:chExt cx="2400480" cy="1244880"/>
          </a:xfrm>
        </p:grpSpPr>
        <p:sp>
          <p:nvSpPr>
            <p:cNvPr id="258" name=""/>
            <p:cNvSpPr txBox="1"/>
            <p:nvPr/>
          </p:nvSpPr>
          <p:spPr>
            <a:xfrm>
              <a:off x="623556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"/>
            <p:cNvSpPr txBox="1"/>
            <p:nvPr/>
          </p:nvSpPr>
          <p:spPr>
            <a:xfrm>
              <a:off x="664200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ProgramD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0" name=""/>
          <p:cNvGrpSpPr/>
          <p:nvPr/>
        </p:nvGrpSpPr>
        <p:grpSpPr>
          <a:xfrm>
            <a:off x="3238560" y="2755800"/>
            <a:ext cx="2400480" cy="1244880"/>
            <a:chOff x="3238560" y="2755800"/>
            <a:chExt cx="2400480" cy="1244880"/>
          </a:xfrm>
        </p:grpSpPr>
        <p:sp>
          <p:nvSpPr>
            <p:cNvPr id="261" name=""/>
            <p:cNvSpPr/>
            <p:nvPr/>
          </p:nvSpPr>
          <p:spPr>
            <a:xfrm>
              <a:off x="323856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"/>
            <p:cNvSpPr txBox="1"/>
            <p:nvPr/>
          </p:nvSpPr>
          <p:spPr>
            <a:xfrm>
              <a:off x="364500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3" name=""/>
          <p:cNvGrpSpPr/>
          <p:nvPr/>
        </p:nvGrpSpPr>
        <p:grpSpPr>
          <a:xfrm>
            <a:off x="304920" y="2755800"/>
            <a:ext cx="2400480" cy="1244880"/>
            <a:chOff x="304920" y="2755800"/>
            <a:chExt cx="2400480" cy="1244880"/>
          </a:xfrm>
        </p:grpSpPr>
        <p:sp>
          <p:nvSpPr>
            <p:cNvPr id="264" name=""/>
            <p:cNvSpPr txBox="1"/>
            <p:nvPr/>
          </p:nvSpPr>
          <p:spPr>
            <a:xfrm>
              <a:off x="304920" y="3187800"/>
              <a:ext cx="2400480" cy="812880"/>
            </a:xfrm>
            <a:prstGeom prst="rect">
              <a:avLst/>
            </a:prstGeom>
            <a:solidFill>
              <a:srgbClr val="919191"/>
            </a:solidFill>
            <a:ln w="25560">
              <a:solidFill>
                <a:srgbClr val="DADADA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01 SharedRec etc</a:t>
              </a:r>
              <a:endPara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5" name=""/>
            <p:cNvSpPr txBox="1"/>
            <p:nvPr/>
          </p:nvSpPr>
          <p:spPr>
            <a:xfrm>
              <a:off x="711360" y="2755800"/>
              <a:ext cx="165744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AFD00"/>
                  </a:solidFill>
                  <a:effectLst/>
                  <a:uFillTx/>
                  <a:latin typeface="Arial"/>
                  <a:ea typeface="Arial"/>
                </a:rPr>
                <a:t>ProgramB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6" name=""/>
          <p:cNvSpPr txBox="1"/>
          <p:nvPr/>
        </p:nvSpPr>
        <p:spPr>
          <a:xfrm>
            <a:off x="3886200" y="4351320"/>
            <a:ext cx="119376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SharedRec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3695760" y="4660920"/>
            <a:ext cx="1511280" cy="50796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custDash>
              <a:ds d="198592" sp="198592"/>
            </a:custDash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 flipH="1">
            <a:off x="1701720" y="2057400"/>
            <a:ext cx="1587600" cy="7873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4419720" y="2057400"/>
            <a:ext cx="0" cy="7621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5600880" y="2057400"/>
            <a:ext cx="1828800" cy="787320"/>
          </a:xfrm>
          <a:prstGeom prst="line">
            <a:avLst/>
          </a:prstGeom>
          <a:ln w="1260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1397160" y="3911760"/>
            <a:ext cx="2400840" cy="1054440"/>
          </a:xfrm>
          <a:custGeom>
            <a:avLst/>
            <a:gdLst/>
            <a:ahLst/>
            <a:rect l="0" t="0" r="r" b="b"/>
            <a:pathLst>
              <a:path fill="none" w="6669" h="2929">
                <a:moveTo>
                  <a:pt x="0" y="0"/>
                </a:moveTo>
                <a:lnTo>
                  <a:pt x="0" y="0"/>
                </a:lnTo>
                <a:cubicBezTo>
                  <a:pt x="0" y="514"/>
                  <a:pt x="308" y="1019"/>
                  <a:pt x="893" y="1465"/>
                </a:cubicBezTo>
                <a:cubicBezTo>
                  <a:pt x="1479" y="1910"/>
                  <a:pt x="2321" y="2280"/>
                  <a:pt x="3335" y="2537"/>
                </a:cubicBezTo>
                <a:cubicBezTo>
                  <a:pt x="4348" y="2794"/>
                  <a:pt x="5498" y="2929"/>
                  <a:pt x="6669" y="2929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5079960" y="3911760"/>
            <a:ext cx="1867320" cy="1041840"/>
          </a:xfrm>
          <a:custGeom>
            <a:avLst/>
            <a:gdLst/>
            <a:ahLst/>
            <a:rect l="0" t="0" r="r" b="b"/>
            <a:pathLst>
              <a:path fill="none" w="5187" h="2894">
                <a:moveTo>
                  <a:pt x="0" y="2894"/>
                </a:moveTo>
                <a:lnTo>
                  <a:pt x="0" y="2894"/>
                </a:lnTo>
                <a:cubicBezTo>
                  <a:pt x="911" y="2894"/>
                  <a:pt x="1805" y="2760"/>
                  <a:pt x="2594" y="2506"/>
                </a:cubicBezTo>
                <a:cubicBezTo>
                  <a:pt x="3382" y="2252"/>
                  <a:pt x="4037" y="1887"/>
                  <a:pt x="4492" y="1447"/>
                </a:cubicBezTo>
                <a:cubicBezTo>
                  <a:pt x="4947" y="1007"/>
                  <a:pt x="5187" y="508"/>
                  <a:pt x="5187" y="0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1981080" y="4408560"/>
            <a:ext cx="609480" cy="68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PUT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087960" y="4433760"/>
            <a:ext cx="6271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GET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08120" y="3575160"/>
            <a:ext cx="13287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Mike12345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3755880" y="4743360"/>
            <a:ext cx="13287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Mike12345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6638760" y="3562200"/>
            <a:ext cx="132876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Mike12345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Call Verbs</dc:title>
</cp:coreProperties>
</file>