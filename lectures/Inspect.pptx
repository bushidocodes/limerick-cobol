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541680" y="2986200"/>
            <a:ext cx="2292480" cy="5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1803240" y="133200"/>
            <a:ext cx="4808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Syntax - Format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136440" y="958680"/>
            <a:ext cx="8842320" cy="203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355680" y="3759120"/>
            <a:ext cx="8051760" cy="195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INSPECT FullName TALLYING UnstrPtr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FOR LEADING SPACES.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INSPECT SourceLine TALLYING ECount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FOR ALL "e" AFTER  INITIAL "start"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          BEFORE INITIAL "end".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 txBox="1"/>
          <p:nvPr/>
        </p:nvSpPr>
        <p:spPr>
          <a:xfrm>
            <a:off x="2806560" y="9540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3760" y="750960"/>
            <a:ext cx="9110520" cy="5689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TextFile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PERFORM VARYING idx FROM 1 BY 1 UNTIL idx &gt; 26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INSPECT TextLine TALLYING LetterCount(idx)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FOR ALL Letter(idx)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READ TextFile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 FROM 1 BY 1 UNTIL idx &gt; 26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DISPLAY "Letter " Letter(idx)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" occurs " LetterCount(idx) " times"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2600" y="673200"/>
            <a:ext cx="9118800" cy="559080"/>
          </a:xfrm>
          <a:custGeom>
            <a:avLst/>
            <a:gdLst/>
            <a:ahLst/>
            <a:rect l="0" t="0" r="r" b="b"/>
            <a:pathLst>
              <a:path w="25330" h="1553">
                <a:moveTo>
                  <a:pt x="0" y="988"/>
                </a:moveTo>
                <a:lnTo>
                  <a:pt x="105" y="988"/>
                </a:lnTo>
                <a:lnTo>
                  <a:pt x="246" y="953"/>
                </a:lnTo>
                <a:lnTo>
                  <a:pt x="388" y="882"/>
                </a:lnTo>
                <a:lnTo>
                  <a:pt x="493" y="847"/>
                </a:lnTo>
                <a:lnTo>
                  <a:pt x="599" y="777"/>
                </a:lnTo>
                <a:lnTo>
                  <a:pt x="705" y="705"/>
                </a:lnTo>
                <a:lnTo>
                  <a:pt x="811" y="635"/>
                </a:lnTo>
                <a:lnTo>
                  <a:pt x="917" y="564"/>
                </a:lnTo>
                <a:lnTo>
                  <a:pt x="1023" y="599"/>
                </a:lnTo>
                <a:lnTo>
                  <a:pt x="1093" y="705"/>
                </a:lnTo>
                <a:lnTo>
                  <a:pt x="1164" y="812"/>
                </a:lnTo>
                <a:lnTo>
                  <a:pt x="1269" y="847"/>
                </a:lnTo>
                <a:lnTo>
                  <a:pt x="1375" y="882"/>
                </a:lnTo>
                <a:lnTo>
                  <a:pt x="1516" y="847"/>
                </a:lnTo>
                <a:lnTo>
                  <a:pt x="1622" y="847"/>
                </a:lnTo>
                <a:lnTo>
                  <a:pt x="1799" y="812"/>
                </a:lnTo>
                <a:lnTo>
                  <a:pt x="1940" y="740"/>
                </a:lnTo>
                <a:lnTo>
                  <a:pt x="2081" y="740"/>
                </a:lnTo>
                <a:lnTo>
                  <a:pt x="2187" y="705"/>
                </a:lnTo>
                <a:lnTo>
                  <a:pt x="2257" y="812"/>
                </a:lnTo>
                <a:lnTo>
                  <a:pt x="2540" y="812"/>
                </a:lnTo>
                <a:lnTo>
                  <a:pt x="2645" y="812"/>
                </a:lnTo>
                <a:lnTo>
                  <a:pt x="2786" y="812"/>
                </a:lnTo>
                <a:lnTo>
                  <a:pt x="2892" y="777"/>
                </a:lnTo>
                <a:lnTo>
                  <a:pt x="2998" y="705"/>
                </a:lnTo>
                <a:lnTo>
                  <a:pt x="3139" y="670"/>
                </a:lnTo>
                <a:lnTo>
                  <a:pt x="3280" y="635"/>
                </a:lnTo>
                <a:lnTo>
                  <a:pt x="3421" y="599"/>
                </a:lnTo>
                <a:lnTo>
                  <a:pt x="3527" y="599"/>
                </a:lnTo>
                <a:lnTo>
                  <a:pt x="3668" y="635"/>
                </a:lnTo>
                <a:lnTo>
                  <a:pt x="3774" y="635"/>
                </a:lnTo>
                <a:lnTo>
                  <a:pt x="3915" y="635"/>
                </a:lnTo>
                <a:lnTo>
                  <a:pt x="4021" y="635"/>
                </a:lnTo>
                <a:lnTo>
                  <a:pt x="4198" y="635"/>
                </a:lnTo>
                <a:lnTo>
                  <a:pt x="4550" y="635"/>
                </a:lnTo>
                <a:lnTo>
                  <a:pt x="4903" y="635"/>
                </a:lnTo>
                <a:lnTo>
                  <a:pt x="5009" y="635"/>
                </a:lnTo>
                <a:lnTo>
                  <a:pt x="4974" y="740"/>
                </a:lnTo>
                <a:lnTo>
                  <a:pt x="5115" y="740"/>
                </a:lnTo>
                <a:lnTo>
                  <a:pt x="5221" y="705"/>
                </a:lnTo>
                <a:lnTo>
                  <a:pt x="5256" y="812"/>
                </a:lnTo>
                <a:lnTo>
                  <a:pt x="5362" y="847"/>
                </a:lnTo>
                <a:lnTo>
                  <a:pt x="5468" y="847"/>
                </a:lnTo>
                <a:lnTo>
                  <a:pt x="5644" y="882"/>
                </a:lnTo>
                <a:lnTo>
                  <a:pt x="5820" y="882"/>
                </a:lnTo>
                <a:lnTo>
                  <a:pt x="5926" y="847"/>
                </a:lnTo>
                <a:lnTo>
                  <a:pt x="6032" y="847"/>
                </a:lnTo>
                <a:lnTo>
                  <a:pt x="6138" y="847"/>
                </a:lnTo>
                <a:lnTo>
                  <a:pt x="6244" y="812"/>
                </a:lnTo>
                <a:lnTo>
                  <a:pt x="6385" y="812"/>
                </a:lnTo>
                <a:lnTo>
                  <a:pt x="6526" y="777"/>
                </a:lnTo>
                <a:lnTo>
                  <a:pt x="6632" y="812"/>
                </a:lnTo>
                <a:lnTo>
                  <a:pt x="6738" y="882"/>
                </a:lnTo>
                <a:lnTo>
                  <a:pt x="6773" y="988"/>
                </a:lnTo>
                <a:lnTo>
                  <a:pt x="7020" y="1094"/>
                </a:lnTo>
                <a:lnTo>
                  <a:pt x="7126" y="1200"/>
                </a:lnTo>
                <a:lnTo>
                  <a:pt x="7231" y="1200"/>
                </a:lnTo>
                <a:lnTo>
                  <a:pt x="7337" y="1165"/>
                </a:lnTo>
                <a:lnTo>
                  <a:pt x="7514" y="1129"/>
                </a:lnTo>
                <a:lnTo>
                  <a:pt x="7655" y="1094"/>
                </a:lnTo>
                <a:lnTo>
                  <a:pt x="7796" y="1059"/>
                </a:lnTo>
                <a:lnTo>
                  <a:pt x="7902" y="1024"/>
                </a:lnTo>
                <a:lnTo>
                  <a:pt x="8008" y="953"/>
                </a:lnTo>
                <a:lnTo>
                  <a:pt x="8113" y="882"/>
                </a:lnTo>
                <a:lnTo>
                  <a:pt x="8255" y="812"/>
                </a:lnTo>
                <a:lnTo>
                  <a:pt x="8360" y="812"/>
                </a:lnTo>
                <a:lnTo>
                  <a:pt x="8501" y="740"/>
                </a:lnTo>
                <a:lnTo>
                  <a:pt x="8607" y="670"/>
                </a:lnTo>
                <a:lnTo>
                  <a:pt x="8713" y="564"/>
                </a:lnTo>
                <a:lnTo>
                  <a:pt x="8819" y="493"/>
                </a:lnTo>
                <a:lnTo>
                  <a:pt x="8819" y="1553"/>
                </a:lnTo>
                <a:lnTo>
                  <a:pt x="9066" y="388"/>
                </a:lnTo>
                <a:lnTo>
                  <a:pt x="9136" y="493"/>
                </a:lnTo>
                <a:lnTo>
                  <a:pt x="9207" y="599"/>
                </a:lnTo>
                <a:lnTo>
                  <a:pt x="9313" y="670"/>
                </a:lnTo>
                <a:lnTo>
                  <a:pt x="9383" y="777"/>
                </a:lnTo>
                <a:lnTo>
                  <a:pt x="9419" y="882"/>
                </a:lnTo>
                <a:lnTo>
                  <a:pt x="9489" y="988"/>
                </a:lnTo>
                <a:lnTo>
                  <a:pt x="9525" y="1094"/>
                </a:lnTo>
                <a:lnTo>
                  <a:pt x="9630" y="1200"/>
                </a:lnTo>
                <a:lnTo>
                  <a:pt x="9666" y="1306"/>
                </a:lnTo>
                <a:lnTo>
                  <a:pt x="9771" y="1376"/>
                </a:lnTo>
                <a:lnTo>
                  <a:pt x="9913" y="1412"/>
                </a:lnTo>
                <a:lnTo>
                  <a:pt x="10054" y="1412"/>
                </a:lnTo>
                <a:lnTo>
                  <a:pt x="10160" y="1376"/>
                </a:lnTo>
                <a:lnTo>
                  <a:pt x="10336" y="1376"/>
                </a:lnTo>
                <a:lnTo>
                  <a:pt x="10371" y="1271"/>
                </a:lnTo>
                <a:lnTo>
                  <a:pt x="10512" y="1165"/>
                </a:lnTo>
                <a:lnTo>
                  <a:pt x="10618" y="1129"/>
                </a:lnTo>
                <a:lnTo>
                  <a:pt x="10724" y="1094"/>
                </a:lnTo>
                <a:lnTo>
                  <a:pt x="10865" y="1165"/>
                </a:lnTo>
                <a:lnTo>
                  <a:pt x="11253" y="1200"/>
                </a:lnTo>
                <a:lnTo>
                  <a:pt x="11394" y="1165"/>
                </a:lnTo>
                <a:lnTo>
                  <a:pt x="11535" y="1165"/>
                </a:lnTo>
                <a:lnTo>
                  <a:pt x="11676" y="1129"/>
                </a:lnTo>
                <a:lnTo>
                  <a:pt x="11818" y="1094"/>
                </a:lnTo>
                <a:lnTo>
                  <a:pt x="12170" y="1094"/>
                </a:lnTo>
                <a:lnTo>
                  <a:pt x="12523" y="1059"/>
                </a:lnTo>
                <a:lnTo>
                  <a:pt x="12877" y="1024"/>
                </a:lnTo>
                <a:lnTo>
                  <a:pt x="12983" y="1024"/>
                </a:lnTo>
                <a:lnTo>
                  <a:pt x="13089" y="1024"/>
                </a:lnTo>
                <a:lnTo>
                  <a:pt x="13194" y="988"/>
                </a:lnTo>
                <a:lnTo>
                  <a:pt x="13336" y="953"/>
                </a:lnTo>
                <a:lnTo>
                  <a:pt x="13441" y="918"/>
                </a:lnTo>
                <a:lnTo>
                  <a:pt x="13547" y="882"/>
                </a:lnTo>
                <a:lnTo>
                  <a:pt x="13971" y="812"/>
                </a:lnTo>
                <a:lnTo>
                  <a:pt x="14112" y="812"/>
                </a:lnTo>
                <a:lnTo>
                  <a:pt x="14253" y="812"/>
                </a:lnTo>
                <a:lnTo>
                  <a:pt x="14359" y="777"/>
                </a:lnTo>
                <a:lnTo>
                  <a:pt x="14464" y="777"/>
                </a:lnTo>
                <a:lnTo>
                  <a:pt x="14606" y="740"/>
                </a:lnTo>
                <a:lnTo>
                  <a:pt x="14747" y="740"/>
                </a:lnTo>
                <a:lnTo>
                  <a:pt x="14888" y="705"/>
                </a:lnTo>
                <a:lnTo>
                  <a:pt x="15099" y="705"/>
                </a:lnTo>
                <a:lnTo>
                  <a:pt x="15241" y="705"/>
                </a:lnTo>
                <a:lnTo>
                  <a:pt x="15382" y="705"/>
                </a:lnTo>
                <a:lnTo>
                  <a:pt x="15734" y="705"/>
                </a:lnTo>
                <a:lnTo>
                  <a:pt x="15840" y="705"/>
                </a:lnTo>
                <a:lnTo>
                  <a:pt x="15946" y="705"/>
                </a:lnTo>
                <a:lnTo>
                  <a:pt x="16052" y="847"/>
                </a:lnTo>
                <a:lnTo>
                  <a:pt x="16158" y="882"/>
                </a:lnTo>
                <a:lnTo>
                  <a:pt x="16264" y="882"/>
                </a:lnTo>
                <a:lnTo>
                  <a:pt x="16369" y="918"/>
                </a:lnTo>
                <a:lnTo>
                  <a:pt x="16475" y="953"/>
                </a:lnTo>
                <a:lnTo>
                  <a:pt x="16616" y="953"/>
                </a:lnTo>
                <a:lnTo>
                  <a:pt x="16757" y="953"/>
                </a:lnTo>
                <a:lnTo>
                  <a:pt x="16899" y="988"/>
                </a:lnTo>
                <a:lnTo>
                  <a:pt x="17004" y="988"/>
                </a:lnTo>
                <a:lnTo>
                  <a:pt x="17181" y="1024"/>
                </a:lnTo>
                <a:lnTo>
                  <a:pt x="17287" y="1024"/>
                </a:lnTo>
                <a:lnTo>
                  <a:pt x="17392" y="1024"/>
                </a:lnTo>
                <a:lnTo>
                  <a:pt x="17498" y="1059"/>
                </a:lnTo>
                <a:lnTo>
                  <a:pt x="17604" y="1059"/>
                </a:lnTo>
                <a:lnTo>
                  <a:pt x="17745" y="1059"/>
                </a:lnTo>
                <a:lnTo>
                  <a:pt x="17886" y="1094"/>
                </a:lnTo>
                <a:lnTo>
                  <a:pt x="18027" y="1094"/>
                </a:lnTo>
                <a:lnTo>
                  <a:pt x="18874" y="1094"/>
                </a:lnTo>
                <a:lnTo>
                  <a:pt x="19297" y="1129"/>
                </a:lnTo>
                <a:lnTo>
                  <a:pt x="19721" y="1129"/>
                </a:lnTo>
                <a:lnTo>
                  <a:pt x="20144" y="1129"/>
                </a:lnTo>
                <a:lnTo>
                  <a:pt x="20567" y="1129"/>
                </a:lnTo>
                <a:lnTo>
                  <a:pt x="20709" y="1129"/>
                </a:lnTo>
                <a:lnTo>
                  <a:pt x="20850" y="1129"/>
                </a:lnTo>
                <a:lnTo>
                  <a:pt x="21026" y="1129"/>
                </a:lnTo>
                <a:lnTo>
                  <a:pt x="21132" y="1129"/>
                </a:lnTo>
                <a:lnTo>
                  <a:pt x="21238" y="1129"/>
                </a:lnTo>
                <a:lnTo>
                  <a:pt x="21344" y="1129"/>
                </a:lnTo>
                <a:lnTo>
                  <a:pt x="21555" y="1059"/>
                </a:lnTo>
                <a:lnTo>
                  <a:pt x="21661" y="988"/>
                </a:lnTo>
                <a:lnTo>
                  <a:pt x="21767" y="953"/>
                </a:lnTo>
                <a:lnTo>
                  <a:pt x="22014" y="1024"/>
                </a:lnTo>
                <a:lnTo>
                  <a:pt x="22120" y="1094"/>
                </a:lnTo>
                <a:lnTo>
                  <a:pt x="22261" y="1094"/>
                </a:lnTo>
                <a:lnTo>
                  <a:pt x="22367" y="1094"/>
                </a:lnTo>
                <a:lnTo>
                  <a:pt x="22472" y="1094"/>
                </a:lnTo>
                <a:lnTo>
                  <a:pt x="22578" y="1094"/>
                </a:lnTo>
                <a:lnTo>
                  <a:pt x="22684" y="1094"/>
                </a:lnTo>
                <a:lnTo>
                  <a:pt x="22825" y="1094"/>
                </a:lnTo>
                <a:lnTo>
                  <a:pt x="22966" y="1059"/>
                </a:lnTo>
                <a:lnTo>
                  <a:pt x="23107" y="1059"/>
                </a:lnTo>
                <a:lnTo>
                  <a:pt x="23249" y="1059"/>
                </a:lnTo>
                <a:lnTo>
                  <a:pt x="23390" y="1094"/>
                </a:lnTo>
                <a:lnTo>
                  <a:pt x="23531" y="1094"/>
                </a:lnTo>
                <a:lnTo>
                  <a:pt x="23637" y="1094"/>
                </a:lnTo>
                <a:lnTo>
                  <a:pt x="23742" y="1094"/>
                </a:lnTo>
                <a:lnTo>
                  <a:pt x="23954" y="1094"/>
                </a:lnTo>
                <a:lnTo>
                  <a:pt x="24060" y="1094"/>
                </a:lnTo>
                <a:lnTo>
                  <a:pt x="24236" y="1129"/>
                </a:lnTo>
                <a:lnTo>
                  <a:pt x="24377" y="1165"/>
                </a:lnTo>
                <a:lnTo>
                  <a:pt x="24519" y="1165"/>
                </a:lnTo>
                <a:lnTo>
                  <a:pt x="24624" y="1200"/>
                </a:lnTo>
                <a:lnTo>
                  <a:pt x="24801" y="1200"/>
                </a:lnTo>
                <a:lnTo>
                  <a:pt x="24942" y="1200"/>
                </a:lnTo>
                <a:lnTo>
                  <a:pt x="25048" y="1165"/>
                </a:lnTo>
                <a:lnTo>
                  <a:pt x="25154" y="1165"/>
                </a:lnTo>
                <a:lnTo>
                  <a:pt x="25259" y="1200"/>
                </a:lnTo>
                <a:lnTo>
                  <a:pt x="25330" y="1306"/>
                </a:lnTo>
                <a:lnTo>
                  <a:pt x="25330" y="0"/>
                </a:lnTo>
                <a:lnTo>
                  <a:pt x="0" y="0"/>
                </a:lnTo>
                <a:lnTo>
                  <a:pt x="0" y="988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0" y="5803920"/>
            <a:ext cx="9131760" cy="686160"/>
          </a:xfrm>
          <a:custGeom>
            <a:avLst/>
            <a:gdLst/>
            <a:ahLst/>
            <a:rect l="0" t="0" r="r" b="b"/>
            <a:pathLst>
              <a:path w="25366" h="1906">
                <a:moveTo>
                  <a:pt x="70" y="1447"/>
                </a:moveTo>
                <a:lnTo>
                  <a:pt x="176" y="1376"/>
                </a:lnTo>
                <a:lnTo>
                  <a:pt x="282" y="1306"/>
                </a:lnTo>
                <a:lnTo>
                  <a:pt x="388" y="1235"/>
                </a:lnTo>
                <a:lnTo>
                  <a:pt x="493" y="1200"/>
                </a:lnTo>
                <a:lnTo>
                  <a:pt x="599" y="1165"/>
                </a:lnTo>
                <a:lnTo>
                  <a:pt x="705" y="1165"/>
                </a:lnTo>
                <a:lnTo>
                  <a:pt x="776" y="1271"/>
                </a:lnTo>
                <a:lnTo>
                  <a:pt x="881" y="1341"/>
                </a:lnTo>
                <a:lnTo>
                  <a:pt x="987" y="1412"/>
                </a:lnTo>
                <a:lnTo>
                  <a:pt x="1093" y="1482"/>
                </a:lnTo>
                <a:lnTo>
                  <a:pt x="1234" y="1482"/>
                </a:lnTo>
                <a:lnTo>
                  <a:pt x="1340" y="1482"/>
                </a:lnTo>
                <a:lnTo>
                  <a:pt x="1446" y="1447"/>
                </a:lnTo>
                <a:lnTo>
                  <a:pt x="1552" y="1412"/>
                </a:lnTo>
                <a:lnTo>
                  <a:pt x="1693" y="1306"/>
                </a:lnTo>
                <a:lnTo>
                  <a:pt x="1763" y="1200"/>
                </a:lnTo>
                <a:lnTo>
                  <a:pt x="1869" y="1165"/>
                </a:lnTo>
                <a:lnTo>
                  <a:pt x="1975" y="1165"/>
                </a:lnTo>
                <a:lnTo>
                  <a:pt x="2081" y="1200"/>
                </a:lnTo>
                <a:lnTo>
                  <a:pt x="2187" y="1200"/>
                </a:lnTo>
                <a:lnTo>
                  <a:pt x="2293" y="1306"/>
                </a:lnTo>
                <a:lnTo>
                  <a:pt x="2398" y="1341"/>
                </a:lnTo>
                <a:lnTo>
                  <a:pt x="2540" y="1341"/>
                </a:lnTo>
                <a:lnTo>
                  <a:pt x="2681" y="1306"/>
                </a:lnTo>
                <a:lnTo>
                  <a:pt x="2786" y="1341"/>
                </a:lnTo>
                <a:lnTo>
                  <a:pt x="2892" y="1376"/>
                </a:lnTo>
                <a:lnTo>
                  <a:pt x="2998" y="1412"/>
                </a:lnTo>
                <a:lnTo>
                  <a:pt x="3104" y="1376"/>
                </a:lnTo>
                <a:lnTo>
                  <a:pt x="3210" y="1376"/>
                </a:lnTo>
                <a:lnTo>
                  <a:pt x="3316" y="1412"/>
                </a:lnTo>
                <a:lnTo>
                  <a:pt x="3457" y="1412"/>
                </a:lnTo>
                <a:lnTo>
                  <a:pt x="3563" y="1376"/>
                </a:lnTo>
                <a:lnTo>
                  <a:pt x="3668" y="1376"/>
                </a:lnTo>
                <a:lnTo>
                  <a:pt x="3774" y="1447"/>
                </a:lnTo>
                <a:lnTo>
                  <a:pt x="3880" y="1447"/>
                </a:lnTo>
                <a:lnTo>
                  <a:pt x="3986" y="1447"/>
                </a:lnTo>
                <a:lnTo>
                  <a:pt x="4092" y="1376"/>
                </a:lnTo>
                <a:lnTo>
                  <a:pt x="4233" y="1341"/>
                </a:lnTo>
                <a:lnTo>
                  <a:pt x="4374" y="1341"/>
                </a:lnTo>
                <a:lnTo>
                  <a:pt x="4480" y="1306"/>
                </a:lnTo>
                <a:lnTo>
                  <a:pt x="4586" y="1306"/>
                </a:lnTo>
                <a:lnTo>
                  <a:pt x="4691" y="1271"/>
                </a:lnTo>
                <a:lnTo>
                  <a:pt x="4797" y="1235"/>
                </a:lnTo>
                <a:lnTo>
                  <a:pt x="4938" y="1235"/>
                </a:lnTo>
                <a:lnTo>
                  <a:pt x="5044" y="1200"/>
                </a:lnTo>
                <a:lnTo>
                  <a:pt x="5150" y="1200"/>
                </a:lnTo>
                <a:lnTo>
                  <a:pt x="5256" y="1200"/>
                </a:lnTo>
                <a:lnTo>
                  <a:pt x="5362" y="1200"/>
                </a:lnTo>
                <a:lnTo>
                  <a:pt x="5468" y="1200"/>
                </a:lnTo>
                <a:lnTo>
                  <a:pt x="5609" y="1200"/>
                </a:lnTo>
                <a:lnTo>
                  <a:pt x="5715" y="1235"/>
                </a:lnTo>
                <a:lnTo>
                  <a:pt x="5820" y="1235"/>
                </a:lnTo>
                <a:lnTo>
                  <a:pt x="5926" y="1271"/>
                </a:lnTo>
                <a:lnTo>
                  <a:pt x="6032" y="1306"/>
                </a:lnTo>
                <a:lnTo>
                  <a:pt x="6173" y="1341"/>
                </a:lnTo>
                <a:lnTo>
                  <a:pt x="6279" y="1341"/>
                </a:lnTo>
                <a:lnTo>
                  <a:pt x="6386" y="1376"/>
                </a:lnTo>
                <a:lnTo>
                  <a:pt x="6492" y="1341"/>
                </a:lnTo>
                <a:lnTo>
                  <a:pt x="6633" y="1341"/>
                </a:lnTo>
                <a:lnTo>
                  <a:pt x="6774" y="1341"/>
                </a:lnTo>
                <a:lnTo>
                  <a:pt x="6880" y="1447"/>
                </a:lnTo>
                <a:lnTo>
                  <a:pt x="6986" y="1517"/>
                </a:lnTo>
                <a:lnTo>
                  <a:pt x="7056" y="1623"/>
                </a:lnTo>
                <a:lnTo>
                  <a:pt x="7162" y="1659"/>
                </a:lnTo>
                <a:lnTo>
                  <a:pt x="6668" y="0"/>
                </a:lnTo>
                <a:lnTo>
                  <a:pt x="7232" y="1200"/>
                </a:lnTo>
                <a:lnTo>
                  <a:pt x="7338" y="1235"/>
                </a:lnTo>
                <a:lnTo>
                  <a:pt x="7444" y="1306"/>
                </a:lnTo>
                <a:lnTo>
                  <a:pt x="7550" y="1376"/>
                </a:lnTo>
                <a:lnTo>
                  <a:pt x="7656" y="1447"/>
                </a:lnTo>
                <a:lnTo>
                  <a:pt x="7762" y="1412"/>
                </a:lnTo>
                <a:lnTo>
                  <a:pt x="7903" y="1376"/>
                </a:lnTo>
                <a:lnTo>
                  <a:pt x="8009" y="1341"/>
                </a:lnTo>
                <a:lnTo>
                  <a:pt x="8114" y="1341"/>
                </a:lnTo>
                <a:lnTo>
                  <a:pt x="8220" y="1306"/>
                </a:lnTo>
                <a:lnTo>
                  <a:pt x="8326" y="1306"/>
                </a:lnTo>
                <a:lnTo>
                  <a:pt x="8432" y="1306"/>
                </a:lnTo>
                <a:lnTo>
                  <a:pt x="8538" y="1235"/>
                </a:lnTo>
                <a:lnTo>
                  <a:pt x="8679" y="1306"/>
                </a:lnTo>
                <a:lnTo>
                  <a:pt x="8891" y="1376"/>
                </a:lnTo>
                <a:lnTo>
                  <a:pt x="8996" y="1376"/>
                </a:lnTo>
                <a:lnTo>
                  <a:pt x="9137" y="1376"/>
                </a:lnTo>
                <a:lnTo>
                  <a:pt x="9243" y="1341"/>
                </a:lnTo>
                <a:lnTo>
                  <a:pt x="9349" y="1341"/>
                </a:lnTo>
                <a:lnTo>
                  <a:pt x="10161" y="1165"/>
                </a:lnTo>
                <a:lnTo>
                  <a:pt x="10266" y="1165"/>
                </a:lnTo>
                <a:lnTo>
                  <a:pt x="10407" y="1094"/>
                </a:lnTo>
                <a:lnTo>
                  <a:pt x="10513" y="1094"/>
                </a:lnTo>
                <a:lnTo>
                  <a:pt x="10619" y="1059"/>
                </a:lnTo>
                <a:lnTo>
                  <a:pt x="10725" y="1024"/>
                </a:lnTo>
                <a:lnTo>
                  <a:pt x="10831" y="1024"/>
                </a:lnTo>
                <a:lnTo>
                  <a:pt x="10937" y="1024"/>
                </a:lnTo>
                <a:lnTo>
                  <a:pt x="11078" y="1024"/>
                </a:lnTo>
                <a:lnTo>
                  <a:pt x="11184" y="1024"/>
                </a:lnTo>
                <a:lnTo>
                  <a:pt x="11289" y="988"/>
                </a:lnTo>
                <a:lnTo>
                  <a:pt x="11431" y="1024"/>
                </a:lnTo>
                <a:lnTo>
                  <a:pt x="11572" y="1024"/>
                </a:lnTo>
                <a:lnTo>
                  <a:pt x="11677" y="1024"/>
                </a:lnTo>
                <a:lnTo>
                  <a:pt x="11854" y="1024"/>
                </a:lnTo>
                <a:lnTo>
                  <a:pt x="11960" y="1024"/>
                </a:lnTo>
                <a:lnTo>
                  <a:pt x="12066" y="1024"/>
                </a:lnTo>
                <a:lnTo>
                  <a:pt x="12207" y="988"/>
                </a:lnTo>
                <a:lnTo>
                  <a:pt x="12312" y="952"/>
                </a:lnTo>
                <a:lnTo>
                  <a:pt x="12418" y="952"/>
                </a:lnTo>
                <a:lnTo>
                  <a:pt x="12559" y="952"/>
                </a:lnTo>
                <a:lnTo>
                  <a:pt x="12701" y="952"/>
                </a:lnTo>
                <a:lnTo>
                  <a:pt x="12806" y="952"/>
                </a:lnTo>
                <a:lnTo>
                  <a:pt x="12983" y="1059"/>
                </a:lnTo>
                <a:lnTo>
                  <a:pt x="13124" y="1059"/>
                </a:lnTo>
                <a:lnTo>
                  <a:pt x="13265" y="1094"/>
                </a:lnTo>
                <a:lnTo>
                  <a:pt x="13406" y="1094"/>
                </a:lnTo>
                <a:lnTo>
                  <a:pt x="13512" y="1094"/>
                </a:lnTo>
                <a:lnTo>
                  <a:pt x="13618" y="1094"/>
                </a:lnTo>
                <a:lnTo>
                  <a:pt x="13724" y="1165"/>
                </a:lnTo>
                <a:lnTo>
                  <a:pt x="13829" y="1200"/>
                </a:lnTo>
                <a:lnTo>
                  <a:pt x="13971" y="1306"/>
                </a:lnTo>
                <a:lnTo>
                  <a:pt x="14112" y="1306"/>
                </a:lnTo>
                <a:lnTo>
                  <a:pt x="14217" y="1306"/>
                </a:lnTo>
                <a:lnTo>
                  <a:pt x="14323" y="1306"/>
                </a:lnTo>
                <a:lnTo>
                  <a:pt x="14429" y="1306"/>
                </a:lnTo>
                <a:lnTo>
                  <a:pt x="14570" y="1306"/>
                </a:lnTo>
                <a:lnTo>
                  <a:pt x="14923" y="1306"/>
                </a:lnTo>
                <a:lnTo>
                  <a:pt x="15064" y="1306"/>
                </a:lnTo>
                <a:lnTo>
                  <a:pt x="15205" y="1306"/>
                </a:lnTo>
                <a:lnTo>
                  <a:pt x="15417" y="1306"/>
                </a:lnTo>
                <a:lnTo>
                  <a:pt x="15523" y="1271"/>
                </a:lnTo>
                <a:lnTo>
                  <a:pt x="15699" y="1200"/>
                </a:lnTo>
                <a:lnTo>
                  <a:pt x="15911" y="1165"/>
                </a:lnTo>
                <a:lnTo>
                  <a:pt x="16052" y="1094"/>
                </a:lnTo>
                <a:lnTo>
                  <a:pt x="16193" y="1094"/>
                </a:lnTo>
                <a:lnTo>
                  <a:pt x="16299" y="1059"/>
                </a:lnTo>
                <a:lnTo>
                  <a:pt x="16405" y="1024"/>
                </a:lnTo>
                <a:lnTo>
                  <a:pt x="16511" y="1024"/>
                </a:lnTo>
                <a:lnTo>
                  <a:pt x="16687" y="1024"/>
                </a:lnTo>
                <a:lnTo>
                  <a:pt x="16793" y="1024"/>
                </a:lnTo>
                <a:lnTo>
                  <a:pt x="16934" y="1165"/>
                </a:lnTo>
                <a:lnTo>
                  <a:pt x="17075" y="1200"/>
                </a:lnTo>
                <a:lnTo>
                  <a:pt x="17251" y="1306"/>
                </a:lnTo>
                <a:lnTo>
                  <a:pt x="17392" y="1306"/>
                </a:lnTo>
                <a:lnTo>
                  <a:pt x="17498" y="1341"/>
                </a:lnTo>
                <a:lnTo>
                  <a:pt x="17639" y="1341"/>
                </a:lnTo>
                <a:lnTo>
                  <a:pt x="17745" y="1376"/>
                </a:lnTo>
                <a:lnTo>
                  <a:pt x="17886" y="1376"/>
                </a:lnTo>
                <a:lnTo>
                  <a:pt x="17992" y="1412"/>
                </a:lnTo>
                <a:lnTo>
                  <a:pt x="18169" y="1447"/>
                </a:lnTo>
                <a:lnTo>
                  <a:pt x="18274" y="1376"/>
                </a:lnTo>
                <a:lnTo>
                  <a:pt x="18380" y="1376"/>
                </a:lnTo>
                <a:lnTo>
                  <a:pt x="18486" y="1412"/>
                </a:lnTo>
                <a:lnTo>
                  <a:pt x="18592" y="1447"/>
                </a:lnTo>
                <a:lnTo>
                  <a:pt x="18698" y="1376"/>
                </a:lnTo>
                <a:lnTo>
                  <a:pt x="18804" y="1341"/>
                </a:lnTo>
                <a:lnTo>
                  <a:pt x="18945" y="1271"/>
                </a:lnTo>
                <a:lnTo>
                  <a:pt x="19052" y="1271"/>
                </a:lnTo>
                <a:lnTo>
                  <a:pt x="19298" y="1306"/>
                </a:lnTo>
                <a:lnTo>
                  <a:pt x="19404" y="1341"/>
                </a:lnTo>
                <a:lnTo>
                  <a:pt x="19510" y="1306"/>
                </a:lnTo>
                <a:lnTo>
                  <a:pt x="19722" y="1306"/>
                </a:lnTo>
                <a:lnTo>
                  <a:pt x="19863" y="1306"/>
                </a:lnTo>
                <a:lnTo>
                  <a:pt x="20075" y="1341"/>
                </a:lnTo>
                <a:lnTo>
                  <a:pt x="20180" y="1341"/>
                </a:lnTo>
                <a:lnTo>
                  <a:pt x="20286" y="1306"/>
                </a:lnTo>
                <a:lnTo>
                  <a:pt x="20427" y="1306"/>
                </a:lnTo>
                <a:lnTo>
                  <a:pt x="20533" y="1306"/>
                </a:lnTo>
                <a:lnTo>
                  <a:pt x="20639" y="1306"/>
                </a:lnTo>
                <a:lnTo>
                  <a:pt x="20780" y="1235"/>
                </a:lnTo>
                <a:lnTo>
                  <a:pt x="20921" y="1235"/>
                </a:lnTo>
                <a:lnTo>
                  <a:pt x="21062" y="1235"/>
                </a:lnTo>
                <a:lnTo>
                  <a:pt x="21168" y="1235"/>
                </a:lnTo>
                <a:lnTo>
                  <a:pt x="21274" y="1235"/>
                </a:lnTo>
                <a:lnTo>
                  <a:pt x="21380" y="1306"/>
                </a:lnTo>
                <a:lnTo>
                  <a:pt x="21486" y="1306"/>
                </a:lnTo>
                <a:lnTo>
                  <a:pt x="21592" y="1306"/>
                </a:lnTo>
                <a:lnTo>
                  <a:pt x="21733" y="1271"/>
                </a:lnTo>
                <a:lnTo>
                  <a:pt x="21838" y="1235"/>
                </a:lnTo>
                <a:lnTo>
                  <a:pt x="21944" y="1200"/>
                </a:lnTo>
                <a:lnTo>
                  <a:pt x="22050" y="1200"/>
                </a:lnTo>
                <a:lnTo>
                  <a:pt x="22156" y="1235"/>
                </a:lnTo>
                <a:lnTo>
                  <a:pt x="22332" y="1271"/>
                </a:lnTo>
                <a:lnTo>
                  <a:pt x="22438" y="1271"/>
                </a:lnTo>
                <a:lnTo>
                  <a:pt x="22544" y="1306"/>
                </a:lnTo>
                <a:lnTo>
                  <a:pt x="22650" y="1412"/>
                </a:lnTo>
                <a:lnTo>
                  <a:pt x="22756" y="1412"/>
                </a:lnTo>
                <a:lnTo>
                  <a:pt x="22897" y="1412"/>
                </a:lnTo>
                <a:lnTo>
                  <a:pt x="23073" y="1376"/>
                </a:lnTo>
                <a:lnTo>
                  <a:pt x="23179" y="1341"/>
                </a:lnTo>
                <a:lnTo>
                  <a:pt x="23285" y="1341"/>
                </a:lnTo>
                <a:lnTo>
                  <a:pt x="23426" y="1341"/>
                </a:lnTo>
                <a:lnTo>
                  <a:pt x="23602" y="1341"/>
                </a:lnTo>
                <a:lnTo>
                  <a:pt x="23743" y="1306"/>
                </a:lnTo>
                <a:lnTo>
                  <a:pt x="23849" y="1271"/>
                </a:lnTo>
                <a:lnTo>
                  <a:pt x="23955" y="1235"/>
                </a:lnTo>
                <a:lnTo>
                  <a:pt x="24061" y="1235"/>
                </a:lnTo>
                <a:lnTo>
                  <a:pt x="24167" y="1235"/>
                </a:lnTo>
                <a:lnTo>
                  <a:pt x="24308" y="1200"/>
                </a:lnTo>
                <a:lnTo>
                  <a:pt x="24661" y="1129"/>
                </a:lnTo>
                <a:lnTo>
                  <a:pt x="24767" y="1165"/>
                </a:lnTo>
                <a:lnTo>
                  <a:pt x="24872" y="1235"/>
                </a:lnTo>
                <a:lnTo>
                  <a:pt x="24978" y="1306"/>
                </a:lnTo>
                <a:lnTo>
                  <a:pt x="25084" y="1306"/>
                </a:lnTo>
                <a:lnTo>
                  <a:pt x="25190" y="1306"/>
                </a:lnTo>
                <a:lnTo>
                  <a:pt x="25260" y="1200"/>
                </a:lnTo>
                <a:lnTo>
                  <a:pt x="25366" y="1165"/>
                </a:lnTo>
                <a:lnTo>
                  <a:pt x="25366" y="1906"/>
                </a:lnTo>
                <a:lnTo>
                  <a:pt x="0" y="1906"/>
                </a:lnTo>
                <a:lnTo>
                  <a:pt x="70" y="14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1917720" y="241200"/>
            <a:ext cx="44323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INSPECT works.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85800" y="1384200"/>
            <a:ext cx="7734240" cy="366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I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NSPECT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scans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Source String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from left to right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counting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and/or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replacing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characters under the control of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ALLYING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REPLACING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CONVERTING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60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behaviour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I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NSPECT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is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modified by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using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EADING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IRST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EFORE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FTER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60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 A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L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EADING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C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HARACTERS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F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IRST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 C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ONVERTING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 may only be followed by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one B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EFORE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one A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FTER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phrase.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 txBox="1"/>
          <p:nvPr/>
        </p:nvSpPr>
        <p:spPr>
          <a:xfrm>
            <a:off x="2819520" y="133200"/>
            <a:ext cx="3346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Modifying Phrases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03040" y="851040"/>
            <a:ext cx="8394840" cy="524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91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LEADING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L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EADING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 causes counting/replacement of all Compare$il characters from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first valid one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encountered to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first invalid one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91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FIRST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F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IRST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 causes only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first valid character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 be replaced.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91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BEFORE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B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EFORE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phrase designates as valid those characters to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left of the delimiter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associated with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91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AFTER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A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FTER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 designates as valid those characters to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right of the delimiter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associated with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1828800" y="120600"/>
            <a:ext cx="4808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Syntax - Format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177840" y="1049400"/>
            <a:ext cx="8585280" cy="29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76320" y="4356000"/>
            <a:ext cx="8902800" cy="188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PERFORM VARYING idx FROM 1 BY 1 UNTIL idx &gt; 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INSPECT TextLine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 REPLACING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SwearWord(idx)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*#@!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br>
              <a:rPr sz="18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352440" y="1108080"/>
            <a:ext cx="837576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Q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04920" y="1041480"/>
            <a:ext cx="8420400" cy="444960"/>
          </a:xfrm>
          <a:custGeom>
            <a:avLst/>
            <a:gdLst/>
            <a:ahLst/>
            <a:rect l="0" t="0" r="r" b="b"/>
            <a:pathLst>
              <a:path w="23390" h="1236">
                <a:moveTo>
                  <a:pt x="70" y="1095"/>
                </a:moveTo>
                <a:lnTo>
                  <a:pt x="1071" y="318"/>
                </a:lnTo>
                <a:lnTo>
                  <a:pt x="1137" y="424"/>
                </a:lnTo>
                <a:lnTo>
                  <a:pt x="1172" y="530"/>
                </a:lnTo>
                <a:lnTo>
                  <a:pt x="1274" y="600"/>
                </a:lnTo>
                <a:lnTo>
                  <a:pt x="1344" y="706"/>
                </a:lnTo>
                <a:lnTo>
                  <a:pt x="1415" y="812"/>
                </a:lnTo>
                <a:lnTo>
                  <a:pt x="1516" y="812"/>
                </a:lnTo>
                <a:lnTo>
                  <a:pt x="1552" y="706"/>
                </a:lnTo>
                <a:lnTo>
                  <a:pt x="1658" y="600"/>
                </a:lnTo>
                <a:lnTo>
                  <a:pt x="1688" y="494"/>
                </a:lnTo>
                <a:lnTo>
                  <a:pt x="1794" y="424"/>
                </a:lnTo>
                <a:lnTo>
                  <a:pt x="1896" y="389"/>
                </a:lnTo>
                <a:lnTo>
                  <a:pt x="1966" y="530"/>
                </a:lnTo>
                <a:lnTo>
                  <a:pt x="2037" y="636"/>
                </a:lnTo>
                <a:lnTo>
                  <a:pt x="2138" y="706"/>
                </a:lnTo>
                <a:lnTo>
                  <a:pt x="2240" y="706"/>
                </a:lnTo>
                <a:lnTo>
                  <a:pt x="2345" y="741"/>
                </a:lnTo>
                <a:lnTo>
                  <a:pt x="2447" y="812"/>
                </a:lnTo>
                <a:lnTo>
                  <a:pt x="2553" y="812"/>
                </a:lnTo>
                <a:lnTo>
                  <a:pt x="2654" y="741"/>
                </a:lnTo>
                <a:lnTo>
                  <a:pt x="2760" y="741"/>
                </a:lnTo>
                <a:lnTo>
                  <a:pt x="2897" y="741"/>
                </a:lnTo>
                <a:lnTo>
                  <a:pt x="3003" y="741"/>
                </a:lnTo>
                <a:lnTo>
                  <a:pt x="3104" y="812"/>
                </a:lnTo>
                <a:lnTo>
                  <a:pt x="3690" y="706"/>
                </a:lnTo>
                <a:lnTo>
                  <a:pt x="3796" y="671"/>
                </a:lnTo>
                <a:lnTo>
                  <a:pt x="3898" y="636"/>
                </a:lnTo>
                <a:lnTo>
                  <a:pt x="4034" y="600"/>
                </a:lnTo>
                <a:lnTo>
                  <a:pt x="4140" y="565"/>
                </a:lnTo>
                <a:lnTo>
                  <a:pt x="4277" y="565"/>
                </a:lnTo>
                <a:lnTo>
                  <a:pt x="4383" y="530"/>
                </a:lnTo>
                <a:lnTo>
                  <a:pt x="4484" y="530"/>
                </a:lnTo>
                <a:lnTo>
                  <a:pt x="4586" y="494"/>
                </a:lnTo>
                <a:lnTo>
                  <a:pt x="4691" y="494"/>
                </a:lnTo>
                <a:lnTo>
                  <a:pt x="4762" y="600"/>
                </a:lnTo>
                <a:lnTo>
                  <a:pt x="4863" y="671"/>
                </a:lnTo>
                <a:lnTo>
                  <a:pt x="4969" y="741"/>
                </a:lnTo>
                <a:lnTo>
                  <a:pt x="5106" y="812"/>
                </a:lnTo>
                <a:lnTo>
                  <a:pt x="5207" y="812"/>
                </a:lnTo>
                <a:lnTo>
                  <a:pt x="5313" y="812"/>
                </a:lnTo>
                <a:lnTo>
                  <a:pt x="5415" y="741"/>
                </a:lnTo>
                <a:lnTo>
                  <a:pt x="5520" y="741"/>
                </a:lnTo>
                <a:lnTo>
                  <a:pt x="5622" y="777"/>
                </a:lnTo>
                <a:lnTo>
                  <a:pt x="5864" y="812"/>
                </a:lnTo>
                <a:lnTo>
                  <a:pt x="5966" y="812"/>
                </a:lnTo>
                <a:lnTo>
                  <a:pt x="6072" y="777"/>
                </a:lnTo>
                <a:lnTo>
                  <a:pt x="6173" y="741"/>
                </a:lnTo>
                <a:lnTo>
                  <a:pt x="6279" y="706"/>
                </a:lnTo>
                <a:lnTo>
                  <a:pt x="6380" y="706"/>
                </a:lnTo>
                <a:lnTo>
                  <a:pt x="6486" y="671"/>
                </a:lnTo>
                <a:lnTo>
                  <a:pt x="6623" y="600"/>
                </a:lnTo>
                <a:lnTo>
                  <a:pt x="6724" y="600"/>
                </a:lnTo>
                <a:lnTo>
                  <a:pt x="6865" y="565"/>
                </a:lnTo>
                <a:lnTo>
                  <a:pt x="6967" y="530"/>
                </a:lnTo>
                <a:lnTo>
                  <a:pt x="7073" y="494"/>
                </a:lnTo>
                <a:lnTo>
                  <a:pt x="7174" y="459"/>
                </a:lnTo>
                <a:lnTo>
                  <a:pt x="7280" y="424"/>
                </a:lnTo>
                <a:lnTo>
                  <a:pt x="7417" y="353"/>
                </a:lnTo>
                <a:lnTo>
                  <a:pt x="7518" y="318"/>
                </a:lnTo>
                <a:lnTo>
                  <a:pt x="7624" y="318"/>
                </a:lnTo>
                <a:lnTo>
                  <a:pt x="7725" y="246"/>
                </a:lnTo>
                <a:lnTo>
                  <a:pt x="7831" y="954"/>
                </a:lnTo>
                <a:lnTo>
                  <a:pt x="7968" y="282"/>
                </a:lnTo>
                <a:lnTo>
                  <a:pt x="8074" y="318"/>
                </a:lnTo>
                <a:lnTo>
                  <a:pt x="8175" y="318"/>
                </a:lnTo>
                <a:lnTo>
                  <a:pt x="8281" y="389"/>
                </a:lnTo>
                <a:lnTo>
                  <a:pt x="8418" y="459"/>
                </a:lnTo>
                <a:lnTo>
                  <a:pt x="8519" y="565"/>
                </a:lnTo>
                <a:lnTo>
                  <a:pt x="8625" y="565"/>
                </a:lnTo>
                <a:lnTo>
                  <a:pt x="8726" y="636"/>
                </a:lnTo>
                <a:lnTo>
                  <a:pt x="8867" y="706"/>
                </a:lnTo>
                <a:lnTo>
                  <a:pt x="8969" y="741"/>
                </a:lnTo>
                <a:lnTo>
                  <a:pt x="9070" y="741"/>
                </a:lnTo>
                <a:lnTo>
                  <a:pt x="9176" y="741"/>
                </a:lnTo>
                <a:lnTo>
                  <a:pt x="9278" y="741"/>
                </a:lnTo>
                <a:lnTo>
                  <a:pt x="9419" y="812"/>
                </a:lnTo>
                <a:lnTo>
                  <a:pt x="9520" y="812"/>
                </a:lnTo>
                <a:lnTo>
                  <a:pt x="9626" y="741"/>
                </a:lnTo>
                <a:lnTo>
                  <a:pt x="9727" y="706"/>
                </a:lnTo>
                <a:lnTo>
                  <a:pt x="9833" y="671"/>
                </a:lnTo>
                <a:lnTo>
                  <a:pt x="9935" y="671"/>
                </a:lnTo>
                <a:lnTo>
                  <a:pt x="10036" y="600"/>
                </a:lnTo>
                <a:lnTo>
                  <a:pt x="10142" y="671"/>
                </a:lnTo>
                <a:lnTo>
                  <a:pt x="10243" y="706"/>
                </a:lnTo>
                <a:lnTo>
                  <a:pt x="10349" y="706"/>
                </a:lnTo>
                <a:lnTo>
                  <a:pt x="10451" y="741"/>
                </a:lnTo>
                <a:lnTo>
                  <a:pt x="10556" y="777"/>
                </a:lnTo>
                <a:lnTo>
                  <a:pt x="10658" y="847"/>
                </a:lnTo>
                <a:lnTo>
                  <a:pt x="10693" y="954"/>
                </a:lnTo>
                <a:lnTo>
                  <a:pt x="10799" y="989"/>
                </a:lnTo>
                <a:lnTo>
                  <a:pt x="10936" y="989"/>
                </a:lnTo>
                <a:lnTo>
                  <a:pt x="11072" y="954"/>
                </a:lnTo>
                <a:lnTo>
                  <a:pt x="11178" y="882"/>
                </a:lnTo>
                <a:lnTo>
                  <a:pt x="11315" y="812"/>
                </a:lnTo>
                <a:lnTo>
                  <a:pt x="11659" y="741"/>
                </a:lnTo>
                <a:lnTo>
                  <a:pt x="12074" y="706"/>
                </a:lnTo>
                <a:lnTo>
                  <a:pt x="12489" y="671"/>
                </a:lnTo>
                <a:lnTo>
                  <a:pt x="12626" y="600"/>
                </a:lnTo>
                <a:lnTo>
                  <a:pt x="12731" y="530"/>
                </a:lnTo>
                <a:lnTo>
                  <a:pt x="12833" y="530"/>
                </a:lnTo>
                <a:lnTo>
                  <a:pt x="12939" y="530"/>
                </a:lnTo>
                <a:lnTo>
                  <a:pt x="13040" y="494"/>
                </a:lnTo>
                <a:lnTo>
                  <a:pt x="13146" y="459"/>
                </a:lnTo>
                <a:lnTo>
                  <a:pt x="13318" y="565"/>
                </a:lnTo>
                <a:lnTo>
                  <a:pt x="13419" y="636"/>
                </a:lnTo>
                <a:lnTo>
                  <a:pt x="13525" y="706"/>
                </a:lnTo>
                <a:lnTo>
                  <a:pt x="13627" y="812"/>
                </a:lnTo>
                <a:lnTo>
                  <a:pt x="13732" y="812"/>
                </a:lnTo>
                <a:lnTo>
                  <a:pt x="13834" y="847"/>
                </a:lnTo>
                <a:lnTo>
                  <a:pt x="13935" y="812"/>
                </a:lnTo>
                <a:lnTo>
                  <a:pt x="14142" y="741"/>
                </a:lnTo>
                <a:lnTo>
                  <a:pt x="14248" y="706"/>
                </a:lnTo>
                <a:lnTo>
                  <a:pt x="14350" y="671"/>
                </a:lnTo>
                <a:lnTo>
                  <a:pt x="14491" y="600"/>
                </a:lnTo>
                <a:lnTo>
                  <a:pt x="14592" y="530"/>
                </a:lnTo>
                <a:lnTo>
                  <a:pt x="14698" y="459"/>
                </a:lnTo>
                <a:lnTo>
                  <a:pt x="14800" y="459"/>
                </a:lnTo>
                <a:lnTo>
                  <a:pt x="14870" y="565"/>
                </a:lnTo>
                <a:lnTo>
                  <a:pt x="14936" y="671"/>
                </a:lnTo>
                <a:lnTo>
                  <a:pt x="15007" y="812"/>
                </a:lnTo>
                <a:lnTo>
                  <a:pt x="15108" y="812"/>
                </a:lnTo>
                <a:lnTo>
                  <a:pt x="15214" y="741"/>
                </a:lnTo>
                <a:lnTo>
                  <a:pt x="15351" y="741"/>
                </a:lnTo>
                <a:lnTo>
                  <a:pt x="15492" y="741"/>
                </a:lnTo>
                <a:lnTo>
                  <a:pt x="15593" y="706"/>
                </a:lnTo>
                <a:lnTo>
                  <a:pt x="15730" y="671"/>
                </a:lnTo>
                <a:lnTo>
                  <a:pt x="15836" y="636"/>
                </a:lnTo>
                <a:lnTo>
                  <a:pt x="15937" y="671"/>
                </a:lnTo>
                <a:lnTo>
                  <a:pt x="16078" y="706"/>
                </a:lnTo>
                <a:lnTo>
                  <a:pt x="16215" y="741"/>
                </a:lnTo>
                <a:lnTo>
                  <a:pt x="16316" y="741"/>
                </a:lnTo>
                <a:lnTo>
                  <a:pt x="16488" y="741"/>
                </a:lnTo>
                <a:lnTo>
                  <a:pt x="16630" y="741"/>
                </a:lnTo>
                <a:lnTo>
                  <a:pt x="16802" y="706"/>
                </a:lnTo>
                <a:lnTo>
                  <a:pt x="16974" y="671"/>
                </a:lnTo>
                <a:lnTo>
                  <a:pt x="17110" y="600"/>
                </a:lnTo>
                <a:lnTo>
                  <a:pt x="17216" y="600"/>
                </a:lnTo>
                <a:lnTo>
                  <a:pt x="17317" y="565"/>
                </a:lnTo>
                <a:lnTo>
                  <a:pt x="17454" y="530"/>
                </a:lnTo>
                <a:lnTo>
                  <a:pt x="17560" y="530"/>
                </a:lnTo>
                <a:lnTo>
                  <a:pt x="17661" y="459"/>
                </a:lnTo>
                <a:lnTo>
                  <a:pt x="17767" y="424"/>
                </a:lnTo>
                <a:lnTo>
                  <a:pt x="17869" y="530"/>
                </a:lnTo>
                <a:lnTo>
                  <a:pt x="18010" y="565"/>
                </a:lnTo>
                <a:lnTo>
                  <a:pt x="18076" y="671"/>
                </a:lnTo>
                <a:lnTo>
                  <a:pt x="18182" y="671"/>
                </a:lnTo>
                <a:lnTo>
                  <a:pt x="18283" y="671"/>
                </a:lnTo>
                <a:lnTo>
                  <a:pt x="18420" y="671"/>
                </a:lnTo>
                <a:lnTo>
                  <a:pt x="18662" y="600"/>
                </a:lnTo>
                <a:lnTo>
                  <a:pt x="18768" y="600"/>
                </a:lnTo>
                <a:lnTo>
                  <a:pt x="18870" y="600"/>
                </a:lnTo>
                <a:lnTo>
                  <a:pt x="18976" y="600"/>
                </a:lnTo>
                <a:lnTo>
                  <a:pt x="19077" y="600"/>
                </a:lnTo>
                <a:lnTo>
                  <a:pt x="19183" y="565"/>
                </a:lnTo>
                <a:lnTo>
                  <a:pt x="19284" y="600"/>
                </a:lnTo>
                <a:lnTo>
                  <a:pt x="19390" y="671"/>
                </a:lnTo>
                <a:lnTo>
                  <a:pt x="19491" y="706"/>
                </a:lnTo>
                <a:lnTo>
                  <a:pt x="19593" y="741"/>
                </a:lnTo>
                <a:lnTo>
                  <a:pt x="19699" y="812"/>
                </a:lnTo>
                <a:lnTo>
                  <a:pt x="19800" y="847"/>
                </a:lnTo>
                <a:lnTo>
                  <a:pt x="19906" y="847"/>
                </a:lnTo>
                <a:lnTo>
                  <a:pt x="20007" y="812"/>
                </a:lnTo>
                <a:lnTo>
                  <a:pt x="20113" y="741"/>
                </a:lnTo>
                <a:lnTo>
                  <a:pt x="20215" y="671"/>
                </a:lnTo>
                <a:lnTo>
                  <a:pt x="20356" y="600"/>
                </a:lnTo>
                <a:lnTo>
                  <a:pt x="20766" y="424"/>
                </a:lnTo>
                <a:lnTo>
                  <a:pt x="20872" y="389"/>
                </a:lnTo>
                <a:lnTo>
                  <a:pt x="20973" y="389"/>
                </a:lnTo>
                <a:lnTo>
                  <a:pt x="21079" y="353"/>
                </a:lnTo>
                <a:lnTo>
                  <a:pt x="21180" y="424"/>
                </a:lnTo>
                <a:lnTo>
                  <a:pt x="21286" y="530"/>
                </a:lnTo>
                <a:lnTo>
                  <a:pt x="21388" y="565"/>
                </a:lnTo>
                <a:lnTo>
                  <a:pt x="21493" y="565"/>
                </a:lnTo>
                <a:lnTo>
                  <a:pt x="21595" y="565"/>
                </a:lnTo>
                <a:lnTo>
                  <a:pt x="21732" y="636"/>
                </a:lnTo>
                <a:lnTo>
                  <a:pt x="21837" y="671"/>
                </a:lnTo>
                <a:lnTo>
                  <a:pt x="21939" y="706"/>
                </a:lnTo>
                <a:lnTo>
                  <a:pt x="22045" y="706"/>
                </a:lnTo>
                <a:lnTo>
                  <a:pt x="22146" y="706"/>
                </a:lnTo>
                <a:lnTo>
                  <a:pt x="22252" y="741"/>
                </a:lnTo>
                <a:lnTo>
                  <a:pt x="22353" y="812"/>
                </a:lnTo>
                <a:lnTo>
                  <a:pt x="22459" y="882"/>
                </a:lnTo>
                <a:lnTo>
                  <a:pt x="22561" y="954"/>
                </a:lnTo>
                <a:lnTo>
                  <a:pt x="22666" y="989"/>
                </a:lnTo>
                <a:lnTo>
                  <a:pt x="22768" y="1025"/>
                </a:lnTo>
                <a:lnTo>
                  <a:pt x="22940" y="1095"/>
                </a:lnTo>
                <a:lnTo>
                  <a:pt x="23046" y="1130"/>
                </a:lnTo>
                <a:lnTo>
                  <a:pt x="23147" y="1166"/>
                </a:lnTo>
                <a:lnTo>
                  <a:pt x="23253" y="1166"/>
                </a:lnTo>
                <a:lnTo>
                  <a:pt x="23354" y="1236"/>
                </a:lnTo>
                <a:lnTo>
                  <a:pt x="23390" y="0"/>
                </a:lnTo>
                <a:lnTo>
                  <a:pt x="0" y="0"/>
                </a:lnTo>
                <a:lnTo>
                  <a:pt x="70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91960" y="1994040"/>
            <a:ext cx="8420400" cy="495720"/>
          </a:xfrm>
          <a:custGeom>
            <a:avLst/>
            <a:gdLst/>
            <a:ahLst/>
            <a:rect l="0" t="0" r="r" b="b"/>
            <a:pathLst>
              <a:path w="23390" h="1377">
                <a:moveTo>
                  <a:pt x="0" y="953"/>
                </a:moveTo>
                <a:lnTo>
                  <a:pt x="105" y="882"/>
                </a:lnTo>
                <a:lnTo>
                  <a:pt x="171" y="777"/>
                </a:lnTo>
                <a:lnTo>
                  <a:pt x="277" y="706"/>
                </a:lnTo>
                <a:lnTo>
                  <a:pt x="379" y="671"/>
                </a:lnTo>
                <a:lnTo>
                  <a:pt x="449" y="565"/>
                </a:lnTo>
                <a:lnTo>
                  <a:pt x="520" y="459"/>
                </a:lnTo>
                <a:lnTo>
                  <a:pt x="621" y="389"/>
                </a:lnTo>
                <a:lnTo>
                  <a:pt x="727" y="317"/>
                </a:lnTo>
                <a:lnTo>
                  <a:pt x="793" y="211"/>
                </a:lnTo>
                <a:lnTo>
                  <a:pt x="864" y="105"/>
                </a:lnTo>
                <a:lnTo>
                  <a:pt x="934" y="0"/>
                </a:lnTo>
                <a:lnTo>
                  <a:pt x="1071" y="141"/>
                </a:lnTo>
                <a:lnTo>
                  <a:pt x="1177" y="176"/>
                </a:lnTo>
                <a:lnTo>
                  <a:pt x="1212" y="282"/>
                </a:lnTo>
                <a:lnTo>
                  <a:pt x="1314" y="389"/>
                </a:lnTo>
                <a:lnTo>
                  <a:pt x="1349" y="494"/>
                </a:lnTo>
                <a:lnTo>
                  <a:pt x="1486" y="530"/>
                </a:lnTo>
                <a:lnTo>
                  <a:pt x="1486" y="636"/>
                </a:lnTo>
                <a:lnTo>
                  <a:pt x="1591" y="671"/>
                </a:lnTo>
                <a:lnTo>
                  <a:pt x="1693" y="671"/>
                </a:lnTo>
                <a:lnTo>
                  <a:pt x="1869" y="636"/>
                </a:lnTo>
                <a:lnTo>
                  <a:pt x="2041" y="600"/>
                </a:lnTo>
                <a:lnTo>
                  <a:pt x="2143" y="600"/>
                </a:lnTo>
                <a:lnTo>
                  <a:pt x="2319" y="600"/>
                </a:lnTo>
                <a:lnTo>
                  <a:pt x="2385" y="494"/>
                </a:lnTo>
                <a:lnTo>
                  <a:pt x="2491" y="494"/>
                </a:lnTo>
                <a:lnTo>
                  <a:pt x="2562" y="600"/>
                </a:lnTo>
                <a:lnTo>
                  <a:pt x="2663" y="706"/>
                </a:lnTo>
                <a:lnTo>
                  <a:pt x="2769" y="706"/>
                </a:lnTo>
                <a:lnTo>
                  <a:pt x="2870" y="671"/>
                </a:lnTo>
                <a:lnTo>
                  <a:pt x="3011" y="671"/>
                </a:lnTo>
                <a:lnTo>
                  <a:pt x="3148" y="600"/>
                </a:lnTo>
                <a:lnTo>
                  <a:pt x="3285" y="565"/>
                </a:lnTo>
                <a:lnTo>
                  <a:pt x="3391" y="530"/>
                </a:lnTo>
                <a:lnTo>
                  <a:pt x="3426" y="706"/>
                </a:lnTo>
                <a:lnTo>
                  <a:pt x="3426" y="812"/>
                </a:lnTo>
                <a:lnTo>
                  <a:pt x="3563" y="777"/>
                </a:lnTo>
                <a:lnTo>
                  <a:pt x="3668" y="741"/>
                </a:lnTo>
                <a:lnTo>
                  <a:pt x="3770" y="706"/>
                </a:lnTo>
                <a:lnTo>
                  <a:pt x="3876" y="706"/>
                </a:lnTo>
                <a:lnTo>
                  <a:pt x="3977" y="706"/>
                </a:lnTo>
                <a:lnTo>
                  <a:pt x="4048" y="812"/>
                </a:lnTo>
                <a:lnTo>
                  <a:pt x="4153" y="812"/>
                </a:lnTo>
                <a:lnTo>
                  <a:pt x="4255" y="812"/>
                </a:lnTo>
                <a:lnTo>
                  <a:pt x="4392" y="812"/>
                </a:lnTo>
                <a:lnTo>
                  <a:pt x="4497" y="777"/>
                </a:lnTo>
                <a:lnTo>
                  <a:pt x="4669" y="741"/>
                </a:lnTo>
                <a:lnTo>
                  <a:pt x="4775" y="671"/>
                </a:lnTo>
                <a:lnTo>
                  <a:pt x="4877" y="636"/>
                </a:lnTo>
                <a:lnTo>
                  <a:pt x="4982" y="600"/>
                </a:lnTo>
                <a:lnTo>
                  <a:pt x="5084" y="530"/>
                </a:lnTo>
                <a:lnTo>
                  <a:pt x="5225" y="494"/>
                </a:lnTo>
                <a:lnTo>
                  <a:pt x="5326" y="459"/>
                </a:lnTo>
                <a:lnTo>
                  <a:pt x="5468" y="565"/>
                </a:lnTo>
                <a:lnTo>
                  <a:pt x="5569" y="636"/>
                </a:lnTo>
                <a:lnTo>
                  <a:pt x="5675" y="706"/>
                </a:lnTo>
                <a:lnTo>
                  <a:pt x="5776" y="741"/>
                </a:lnTo>
                <a:lnTo>
                  <a:pt x="5882" y="812"/>
                </a:lnTo>
                <a:lnTo>
                  <a:pt x="6019" y="812"/>
                </a:lnTo>
                <a:lnTo>
                  <a:pt x="6125" y="777"/>
                </a:lnTo>
                <a:lnTo>
                  <a:pt x="6226" y="741"/>
                </a:lnTo>
                <a:lnTo>
                  <a:pt x="6332" y="671"/>
                </a:lnTo>
                <a:lnTo>
                  <a:pt x="6433" y="671"/>
                </a:lnTo>
                <a:lnTo>
                  <a:pt x="6574" y="600"/>
                </a:lnTo>
                <a:lnTo>
                  <a:pt x="6676" y="565"/>
                </a:lnTo>
                <a:lnTo>
                  <a:pt x="6782" y="530"/>
                </a:lnTo>
                <a:lnTo>
                  <a:pt x="6883" y="494"/>
                </a:lnTo>
                <a:lnTo>
                  <a:pt x="7024" y="459"/>
                </a:lnTo>
                <a:lnTo>
                  <a:pt x="7126" y="424"/>
                </a:lnTo>
                <a:lnTo>
                  <a:pt x="7231" y="389"/>
                </a:lnTo>
                <a:lnTo>
                  <a:pt x="7333" y="389"/>
                </a:lnTo>
                <a:lnTo>
                  <a:pt x="7439" y="353"/>
                </a:lnTo>
                <a:lnTo>
                  <a:pt x="7540" y="317"/>
                </a:lnTo>
                <a:lnTo>
                  <a:pt x="7646" y="424"/>
                </a:lnTo>
                <a:lnTo>
                  <a:pt x="7717" y="530"/>
                </a:lnTo>
                <a:lnTo>
                  <a:pt x="7818" y="565"/>
                </a:lnTo>
                <a:lnTo>
                  <a:pt x="7924" y="671"/>
                </a:lnTo>
                <a:lnTo>
                  <a:pt x="8025" y="671"/>
                </a:lnTo>
                <a:lnTo>
                  <a:pt x="8131" y="706"/>
                </a:lnTo>
                <a:lnTo>
                  <a:pt x="8232" y="741"/>
                </a:lnTo>
                <a:lnTo>
                  <a:pt x="8338" y="777"/>
                </a:lnTo>
                <a:lnTo>
                  <a:pt x="8440" y="812"/>
                </a:lnTo>
                <a:lnTo>
                  <a:pt x="8546" y="812"/>
                </a:lnTo>
                <a:lnTo>
                  <a:pt x="8682" y="741"/>
                </a:lnTo>
                <a:lnTo>
                  <a:pt x="8788" y="706"/>
                </a:lnTo>
                <a:lnTo>
                  <a:pt x="8890" y="600"/>
                </a:lnTo>
                <a:lnTo>
                  <a:pt x="8995" y="530"/>
                </a:lnTo>
                <a:lnTo>
                  <a:pt x="9101" y="459"/>
                </a:lnTo>
                <a:lnTo>
                  <a:pt x="9203" y="424"/>
                </a:lnTo>
                <a:lnTo>
                  <a:pt x="9308" y="389"/>
                </a:lnTo>
                <a:lnTo>
                  <a:pt x="9410" y="317"/>
                </a:lnTo>
                <a:lnTo>
                  <a:pt x="9480" y="424"/>
                </a:lnTo>
                <a:lnTo>
                  <a:pt x="9582" y="494"/>
                </a:lnTo>
                <a:lnTo>
                  <a:pt x="9688" y="530"/>
                </a:lnTo>
                <a:lnTo>
                  <a:pt x="9789" y="600"/>
                </a:lnTo>
                <a:lnTo>
                  <a:pt x="9895" y="636"/>
                </a:lnTo>
                <a:lnTo>
                  <a:pt x="10001" y="706"/>
                </a:lnTo>
                <a:lnTo>
                  <a:pt x="10102" y="706"/>
                </a:lnTo>
                <a:lnTo>
                  <a:pt x="10208" y="741"/>
                </a:lnTo>
                <a:lnTo>
                  <a:pt x="10309" y="741"/>
                </a:lnTo>
                <a:lnTo>
                  <a:pt x="10415" y="812"/>
                </a:lnTo>
                <a:lnTo>
                  <a:pt x="10552" y="847"/>
                </a:lnTo>
                <a:lnTo>
                  <a:pt x="10658" y="847"/>
                </a:lnTo>
                <a:lnTo>
                  <a:pt x="10759" y="847"/>
                </a:lnTo>
                <a:lnTo>
                  <a:pt x="10865" y="882"/>
                </a:lnTo>
                <a:lnTo>
                  <a:pt x="11002" y="882"/>
                </a:lnTo>
                <a:lnTo>
                  <a:pt x="11108" y="847"/>
                </a:lnTo>
                <a:lnTo>
                  <a:pt x="11244" y="812"/>
                </a:lnTo>
                <a:lnTo>
                  <a:pt x="11350" y="741"/>
                </a:lnTo>
                <a:lnTo>
                  <a:pt x="11452" y="741"/>
                </a:lnTo>
                <a:lnTo>
                  <a:pt x="11557" y="671"/>
                </a:lnTo>
                <a:lnTo>
                  <a:pt x="11659" y="636"/>
                </a:lnTo>
                <a:lnTo>
                  <a:pt x="11766" y="636"/>
                </a:lnTo>
                <a:lnTo>
                  <a:pt x="11867" y="600"/>
                </a:lnTo>
                <a:lnTo>
                  <a:pt x="12008" y="565"/>
                </a:lnTo>
                <a:lnTo>
                  <a:pt x="12110" y="565"/>
                </a:lnTo>
                <a:lnTo>
                  <a:pt x="12282" y="494"/>
                </a:lnTo>
                <a:lnTo>
                  <a:pt x="12423" y="459"/>
                </a:lnTo>
                <a:lnTo>
                  <a:pt x="12524" y="353"/>
                </a:lnTo>
                <a:lnTo>
                  <a:pt x="12630" y="282"/>
                </a:lnTo>
                <a:lnTo>
                  <a:pt x="12731" y="246"/>
                </a:lnTo>
                <a:lnTo>
                  <a:pt x="12802" y="353"/>
                </a:lnTo>
                <a:lnTo>
                  <a:pt x="12837" y="459"/>
                </a:lnTo>
                <a:lnTo>
                  <a:pt x="12939" y="530"/>
                </a:lnTo>
                <a:lnTo>
                  <a:pt x="12974" y="636"/>
                </a:lnTo>
                <a:lnTo>
                  <a:pt x="13080" y="706"/>
                </a:lnTo>
                <a:lnTo>
                  <a:pt x="13181" y="706"/>
                </a:lnTo>
                <a:lnTo>
                  <a:pt x="13322" y="847"/>
                </a:lnTo>
                <a:lnTo>
                  <a:pt x="13459" y="35"/>
                </a:lnTo>
                <a:lnTo>
                  <a:pt x="13530" y="847"/>
                </a:lnTo>
                <a:lnTo>
                  <a:pt x="13631" y="812"/>
                </a:lnTo>
                <a:lnTo>
                  <a:pt x="13737" y="741"/>
                </a:lnTo>
                <a:lnTo>
                  <a:pt x="13838" y="706"/>
                </a:lnTo>
                <a:lnTo>
                  <a:pt x="13944" y="600"/>
                </a:lnTo>
                <a:lnTo>
                  <a:pt x="14050" y="530"/>
                </a:lnTo>
                <a:lnTo>
                  <a:pt x="14151" y="459"/>
                </a:lnTo>
                <a:lnTo>
                  <a:pt x="14222" y="353"/>
                </a:lnTo>
                <a:lnTo>
                  <a:pt x="14323" y="282"/>
                </a:lnTo>
                <a:lnTo>
                  <a:pt x="14429" y="353"/>
                </a:lnTo>
                <a:lnTo>
                  <a:pt x="14500" y="459"/>
                </a:lnTo>
                <a:lnTo>
                  <a:pt x="14601" y="530"/>
                </a:lnTo>
                <a:lnTo>
                  <a:pt x="14707" y="565"/>
                </a:lnTo>
                <a:lnTo>
                  <a:pt x="14808" y="600"/>
                </a:lnTo>
                <a:lnTo>
                  <a:pt x="14914" y="600"/>
                </a:lnTo>
                <a:lnTo>
                  <a:pt x="15086" y="600"/>
                </a:lnTo>
                <a:lnTo>
                  <a:pt x="15188" y="600"/>
                </a:lnTo>
                <a:lnTo>
                  <a:pt x="15293" y="600"/>
                </a:lnTo>
                <a:lnTo>
                  <a:pt x="15399" y="600"/>
                </a:lnTo>
                <a:lnTo>
                  <a:pt x="15501" y="600"/>
                </a:lnTo>
                <a:lnTo>
                  <a:pt x="15607" y="600"/>
                </a:lnTo>
                <a:lnTo>
                  <a:pt x="15743" y="671"/>
                </a:lnTo>
                <a:lnTo>
                  <a:pt x="15849" y="671"/>
                </a:lnTo>
                <a:lnTo>
                  <a:pt x="15950" y="706"/>
                </a:lnTo>
                <a:lnTo>
                  <a:pt x="16056" y="706"/>
                </a:lnTo>
                <a:lnTo>
                  <a:pt x="16193" y="741"/>
                </a:lnTo>
                <a:lnTo>
                  <a:pt x="16299" y="741"/>
                </a:lnTo>
                <a:lnTo>
                  <a:pt x="16436" y="741"/>
                </a:lnTo>
                <a:lnTo>
                  <a:pt x="16572" y="741"/>
                </a:lnTo>
                <a:lnTo>
                  <a:pt x="16678" y="777"/>
                </a:lnTo>
                <a:lnTo>
                  <a:pt x="16815" y="812"/>
                </a:lnTo>
                <a:lnTo>
                  <a:pt x="16921" y="812"/>
                </a:lnTo>
                <a:lnTo>
                  <a:pt x="17022" y="847"/>
                </a:lnTo>
                <a:lnTo>
                  <a:pt x="17128" y="847"/>
                </a:lnTo>
                <a:lnTo>
                  <a:pt x="17229" y="882"/>
                </a:lnTo>
                <a:lnTo>
                  <a:pt x="17335" y="918"/>
                </a:lnTo>
                <a:lnTo>
                  <a:pt x="17437" y="882"/>
                </a:lnTo>
                <a:lnTo>
                  <a:pt x="17542" y="847"/>
                </a:lnTo>
                <a:lnTo>
                  <a:pt x="17648" y="812"/>
                </a:lnTo>
                <a:lnTo>
                  <a:pt x="17750" y="777"/>
                </a:lnTo>
                <a:lnTo>
                  <a:pt x="17922" y="706"/>
                </a:lnTo>
                <a:lnTo>
                  <a:pt x="18063" y="636"/>
                </a:lnTo>
                <a:lnTo>
                  <a:pt x="18164" y="600"/>
                </a:lnTo>
                <a:lnTo>
                  <a:pt x="18270" y="530"/>
                </a:lnTo>
                <a:lnTo>
                  <a:pt x="18371" y="494"/>
                </a:lnTo>
                <a:lnTo>
                  <a:pt x="18477" y="389"/>
                </a:lnTo>
                <a:lnTo>
                  <a:pt x="18579" y="317"/>
                </a:lnTo>
                <a:lnTo>
                  <a:pt x="18684" y="282"/>
                </a:lnTo>
                <a:lnTo>
                  <a:pt x="18786" y="246"/>
                </a:lnTo>
                <a:lnTo>
                  <a:pt x="18892" y="246"/>
                </a:lnTo>
                <a:lnTo>
                  <a:pt x="18998" y="353"/>
                </a:lnTo>
                <a:lnTo>
                  <a:pt x="19099" y="459"/>
                </a:lnTo>
                <a:lnTo>
                  <a:pt x="19205" y="530"/>
                </a:lnTo>
                <a:lnTo>
                  <a:pt x="19306" y="565"/>
                </a:lnTo>
                <a:lnTo>
                  <a:pt x="19412" y="600"/>
                </a:lnTo>
                <a:lnTo>
                  <a:pt x="19514" y="671"/>
                </a:lnTo>
                <a:lnTo>
                  <a:pt x="19619" y="706"/>
                </a:lnTo>
                <a:lnTo>
                  <a:pt x="19721" y="741"/>
                </a:lnTo>
                <a:lnTo>
                  <a:pt x="19827" y="777"/>
                </a:lnTo>
                <a:lnTo>
                  <a:pt x="19928" y="812"/>
                </a:lnTo>
                <a:lnTo>
                  <a:pt x="20034" y="812"/>
                </a:lnTo>
                <a:lnTo>
                  <a:pt x="20135" y="812"/>
                </a:lnTo>
                <a:lnTo>
                  <a:pt x="20241" y="812"/>
                </a:lnTo>
                <a:lnTo>
                  <a:pt x="20347" y="812"/>
                </a:lnTo>
                <a:lnTo>
                  <a:pt x="20448" y="777"/>
                </a:lnTo>
                <a:lnTo>
                  <a:pt x="20554" y="741"/>
                </a:lnTo>
                <a:lnTo>
                  <a:pt x="20656" y="706"/>
                </a:lnTo>
                <a:lnTo>
                  <a:pt x="20761" y="671"/>
                </a:lnTo>
                <a:lnTo>
                  <a:pt x="20898" y="600"/>
                </a:lnTo>
                <a:lnTo>
                  <a:pt x="21004" y="565"/>
                </a:lnTo>
                <a:lnTo>
                  <a:pt x="21141" y="530"/>
                </a:lnTo>
                <a:lnTo>
                  <a:pt x="21247" y="459"/>
                </a:lnTo>
                <a:lnTo>
                  <a:pt x="21348" y="459"/>
                </a:lnTo>
                <a:lnTo>
                  <a:pt x="21485" y="424"/>
                </a:lnTo>
                <a:lnTo>
                  <a:pt x="21727" y="424"/>
                </a:lnTo>
                <a:lnTo>
                  <a:pt x="21833" y="424"/>
                </a:lnTo>
                <a:lnTo>
                  <a:pt x="21934" y="424"/>
                </a:lnTo>
                <a:lnTo>
                  <a:pt x="22040" y="424"/>
                </a:lnTo>
                <a:lnTo>
                  <a:pt x="22146" y="459"/>
                </a:lnTo>
                <a:lnTo>
                  <a:pt x="22283" y="459"/>
                </a:lnTo>
                <a:lnTo>
                  <a:pt x="22384" y="459"/>
                </a:lnTo>
                <a:lnTo>
                  <a:pt x="22561" y="494"/>
                </a:lnTo>
                <a:lnTo>
                  <a:pt x="22662" y="530"/>
                </a:lnTo>
                <a:lnTo>
                  <a:pt x="22768" y="530"/>
                </a:lnTo>
                <a:lnTo>
                  <a:pt x="22869" y="494"/>
                </a:lnTo>
                <a:lnTo>
                  <a:pt x="22975" y="424"/>
                </a:lnTo>
                <a:lnTo>
                  <a:pt x="23077" y="389"/>
                </a:lnTo>
                <a:lnTo>
                  <a:pt x="23182" y="317"/>
                </a:lnTo>
                <a:lnTo>
                  <a:pt x="23284" y="246"/>
                </a:lnTo>
                <a:lnTo>
                  <a:pt x="23390" y="211"/>
                </a:lnTo>
                <a:lnTo>
                  <a:pt x="23390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52440" y="1108080"/>
            <a:ext cx="837576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Q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04920" y="1041480"/>
            <a:ext cx="8420400" cy="444960"/>
          </a:xfrm>
          <a:custGeom>
            <a:avLst/>
            <a:gdLst/>
            <a:ahLst/>
            <a:rect l="0" t="0" r="r" b="b"/>
            <a:pathLst>
              <a:path w="23390" h="1236">
                <a:moveTo>
                  <a:pt x="70" y="1095"/>
                </a:moveTo>
                <a:lnTo>
                  <a:pt x="1071" y="318"/>
                </a:lnTo>
                <a:lnTo>
                  <a:pt x="1137" y="424"/>
                </a:lnTo>
                <a:lnTo>
                  <a:pt x="1172" y="530"/>
                </a:lnTo>
                <a:lnTo>
                  <a:pt x="1274" y="600"/>
                </a:lnTo>
                <a:lnTo>
                  <a:pt x="1344" y="706"/>
                </a:lnTo>
                <a:lnTo>
                  <a:pt x="1415" y="812"/>
                </a:lnTo>
                <a:lnTo>
                  <a:pt x="1516" y="812"/>
                </a:lnTo>
                <a:lnTo>
                  <a:pt x="1552" y="706"/>
                </a:lnTo>
                <a:lnTo>
                  <a:pt x="1658" y="600"/>
                </a:lnTo>
                <a:lnTo>
                  <a:pt x="1688" y="494"/>
                </a:lnTo>
                <a:lnTo>
                  <a:pt x="1794" y="424"/>
                </a:lnTo>
                <a:lnTo>
                  <a:pt x="1896" y="389"/>
                </a:lnTo>
                <a:lnTo>
                  <a:pt x="1966" y="530"/>
                </a:lnTo>
                <a:lnTo>
                  <a:pt x="2037" y="636"/>
                </a:lnTo>
                <a:lnTo>
                  <a:pt x="2138" y="706"/>
                </a:lnTo>
                <a:lnTo>
                  <a:pt x="2240" y="706"/>
                </a:lnTo>
                <a:lnTo>
                  <a:pt x="2345" y="741"/>
                </a:lnTo>
                <a:lnTo>
                  <a:pt x="2447" y="812"/>
                </a:lnTo>
                <a:lnTo>
                  <a:pt x="2553" y="812"/>
                </a:lnTo>
                <a:lnTo>
                  <a:pt x="2654" y="741"/>
                </a:lnTo>
                <a:lnTo>
                  <a:pt x="2760" y="741"/>
                </a:lnTo>
                <a:lnTo>
                  <a:pt x="2897" y="741"/>
                </a:lnTo>
                <a:lnTo>
                  <a:pt x="3003" y="741"/>
                </a:lnTo>
                <a:lnTo>
                  <a:pt x="3104" y="812"/>
                </a:lnTo>
                <a:lnTo>
                  <a:pt x="3690" y="706"/>
                </a:lnTo>
                <a:lnTo>
                  <a:pt x="3796" y="671"/>
                </a:lnTo>
                <a:lnTo>
                  <a:pt x="3898" y="636"/>
                </a:lnTo>
                <a:lnTo>
                  <a:pt x="4034" y="600"/>
                </a:lnTo>
                <a:lnTo>
                  <a:pt x="4140" y="565"/>
                </a:lnTo>
                <a:lnTo>
                  <a:pt x="4277" y="565"/>
                </a:lnTo>
                <a:lnTo>
                  <a:pt x="4383" y="530"/>
                </a:lnTo>
                <a:lnTo>
                  <a:pt x="4484" y="530"/>
                </a:lnTo>
                <a:lnTo>
                  <a:pt x="4586" y="494"/>
                </a:lnTo>
                <a:lnTo>
                  <a:pt x="4691" y="494"/>
                </a:lnTo>
                <a:lnTo>
                  <a:pt x="4762" y="600"/>
                </a:lnTo>
                <a:lnTo>
                  <a:pt x="4863" y="671"/>
                </a:lnTo>
                <a:lnTo>
                  <a:pt x="4969" y="741"/>
                </a:lnTo>
                <a:lnTo>
                  <a:pt x="5106" y="812"/>
                </a:lnTo>
                <a:lnTo>
                  <a:pt x="5207" y="812"/>
                </a:lnTo>
                <a:lnTo>
                  <a:pt x="5313" y="812"/>
                </a:lnTo>
                <a:lnTo>
                  <a:pt x="5415" y="741"/>
                </a:lnTo>
                <a:lnTo>
                  <a:pt x="5520" y="741"/>
                </a:lnTo>
                <a:lnTo>
                  <a:pt x="5622" y="777"/>
                </a:lnTo>
                <a:lnTo>
                  <a:pt x="5864" y="812"/>
                </a:lnTo>
                <a:lnTo>
                  <a:pt x="5966" y="812"/>
                </a:lnTo>
                <a:lnTo>
                  <a:pt x="6072" y="777"/>
                </a:lnTo>
                <a:lnTo>
                  <a:pt x="6173" y="741"/>
                </a:lnTo>
                <a:lnTo>
                  <a:pt x="6279" y="706"/>
                </a:lnTo>
                <a:lnTo>
                  <a:pt x="6380" y="706"/>
                </a:lnTo>
                <a:lnTo>
                  <a:pt x="6486" y="671"/>
                </a:lnTo>
                <a:lnTo>
                  <a:pt x="6623" y="600"/>
                </a:lnTo>
                <a:lnTo>
                  <a:pt x="6724" y="600"/>
                </a:lnTo>
                <a:lnTo>
                  <a:pt x="6865" y="565"/>
                </a:lnTo>
                <a:lnTo>
                  <a:pt x="6967" y="530"/>
                </a:lnTo>
                <a:lnTo>
                  <a:pt x="7073" y="494"/>
                </a:lnTo>
                <a:lnTo>
                  <a:pt x="7174" y="459"/>
                </a:lnTo>
                <a:lnTo>
                  <a:pt x="7280" y="424"/>
                </a:lnTo>
                <a:lnTo>
                  <a:pt x="7417" y="353"/>
                </a:lnTo>
                <a:lnTo>
                  <a:pt x="7518" y="318"/>
                </a:lnTo>
                <a:lnTo>
                  <a:pt x="7624" y="318"/>
                </a:lnTo>
                <a:lnTo>
                  <a:pt x="7725" y="246"/>
                </a:lnTo>
                <a:lnTo>
                  <a:pt x="7831" y="954"/>
                </a:lnTo>
                <a:lnTo>
                  <a:pt x="7968" y="282"/>
                </a:lnTo>
                <a:lnTo>
                  <a:pt x="8074" y="318"/>
                </a:lnTo>
                <a:lnTo>
                  <a:pt x="8175" y="318"/>
                </a:lnTo>
                <a:lnTo>
                  <a:pt x="8281" y="389"/>
                </a:lnTo>
                <a:lnTo>
                  <a:pt x="8418" y="459"/>
                </a:lnTo>
                <a:lnTo>
                  <a:pt x="8519" y="565"/>
                </a:lnTo>
                <a:lnTo>
                  <a:pt x="8625" y="565"/>
                </a:lnTo>
                <a:lnTo>
                  <a:pt x="8726" y="636"/>
                </a:lnTo>
                <a:lnTo>
                  <a:pt x="8867" y="706"/>
                </a:lnTo>
                <a:lnTo>
                  <a:pt x="8969" y="741"/>
                </a:lnTo>
                <a:lnTo>
                  <a:pt x="9070" y="741"/>
                </a:lnTo>
                <a:lnTo>
                  <a:pt x="9176" y="741"/>
                </a:lnTo>
                <a:lnTo>
                  <a:pt x="9278" y="741"/>
                </a:lnTo>
                <a:lnTo>
                  <a:pt x="9419" y="812"/>
                </a:lnTo>
                <a:lnTo>
                  <a:pt x="9520" y="812"/>
                </a:lnTo>
                <a:lnTo>
                  <a:pt x="9626" y="741"/>
                </a:lnTo>
                <a:lnTo>
                  <a:pt x="9727" y="706"/>
                </a:lnTo>
                <a:lnTo>
                  <a:pt x="9833" y="671"/>
                </a:lnTo>
                <a:lnTo>
                  <a:pt x="9935" y="671"/>
                </a:lnTo>
                <a:lnTo>
                  <a:pt x="10036" y="600"/>
                </a:lnTo>
                <a:lnTo>
                  <a:pt x="10142" y="671"/>
                </a:lnTo>
                <a:lnTo>
                  <a:pt x="10243" y="706"/>
                </a:lnTo>
                <a:lnTo>
                  <a:pt x="10349" y="706"/>
                </a:lnTo>
                <a:lnTo>
                  <a:pt x="10451" y="741"/>
                </a:lnTo>
                <a:lnTo>
                  <a:pt x="10556" y="777"/>
                </a:lnTo>
                <a:lnTo>
                  <a:pt x="10658" y="847"/>
                </a:lnTo>
                <a:lnTo>
                  <a:pt x="10693" y="954"/>
                </a:lnTo>
                <a:lnTo>
                  <a:pt x="10799" y="989"/>
                </a:lnTo>
                <a:lnTo>
                  <a:pt x="10936" y="989"/>
                </a:lnTo>
                <a:lnTo>
                  <a:pt x="11072" y="954"/>
                </a:lnTo>
                <a:lnTo>
                  <a:pt x="11178" y="882"/>
                </a:lnTo>
                <a:lnTo>
                  <a:pt x="11315" y="812"/>
                </a:lnTo>
                <a:lnTo>
                  <a:pt x="11659" y="741"/>
                </a:lnTo>
                <a:lnTo>
                  <a:pt x="12074" y="706"/>
                </a:lnTo>
                <a:lnTo>
                  <a:pt x="12489" y="671"/>
                </a:lnTo>
                <a:lnTo>
                  <a:pt x="12626" y="600"/>
                </a:lnTo>
                <a:lnTo>
                  <a:pt x="12731" y="530"/>
                </a:lnTo>
                <a:lnTo>
                  <a:pt x="12833" y="530"/>
                </a:lnTo>
                <a:lnTo>
                  <a:pt x="12939" y="530"/>
                </a:lnTo>
                <a:lnTo>
                  <a:pt x="13040" y="494"/>
                </a:lnTo>
                <a:lnTo>
                  <a:pt x="13146" y="459"/>
                </a:lnTo>
                <a:lnTo>
                  <a:pt x="13318" y="565"/>
                </a:lnTo>
                <a:lnTo>
                  <a:pt x="13419" y="636"/>
                </a:lnTo>
                <a:lnTo>
                  <a:pt x="13525" y="706"/>
                </a:lnTo>
                <a:lnTo>
                  <a:pt x="13627" y="812"/>
                </a:lnTo>
                <a:lnTo>
                  <a:pt x="13732" y="812"/>
                </a:lnTo>
                <a:lnTo>
                  <a:pt x="13834" y="847"/>
                </a:lnTo>
                <a:lnTo>
                  <a:pt x="13935" y="812"/>
                </a:lnTo>
                <a:lnTo>
                  <a:pt x="14142" y="741"/>
                </a:lnTo>
                <a:lnTo>
                  <a:pt x="14248" y="706"/>
                </a:lnTo>
                <a:lnTo>
                  <a:pt x="14350" y="671"/>
                </a:lnTo>
                <a:lnTo>
                  <a:pt x="14491" y="600"/>
                </a:lnTo>
                <a:lnTo>
                  <a:pt x="14592" y="530"/>
                </a:lnTo>
                <a:lnTo>
                  <a:pt x="14698" y="459"/>
                </a:lnTo>
                <a:lnTo>
                  <a:pt x="14800" y="459"/>
                </a:lnTo>
                <a:lnTo>
                  <a:pt x="14870" y="565"/>
                </a:lnTo>
                <a:lnTo>
                  <a:pt x="14936" y="671"/>
                </a:lnTo>
                <a:lnTo>
                  <a:pt x="15007" y="812"/>
                </a:lnTo>
                <a:lnTo>
                  <a:pt x="15108" y="812"/>
                </a:lnTo>
                <a:lnTo>
                  <a:pt x="15214" y="741"/>
                </a:lnTo>
                <a:lnTo>
                  <a:pt x="15351" y="741"/>
                </a:lnTo>
                <a:lnTo>
                  <a:pt x="15492" y="741"/>
                </a:lnTo>
                <a:lnTo>
                  <a:pt x="15593" y="706"/>
                </a:lnTo>
                <a:lnTo>
                  <a:pt x="15730" y="671"/>
                </a:lnTo>
                <a:lnTo>
                  <a:pt x="15836" y="636"/>
                </a:lnTo>
                <a:lnTo>
                  <a:pt x="15937" y="671"/>
                </a:lnTo>
                <a:lnTo>
                  <a:pt x="16078" y="706"/>
                </a:lnTo>
                <a:lnTo>
                  <a:pt x="16215" y="741"/>
                </a:lnTo>
                <a:lnTo>
                  <a:pt x="16316" y="741"/>
                </a:lnTo>
                <a:lnTo>
                  <a:pt x="16488" y="741"/>
                </a:lnTo>
                <a:lnTo>
                  <a:pt x="16630" y="741"/>
                </a:lnTo>
                <a:lnTo>
                  <a:pt x="16802" y="706"/>
                </a:lnTo>
                <a:lnTo>
                  <a:pt x="16974" y="671"/>
                </a:lnTo>
                <a:lnTo>
                  <a:pt x="17110" y="600"/>
                </a:lnTo>
                <a:lnTo>
                  <a:pt x="17216" y="600"/>
                </a:lnTo>
                <a:lnTo>
                  <a:pt x="17317" y="565"/>
                </a:lnTo>
                <a:lnTo>
                  <a:pt x="17454" y="530"/>
                </a:lnTo>
                <a:lnTo>
                  <a:pt x="17560" y="530"/>
                </a:lnTo>
                <a:lnTo>
                  <a:pt x="17661" y="459"/>
                </a:lnTo>
                <a:lnTo>
                  <a:pt x="17767" y="424"/>
                </a:lnTo>
                <a:lnTo>
                  <a:pt x="17869" y="530"/>
                </a:lnTo>
                <a:lnTo>
                  <a:pt x="18010" y="565"/>
                </a:lnTo>
                <a:lnTo>
                  <a:pt x="18076" y="671"/>
                </a:lnTo>
                <a:lnTo>
                  <a:pt x="18182" y="671"/>
                </a:lnTo>
                <a:lnTo>
                  <a:pt x="18283" y="671"/>
                </a:lnTo>
                <a:lnTo>
                  <a:pt x="18420" y="671"/>
                </a:lnTo>
                <a:lnTo>
                  <a:pt x="18662" y="600"/>
                </a:lnTo>
                <a:lnTo>
                  <a:pt x="18768" y="600"/>
                </a:lnTo>
                <a:lnTo>
                  <a:pt x="18870" y="600"/>
                </a:lnTo>
                <a:lnTo>
                  <a:pt x="18976" y="600"/>
                </a:lnTo>
                <a:lnTo>
                  <a:pt x="19077" y="600"/>
                </a:lnTo>
                <a:lnTo>
                  <a:pt x="19183" y="565"/>
                </a:lnTo>
                <a:lnTo>
                  <a:pt x="19284" y="600"/>
                </a:lnTo>
                <a:lnTo>
                  <a:pt x="19390" y="671"/>
                </a:lnTo>
                <a:lnTo>
                  <a:pt x="19491" y="706"/>
                </a:lnTo>
                <a:lnTo>
                  <a:pt x="19593" y="741"/>
                </a:lnTo>
                <a:lnTo>
                  <a:pt x="19699" y="812"/>
                </a:lnTo>
                <a:lnTo>
                  <a:pt x="19800" y="847"/>
                </a:lnTo>
                <a:lnTo>
                  <a:pt x="19906" y="847"/>
                </a:lnTo>
                <a:lnTo>
                  <a:pt x="20007" y="812"/>
                </a:lnTo>
                <a:lnTo>
                  <a:pt x="20113" y="741"/>
                </a:lnTo>
                <a:lnTo>
                  <a:pt x="20215" y="671"/>
                </a:lnTo>
                <a:lnTo>
                  <a:pt x="20356" y="600"/>
                </a:lnTo>
                <a:lnTo>
                  <a:pt x="20766" y="424"/>
                </a:lnTo>
                <a:lnTo>
                  <a:pt x="20872" y="389"/>
                </a:lnTo>
                <a:lnTo>
                  <a:pt x="20973" y="389"/>
                </a:lnTo>
                <a:lnTo>
                  <a:pt x="21079" y="353"/>
                </a:lnTo>
                <a:lnTo>
                  <a:pt x="21180" y="424"/>
                </a:lnTo>
                <a:lnTo>
                  <a:pt x="21286" y="530"/>
                </a:lnTo>
                <a:lnTo>
                  <a:pt x="21388" y="565"/>
                </a:lnTo>
                <a:lnTo>
                  <a:pt x="21493" y="565"/>
                </a:lnTo>
                <a:lnTo>
                  <a:pt x="21595" y="565"/>
                </a:lnTo>
                <a:lnTo>
                  <a:pt x="21732" y="636"/>
                </a:lnTo>
                <a:lnTo>
                  <a:pt x="21837" y="671"/>
                </a:lnTo>
                <a:lnTo>
                  <a:pt x="21939" y="706"/>
                </a:lnTo>
                <a:lnTo>
                  <a:pt x="22045" y="706"/>
                </a:lnTo>
                <a:lnTo>
                  <a:pt x="22146" y="706"/>
                </a:lnTo>
                <a:lnTo>
                  <a:pt x="22252" y="741"/>
                </a:lnTo>
                <a:lnTo>
                  <a:pt x="22353" y="812"/>
                </a:lnTo>
                <a:lnTo>
                  <a:pt x="22459" y="882"/>
                </a:lnTo>
                <a:lnTo>
                  <a:pt x="22561" y="954"/>
                </a:lnTo>
                <a:lnTo>
                  <a:pt x="22666" y="989"/>
                </a:lnTo>
                <a:lnTo>
                  <a:pt x="22768" y="1025"/>
                </a:lnTo>
                <a:lnTo>
                  <a:pt x="22940" y="1095"/>
                </a:lnTo>
                <a:lnTo>
                  <a:pt x="23046" y="1130"/>
                </a:lnTo>
                <a:lnTo>
                  <a:pt x="23147" y="1166"/>
                </a:lnTo>
                <a:lnTo>
                  <a:pt x="23253" y="1166"/>
                </a:lnTo>
                <a:lnTo>
                  <a:pt x="23354" y="1236"/>
                </a:lnTo>
                <a:lnTo>
                  <a:pt x="23390" y="0"/>
                </a:lnTo>
                <a:lnTo>
                  <a:pt x="0" y="0"/>
                </a:lnTo>
                <a:lnTo>
                  <a:pt x="70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91960" y="1994040"/>
            <a:ext cx="8420400" cy="495720"/>
          </a:xfrm>
          <a:custGeom>
            <a:avLst/>
            <a:gdLst/>
            <a:ahLst/>
            <a:rect l="0" t="0" r="r" b="b"/>
            <a:pathLst>
              <a:path w="23390" h="1377">
                <a:moveTo>
                  <a:pt x="0" y="953"/>
                </a:moveTo>
                <a:lnTo>
                  <a:pt x="105" y="882"/>
                </a:lnTo>
                <a:lnTo>
                  <a:pt x="171" y="777"/>
                </a:lnTo>
                <a:lnTo>
                  <a:pt x="277" y="706"/>
                </a:lnTo>
                <a:lnTo>
                  <a:pt x="379" y="671"/>
                </a:lnTo>
                <a:lnTo>
                  <a:pt x="449" y="565"/>
                </a:lnTo>
                <a:lnTo>
                  <a:pt x="520" y="459"/>
                </a:lnTo>
                <a:lnTo>
                  <a:pt x="621" y="389"/>
                </a:lnTo>
                <a:lnTo>
                  <a:pt x="727" y="317"/>
                </a:lnTo>
                <a:lnTo>
                  <a:pt x="793" y="211"/>
                </a:lnTo>
                <a:lnTo>
                  <a:pt x="864" y="105"/>
                </a:lnTo>
                <a:lnTo>
                  <a:pt x="934" y="0"/>
                </a:lnTo>
                <a:lnTo>
                  <a:pt x="1071" y="141"/>
                </a:lnTo>
                <a:lnTo>
                  <a:pt x="1177" y="176"/>
                </a:lnTo>
                <a:lnTo>
                  <a:pt x="1212" y="282"/>
                </a:lnTo>
                <a:lnTo>
                  <a:pt x="1314" y="389"/>
                </a:lnTo>
                <a:lnTo>
                  <a:pt x="1349" y="494"/>
                </a:lnTo>
                <a:lnTo>
                  <a:pt x="1486" y="530"/>
                </a:lnTo>
                <a:lnTo>
                  <a:pt x="1486" y="636"/>
                </a:lnTo>
                <a:lnTo>
                  <a:pt x="1591" y="671"/>
                </a:lnTo>
                <a:lnTo>
                  <a:pt x="1693" y="671"/>
                </a:lnTo>
                <a:lnTo>
                  <a:pt x="1869" y="636"/>
                </a:lnTo>
                <a:lnTo>
                  <a:pt x="2041" y="600"/>
                </a:lnTo>
                <a:lnTo>
                  <a:pt x="2143" y="600"/>
                </a:lnTo>
                <a:lnTo>
                  <a:pt x="2319" y="600"/>
                </a:lnTo>
                <a:lnTo>
                  <a:pt x="2385" y="494"/>
                </a:lnTo>
                <a:lnTo>
                  <a:pt x="2491" y="494"/>
                </a:lnTo>
                <a:lnTo>
                  <a:pt x="2562" y="600"/>
                </a:lnTo>
                <a:lnTo>
                  <a:pt x="2663" y="706"/>
                </a:lnTo>
                <a:lnTo>
                  <a:pt x="2769" y="706"/>
                </a:lnTo>
                <a:lnTo>
                  <a:pt x="2870" y="671"/>
                </a:lnTo>
                <a:lnTo>
                  <a:pt x="3011" y="671"/>
                </a:lnTo>
                <a:lnTo>
                  <a:pt x="3148" y="600"/>
                </a:lnTo>
                <a:lnTo>
                  <a:pt x="3285" y="565"/>
                </a:lnTo>
                <a:lnTo>
                  <a:pt x="3391" y="530"/>
                </a:lnTo>
                <a:lnTo>
                  <a:pt x="3426" y="706"/>
                </a:lnTo>
                <a:lnTo>
                  <a:pt x="3426" y="812"/>
                </a:lnTo>
                <a:lnTo>
                  <a:pt x="3563" y="777"/>
                </a:lnTo>
                <a:lnTo>
                  <a:pt x="3668" y="741"/>
                </a:lnTo>
                <a:lnTo>
                  <a:pt x="3770" y="706"/>
                </a:lnTo>
                <a:lnTo>
                  <a:pt x="3876" y="706"/>
                </a:lnTo>
                <a:lnTo>
                  <a:pt x="3977" y="706"/>
                </a:lnTo>
                <a:lnTo>
                  <a:pt x="4048" y="812"/>
                </a:lnTo>
                <a:lnTo>
                  <a:pt x="4153" y="812"/>
                </a:lnTo>
                <a:lnTo>
                  <a:pt x="4255" y="812"/>
                </a:lnTo>
                <a:lnTo>
                  <a:pt x="4392" y="812"/>
                </a:lnTo>
                <a:lnTo>
                  <a:pt x="4497" y="777"/>
                </a:lnTo>
                <a:lnTo>
                  <a:pt x="4669" y="741"/>
                </a:lnTo>
                <a:lnTo>
                  <a:pt x="4775" y="671"/>
                </a:lnTo>
                <a:lnTo>
                  <a:pt x="4877" y="636"/>
                </a:lnTo>
                <a:lnTo>
                  <a:pt x="4982" y="600"/>
                </a:lnTo>
                <a:lnTo>
                  <a:pt x="5084" y="530"/>
                </a:lnTo>
                <a:lnTo>
                  <a:pt x="5225" y="494"/>
                </a:lnTo>
                <a:lnTo>
                  <a:pt x="5326" y="459"/>
                </a:lnTo>
                <a:lnTo>
                  <a:pt x="5468" y="565"/>
                </a:lnTo>
                <a:lnTo>
                  <a:pt x="5569" y="636"/>
                </a:lnTo>
                <a:lnTo>
                  <a:pt x="5675" y="706"/>
                </a:lnTo>
                <a:lnTo>
                  <a:pt x="5776" y="741"/>
                </a:lnTo>
                <a:lnTo>
                  <a:pt x="5882" y="812"/>
                </a:lnTo>
                <a:lnTo>
                  <a:pt x="6019" y="812"/>
                </a:lnTo>
                <a:lnTo>
                  <a:pt x="6125" y="777"/>
                </a:lnTo>
                <a:lnTo>
                  <a:pt x="6226" y="741"/>
                </a:lnTo>
                <a:lnTo>
                  <a:pt x="6332" y="671"/>
                </a:lnTo>
                <a:lnTo>
                  <a:pt x="6433" y="671"/>
                </a:lnTo>
                <a:lnTo>
                  <a:pt x="6574" y="600"/>
                </a:lnTo>
                <a:lnTo>
                  <a:pt x="6676" y="565"/>
                </a:lnTo>
                <a:lnTo>
                  <a:pt x="6782" y="530"/>
                </a:lnTo>
                <a:lnTo>
                  <a:pt x="6883" y="494"/>
                </a:lnTo>
                <a:lnTo>
                  <a:pt x="7024" y="459"/>
                </a:lnTo>
                <a:lnTo>
                  <a:pt x="7126" y="424"/>
                </a:lnTo>
                <a:lnTo>
                  <a:pt x="7231" y="389"/>
                </a:lnTo>
                <a:lnTo>
                  <a:pt x="7333" y="389"/>
                </a:lnTo>
                <a:lnTo>
                  <a:pt x="7439" y="353"/>
                </a:lnTo>
                <a:lnTo>
                  <a:pt x="7540" y="317"/>
                </a:lnTo>
                <a:lnTo>
                  <a:pt x="7646" y="424"/>
                </a:lnTo>
                <a:lnTo>
                  <a:pt x="7717" y="530"/>
                </a:lnTo>
                <a:lnTo>
                  <a:pt x="7818" y="565"/>
                </a:lnTo>
                <a:lnTo>
                  <a:pt x="7924" y="671"/>
                </a:lnTo>
                <a:lnTo>
                  <a:pt x="8025" y="671"/>
                </a:lnTo>
                <a:lnTo>
                  <a:pt x="8131" y="706"/>
                </a:lnTo>
                <a:lnTo>
                  <a:pt x="8232" y="741"/>
                </a:lnTo>
                <a:lnTo>
                  <a:pt x="8338" y="777"/>
                </a:lnTo>
                <a:lnTo>
                  <a:pt x="8440" y="812"/>
                </a:lnTo>
                <a:lnTo>
                  <a:pt x="8546" y="812"/>
                </a:lnTo>
                <a:lnTo>
                  <a:pt x="8682" y="741"/>
                </a:lnTo>
                <a:lnTo>
                  <a:pt x="8788" y="706"/>
                </a:lnTo>
                <a:lnTo>
                  <a:pt x="8890" y="600"/>
                </a:lnTo>
                <a:lnTo>
                  <a:pt x="8995" y="530"/>
                </a:lnTo>
                <a:lnTo>
                  <a:pt x="9101" y="459"/>
                </a:lnTo>
                <a:lnTo>
                  <a:pt x="9203" y="424"/>
                </a:lnTo>
                <a:lnTo>
                  <a:pt x="9308" y="389"/>
                </a:lnTo>
                <a:lnTo>
                  <a:pt x="9410" y="317"/>
                </a:lnTo>
                <a:lnTo>
                  <a:pt x="9480" y="424"/>
                </a:lnTo>
                <a:lnTo>
                  <a:pt x="9582" y="494"/>
                </a:lnTo>
                <a:lnTo>
                  <a:pt x="9688" y="530"/>
                </a:lnTo>
                <a:lnTo>
                  <a:pt x="9789" y="600"/>
                </a:lnTo>
                <a:lnTo>
                  <a:pt x="9895" y="636"/>
                </a:lnTo>
                <a:lnTo>
                  <a:pt x="10001" y="706"/>
                </a:lnTo>
                <a:lnTo>
                  <a:pt x="10102" y="706"/>
                </a:lnTo>
                <a:lnTo>
                  <a:pt x="10208" y="741"/>
                </a:lnTo>
                <a:lnTo>
                  <a:pt x="10309" y="741"/>
                </a:lnTo>
                <a:lnTo>
                  <a:pt x="10415" y="812"/>
                </a:lnTo>
                <a:lnTo>
                  <a:pt x="10552" y="847"/>
                </a:lnTo>
                <a:lnTo>
                  <a:pt x="10658" y="847"/>
                </a:lnTo>
                <a:lnTo>
                  <a:pt x="10759" y="847"/>
                </a:lnTo>
                <a:lnTo>
                  <a:pt x="10865" y="882"/>
                </a:lnTo>
                <a:lnTo>
                  <a:pt x="11002" y="882"/>
                </a:lnTo>
                <a:lnTo>
                  <a:pt x="11108" y="847"/>
                </a:lnTo>
                <a:lnTo>
                  <a:pt x="11244" y="812"/>
                </a:lnTo>
                <a:lnTo>
                  <a:pt x="11350" y="741"/>
                </a:lnTo>
                <a:lnTo>
                  <a:pt x="11452" y="741"/>
                </a:lnTo>
                <a:lnTo>
                  <a:pt x="11557" y="671"/>
                </a:lnTo>
                <a:lnTo>
                  <a:pt x="11659" y="636"/>
                </a:lnTo>
                <a:lnTo>
                  <a:pt x="11766" y="636"/>
                </a:lnTo>
                <a:lnTo>
                  <a:pt x="11867" y="600"/>
                </a:lnTo>
                <a:lnTo>
                  <a:pt x="12008" y="565"/>
                </a:lnTo>
                <a:lnTo>
                  <a:pt x="12110" y="565"/>
                </a:lnTo>
                <a:lnTo>
                  <a:pt x="12282" y="494"/>
                </a:lnTo>
                <a:lnTo>
                  <a:pt x="12423" y="459"/>
                </a:lnTo>
                <a:lnTo>
                  <a:pt x="12524" y="353"/>
                </a:lnTo>
                <a:lnTo>
                  <a:pt x="12630" y="282"/>
                </a:lnTo>
                <a:lnTo>
                  <a:pt x="12731" y="246"/>
                </a:lnTo>
                <a:lnTo>
                  <a:pt x="12802" y="353"/>
                </a:lnTo>
                <a:lnTo>
                  <a:pt x="12837" y="459"/>
                </a:lnTo>
                <a:lnTo>
                  <a:pt x="12939" y="530"/>
                </a:lnTo>
                <a:lnTo>
                  <a:pt x="12974" y="636"/>
                </a:lnTo>
                <a:lnTo>
                  <a:pt x="13080" y="706"/>
                </a:lnTo>
                <a:lnTo>
                  <a:pt x="13181" y="706"/>
                </a:lnTo>
                <a:lnTo>
                  <a:pt x="13322" y="847"/>
                </a:lnTo>
                <a:lnTo>
                  <a:pt x="13459" y="35"/>
                </a:lnTo>
                <a:lnTo>
                  <a:pt x="13530" y="847"/>
                </a:lnTo>
                <a:lnTo>
                  <a:pt x="13631" y="812"/>
                </a:lnTo>
                <a:lnTo>
                  <a:pt x="13737" y="741"/>
                </a:lnTo>
                <a:lnTo>
                  <a:pt x="13838" y="706"/>
                </a:lnTo>
                <a:lnTo>
                  <a:pt x="13944" y="600"/>
                </a:lnTo>
                <a:lnTo>
                  <a:pt x="14050" y="530"/>
                </a:lnTo>
                <a:lnTo>
                  <a:pt x="14151" y="459"/>
                </a:lnTo>
                <a:lnTo>
                  <a:pt x="14222" y="353"/>
                </a:lnTo>
                <a:lnTo>
                  <a:pt x="14323" y="282"/>
                </a:lnTo>
                <a:lnTo>
                  <a:pt x="14429" y="353"/>
                </a:lnTo>
                <a:lnTo>
                  <a:pt x="14500" y="459"/>
                </a:lnTo>
                <a:lnTo>
                  <a:pt x="14601" y="530"/>
                </a:lnTo>
                <a:lnTo>
                  <a:pt x="14707" y="565"/>
                </a:lnTo>
                <a:lnTo>
                  <a:pt x="14808" y="600"/>
                </a:lnTo>
                <a:lnTo>
                  <a:pt x="14914" y="600"/>
                </a:lnTo>
                <a:lnTo>
                  <a:pt x="15086" y="600"/>
                </a:lnTo>
                <a:lnTo>
                  <a:pt x="15188" y="600"/>
                </a:lnTo>
                <a:lnTo>
                  <a:pt x="15293" y="600"/>
                </a:lnTo>
                <a:lnTo>
                  <a:pt x="15399" y="600"/>
                </a:lnTo>
                <a:lnTo>
                  <a:pt x="15501" y="600"/>
                </a:lnTo>
                <a:lnTo>
                  <a:pt x="15607" y="600"/>
                </a:lnTo>
                <a:lnTo>
                  <a:pt x="15743" y="671"/>
                </a:lnTo>
                <a:lnTo>
                  <a:pt x="15849" y="671"/>
                </a:lnTo>
                <a:lnTo>
                  <a:pt x="15950" y="706"/>
                </a:lnTo>
                <a:lnTo>
                  <a:pt x="16056" y="706"/>
                </a:lnTo>
                <a:lnTo>
                  <a:pt x="16193" y="741"/>
                </a:lnTo>
                <a:lnTo>
                  <a:pt x="16299" y="741"/>
                </a:lnTo>
                <a:lnTo>
                  <a:pt x="16436" y="741"/>
                </a:lnTo>
                <a:lnTo>
                  <a:pt x="16572" y="741"/>
                </a:lnTo>
                <a:lnTo>
                  <a:pt x="16678" y="777"/>
                </a:lnTo>
                <a:lnTo>
                  <a:pt x="16815" y="812"/>
                </a:lnTo>
                <a:lnTo>
                  <a:pt x="16921" y="812"/>
                </a:lnTo>
                <a:lnTo>
                  <a:pt x="17022" y="847"/>
                </a:lnTo>
                <a:lnTo>
                  <a:pt x="17128" y="847"/>
                </a:lnTo>
                <a:lnTo>
                  <a:pt x="17229" y="882"/>
                </a:lnTo>
                <a:lnTo>
                  <a:pt x="17335" y="918"/>
                </a:lnTo>
                <a:lnTo>
                  <a:pt x="17437" y="882"/>
                </a:lnTo>
                <a:lnTo>
                  <a:pt x="17542" y="847"/>
                </a:lnTo>
                <a:lnTo>
                  <a:pt x="17648" y="812"/>
                </a:lnTo>
                <a:lnTo>
                  <a:pt x="17750" y="777"/>
                </a:lnTo>
                <a:lnTo>
                  <a:pt x="17922" y="706"/>
                </a:lnTo>
                <a:lnTo>
                  <a:pt x="18063" y="636"/>
                </a:lnTo>
                <a:lnTo>
                  <a:pt x="18164" y="600"/>
                </a:lnTo>
                <a:lnTo>
                  <a:pt x="18270" y="530"/>
                </a:lnTo>
                <a:lnTo>
                  <a:pt x="18371" y="494"/>
                </a:lnTo>
                <a:lnTo>
                  <a:pt x="18477" y="389"/>
                </a:lnTo>
                <a:lnTo>
                  <a:pt x="18579" y="317"/>
                </a:lnTo>
                <a:lnTo>
                  <a:pt x="18684" y="282"/>
                </a:lnTo>
                <a:lnTo>
                  <a:pt x="18786" y="246"/>
                </a:lnTo>
                <a:lnTo>
                  <a:pt x="18892" y="246"/>
                </a:lnTo>
                <a:lnTo>
                  <a:pt x="18998" y="353"/>
                </a:lnTo>
                <a:lnTo>
                  <a:pt x="19099" y="459"/>
                </a:lnTo>
                <a:lnTo>
                  <a:pt x="19205" y="530"/>
                </a:lnTo>
                <a:lnTo>
                  <a:pt x="19306" y="565"/>
                </a:lnTo>
                <a:lnTo>
                  <a:pt x="19412" y="600"/>
                </a:lnTo>
                <a:lnTo>
                  <a:pt x="19514" y="671"/>
                </a:lnTo>
                <a:lnTo>
                  <a:pt x="19619" y="706"/>
                </a:lnTo>
                <a:lnTo>
                  <a:pt x="19721" y="741"/>
                </a:lnTo>
                <a:lnTo>
                  <a:pt x="19827" y="777"/>
                </a:lnTo>
                <a:lnTo>
                  <a:pt x="19928" y="812"/>
                </a:lnTo>
                <a:lnTo>
                  <a:pt x="20034" y="812"/>
                </a:lnTo>
                <a:lnTo>
                  <a:pt x="20135" y="812"/>
                </a:lnTo>
                <a:lnTo>
                  <a:pt x="20241" y="812"/>
                </a:lnTo>
                <a:lnTo>
                  <a:pt x="20347" y="812"/>
                </a:lnTo>
                <a:lnTo>
                  <a:pt x="20448" y="777"/>
                </a:lnTo>
                <a:lnTo>
                  <a:pt x="20554" y="741"/>
                </a:lnTo>
                <a:lnTo>
                  <a:pt x="20656" y="706"/>
                </a:lnTo>
                <a:lnTo>
                  <a:pt x="20761" y="671"/>
                </a:lnTo>
                <a:lnTo>
                  <a:pt x="20898" y="600"/>
                </a:lnTo>
                <a:lnTo>
                  <a:pt x="21004" y="565"/>
                </a:lnTo>
                <a:lnTo>
                  <a:pt x="21141" y="530"/>
                </a:lnTo>
                <a:lnTo>
                  <a:pt x="21247" y="459"/>
                </a:lnTo>
                <a:lnTo>
                  <a:pt x="21348" y="459"/>
                </a:lnTo>
                <a:lnTo>
                  <a:pt x="21485" y="424"/>
                </a:lnTo>
                <a:lnTo>
                  <a:pt x="21727" y="424"/>
                </a:lnTo>
                <a:lnTo>
                  <a:pt x="21833" y="424"/>
                </a:lnTo>
                <a:lnTo>
                  <a:pt x="21934" y="424"/>
                </a:lnTo>
                <a:lnTo>
                  <a:pt x="22040" y="424"/>
                </a:lnTo>
                <a:lnTo>
                  <a:pt x="22146" y="459"/>
                </a:lnTo>
                <a:lnTo>
                  <a:pt x="22283" y="459"/>
                </a:lnTo>
                <a:lnTo>
                  <a:pt x="22384" y="459"/>
                </a:lnTo>
                <a:lnTo>
                  <a:pt x="22561" y="494"/>
                </a:lnTo>
                <a:lnTo>
                  <a:pt x="22662" y="530"/>
                </a:lnTo>
                <a:lnTo>
                  <a:pt x="22768" y="530"/>
                </a:lnTo>
                <a:lnTo>
                  <a:pt x="22869" y="494"/>
                </a:lnTo>
                <a:lnTo>
                  <a:pt x="22975" y="424"/>
                </a:lnTo>
                <a:lnTo>
                  <a:pt x="23077" y="389"/>
                </a:lnTo>
                <a:lnTo>
                  <a:pt x="23182" y="317"/>
                </a:lnTo>
                <a:lnTo>
                  <a:pt x="23284" y="246"/>
                </a:lnTo>
                <a:lnTo>
                  <a:pt x="23390" y="211"/>
                </a:lnTo>
                <a:lnTo>
                  <a:pt x="23390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7520" y="1108080"/>
            <a:ext cx="895500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LEADING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1003320"/>
            <a:ext cx="9042840" cy="444960"/>
          </a:xfrm>
          <a:custGeom>
            <a:avLst/>
            <a:gdLst/>
            <a:ahLst/>
            <a:rect l="0" t="0" r="r" b="b"/>
            <a:pathLst>
              <a:path w="25119" h="1236">
                <a:moveTo>
                  <a:pt x="74" y="1095"/>
                </a:moveTo>
                <a:lnTo>
                  <a:pt x="1146" y="318"/>
                </a:lnTo>
                <a:lnTo>
                  <a:pt x="1221" y="424"/>
                </a:lnTo>
                <a:lnTo>
                  <a:pt x="1261" y="530"/>
                </a:lnTo>
                <a:lnTo>
                  <a:pt x="1371" y="600"/>
                </a:lnTo>
                <a:lnTo>
                  <a:pt x="1446" y="706"/>
                </a:lnTo>
                <a:lnTo>
                  <a:pt x="1516" y="812"/>
                </a:lnTo>
                <a:lnTo>
                  <a:pt x="1631" y="812"/>
                </a:lnTo>
                <a:lnTo>
                  <a:pt x="1666" y="706"/>
                </a:lnTo>
                <a:lnTo>
                  <a:pt x="1777" y="600"/>
                </a:lnTo>
                <a:lnTo>
                  <a:pt x="1816" y="494"/>
                </a:lnTo>
                <a:lnTo>
                  <a:pt x="1927" y="424"/>
                </a:lnTo>
                <a:lnTo>
                  <a:pt x="2037" y="389"/>
                </a:lnTo>
                <a:lnTo>
                  <a:pt x="2112" y="530"/>
                </a:lnTo>
                <a:lnTo>
                  <a:pt x="2187" y="636"/>
                </a:lnTo>
                <a:lnTo>
                  <a:pt x="2297" y="706"/>
                </a:lnTo>
                <a:lnTo>
                  <a:pt x="2407" y="706"/>
                </a:lnTo>
                <a:lnTo>
                  <a:pt x="2517" y="741"/>
                </a:lnTo>
                <a:lnTo>
                  <a:pt x="2628" y="812"/>
                </a:lnTo>
                <a:lnTo>
                  <a:pt x="2742" y="812"/>
                </a:lnTo>
                <a:lnTo>
                  <a:pt x="2853" y="741"/>
                </a:lnTo>
                <a:lnTo>
                  <a:pt x="2963" y="741"/>
                </a:lnTo>
                <a:lnTo>
                  <a:pt x="3113" y="741"/>
                </a:lnTo>
                <a:lnTo>
                  <a:pt x="3223" y="741"/>
                </a:lnTo>
                <a:lnTo>
                  <a:pt x="3333" y="812"/>
                </a:lnTo>
                <a:lnTo>
                  <a:pt x="3964" y="706"/>
                </a:lnTo>
                <a:lnTo>
                  <a:pt x="4074" y="671"/>
                </a:lnTo>
                <a:lnTo>
                  <a:pt x="4184" y="636"/>
                </a:lnTo>
                <a:lnTo>
                  <a:pt x="4334" y="600"/>
                </a:lnTo>
                <a:lnTo>
                  <a:pt x="4445" y="565"/>
                </a:lnTo>
                <a:lnTo>
                  <a:pt x="4594" y="565"/>
                </a:lnTo>
                <a:lnTo>
                  <a:pt x="4705" y="530"/>
                </a:lnTo>
                <a:lnTo>
                  <a:pt x="4815" y="530"/>
                </a:lnTo>
                <a:lnTo>
                  <a:pt x="4925" y="494"/>
                </a:lnTo>
                <a:lnTo>
                  <a:pt x="5040" y="494"/>
                </a:lnTo>
                <a:lnTo>
                  <a:pt x="5110" y="600"/>
                </a:lnTo>
                <a:lnTo>
                  <a:pt x="5225" y="671"/>
                </a:lnTo>
                <a:lnTo>
                  <a:pt x="5335" y="741"/>
                </a:lnTo>
                <a:lnTo>
                  <a:pt x="5481" y="812"/>
                </a:lnTo>
                <a:lnTo>
                  <a:pt x="5595" y="812"/>
                </a:lnTo>
                <a:lnTo>
                  <a:pt x="5706" y="812"/>
                </a:lnTo>
                <a:lnTo>
                  <a:pt x="5816" y="741"/>
                </a:lnTo>
                <a:lnTo>
                  <a:pt x="5926" y="741"/>
                </a:lnTo>
                <a:lnTo>
                  <a:pt x="6036" y="777"/>
                </a:lnTo>
                <a:lnTo>
                  <a:pt x="6298" y="812"/>
                </a:lnTo>
                <a:lnTo>
                  <a:pt x="6408" y="812"/>
                </a:lnTo>
                <a:lnTo>
                  <a:pt x="6522" y="777"/>
                </a:lnTo>
                <a:lnTo>
                  <a:pt x="6633" y="741"/>
                </a:lnTo>
                <a:lnTo>
                  <a:pt x="6743" y="706"/>
                </a:lnTo>
                <a:lnTo>
                  <a:pt x="6853" y="706"/>
                </a:lnTo>
                <a:lnTo>
                  <a:pt x="6963" y="671"/>
                </a:lnTo>
                <a:lnTo>
                  <a:pt x="7113" y="600"/>
                </a:lnTo>
                <a:lnTo>
                  <a:pt x="7224" y="600"/>
                </a:lnTo>
                <a:lnTo>
                  <a:pt x="7374" y="565"/>
                </a:lnTo>
                <a:lnTo>
                  <a:pt x="7484" y="530"/>
                </a:lnTo>
                <a:lnTo>
                  <a:pt x="7594" y="494"/>
                </a:lnTo>
                <a:lnTo>
                  <a:pt x="7704" y="459"/>
                </a:lnTo>
                <a:lnTo>
                  <a:pt x="7819" y="424"/>
                </a:lnTo>
                <a:lnTo>
                  <a:pt x="7964" y="353"/>
                </a:lnTo>
                <a:lnTo>
                  <a:pt x="8075" y="318"/>
                </a:lnTo>
                <a:lnTo>
                  <a:pt x="8189" y="318"/>
                </a:lnTo>
                <a:lnTo>
                  <a:pt x="8300" y="246"/>
                </a:lnTo>
                <a:lnTo>
                  <a:pt x="8410" y="954"/>
                </a:lnTo>
                <a:lnTo>
                  <a:pt x="8560" y="282"/>
                </a:lnTo>
                <a:lnTo>
                  <a:pt x="8670" y="318"/>
                </a:lnTo>
                <a:lnTo>
                  <a:pt x="8780" y="318"/>
                </a:lnTo>
                <a:lnTo>
                  <a:pt x="8891" y="389"/>
                </a:lnTo>
                <a:lnTo>
                  <a:pt x="9040" y="459"/>
                </a:lnTo>
                <a:lnTo>
                  <a:pt x="9151" y="565"/>
                </a:lnTo>
                <a:lnTo>
                  <a:pt x="9261" y="565"/>
                </a:lnTo>
                <a:lnTo>
                  <a:pt x="9371" y="636"/>
                </a:lnTo>
                <a:lnTo>
                  <a:pt x="9521" y="706"/>
                </a:lnTo>
                <a:lnTo>
                  <a:pt x="9631" y="741"/>
                </a:lnTo>
                <a:lnTo>
                  <a:pt x="9746" y="741"/>
                </a:lnTo>
                <a:lnTo>
                  <a:pt x="9856" y="741"/>
                </a:lnTo>
                <a:lnTo>
                  <a:pt x="9966" y="741"/>
                </a:lnTo>
                <a:lnTo>
                  <a:pt x="10116" y="812"/>
                </a:lnTo>
                <a:lnTo>
                  <a:pt x="10227" y="812"/>
                </a:lnTo>
                <a:lnTo>
                  <a:pt x="10337" y="741"/>
                </a:lnTo>
                <a:lnTo>
                  <a:pt x="10447" y="706"/>
                </a:lnTo>
                <a:lnTo>
                  <a:pt x="10557" y="671"/>
                </a:lnTo>
                <a:lnTo>
                  <a:pt x="10672" y="671"/>
                </a:lnTo>
                <a:lnTo>
                  <a:pt x="10782" y="600"/>
                </a:lnTo>
                <a:lnTo>
                  <a:pt x="10893" y="671"/>
                </a:lnTo>
                <a:lnTo>
                  <a:pt x="11003" y="706"/>
                </a:lnTo>
                <a:lnTo>
                  <a:pt x="11113" y="706"/>
                </a:lnTo>
                <a:lnTo>
                  <a:pt x="11228" y="741"/>
                </a:lnTo>
                <a:lnTo>
                  <a:pt x="11338" y="777"/>
                </a:lnTo>
                <a:lnTo>
                  <a:pt x="11448" y="847"/>
                </a:lnTo>
                <a:lnTo>
                  <a:pt x="11483" y="954"/>
                </a:lnTo>
                <a:lnTo>
                  <a:pt x="11598" y="989"/>
                </a:lnTo>
                <a:lnTo>
                  <a:pt x="11744" y="989"/>
                </a:lnTo>
                <a:lnTo>
                  <a:pt x="11894" y="954"/>
                </a:lnTo>
                <a:lnTo>
                  <a:pt x="12004" y="882"/>
                </a:lnTo>
                <a:lnTo>
                  <a:pt x="12154" y="812"/>
                </a:lnTo>
                <a:lnTo>
                  <a:pt x="12524" y="741"/>
                </a:lnTo>
                <a:lnTo>
                  <a:pt x="12965" y="706"/>
                </a:lnTo>
                <a:lnTo>
                  <a:pt x="13410" y="671"/>
                </a:lnTo>
                <a:lnTo>
                  <a:pt x="13560" y="600"/>
                </a:lnTo>
                <a:lnTo>
                  <a:pt x="13671" y="530"/>
                </a:lnTo>
                <a:lnTo>
                  <a:pt x="13781" y="530"/>
                </a:lnTo>
                <a:lnTo>
                  <a:pt x="13891" y="530"/>
                </a:lnTo>
                <a:lnTo>
                  <a:pt x="14006" y="494"/>
                </a:lnTo>
                <a:lnTo>
                  <a:pt x="14116" y="459"/>
                </a:lnTo>
                <a:lnTo>
                  <a:pt x="14301" y="565"/>
                </a:lnTo>
                <a:lnTo>
                  <a:pt x="14411" y="636"/>
                </a:lnTo>
                <a:lnTo>
                  <a:pt x="14522" y="706"/>
                </a:lnTo>
                <a:lnTo>
                  <a:pt x="14632" y="812"/>
                </a:lnTo>
                <a:lnTo>
                  <a:pt x="14747" y="812"/>
                </a:lnTo>
                <a:lnTo>
                  <a:pt x="14857" y="847"/>
                </a:lnTo>
                <a:lnTo>
                  <a:pt x="14967" y="812"/>
                </a:lnTo>
                <a:lnTo>
                  <a:pt x="15188" y="741"/>
                </a:lnTo>
                <a:lnTo>
                  <a:pt x="15302" y="706"/>
                </a:lnTo>
                <a:lnTo>
                  <a:pt x="15412" y="671"/>
                </a:lnTo>
                <a:lnTo>
                  <a:pt x="15558" y="600"/>
                </a:lnTo>
                <a:lnTo>
                  <a:pt x="15673" y="530"/>
                </a:lnTo>
                <a:lnTo>
                  <a:pt x="15783" y="459"/>
                </a:lnTo>
                <a:lnTo>
                  <a:pt x="15893" y="459"/>
                </a:lnTo>
                <a:lnTo>
                  <a:pt x="15968" y="565"/>
                </a:lnTo>
                <a:lnTo>
                  <a:pt x="16043" y="671"/>
                </a:lnTo>
                <a:lnTo>
                  <a:pt x="16118" y="812"/>
                </a:lnTo>
                <a:lnTo>
                  <a:pt x="16228" y="812"/>
                </a:lnTo>
                <a:lnTo>
                  <a:pt x="16339" y="741"/>
                </a:lnTo>
                <a:lnTo>
                  <a:pt x="16488" y="741"/>
                </a:lnTo>
                <a:lnTo>
                  <a:pt x="16634" y="741"/>
                </a:lnTo>
                <a:lnTo>
                  <a:pt x="16744" y="706"/>
                </a:lnTo>
                <a:lnTo>
                  <a:pt x="16894" y="671"/>
                </a:lnTo>
                <a:lnTo>
                  <a:pt x="17004" y="636"/>
                </a:lnTo>
                <a:lnTo>
                  <a:pt x="17115" y="671"/>
                </a:lnTo>
                <a:lnTo>
                  <a:pt x="17265" y="706"/>
                </a:lnTo>
                <a:lnTo>
                  <a:pt x="17414" y="741"/>
                </a:lnTo>
                <a:lnTo>
                  <a:pt x="17525" y="741"/>
                </a:lnTo>
                <a:lnTo>
                  <a:pt x="17710" y="741"/>
                </a:lnTo>
                <a:lnTo>
                  <a:pt x="17855" y="741"/>
                </a:lnTo>
                <a:lnTo>
                  <a:pt x="18041" y="706"/>
                </a:lnTo>
                <a:lnTo>
                  <a:pt x="18226" y="671"/>
                </a:lnTo>
                <a:lnTo>
                  <a:pt x="18376" y="600"/>
                </a:lnTo>
                <a:lnTo>
                  <a:pt x="18486" y="600"/>
                </a:lnTo>
                <a:lnTo>
                  <a:pt x="18596" y="565"/>
                </a:lnTo>
                <a:lnTo>
                  <a:pt x="18746" y="530"/>
                </a:lnTo>
                <a:lnTo>
                  <a:pt x="18857" y="530"/>
                </a:lnTo>
                <a:lnTo>
                  <a:pt x="18968" y="459"/>
                </a:lnTo>
                <a:lnTo>
                  <a:pt x="19082" y="424"/>
                </a:lnTo>
                <a:lnTo>
                  <a:pt x="19193" y="530"/>
                </a:lnTo>
                <a:lnTo>
                  <a:pt x="19338" y="565"/>
                </a:lnTo>
                <a:lnTo>
                  <a:pt x="19413" y="671"/>
                </a:lnTo>
                <a:lnTo>
                  <a:pt x="19523" y="671"/>
                </a:lnTo>
                <a:lnTo>
                  <a:pt x="19638" y="671"/>
                </a:lnTo>
                <a:lnTo>
                  <a:pt x="19784" y="671"/>
                </a:lnTo>
                <a:lnTo>
                  <a:pt x="20044" y="600"/>
                </a:lnTo>
                <a:lnTo>
                  <a:pt x="20154" y="600"/>
                </a:lnTo>
                <a:lnTo>
                  <a:pt x="20264" y="600"/>
                </a:lnTo>
                <a:lnTo>
                  <a:pt x="20379" y="600"/>
                </a:lnTo>
                <a:lnTo>
                  <a:pt x="20489" y="600"/>
                </a:lnTo>
                <a:lnTo>
                  <a:pt x="20599" y="565"/>
                </a:lnTo>
                <a:lnTo>
                  <a:pt x="20710" y="600"/>
                </a:lnTo>
                <a:lnTo>
                  <a:pt x="20820" y="671"/>
                </a:lnTo>
                <a:lnTo>
                  <a:pt x="20934" y="706"/>
                </a:lnTo>
                <a:lnTo>
                  <a:pt x="21045" y="741"/>
                </a:lnTo>
                <a:lnTo>
                  <a:pt x="21155" y="812"/>
                </a:lnTo>
                <a:lnTo>
                  <a:pt x="21265" y="847"/>
                </a:lnTo>
                <a:lnTo>
                  <a:pt x="21375" y="847"/>
                </a:lnTo>
                <a:lnTo>
                  <a:pt x="21490" y="812"/>
                </a:lnTo>
                <a:lnTo>
                  <a:pt x="21600" y="741"/>
                </a:lnTo>
                <a:lnTo>
                  <a:pt x="21711" y="671"/>
                </a:lnTo>
                <a:lnTo>
                  <a:pt x="21860" y="600"/>
                </a:lnTo>
                <a:lnTo>
                  <a:pt x="22306" y="424"/>
                </a:lnTo>
                <a:lnTo>
                  <a:pt x="22416" y="389"/>
                </a:lnTo>
                <a:lnTo>
                  <a:pt x="22526" y="389"/>
                </a:lnTo>
                <a:lnTo>
                  <a:pt x="22637" y="353"/>
                </a:lnTo>
                <a:lnTo>
                  <a:pt x="22747" y="424"/>
                </a:lnTo>
                <a:lnTo>
                  <a:pt x="22862" y="530"/>
                </a:lnTo>
                <a:lnTo>
                  <a:pt x="22972" y="565"/>
                </a:lnTo>
                <a:lnTo>
                  <a:pt x="23082" y="565"/>
                </a:lnTo>
                <a:lnTo>
                  <a:pt x="23192" y="565"/>
                </a:lnTo>
                <a:lnTo>
                  <a:pt x="23342" y="636"/>
                </a:lnTo>
                <a:lnTo>
                  <a:pt x="23452" y="671"/>
                </a:lnTo>
                <a:lnTo>
                  <a:pt x="23563" y="706"/>
                </a:lnTo>
                <a:lnTo>
                  <a:pt x="23673" y="706"/>
                </a:lnTo>
                <a:lnTo>
                  <a:pt x="23788" y="706"/>
                </a:lnTo>
                <a:lnTo>
                  <a:pt x="23898" y="741"/>
                </a:lnTo>
                <a:lnTo>
                  <a:pt x="24008" y="812"/>
                </a:lnTo>
                <a:lnTo>
                  <a:pt x="24118" y="882"/>
                </a:lnTo>
                <a:lnTo>
                  <a:pt x="24229" y="954"/>
                </a:lnTo>
                <a:lnTo>
                  <a:pt x="24343" y="989"/>
                </a:lnTo>
                <a:lnTo>
                  <a:pt x="24453" y="1025"/>
                </a:lnTo>
                <a:lnTo>
                  <a:pt x="24639" y="1095"/>
                </a:lnTo>
                <a:lnTo>
                  <a:pt x="24749" y="1130"/>
                </a:lnTo>
                <a:lnTo>
                  <a:pt x="24859" y="1166"/>
                </a:lnTo>
                <a:lnTo>
                  <a:pt x="24969" y="1166"/>
                </a:lnTo>
                <a:lnTo>
                  <a:pt x="25084" y="1236"/>
                </a:lnTo>
                <a:lnTo>
                  <a:pt x="25119" y="0"/>
                </a:lnTo>
                <a:lnTo>
                  <a:pt x="0" y="0"/>
                </a:lnTo>
                <a:lnTo>
                  <a:pt x="74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1994040"/>
            <a:ext cx="9017280" cy="495720"/>
          </a:xfrm>
          <a:custGeom>
            <a:avLst/>
            <a:gdLst/>
            <a:ahLst/>
            <a:rect l="0" t="0" r="r" b="b"/>
            <a:pathLst>
              <a:path w="25048" h="1377">
                <a:moveTo>
                  <a:pt x="0" y="953"/>
                </a:moveTo>
                <a:lnTo>
                  <a:pt x="110" y="882"/>
                </a:lnTo>
                <a:lnTo>
                  <a:pt x="185" y="777"/>
                </a:lnTo>
                <a:lnTo>
                  <a:pt x="295" y="706"/>
                </a:lnTo>
                <a:lnTo>
                  <a:pt x="405" y="671"/>
                </a:lnTo>
                <a:lnTo>
                  <a:pt x="480" y="565"/>
                </a:lnTo>
                <a:lnTo>
                  <a:pt x="555" y="459"/>
                </a:lnTo>
                <a:lnTo>
                  <a:pt x="665" y="389"/>
                </a:lnTo>
                <a:lnTo>
                  <a:pt x="776" y="317"/>
                </a:lnTo>
                <a:lnTo>
                  <a:pt x="851" y="211"/>
                </a:lnTo>
                <a:lnTo>
                  <a:pt x="926" y="105"/>
                </a:lnTo>
                <a:lnTo>
                  <a:pt x="1001" y="0"/>
                </a:lnTo>
                <a:lnTo>
                  <a:pt x="1146" y="141"/>
                </a:lnTo>
                <a:lnTo>
                  <a:pt x="1261" y="176"/>
                </a:lnTo>
                <a:lnTo>
                  <a:pt x="1296" y="282"/>
                </a:lnTo>
                <a:lnTo>
                  <a:pt x="1406" y="389"/>
                </a:lnTo>
                <a:lnTo>
                  <a:pt x="1446" y="494"/>
                </a:lnTo>
                <a:lnTo>
                  <a:pt x="1591" y="530"/>
                </a:lnTo>
                <a:lnTo>
                  <a:pt x="1591" y="636"/>
                </a:lnTo>
                <a:lnTo>
                  <a:pt x="1706" y="671"/>
                </a:lnTo>
                <a:lnTo>
                  <a:pt x="1816" y="671"/>
                </a:lnTo>
                <a:lnTo>
                  <a:pt x="2002" y="636"/>
                </a:lnTo>
                <a:lnTo>
                  <a:pt x="2187" y="600"/>
                </a:lnTo>
                <a:lnTo>
                  <a:pt x="2297" y="600"/>
                </a:lnTo>
                <a:lnTo>
                  <a:pt x="2482" y="600"/>
                </a:lnTo>
                <a:lnTo>
                  <a:pt x="2557" y="494"/>
                </a:lnTo>
                <a:lnTo>
                  <a:pt x="2667" y="494"/>
                </a:lnTo>
                <a:lnTo>
                  <a:pt x="2742" y="600"/>
                </a:lnTo>
                <a:lnTo>
                  <a:pt x="2853" y="706"/>
                </a:lnTo>
                <a:lnTo>
                  <a:pt x="2963" y="706"/>
                </a:lnTo>
                <a:lnTo>
                  <a:pt x="3073" y="671"/>
                </a:lnTo>
                <a:lnTo>
                  <a:pt x="3223" y="671"/>
                </a:lnTo>
                <a:lnTo>
                  <a:pt x="3373" y="600"/>
                </a:lnTo>
                <a:lnTo>
                  <a:pt x="3518" y="565"/>
                </a:lnTo>
                <a:lnTo>
                  <a:pt x="3629" y="530"/>
                </a:lnTo>
                <a:lnTo>
                  <a:pt x="3668" y="706"/>
                </a:lnTo>
                <a:lnTo>
                  <a:pt x="3668" y="812"/>
                </a:lnTo>
                <a:lnTo>
                  <a:pt x="3814" y="777"/>
                </a:lnTo>
                <a:lnTo>
                  <a:pt x="3929" y="741"/>
                </a:lnTo>
                <a:lnTo>
                  <a:pt x="4039" y="706"/>
                </a:lnTo>
                <a:lnTo>
                  <a:pt x="4149" y="706"/>
                </a:lnTo>
                <a:lnTo>
                  <a:pt x="4259" y="706"/>
                </a:lnTo>
                <a:lnTo>
                  <a:pt x="4334" y="812"/>
                </a:lnTo>
                <a:lnTo>
                  <a:pt x="4445" y="812"/>
                </a:lnTo>
                <a:lnTo>
                  <a:pt x="4555" y="812"/>
                </a:lnTo>
                <a:lnTo>
                  <a:pt x="4705" y="812"/>
                </a:lnTo>
                <a:lnTo>
                  <a:pt x="4815" y="777"/>
                </a:lnTo>
                <a:lnTo>
                  <a:pt x="5000" y="741"/>
                </a:lnTo>
                <a:lnTo>
                  <a:pt x="5115" y="671"/>
                </a:lnTo>
                <a:lnTo>
                  <a:pt x="5225" y="636"/>
                </a:lnTo>
                <a:lnTo>
                  <a:pt x="5335" y="600"/>
                </a:lnTo>
                <a:lnTo>
                  <a:pt x="5446" y="530"/>
                </a:lnTo>
                <a:lnTo>
                  <a:pt x="5595" y="494"/>
                </a:lnTo>
                <a:lnTo>
                  <a:pt x="5706" y="459"/>
                </a:lnTo>
                <a:lnTo>
                  <a:pt x="5856" y="565"/>
                </a:lnTo>
                <a:lnTo>
                  <a:pt x="5966" y="636"/>
                </a:lnTo>
                <a:lnTo>
                  <a:pt x="6076" y="706"/>
                </a:lnTo>
                <a:lnTo>
                  <a:pt x="6186" y="741"/>
                </a:lnTo>
                <a:lnTo>
                  <a:pt x="6297" y="812"/>
                </a:lnTo>
                <a:lnTo>
                  <a:pt x="6447" y="812"/>
                </a:lnTo>
                <a:lnTo>
                  <a:pt x="6557" y="777"/>
                </a:lnTo>
                <a:lnTo>
                  <a:pt x="6667" y="741"/>
                </a:lnTo>
                <a:lnTo>
                  <a:pt x="6782" y="671"/>
                </a:lnTo>
                <a:lnTo>
                  <a:pt x="6892" y="671"/>
                </a:lnTo>
                <a:lnTo>
                  <a:pt x="7037" y="600"/>
                </a:lnTo>
                <a:lnTo>
                  <a:pt x="7152" y="565"/>
                </a:lnTo>
                <a:lnTo>
                  <a:pt x="7262" y="530"/>
                </a:lnTo>
                <a:lnTo>
                  <a:pt x="7373" y="494"/>
                </a:lnTo>
                <a:lnTo>
                  <a:pt x="7522" y="459"/>
                </a:lnTo>
                <a:lnTo>
                  <a:pt x="7633" y="424"/>
                </a:lnTo>
                <a:lnTo>
                  <a:pt x="7743" y="389"/>
                </a:lnTo>
                <a:lnTo>
                  <a:pt x="7853" y="389"/>
                </a:lnTo>
                <a:lnTo>
                  <a:pt x="7968" y="353"/>
                </a:lnTo>
                <a:lnTo>
                  <a:pt x="8078" y="317"/>
                </a:lnTo>
                <a:lnTo>
                  <a:pt x="8188" y="424"/>
                </a:lnTo>
                <a:lnTo>
                  <a:pt x="8263" y="530"/>
                </a:lnTo>
                <a:lnTo>
                  <a:pt x="8374" y="565"/>
                </a:lnTo>
                <a:lnTo>
                  <a:pt x="8484" y="671"/>
                </a:lnTo>
                <a:lnTo>
                  <a:pt x="8594" y="671"/>
                </a:lnTo>
                <a:lnTo>
                  <a:pt x="8709" y="706"/>
                </a:lnTo>
                <a:lnTo>
                  <a:pt x="8819" y="741"/>
                </a:lnTo>
                <a:lnTo>
                  <a:pt x="8929" y="777"/>
                </a:lnTo>
                <a:lnTo>
                  <a:pt x="9039" y="812"/>
                </a:lnTo>
                <a:lnTo>
                  <a:pt x="9150" y="812"/>
                </a:lnTo>
                <a:lnTo>
                  <a:pt x="9300" y="741"/>
                </a:lnTo>
                <a:lnTo>
                  <a:pt x="9410" y="706"/>
                </a:lnTo>
                <a:lnTo>
                  <a:pt x="9520" y="600"/>
                </a:lnTo>
                <a:lnTo>
                  <a:pt x="9635" y="530"/>
                </a:lnTo>
                <a:lnTo>
                  <a:pt x="9745" y="459"/>
                </a:lnTo>
                <a:lnTo>
                  <a:pt x="9855" y="424"/>
                </a:lnTo>
                <a:lnTo>
                  <a:pt x="9965" y="389"/>
                </a:lnTo>
                <a:lnTo>
                  <a:pt x="10076" y="317"/>
                </a:lnTo>
                <a:lnTo>
                  <a:pt x="10151" y="424"/>
                </a:lnTo>
                <a:lnTo>
                  <a:pt x="10261" y="494"/>
                </a:lnTo>
                <a:lnTo>
                  <a:pt x="10376" y="530"/>
                </a:lnTo>
                <a:lnTo>
                  <a:pt x="10486" y="600"/>
                </a:lnTo>
                <a:lnTo>
                  <a:pt x="10596" y="636"/>
                </a:lnTo>
                <a:lnTo>
                  <a:pt x="10706" y="706"/>
                </a:lnTo>
                <a:lnTo>
                  <a:pt x="10817" y="706"/>
                </a:lnTo>
                <a:lnTo>
                  <a:pt x="10931" y="741"/>
                </a:lnTo>
                <a:lnTo>
                  <a:pt x="11041" y="741"/>
                </a:lnTo>
                <a:lnTo>
                  <a:pt x="11152" y="812"/>
                </a:lnTo>
                <a:lnTo>
                  <a:pt x="11302" y="847"/>
                </a:lnTo>
                <a:lnTo>
                  <a:pt x="11412" y="847"/>
                </a:lnTo>
                <a:lnTo>
                  <a:pt x="11522" y="847"/>
                </a:lnTo>
                <a:lnTo>
                  <a:pt x="11632" y="882"/>
                </a:lnTo>
                <a:lnTo>
                  <a:pt x="11782" y="882"/>
                </a:lnTo>
                <a:lnTo>
                  <a:pt x="11893" y="847"/>
                </a:lnTo>
                <a:lnTo>
                  <a:pt x="12042" y="812"/>
                </a:lnTo>
                <a:lnTo>
                  <a:pt x="12153" y="741"/>
                </a:lnTo>
                <a:lnTo>
                  <a:pt x="12263" y="741"/>
                </a:lnTo>
                <a:lnTo>
                  <a:pt x="12373" y="671"/>
                </a:lnTo>
                <a:lnTo>
                  <a:pt x="12488" y="636"/>
                </a:lnTo>
                <a:lnTo>
                  <a:pt x="12599" y="636"/>
                </a:lnTo>
                <a:lnTo>
                  <a:pt x="12709" y="600"/>
                </a:lnTo>
                <a:lnTo>
                  <a:pt x="12859" y="565"/>
                </a:lnTo>
                <a:lnTo>
                  <a:pt x="12969" y="565"/>
                </a:lnTo>
                <a:lnTo>
                  <a:pt x="13155" y="494"/>
                </a:lnTo>
                <a:lnTo>
                  <a:pt x="13300" y="459"/>
                </a:lnTo>
                <a:lnTo>
                  <a:pt x="13415" y="353"/>
                </a:lnTo>
                <a:lnTo>
                  <a:pt x="13525" y="282"/>
                </a:lnTo>
                <a:lnTo>
                  <a:pt x="13635" y="246"/>
                </a:lnTo>
                <a:lnTo>
                  <a:pt x="13710" y="353"/>
                </a:lnTo>
                <a:lnTo>
                  <a:pt x="13746" y="459"/>
                </a:lnTo>
                <a:lnTo>
                  <a:pt x="13856" y="530"/>
                </a:lnTo>
                <a:lnTo>
                  <a:pt x="13896" y="636"/>
                </a:lnTo>
                <a:lnTo>
                  <a:pt x="14006" y="706"/>
                </a:lnTo>
                <a:lnTo>
                  <a:pt x="14116" y="706"/>
                </a:lnTo>
                <a:lnTo>
                  <a:pt x="14266" y="847"/>
                </a:lnTo>
                <a:lnTo>
                  <a:pt x="14416" y="35"/>
                </a:lnTo>
                <a:lnTo>
                  <a:pt x="14486" y="847"/>
                </a:lnTo>
                <a:lnTo>
                  <a:pt x="14601" y="812"/>
                </a:lnTo>
                <a:lnTo>
                  <a:pt x="14711" y="741"/>
                </a:lnTo>
                <a:lnTo>
                  <a:pt x="14822" y="706"/>
                </a:lnTo>
                <a:lnTo>
                  <a:pt x="14932" y="600"/>
                </a:lnTo>
                <a:lnTo>
                  <a:pt x="15042" y="530"/>
                </a:lnTo>
                <a:lnTo>
                  <a:pt x="15157" y="459"/>
                </a:lnTo>
                <a:lnTo>
                  <a:pt x="15227" y="353"/>
                </a:lnTo>
                <a:lnTo>
                  <a:pt x="15342" y="282"/>
                </a:lnTo>
                <a:lnTo>
                  <a:pt x="15452" y="353"/>
                </a:lnTo>
                <a:lnTo>
                  <a:pt x="15527" y="459"/>
                </a:lnTo>
                <a:lnTo>
                  <a:pt x="15637" y="530"/>
                </a:lnTo>
                <a:lnTo>
                  <a:pt x="15748" y="565"/>
                </a:lnTo>
                <a:lnTo>
                  <a:pt x="15858" y="600"/>
                </a:lnTo>
                <a:lnTo>
                  <a:pt x="15968" y="600"/>
                </a:lnTo>
                <a:lnTo>
                  <a:pt x="16153" y="600"/>
                </a:lnTo>
                <a:lnTo>
                  <a:pt x="16268" y="600"/>
                </a:lnTo>
                <a:lnTo>
                  <a:pt x="16378" y="600"/>
                </a:lnTo>
                <a:lnTo>
                  <a:pt x="16488" y="600"/>
                </a:lnTo>
                <a:lnTo>
                  <a:pt x="16599" y="600"/>
                </a:lnTo>
                <a:lnTo>
                  <a:pt x="16709" y="600"/>
                </a:lnTo>
                <a:lnTo>
                  <a:pt x="16859" y="671"/>
                </a:lnTo>
                <a:lnTo>
                  <a:pt x="16969" y="671"/>
                </a:lnTo>
                <a:lnTo>
                  <a:pt x="17079" y="706"/>
                </a:lnTo>
                <a:lnTo>
                  <a:pt x="17194" y="706"/>
                </a:lnTo>
                <a:lnTo>
                  <a:pt x="17340" y="741"/>
                </a:lnTo>
                <a:lnTo>
                  <a:pt x="17454" y="741"/>
                </a:lnTo>
                <a:lnTo>
                  <a:pt x="17600" y="741"/>
                </a:lnTo>
                <a:lnTo>
                  <a:pt x="17750" y="741"/>
                </a:lnTo>
                <a:lnTo>
                  <a:pt x="17860" y="777"/>
                </a:lnTo>
                <a:lnTo>
                  <a:pt x="18010" y="812"/>
                </a:lnTo>
                <a:lnTo>
                  <a:pt x="18120" y="812"/>
                </a:lnTo>
                <a:lnTo>
                  <a:pt x="18230" y="847"/>
                </a:lnTo>
                <a:lnTo>
                  <a:pt x="18341" y="847"/>
                </a:lnTo>
                <a:lnTo>
                  <a:pt x="18451" y="882"/>
                </a:lnTo>
                <a:lnTo>
                  <a:pt x="18565" y="918"/>
                </a:lnTo>
                <a:lnTo>
                  <a:pt x="18676" y="882"/>
                </a:lnTo>
                <a:lnTo>
                  <a:pt x="18786" y="847"/>
                </a:lnTo>
                <a:lnTo>
                  <a:pt x="18896" y="812"/>
                </a:lnTo>
                <a:lnTo>
                  <a:pt x="19006" y="777"/>
                </a:lnTo>
                <a:lnTo>
                  <a:pt x="19192" y="706"/>
                </a:lnTo>
                <a:lnTo>
                  <a:pt x="19342" y="636"/>
                </a:lnTo>
                <a:lnTo>
                  <a:pt x="19452" y="600"/>
                </a:lnTo>
                <a:lnTo>
                  <a:pt x="19562" y="530"/>
                </a:lnTo>
                <a:lnTo>
                  <a:pt x="19677" y="494"/>
                </a:lnTo>
                <a:lnTo>
                  <a:pt x="19787" y="389"/>
                </a:lnTo>
                <a:lnTo>
                  <a:pt x="19897" y="317"/>
                </a:lnTo>
                <a:lnTo>
                  <a:pt x="20007" y="282"/>
                </a:lnTo>
                <a:lnTo>
                  <a:pt x="20118" y="246"/>
                </a:lnTo>
                <a:lnTo>
                  <a:pt x="20232" y="246"/>
                </a:lnTo>
                <a:lnTo>
                  <a:pt x="20343" y="353"/>
                </a:lnTo>
                <a:lnTo>
                  <a:pt x="20453" y="459"/>
                </a:lnTo>
                <a:lnTo>
                  <a:pt x="20563" y="530"/>
                </a:lnTo>
                <a:lnTo>
                  <a:pt x="20678" y="565"/>
                </a:lnTo>
                <a:lnTo>
                  <a:pt x="20788" y="600"/>
                </a:lnTo>
                <a:lnTo>
                  <a:pt x="20898" y="671"/>
                </a:lnTo>
                <a:lnTo>
                  <a:pt x="21008" y="706"/>
                </a:lnTo>
                <a:lnTo>
                  <a:pt x="21119" y="741"/>
                </a:lnTo>
                <a:lnTo>
                  <a:pt x="21233" y="777"/>
                </a:lnTo>
                <a:lnTo>
                  <a:pt x="21344" y="812"/>
                </a:lnTo>
                <a:lnTo>
                  <a:pt x="21454" y="812"/>
                </a:lnTo>
                <a:lnTo>
                  <a:pt x="21564" y="812"/>
                </a:lnTo>
                <a:lnTo>
                  <a:pt x="21674" y="812"/>
                </a:lnTo>
                <a:lnTo>
                  <a:pt x="21789" y="812"/>
                </a:lnTo>
                <a:lnTo>
                  <a:pt x="21899" y="777"/>
                </a:lnTo>
                <a:lnTo>
                  <a:pt x="22009" y="741"/>
                </a:lnTo>
                <a:lnTo>
                  <a:pt x="22120" y="706"/>
                </a:lnTo>
                <a:lnTo>
                  <a:pt x="22230" y="671"/>
                </a:lnTo>
                <a:lnTo>
                  <a:pt x="22380" y="600"/>
                </a:lnTo>
                <a:lnTo>
                  <a:pt x="22490" y="565"/>
                </a:lnTo>
                <a:lnTo>
                  <a:pt x="22640" y="530"/>
                </a:lnTo>
                <a:lnTo>
                  <a:pt x="22750" y="459"/>
                </a:lnTo>
                <a:lnTo>
                  <a:pt x="22861" y="459"/>
                </a:lnTo>
                <a:lnTo>
                  <a:pt x="23010" y="424"/>
                </a:lnTo>
                <a:lnTo>
                  <a:pt x="23271" y="424"/>
                </a:lnTo>
                <a:lnTo>
                  <a:pt x="23381" y="424"/>
                </a:lnTo>
                <a:lnTo>
                  <a:pt x="23491" y="424"/>
                </a:lnTo>
                <a:lnTo>
                  <a:pt x="23601" y="424"/>
                </a:lnTo>
                <a:lnTo>
                  <a:pt x="23716" y="459"/>
                </a:lnTo>
                <a:lnTo>
                  <a:pt x="23862" y="459"/>
                </a:lnTo>
                <a:lnTo>
                  <a:pt x="23972" y="459"/>
                </a:lnTo>
                <a:lnTo>
                  <a:pt x="24157" y="494"/>
                </a:lnTo>
                <a:lnTo>
                  <a:pt x="24272" y="530"/>
                </a:lnTo>
                <a:lnTo>
                  <a:pt x="24382" y="530"/>
                </a:lnTo>
                <a:lnTo>
                  <a:pt x="24492" y="494"/>
                </a:lnTo>
                <a:lnTo>
                  <a:pt x="24602" y="424"/>
                </a:lnTo>
                <a:lnTo>
                  <a:pt x="24713" y="389"/>
                </a:lnTo>
                <a:lnTo>
                  <a:pt x="24827" y="317"/>
                </a:lnTo>
                <a:lnTo>
                  <a:pt x="24937" y="246"/>
                </a:lnTo>
                <a:lnTo>
                  <a:pt x="25048" y="211"/>
                </a:lnTo>
                <a:lnTo>
                  <a:pt x="25048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7520" y="1108080"/>
            <a:ext cx="895500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LEADING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0" y="1003320"/>
            <a:ext cx="9042840" cy="444960"/>
          </a:xfrm>
          <a:custGeom>
            <a:avLst/>
            <a:gdLst/>
            <a:ahLst/>
            <a:rect l="0" t="0" r="r" b="b"/>
            <a:pathLst>
              <a:path w="25119" h="1236">
                <a:moveTo>
                  <a:pt x="74" y="1095"/>
                </a:moveTo>
                <a:lnTo>
                  <a:pt x="1146" y="318"/>
                </a:lnTo>
                <a:lnTo>
                  <a:pt x="1221" y="424"/>
                </a:lnTo>
                <a:lnTo>
                  <a:pt x="1261" y="530"/>
                </a:lnTo>
                <a:lnTo>
                  <a:pt x="1371" y="600"/>
                </a:lnTo>
                <a:lnTo>
                  <a:pt x="1446" y="706"/>
                </a:lnTo>
                <a:lnTo>
                  <a:pt x="1516" y="812"/>
                </a:lnTo>
                <a:lnTo>
                  <a:pt x="1631" y="812"/>
                </a:lnTo>
                <a:lnTo>
                  <a:pt x="1666" y="706"/>
                </a:lnTo>
                <a:lnTo>
                  <a:pt x="1777" y="600"/>
                </a:lnTo>
                <a:lnTo>
                  <a:pt x="1816" y="494"/>
                </a:lnTo>
                <a:lnTo>
                  <a:pt x="1927" y="424"/>
                </a:lnTo>
                <a:lnTo>
                  <a:pt x="2037" y="389"/>
                </a:lnTo>
                <a:lnTo>
                  <a:pt x="2112" y="530"/>
                </a:lnTo>
                <a:lnTo>
                  <a:pt x="2187" y="636"/>
                </a:lnTo>
                <a:lnTo>
                  <a:pt x="2297" y="706"/>
                </a:lnTo>
                <a:lnTo>
                  <a:pt x="2407" y="706"/>
                </a:lnTo>
                <a:lnTo>
                  <a:pt x="2517" y="741"/>
                </a:lnTo>
                <a:lnTo>
                  <a:pt x="2628" y="812"/>
                </a:lnTo>
                <a:lnTo>
                  <a:pt x="2742" y="812"/>
                </a:lnTo>
                <a:lnTo>
                  <a:pt x="2853" y="741"/>
                </a:lnTo>
                <a:lnTo>
                  <a:pt x="2963" y="741"/>
                </a:lnTo>
                <a:lnTo>
                  <a:pt x="3113" y="741"/>
                </a:lnTo>
                <a:lnTo>
                  <a:pt x="3223" y="741"/>
                </a:lnTo>
                <a:lnTo>
                  <a:pt x="3333" y="812"/>
                </a:lnTo>
                <a:lnTo>
                  <a:pt x="3964" y="706"/>
                </a:lnTo>
                <a:lnTo>
                  <a:pt x="4074" y="671"/>
                </a:lnTo>
                <a:lnTo>
                  <a:pt x="4184" y="636"/>
                </a:lnTo>
                <a:lnTo>
                  <a:pt x="4334" y="600"/>
                </a:lnTo>
                <a:lnTo>
                  <a:pt x="4445" y="565"/>
                </a:lnTo>
                <a:lnTo>
                  <a:pt x="4594" y="565"/>
                </a:lnTo>
                <a:lnTo>
                  <a:pt x="4705" y="530"/>
                </a:lnTo>
                <a:lnTo>
                  <a:pt x="4815" y="530"/>
                </a:lnTo>
                <a:lnTo>
                  <a:pt x="4925" y="494"/>
                </a:lnTo>
                <a:lnTo>
                  <a:pt x="5040" y="494"/>
                </a:lnTo>
                <a:lnTo>
                  <a:pt x="5110" y="600"/>
                </a:lnTo>
                <a:lnTo>
                  <a:pt x="5225" y="671"/>
                </a:lnTo>
                <a:lnTo>
                  <a:pt x="5335" y="741"/>
                </a:lnTo>
                <a:lnTo>
                  <a:pt x="5481" y="812"/>
                </a:lnTo>
                <a:lnTo>
                  <a:pt x="5595" y="812"/>
                </a:lnTo>
                <a:lnTo>
                  <a:pt x="5706" y="812"/>
                </a:lnTo>
                <a:lnTo>
                  <a:pt x="5816" y="741"/>
                </a:lnTo>
                <a:lnTo>
                  <a:pt x="5926" y="741"/>
                </a:lnTo>
                <a:lnTo>
                  <a:pt x="6036" y="777"/>
                </a:lnTo>
                <a:lnTo>
                  <a:pt x="6298" y="812"/>
                </a:lnTo>
                <a:lnTo>
                  <a:pt x="6408" y="812"/>
                </a:lnTo>
                <a:lnTo>
                  <a:pt x="6522" y="777"/>
                </a:lnTo>
                <a:lnTo>
                  <a:pt x="6633" y="741"/>
                </a:lnTo>
                <a:lnTo>
                  <a:pt x="6743" y="706"/>
                </a:lnTo>
                <a:lnTo>
                  <a:pt x="6853" y="706"/>
                </a:lnTo>
                <a:lnTo>
                  <a:pt x="6963" y="671"/>
                </a:lnTo>
                <a:lnTo>
                  <a:pt x="7113" y="600"/>
                </a:lnTo>
                <a:lnTo>
                  <a:pt x="7224" y="600"/>
                </a:lnTo>
                <a:lnTo>
                  <a:pt x="7374" y="565"/>
                </a:lnTo>
                <a:lnTo>
                  <a:pt x="7484" y="530"/>
                </a:lnTo>
                <a:lnTo>
                  <a:pt x="7594" y="494"/>
                </a:lnTo>
                <a:lnTo>
                  <a:pt x="7704" y="459"/>
                </a:lnTo>
                <a:lnTo>
                  <a:pt x="7819" y="424"/>
                </a:lnTo>
                <a:lnTo>
                  <a:pt x="7964" y="353"/>
                </a:lnTo>
                <a:lnTo>
                  <a:pt x="8075" y="318"/>
                </a:lnTo>
                <a:lnTo>
                  <a:pt x="8189" y="318"/>
                </a:lnTo>
                <a:lnTo>
                  <a:pt x="8300" y="246"/>
                </a:lnTo>
                <a:lnTo>
                  <a:pt x="8410" y="954"/>
                </a:lnTo>
                <a:lnTo>
                  <a:pt x="8560" y="282"/>
                </a:lnTo>
                <a:lnTo>
                  <a:pt x="8670" y="318"/>
                </a:lnTo>
                <a:lnTo>
                  <a:pt x="8780" y="318"/>
                </a:lnTo>
                <a:lnTo>
                  <a:pt x="8891" y="389"/>
                </a:lnTo>
                <a:lnTo>
                  <a:pt x="9040" y="459"/>
                </a:lnTo>
                <a:lnTo>
                  <a:pt x="9151" y="565"/>
                </a:lnTo>
                <a:lnTo>
                  <a:pt x="9261" y="565"/>
                </a:lnTo>
                <a:lnTo>
                  <a:pt x="9371" y="636"/>
                </a:lnTo>
                <a:lnTo>
                  <a:pt x="9521" y="706"/>
                </a:lnTo>
                <a:lnTo>
                  <a:pt x="9631" y="741"/>
                </a:lnTo>
                <a:lnTo>
                  <a:pt x="9746" y="741"/>
                </a:lnTo>
                <a:lnTo>
                  <a:pt x="9856" y="741"/>
                </a:lnTo>
                <a:lnTo>
                  <a:pt x="9966" y="741"/>
                </a:lnTo>
                <a:lnTo>
                  <a:pt x="10116" y="812"/>
                </a:lnTo>
                <a:lnTo>
                  <a:pt x="10227" y="812"/>
                </a:lnTo>
                <a:lnTo>
                  <a:pt x="10337" y="741"/>
                </a:lnTo>
                <a:lnTo>
                  <a:pt x="10447" y="706"/>
                </a:lnTo>
                <a:lnTo>
                  <a:pt x="10557" y="671"/>
                </a:lnTo>
                <a:lnTo>
                  <a:pt x="10672" y="671"/>
                </a:lnTo>
                <a:lnTo>
                  <a:pt x="10782" y="600"/>
                </a:lnTo>
                <a:lnTo>
                  <a:pt x="10893" y="671"/>
                </a:lnTo>
                <a:lnTo>
                  <a:pt x="11003" y="706"/>
                </a:lnTo>
                <a:lnTo>
                  <a:pt x="11113" y="706"/>
                </a:lnTo>
                <a:lnTo>
                  <a:pt x="11228" y="741"/>
                </a:lnTo>
                <a:lnTo>
                  <a:pt x="11338" y="777"/>
                </a:lnTo>
                <a:lnTo>
                  <a:pt x="11448" y="847"/>
                </a:lnTo>
                <a:lnTo>
                  <a:pt x="11483" y="954"/>
                </a:lnTo>
                <a:lnTo>
                  <a:pt x="11598" y="989"/>
                </a:lnTo>
                <a:lnTo>
                  <a:pt x="11744" y="989"/>
                </a:lnTo>
                <a:lnTo>
                  <a:pt x="11894" y="954"/>
                </a:lnTo>
                <a:lnTo>
                  <a:pt x="12004" y="882"/>
                </a:lnTo>
                <a:lnTo>
                  <a:pt x="12154" y="812"/>
                </a:lnTo>
                <a:lnTo>
                  <a:pt x="12524" y="741"/>
                </a:lnTo>
                <a:lnTo>
                  <a:pt x="12965" y="706"/>
                </a:lnTo>
                <a:lnTo>
                  <a:pt x="13410" y="671"/>
                </a:lnTo>
                <a:lnTo>
                  <a:pt x="13560" y="600"/>
                </a:lnTo>
                <a:lnTo>
                  <a:pt x="13671" y="530"/>
                </a:lnTo>
                <a:lnTo>
                  <a:pt x="13781" y="530"/>
                </a:lnTo>
                <a:lnTo>
                  <a:pt x="13891" y="530"/>
                </a:lnTo>
                <a:lnTo>
                  <a:pt x="14006" y="494"/>
                </a:lnTo>
                <a:lnTo>
                  <a:pt x="14116" y="459"/>
                </a:lnTo>
                <a:lnTo>
                  <a:pt x="14301" y="565"/>
                </a:lnTo>
                <a:lnTo>
                  <a:pt x="14411" y="636"/>
                </a:lnTo>
                <a:lnTo>
                  <a:pt x="14522" y="706"/>
                </a:lnTo>
                <a:lnTo>
                  <a:pt x="14632" y="812"/>
                </a:lnTo>
                <a:lnTo>
                  <a:pt x="14747" y="812"/>
                </a:lnTo>
                <a:lnTo>
                  <a:pt x="14857" y="847"/>
                </a:lnTo>
                <a:lnTo>
                  <a:pt x="14967" y="812"/>
                </a:lnTo>
                <a:lnTo>
                  <a:pt x="15188" y="741"/>
                </a:lnTo>
                <a:lnTo>
                  <a:pt x="15302" y="706"/>
                </a:lnTo>
                <a:lnTo>
                  <a:pt x="15412" y="671"/>
                </a:lnTo>
                <a:lnTo>
                  <a:pt x="15558" y="600"/>
                </a:lnTo>
                <a:lnTo>
                  <a:pt x="15673" y="530"/>
                </a:lnTo>
                <a:lnTo>
                  <a:pt x="15783" y="459"/>
                </a:lnTo>
                <a:lnTo>
                  <a:pt x="15893" y="459"/>
                </a:lnTo>
                <a:lnTo>
                  <a:pt x="15968" y="565"/>
                </a:lnTo>
                <a:lnTo>
                  <a:pt x="16043" y="671"/>
                </a:lnTo>
                <a:lnTo>
                  <a:pt x="16118" y="812"/>
                </a:lnTo>
                <a:lnTo>
                  <a:pt x="16228" y="812"/>
                </a:lnTo>
                <a:lnTo>
                  <a:pt x="16339" y="741"/>
                </a:lnTo>
                <a:lnTo>
                  <a:pt x="16488" y="741"/>
                </a:lnTo>
                <a:lnTo>
                  <a:pt x="16634" y="741"/>
                </a:lnTo>
                <a:lnTo>
                  <a:pt x="16744" y="706"/>
                </a:lnTo>
                <a:lnTo>
                  <a:pt x="16894" y="671"/>
                </a:lnTo>
                <a:lnTo>
                  <a:pt x="17004" y="636"/>
                </a:lnTo>
                <a:lnTo>
                  <a:pt x="17115" y="671"/>
                </a:lnTo>
                <a:lnTo>
                  <a:pt x="17265" y="706"/>
                </a:lnTo>
                <a:lnTo>
                  <a:pt x="17414" y="741"/>
                </a:lnTo>
                <a:lnTo>
                  <a:pt x="17525" y="741"/>
                </a:lnTo>
                <a:lnTo>
                  <a:pt x="17710" y="741"/>
                </a:lnTo>
                <a:lnTo>
                  <a:pt x="17855" y="741"/>
                </a:lnTo>
                <a:lnTo>
                  <a:pt x="18041" y="706"/>
                </a:lnTo>
                <a:lnTo>
                  <a:pt x="18226" y="671"/>
                </a:lnTo>
                <a:lnTo>
                  <a:pt x="18376" y="600"/>
                </a:lnTo>
                <a:lnTo>
                  <a:pt x="18486" y="600"/>
                </a:lnTo>
                <a:lnTo>
                  <a:pt x="18596" y="565"/>
                </a:lnTo>
                <a:lnTo>
                  <a:pt x="18746" y="530"/>
                </a:lnTo>
                <a:lnTo>
                  <a:pt x="18857" y="530"/>
                </a:lnTo>
                <a:lnTo>
                  <a:pt x="18968" y="459"/>
                </a:lnTo>
                <a:lnTo>
                  <a:pt x="19082" y="424"/>
                </a:lnTo>
                <a:lnTo>
                  <a:pt x="19193" y="530"/>
                </a:lnTo>
                <a:lnTo>
                  <a:pt x="19338" y="565"/>
                </a:lnTo>
                <a:lnTo>
                  <a:pt x="19413" y="671"/>
                </a:lnTo>
                <a:lnTo>
                  <a:pt x="19523" y="671"/>
                </a:lnTo>
                <a:lnTo>
                  <a:pt x="19638" y="671"/>
                </a:lnTo>
                <a:lnTo>
                  <a:pt x="19784" y="671"/>
                </a:lnTo>
                <a:lnTo>
                  <a:pt x="20044" y="600"/>
                </a:lnTo>
                <a:lnTo>
                  <a:pt x="20154" y="600"/>
                </a:lnTo>
                <a:lnTo>
                  <a:pt x="20264" y="600"/>
                </a:lnTo>
                <a:lnTo>
                  <a:pt x="20379" y="600"/>
                </a:lnTo>
                <a:lnTo>
                  <a:pt x="20489" y="600"/>
                </a:lnTo>
                <a:lnTo>
                  <a:pt x="20599" y="565"/>
                </a:lnTo>
                <a:lnTo>
                  <a:pt x="20710" y="600"/>
                </a:lnTo>
                <a:lnTo>
                  <a:pt x="20820" y="671"/>
                </a:lnTo>
                <a:lnTo>
                  <a:pt x="20934" y="706"/>
                </a:lnTo>
                <a:lnTo>
                  <a:pt x="21045" y="741"/>
                </a:lnTo>
                <a:lnTo>
                  <a:pt x="21155" y="812"/>
                </a:lnTo>
                <a:lnTo>
                  <a:pt x="21265" y="847"/>
                </a:lnTo>
                <a:lnTo>
                  <a:pt x="21375" y="847"/>
                </a:lnTo>
                <a:lnTo>
                  <a:pt x="21490" y="812"/>
                </a:lnTo>
                <a:lnTo>
                  <a:pt x="21600" y="741"/>
                </a:lnTo>
                <a:lnTo>
                  <a:pt x="21711" y="671"/>
                </a:lnTo>
                <a:lnTo>
                  <a:pt x="21860" y="600"/>
                </a:lnTo>
                <a:lnTo>
                  <a:pt x="22306" y="424"/>
                </a:lnTo>
                <a:lnTo>
                  <a:pt x="22416" y="389"/>
                </a:lnTo>
                <a:lnTo>
                  <a:pt x="22526" y="389"/>
                </a:lnTo>
                <a:lnTo>
                  <a:pt x="22637" y="353"/>
                </a:lnTo>
                <a:lnTo>
                  <a:pt x="22747" y="424"/>
                </a:lnTo>
                <a:lnTo>
                  <a:pt x="22862" y="530"/>
                </a:lnTo>
                <a:lnTo>
                  <a:pt x="22972" y="565"/>
                </a:lnTo>
                <a:lnTo>
                  <a:pt x="23082" y="565"/>
                </a:lnTo>
                <a:lnTo>
                  <a:pt x="23192" y="565"/>
                </a:lnTo>
                <a:lnTo>
                  <a:pt x="23342" y="636"/>
                </a:lnTo>
                <a:lnTo>
                  <a:pt x="23452" y="671"/>
                </a:lnTo>
                <a:lnTo>
                  <a:pt x="23563" y="706"/>
                </a:lnTo>
                <a:lnTo>
                  <a:pt x="23673" y="706"/>
                </a:lnTo>
                <a:lnTo>
                  <a:pt x="23788" y="706"/>
                </a:lnTo>
                <a:lnTo>
                  <a:pt x="23898" y="741"/>
                </a:lnTo>
                <a:lnTo>
                  <a:pt x="24008" y="812"/>
                </a:lnTo>
                <a:lnTo>
                  <a:pt x="24118" y="882"/>
                </a:lnTo>
                <a:lnTo>
                  <a:pt x="24229" y="954"/>
                </a:lnTo>
                <a:lnTo>
                  <a:pt x="24343" y="989"/>
                </a:lnTo>
                <a:lnTo>
                  <a:pt x="24453" y="1025"/>
                </a:lnTo>
                <a:lnTo>
                  <a:pt x="24639" y="1095"/>
                </a:lnTo>
                <a:lnTo>
                  <a:pt x="24749" y="1130"/>
                </a:lnTo>
                <a:lnTo>
                  <a:pt x="24859" y="1166"/>
                </a:lnTo>
                <a:lnTo>
                  <a:pt x="24969" y="1166"/>
                </a:lnTo>
                <a:lnTo>
                  <a:pt x="25084" y="1236"/>
                </a:lnTo>
                <a:lnTo>
                  <a:pt x="25119" y="0"/>
                </a:lnTo>
                <a:lnTo>
                  <a:pt x="0" y="0"/>
                </a:lnTo>
                <a:lnTo>
                  <a:pt x="74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1994040"/>
            <a:ext cx="9017280" cy="495720"/>
          </a:xfrm>
          <a:custGeom>
            <a:avLst/>
            <a:gdLst/>
            <a:ahLst/>
            <a:rect l="0" t="0" r="r" b="b"/>
            <a:pathLst>
              <a:path w="25048" h="1377">
                <a:moveTo>
                  <a:pt x="0" y="953"/>
                </a:moveTo>
                <a:lnTo>
                  <a:pt x="110" y="882"/>
                </a:lnTo>
                <a:lnTo>
                  <a:pt x="185" y="777"/>
                </a:lnTo>
                <a:lnTo>
                  <a:pt x="295" y="706"/>
                </a:lnTo>
                <a:lnTo>
                  <a:pt x="405" y="671"/>
                </a:lnTo>
                <a:lnTo>
                  <a:pt x="480" y="565"/>
                </a:lnTo>
                <a:lnTo>
                  <a:pt x="555" y="459"/>
                </a:lnTo>
                <a:lnTo>
                  <a:pt x="665" y="389"/>
                </a:lnTo>
                <a:lnTo>
                  <a:pt x="776" y="317"/>
                </a:lnTo>
                <a:lnTo>
                  <a:pt x="851" y="211"/>
                </a:lnTo>
                <a:lnTo>
                  <a:pt x="926" y="105"/>
                </a:lnTo>
                <a:lnTo>
                  <a:pt x="1001" y="0"/>
                </a:lnTo>
                <a:lnTo>
                  <a:pt x="1146" y="141"/>
                </a:lnTo>
                <a:lnTo>
                  <a:pt x="1261" y="176"/>
                </a:lnTo>
                <a:lnTo>
                  <a:pt x="1296" y="282"/>
                </a:lnTo>
                <a:lnTo>
                  <a:pt x="1406" y="389"/>
                </a:lnTo>
                <a:lnTo>
                  <a:pt x="1446" y="494"/>
                </a:lnTo>
                <a:lnTo>
                  <a:pt x="1591" y="530"/>
                </a:lnTo>
                <a:lnTo>
                  <a:pt x="1591" y="636"/>
                </a:lnTo>
                <a:lnTo>
                  <a:pt x="1706" y="671"/>
                </a:lnTo>
                <a:lnTo>
                  <a:pt x="1816" y="671"/>
                </a:lnTo>
                <a:lnTo>
                  <a:pt x="2002" y="636"/>
                </a:lnTo>
                <a:lnTo>
                  <a:pt x="2187" y="600"/>
                </a:lnTo>
                <a:lnTo>
                  <a:pt x="2297" y="600"/>
                </a:lnTo>
                <a:lnTo>
                  <a:pt x="2482" y="600"/>
                </a:lnTo>
                <a:lnTo>
                  <a:pt x="2557" y="494"/>
                </a:lnTo>
                <a:lnTo>
                  <a:pt x="2667" y="494"/>
                </a:lnTo>
                <a:lnTo>
                  <a:pt x="2742" y="600"/>
                </a:lnTo>
                <a:lnTo>
                  <a:pt x="2853" y="706"/>
                </a:lnTo>
                <a:lnTo>
                  <a:pt x="2963" y="706"/>
                </a:lnTo>
                <a:lnTo>
                  <a:pt x="3073" y="671"/>
                </a:lnTo>
                <a:lnTo>
                  <a:pt x="3223" y="671"/>
                </a:lnTo>
                <a:lnTo>
                  <a:pt x="3373" y="600"/>
                </a:lnTo>
                <a:lnTo>
                  <a:pt x="3518" y="565"/>
                </a:lnTo>
                <a:lnTo>
                  <a:pt x="3629" y="530"/>
                </a:lnTo>
                <a:lnTo>
                  <a:pt x="3668" y="706"/>
                </a:lnTo>
                <a:lnTo>
                  <a:pt x="3668" y="812"/>
                </a:lnTo>
                <a:lnTo>
                  <a:pt x="3814" y="777"/>
                </a:lnTo>
                <a:lnTo>
                  <a:pt x="3929" y="741"/>
                </a:lnTo>
                <a:lnTo>
                  <a:pt x="4039" y="706"/>
                </a:lnTo>
                <a:lnTo>
                  <a:pt x="4149" y="706"/>
                </a:lnTo>
                <a:lnTo>
                  <a:pt x="4259" y="706"/>
                </a:lnTo>
                <a:lnTo>
                  <a:pt x="4334" y="812"/>
                </a:lnTo>
                <a:lnTo>
                  <a:pt x="4445" y="812"/>
                </a:lnTo>
                <a:lnTo>
                  <a:pt x="4555" y="812"/>
                </a:lnTo>
                <a:lnTo>
                  <a:pt x="4705" y="812"/>
                </a:lnTo>
                <a:lnTo>
                  <a:pt x="4815" y="777"/>
                </a:lnTo>
                <a:lnTo>
                  <a:pt x="5000" y="741"/>
                </a:lnTo>
                <a:lnTo>
                  <a:pt x="5115" y="671"/>
                </a:lnTo>
                <a:lnTo>
                  <a:pt x="5225" y="636"/>
                </a:lnTo>
                <a:lnTo>
                  <a:pt x="5335" y="600"/>
                </a:lnTo>
                <a:lnTo>
                  <a:pt x="5446" y="530"/>
                </a:lnTo>
                <a:lnTo>
                  <a:pt x="5595" y="494"/>
                </a:lnTo>
                <a:lnTo>
                  <a:pt x="5706" y="459"/>
                </a:lnTo>
                <a:lnTo>
                  <a:pt x="5856" y="565"/>
                </a:lnTo>
                <a:lnTo>
                  <a:pt x="5966" y="636"/>
                </a:lnTo>
                <a:lnTo>
                  <a:pt x="6076" y="706"/>
                </a:lnTo>
                <a:lnTo>
                  <a:pt x="6186" y="741"/>
                </a:lnTo>
                <a:lnTo>
                  <a:pt x="6297" y="812"/>
                </a:lnTo>
                <a:lnTo>
                  <a:pt x="6447" y="812"/>
                </a:lnTo>
                <a:lnTo>
                  <a:pt x="6557" y="777"/>
                </a:lnTo>
                <a:lnTo>
                  <a:pt x="6667" y="741"/>
                </a:lnTo>
                <a:lnTo>
                  <a:pt x="6782" y="671"/>
                </a:lnTo>
                <a:lnTo>
                  <a:pt x="6892" y="671"/>
                </a:lnTo>
                <a:lnTo>
                  <a:pt x="7037" y="600"/>
                </a:lnTo>
                <a:lnTo>
                  <a:pt x="7152" y="565"/>
                </a:lnTo>
                <a:lnTo>
                  <a:pt x="7262" y="530"/>
                </a:lnTo>
                <a:lnTo>
                  <a:pt x="7373" y="494"/>
                </a:lnTo>
                <a:lnTo>
                  <a:pt x="7522" y="459"/>
                </a:lnTo>
                <a:lnTo>
                  <a:pt x="7633" y="424"/>
                </a:lnTo>
                <a:lnTo>
                  <a:pt x="7743" y="389"/>
                </a:lnTo>
                <a:lnTo>
                  <a:pt x="7853" y="389"/>
                </a:lnTo>
                <a:lnTo>
                  <a:pt x="7968" y="353"/>
                </a:lnTo>
                <a:lnTo>
                  <a:pt x="8078" y="317"/>
                </a:lnTo>
                <a:lnTo>
                  <a:pt x="8188" y="424"/>
                </a:lnTo>
                <a:lnTo>
                  <a:pt x="8263" y="530"/>
                </a:lnTo>
                <a:lnTo>
                  <a:pt x="8374" y="565"/>
                </a:lnTo>
                <a:lnTo>
                  <a:pt x="8484" y="671"/>
                </a:lnTo>
                <a:lnTo>
                  <a:pt x="8594" y="671"/>
                </a:lnTo>
                <a:lnTo>
                  <a:pt x="8709" y="706"/>
                </a:lnTo>
                <a:lnTo>
                  <a:pt x="8819" y="741"/>
                </a:lnTo>
                <a:lnTo>
                  <a:pt x="8929" y="777"/>
                </a:lnTo>
                <a:lnTo>
                  <a:pt x="9039" y="812"/>
                </a:lnTo>
                <a:lnTo>
                  <a:pt x="9150" y="812"/>
                </a:lnTo>
                <a:lnTo>
                  <a:pt x="9300" y="741"/>
                </a:lnTo>
                <a:lnTo>
                  <a:pt x="9410" y="706"/>
                </a:lnTo>
                <a:lnTo>
                  <a:pt x="9520" y="600"/>
                </a:lnTo>
                <a:lnTo>
                  <a:pt x="9635" y="530"/>
                </a:lnTo>
                <a:lnTo>
                  <a:pt x="9745" y="459"/>
                </a:lnTo>
                <a:lnTo>
                  <a:pt x="9855" y="424"/>
                </a:lnTo>
                <a:lnTo>
                  <a:pt x="9965" y="389"/>
                </a:lnTo>
                <a:lnTo>
                  <a:pt x="10076" y="317"/>
                </a:lnTo>
                <a:lnTo>
                  <a:pt x="10151" y="424"/>
                </a:lnTo>
                <a:lnTo>
                  <a:pt x="10261" y="494"/>
                </a:lnTo>
                <a:lnTo>
                  <a:pt x="10376" y="530"/>
                </a:lnTo>
                <a:lnTo>
                  <a:pt x="10486" y="600"/>
                </a:lnTo>
                <a:lnTo>
                  <a:pt x="10596" y="636"/>
                </a:lnTo>
                <a:lnTo>
                  <a:pt x="10706" y="706"/>
                </a:lnTo>
                <a:lnTo>
                  <a:pt x="10817" y="706"/>
                </a:lnTo>
                <a:lnTo>
                  <a:pt x="10931" y="741"/>
                </a:lnTo>
                <a:lnTo>
                  <a:pt x="11041" y="741"/>
                </a:lnTo>
                <a:lnTo>
                  <a:pt x="11152" y="812"/>
                </a:lnTo>
                <a:lnTo>
                  <a:pt x="11302" y="847"/>
                </a:lnTo>
                <a:lnTo>
                  <a:pt x="11412" y="847"/>
                </a:lnTo>
                <a:lnTo>
                  <a:pt x="11522" y="847"/>
                </a:lnTo>
                <a:lnTo>
                  <a:pt x="11632" y="882"/>
                </a:lnTo>
                <a:lnTo>
                  <a:pt x="11782" y="882"/>
                </a:lnTo>
                <a:lnTo>
                  <a:pt x="11893" y="847"/>
                </a:lnTo>
                <a:lnTo>
                  <a:pt x="12042" y="812"/>
                </a:lnTo>
                <a:lnTo>
                  <a:pt x="12153" y="741"/>
                </a:lnTo>
                <a:lnTo>
                  <a:pt x="12263" y="741"/>
                </a:lnTo>
                <a:lnTo>
                  <a:pt x="12373" y="671"/>
                </a:lnTo>
                <a:lnTo>
                  <a:pt x="12488" y="636"/>
                </a:lnTo>
                <a:lnTo>
                  <a:pt x="12599" y="636"/>
                </a:lnTo>
                <a:lnTo>
                  <a:pt x="12709" y="600"/>
                </a:lnTo>
                <a:lnTo>
                  <a:pt x="12859" y="565"/>
                </a:lnTo>
                <a:lnTo>
                  <a:pt x="12969" y="565"/>
                </a:lnTo>
                <a:lnTo>
                  <a:pt x="13155" y="494"/>
                </a:lnTo>
                <a:lnTo>
                  <a:pt x="13300" y="459"/>
                </a:lnTo>
                <a:lnTo>
                  <a:pt x="13415" y="353"/>
                </a:lnTo>
                <a:lnTo>
                  <a:pt x="13525" y="282"/>
                </a:lnTo>
                <a:lnTo>
                  <a:pt x="13635" y="246"/>
                </a:lnTo>
                <a:lnTo>
                  <a:pt x="13710" y="353"/>
                </a:lnTo>
                <a:lnTo>
                  <a:pt x="13746" y="459"/>
                </a:lnTo>
                <a:lnTo>
                  <a:pt x="13856" y="530"/>
                </a:lnTo>
                <a:lnTo>
                  <a:pt x="13896" y="636"/>
                </a:lnTo>
                <a:lnTo>
                  <a:pt x="14006" y="706"/>
                </a:lnTo>
                <a:lnTo>
                  <a:pt x="14116" y="706"/>
                </a:lnTo>
                <a:lnTo>
                  <a:pt x="14266" y="847"/>
                </a:lnTo>
                <a:lnTo>
                  <a:pt x="14416" y="35"/>
                </a:lnTo>
                <a:lnTo>
                  <a:pt x="14486" y="847"/>
                </a:lnTo>
                <a:lnTo>
                  <a:pt x="14601" y="812"/>
                </a:lnTo>
                <a:lnTo>
                  <a:pt x="14711" y="741"/>
                </a:lnTo>
                <a:lnTo>
                  <a:pt x="14822" y="706"/>
                </a:lnTo>
                <a:lnTo>
                  <a:pt x="14932" y="600"/>
                </a:lnTo>
                <a:lnTo>
                  <a:pt x="15042" y="530"/>
                </a:lnTo>
                <a:lnTo>
                  <a:pt x="15157" y="459"/>
                </a:lnTo>
                <a:lnTo>
                  <a:pt x="15227" y="353"/>
                </a:lnTo>
                <a:lnTo>
                  <a:pt x="15342" y="282"/>
                </a:lnTo>
                <a:lnTo>
                  <a:pt x="15452" y="353"/>
                </a:lnTo>
                <a:lnTo>
                  <a:pt x="15527" y="459"/>
                </a:lnTo>
                <a:lnTo>
                  <a:pt x="15637" y="530"/>
                </a:lnTo>
                <a:lnTo>
                  <a:pt x="15748" y="565"/>
                </a:lnTo>
                <a:lnTo>
                  <a:pt x="15858" y="600"/>
                </a:lnTo>
                <a:lnTo>
                  <a:pt x="15968" y="600"/>
                </a:lnTo>
                <a:lnTo>
                  <a:pt x="16153" y="600"/>
                </a:lnTo>
                <a:lnTo>
                  <a:pt x="16268" y="600"/>
                </a:lnTo>
                <a:lnTo>
                  <a:pt x="16378" y="600"/>
                </a:lnTo>
                <a:lnTo>
                  <a:pt x="16488" y="600"/>
                </a:lnTo>
                <a:lnTo>
                  <a:pt x="16599" y="600"/>
                </a:lnTo>
                <a:lnTo>
                  <a:pt x="16709" y="600"/>
                </a:lnTo>
                <a:lnTo>
                  <a:pt x="16859" y="671"/>
                </a:lnTo>
                <a:lnTo>
                  <a:pt x="16969" y="671"/>
                </a:lnTo>
                <a:lnTo>
                  <a:pt x="17079" y="706"/>
                </a:lnTo>
                <a:lnTo>
                  <a:pt x="17194" y="706"/>
                </a:lnTo>
                <a:lnTo>
                  <a:pt x="17340" y="741"/>
                </a:lnTo>
                <a:lnTo>
                  <a:pt x="17454" y="741"/>
                </a:lnTo>
                <a:lnTo>
                  <a:pt x="17600" y="741"/>
                </a:lnTo>
                <a:lnTo>
                  <a:pt x="17750" y="741"/>
                </a:lnTo>
                <a:lnTo>
                  <a:pt x="17860" y="777"/>
                </a:lnTo>
                <a:lnTo>
                  <a:pt x="18010" y="812"/>
                </a:lnTo>
                <a:lnTo>
                  <a:pt x="18120" y="812"/>
                </a:lnTo>
                <a:lnTo>
                  <a:pt x="18230" y="847"/>
                </a:lnTo>
                <a:lnTo>
                  <a:pt x="18341" y="847"/>
                </a:lnTo>
                <a:lnTo>
                  <a:pt x="18451" y="882"/>
                </a:lnTo>
                <a:lnTo>
                  <a:pt x="18565" y="918"/>
                </a:lnTo>
                <a:lnTo>
                  <a:pt x="18676" y="882"/>
                </a:lnTo>
                <a:lnTo>
                  <a:pt x="18786" y="847"/>
                </a:lnTo>
                <a:lnTo>
                  <a:pt x="18896" y="812"/>
                </a:lnTo>
                <a:lnTo>
                  <a:pt x="19006" y="777"/>
                </a:lnTo>
                <a:lnTo>
                  <a:pt x="19192" y="706"/>
                </a:lnTo>
                <a:lnTo>
                  <a:pt x="19342" y="636"/>
                </a:lnTo>
                <a:lnTo>
                  <a:pt x="19452" y="600"/>
                </a:lnTo>
                <a:lnTo>
                  <a:pt x="19562" y="530"/>
                </a:lnTo>
                <a:lnTo>
                  <a:pt x="19677" y="494"/>
                </a:lnTo>
                <a:lnTo>
                  <a:pt x="19787" y="389"/>
                </a:lnTo>
                <a:lnTo>
                  <a:pt x="19897" y="317"/>
                </a:lnTo>
                <a:lnTo>
                  <a:pt x="20007" y="282"/>
                </a:lnTo>
                <a:lnTo>
                  <a:pt x="20118" y="246"/>
                </a:lnTo>
                <a:lnTo>
                  <a:pt x="20232" y="246"/>
                </a:lnTo>
                <a:lnTo>
                  <a:pt x="20343" y="353"/>
                </a:lnTo>
                <a:lnTo>
                  <a:pt x="20453" y="459"/>
                </a:lnTo>
                <a:lnTo>
                  <a:pt x="20563" y="530"/>
                </a:lnTo>
                <a:lnTo>
                  <a:pt x="20678" y="565"/>
                </a:lnTo>
                <a:lnTo>
                  <a:pt x="20788" y="600"/>
                </a:lnTo>
                <a:lnTo>
                  <a:pt x="20898" y="671"/>
                </a:lnTo>
                <a:lnTo>
                  <a:pt x="21008" y="706"/>
                </a:lnTo>
                <a:lnTo>
                  <a:pt x="21119" y="741"/>
                </a:lnTo>
                <a:lnTo>
                  <a:pt x="21233" y="777"/>
                </a:lnTo>
                <a:lnTo>
                  <a:pt x="21344" y="812"/>
                </a:lnTo>
                <a:lnTo>
                  <a:pt x="21454" y="812"/>
                </a:lnTo>
                <a:lnTo>
                  <a:pt x="21564" y="812"/>
                </a:lnTo>
                <a:lnTo>
                  <a:pt x="21674" y="812"/>
                </a:lnTo>
                <a:lnTo>
                  <a:pt x="21789" y="812"/>
                </a:lnTo>
                <a:lnTo>
                  <a:pt x="21899" y="777"/>
                </a:lnTo>
                <a:lnTo>
                  <a:pt x="22009" y="741"/>
                </a:lnTo>
                <a:lnTo>
                  <a:pt x="22120" y="706"/>
                </a:lnTo>
                <a:lnTo>
                  <a:pt x="22230" y="671"/>
                </a:lnTo>
                <a:lnTo>
                  <a:pt x="22380" y="600"/>
                </a:lnTo>
                <a:lnTo>
                  <a:pt x="22490" y="565"/>
                </a:lnTo>
                <a:lnTo>
                  <a:pt x="22640" y="530"/>
                </a:lnTo>
                <a:lnTo>
                  <a:pt x="22750" y="459"/>
                </a:lnTo>
                <a:lnTo>
                  <a:pt x="22861" y="459"/>
                </a:lnTo>
                <a:lnTo>
                  <a:pt x="23010" y="424"/>
                </a:lnTo>
                <a:lnTo>
                  <a:pt x="23271" y="424"/>
                </a:lnTo>
                <a:lnTo>
                  <a:pt x="23381" y="424"/>
                </a:lnTo>
                <a:lnTo>
                  <a:pt x="23491" y="424"/>
                </a:lnTo>
                <a:lnTo>
                  <a:pt x="23601" y="424"/>
                </a:lnTo>
                <a:lnTo>
                  <a:pt x="23716" y="459"/>
                </a:lnTo>
                <a:lnTo>
                  <a:pt x="23862" y="459"/>
                </a:lnTo>
                <a:lnTo>
                  <a:pt x="23972" y="459"/>
                </a:lnTo>
                <a:lnTo>
                  <a:pt x="24157" y="494"/>
                </a:lnTo>
                <a:lnTo>
                  <a:pt x="24272" y="530"/>
                </a:lnTo>
                <a:lnTo>
                  <a:pt x="24382" y="530"/>
                </a:lnTo>
                <a:lnTo>
                  <a:pt x="24492" y="494"/>
                </a:lnTo>
                <a:lnTo>
                  <a:pt x="24602" y="424"/>
                </a:lnTo>
                <a:lnTo>
                  <a:pt x="24713" y="389"/>
                </a:lnTo>
                <a:lnTo>
                  <a:pt x="24827" y="317"/>
                </a:lnTo>
                <a:lnTo>
                  <a:pt x="24937" y="246"/>
                </a:lnTo>
                <a:lnTo>
                  <a:pt x="25048" y="211"/>
                </a:lnTo>
                <a:lnTo>
                  <a:pt x="25048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52440" y="1108080"/>
            <a:ext cx="837576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04920" y="1041480"/>
            <a:ext cx="8420400" cy="444960"/>
          </a:xfrm>
          <a:custGeom>
            <a:avLst/>
            <a:gdLst/>
            <a:ahLst/>
            <a:rect l="0" t="0" r="r" b="b"/>
            <a:pathLst>
              <a:path w="23390" h="1236">
                <a:moveTo>
                  <a:pt x="70" y="1095"/>
                </a:moveTo>
                <a:lnTo>
                  <a:pt x="1071" y="318"/>
                </a:lnTo>
                <a:lnTo>
                  <a:pt x="1137" y="424"/>
                </a:lnTo>
                <a:lnTo>
                  <a:pt x="1172" y="530"/>
                </a:lnTo>
                <a:lnTo>
                  <a:pt x="1274" y="600"/>
                </a:lnTo>
                <a:lnTo>
                  <a:pt x="1344" y="706"/>
                </a:lnTo>
                <a:lnTo>
                  <a:pt x="1415" y="812"/>
                </a:lnTo>
                <a:lnTo>
                  <a:pt x="1516" y="812"/>
                </a:lnTo>
                <a:lnTo>
                  <a:pt x="1552" y="706"/>
                </a:lnTo>
                <a:lnTo>
                  <a:pt x="1658" y="600"/>
                </a:lnTo>
                <a:lnTo>
                  <a:pt x="1688" y="494"/>
                </a:lnTo>
                <a:lnTo>
                  <a:pt x="1794" y="424"/>
                </a:lnTo>
                <a:lnTo>
                  <a:pt x="1896" y="389"/>
                </a:lnTo>
                <a:lnTo>
                  <a:pt x="1966" y="530"/>
                </a:lnTo>
                <a:lnTo>
                  <a:pt x="2037" y="636"/>
                </a:lnTo>
                <a:lnTo>
                  <a:pt x="2138" y="706"/>
                </a:lnTo>
                <a:lnTo>
                  <a:pt x="2240" y="706"/>
                </a:lnTo>
                <a:lnTo>
                  <a:pt x="2345" y="741"/>
                </a:lnTo>
                <a:lnTo>
                  <a:pt x="2447" y="812"/>
                </a:lnTo>
                <a:lnTo>
                  <a:pt x="2553" y="812"/>
                </a:lnTo>
                <a:lnTo>
                  <a:pt x="2654" y="741"/>
                </a:lnTo>
                <a:lnTo>
                  <a:pt x="2760" y="741"/>
                </a:lnTo>
                <a:lnTo>
                  <a:pt x="2897" y="741"/>
                </a:lnTo>
                <a:lnTo>
                  <a:pt x="3003" y="741"/>
                </a:lnTo>
                <a:lnTo>
                  <a:pt x="3104" y="812"/>
                </a:lnTo>
                <a:lnTo>
                  <a:pt x="3690" y="706"/>
                </a:lnTo>
                <a:lnTo>
                  <a:pt x="3796" y="671"/>
                </a:lnTo>
                <a:lnTo>
                  <a:pt x="3898" y="636"/>
                </a:lnTo>
                <a:lnTo>
                  <a:pt x="4034" y="600"/>
                </a:lnTo>
                <a:lnTo>
                  <a:pt x="4140" y="565"/>
                </a:lnTo>
                <a:lnTo>
                  <a:pt x="4277" y="565"/>
                </a:lnTo>
                <a:lnTo>
                  <a:pt x="4383" y="530"/>
                </a:lnTo>
                <a:lnTo>
                  <a:pt x="4484" y="530"/>
                </a:lnTo>
                <a:lnTo>
                  <a:pt x="4586" y="494"/>
                </a:lnTo>
                <a:lnTo>
                  <a:pt x="4691" y="494"/>
                </a:lnTo>
                <a:lnTo>
                  <a:pt x="4762" y="600"/>
                </a:lnTo>
                <a:lnTo>
                  <a:pt x="4863" y="671"/>
                </a:lnTo>
                <a:lnTo>
                  <a:pt x="4969" y="741"/>
                </a:lnTo>
                <a:lnTo>
                  <a:pt x="5106" y="812"/>
                </a:lnTo>
                <a:lnTo>
                  <a:pt x="5207" y="812"/>
                </a:lnTo>
                <a:lnTo>
                  <a:pt x="5313" y="812"/>
                </a:lnTo>
                <a:lnTo>
                  <a:pt x="5415" y="741"/>
                </a:lnTo>
                <a:lnTo>
                  <a:pt x="5520" y="741"/>
                </a:lnTo>
                <a:lnTo>
                  <a:pt x="5622" y="777"/>
                </a:lnTo>
                <a:lnTo>
                  <a:pt x="5864" y="812"/>
                </a:lnTo>
                <a:lnTo>
                  <a:pt x="5966" y="812"/>
                </a:lnTo>
                <a:lnTo>
                  <a:pt x="6072" y="777"/>
                </a:lnTo>
                <a:lnTo>
                  <a:pt x="6173" y="741"/>
                </a:lnTo>
                <a:lnTo>
                  <a:pt x="6279" y="706"/>
                </a:lnTo>
                <a:lnTo>
                  <a:pt x="6380" y="706"/>
                </a:lnTo>
                <a:lnTo>
                  <a:pt x="6486" y="671"/>
                </a:lnTo>
                <a:lnTo>
                  <a:pt x="6623" y="600"/>
                </a:lnTo>
                <a:lnTo>
                  <a:pt x="6724" y="600"/>
                </a:lnTo>
                <a:lnTo>
                  <a:pt x="6865" y="565"/>
                </a:lnTo>
                <a:lnTo>
                  <a:pt x="6967" y="530"/>
                </a:lnTo>
                <a:lnTo>
                  <a:pt x="7073" y="494"/>
                </a:lnTo>
                <a:lnTo>
                  <a:pt x="7174" y="459"/>
                </a:lnTo>
                <a:lnTo>
                  <a:pt x="7280" y="424"/>
                </a:lnTo>
                <a:lnTo>
                  <a:pt x="7417" y="353"/>
                </a:lnTo>
                <a:lnTo>
                  <a:pt x="7518" y="318"/>
                </a:lnTo>
                <a:lnTo>
                  <a:pt x="7624" y="318"/>
                </a:lnTo>
                <a:lnTo>
                  <a:pt x="7725" y="246"/>
                </a:lnTo>
                <a:lnTo>
                  <a:pt x="7831" y="954"/>
                </a:lnTo>
                <a:lnTo>
                  <a:pt x="7968" y="282"/>
                </a:lnTo>
                <a:lnTo>
                  <a:pt x="8074" y="318"/>
                </a:lnTo>
                <a:lnTo>
                  <a:pt x="8175" y="318"/>
                </a:lnTo>
                <a:lnTo>
                  <a:pt x="8281" y="389"/>
                </a:lnTo>
                <a:lnTo>
                  <a:pt x="8418" y="459"/>
                </a:lnTo>
                <a:lnTo>
                  <a:pt x="8519" y="565"/>
                </a:lnTo>
                <a:lnTo>
                  <a:pt x="8625" y="565"/>
                </a:lnTo>
                <a:lnTo>
                  <a:pt x="8726" y="636"/>
                </a:lnTo>
                <a:lnTo>
                  <a:pt x="8867" y="706"/>
                </a:lnTo>
                <a:lnTo>
                  <a:pt x="8969" y="741"/>
                </a:lnTo>
                <a:lnTo>
                  <a:pt x="9070" y="741"/>
                </a:lnTo>
                <a:lnTo>
                  <a:pt x="9176" y="741"/>
                </a:lnTo>
                <a:lnTo>
                  <a:pt x="9278" y="741"/>
                </a:lnTo>
                <a:lnTo>
                  <a:pt x="9419" y="812"/>
                </a:lnTo>
                <a:lnTo>
                  <a:pt x="9520" y="812"/>
                </a:lnTo>
                <a:lnTo>
                  <a:pt x="9626" y="741"/>
                </a:lnTo>
                <a:lnTo>
                  <a:pt x="9727" y="706"/>
                </a:lnTo>
                <a:lnTo>
                  <a:pt x="9833" y="671"/>
                </a:lnTo>
                <a:lnTo>
                  <a:pt x="9935" y="671"/>
                </a:lnTo>
                <a:lnTo>
                  <a:pt x="10036" y="600"/>
                </a:lnTo>
                <a:lnTo>
                  <a:pt x="10142" y="671"/>
                </a:lnTo>
                <a:lnTo>
                  <a:pt x="10243" y="706"/>
                </a:lnTo>
                <a:lnTo>
                  <a:pt x="10349" y="706"/>
                </a:lnTo>
                <a:lnTo>
                  <a:pt x="10451" y="741"/>
                </a:lnTo>
                <a:lnTo>
                  <a:pt x="10556" y="777"/>
                </a:lnTo>
                <a:lnTo>
                  <a:pt x="10658" y="847"/>
                </a:lnTo>
                <a:lnTo>
                  <a:pt x="10693" y="954"/>
                </a:lnTo>
                <a:lnTo>
                  <a:pt x="10799" y="989"/>
                </a:lnTo>
                <a:lnTo>
                  <a:pt x="10936" y="989"/>
                </a:lnTo>
                <a:lnTo>
                  <a:pt x="11072" y="954"/>
                </a:lnTo>
                <a:lnTo>
                  <a:pt x="11178" y="882"/>
                </a:lnTo>
                <a:lnTo>
                  <a:pt x="11315" y="812"/>
                </a:lnTo>
                <a:lnTo>
                  <a:pt x="11659" y="741"/>
                </a:lnTo>
                <a:lnTo>
                  <a:pt x="12074" y="706"/>
                </a:lnTo>
                <a:lnTo>
                  <a:pt x="12489" y="671"/>
                </a:lnTo>
                <a:lnTo>
                  <a:pt x="12626" y="600"/>
                </a:lnTo>
                <a:lnTo>
                  <a:pt x="12731" y="530"/>
                </a:lnTo>
                <a:lnTo>
                  <a:pt x="12833" y="530"/>
                </a:lnTo>
                <a:lnTo>
                  <a:pt x="12939" y="530"/>
                </a:lnTo>
                <a:lnTo>
                  <a:pt x="13040" y="494"/>
                </a:lnTo>
                <a:lnTo>
                  <a:pt x="13146" y="459"/>
                </a:lnTo>
                <a:lnTo>
                  <a:pt x="13318" y="565"/>
                </a:lnTo>
                <a:lnTo>
                  <a:pt x="13419" y="636"/>
                </a:lnTo>
                <a:lnTo>
                  <a:pt x="13525" y="706"/>
                </a:lnTo>
                <a:lnTo>
                  <a:pt x="13627" y="812"/>
                </a:lnTo>
                <a:lnTo>
                  <a:pt x="13732" y="812"/>
                </a:lnTo>
                <a:lnTo>
                  <a:pt x="13834" y="847"/>
                </a:lnTo>
                <a:lnTo>
                  <a:pt x="13935" y="812"/>
                </a:lnTo>
                <a:lnTo>
                  <a:pt x="14142" y="741"/>
                </a:lnTo>
                <a:lnTo>
                  <a:pt x="14248" y="706"/>
                </a:lnTo>
                <a:lnTo>
                  <a:pt x="14350" y="671"/>
                </a:lnTo>
                <a:lnTo>
                  <a:pt x="14491" y="600"/>
                </a:lnTo>
                <a:lnTo>
                  <a:pt x="14592" y="530"/>
                </a:lnTo>
                <a:lnTo>
                  <a:pt x="14698" y="459"/>
                </a:lnTo>
                <a:lnTo>
                  <a:pt x="14800" y="459"/>
                </a:lnTo>
                <a:lnTo>
                  <a:pt x="14870" y="565"/>
                </a:lnTo>
                <a:lnTo>
                  <a:pt x="14936" y="671"/>
                </a:lnTo>
                <a:lnTo>
                  <a:pt x="15007" y="812"/>
                </a:lnTo>
                <a:lnTo>
                  <a:pt x="15108" y="812"/>
                </a:lnTo>
                <a:lnTo>
                  <a:pt x="15214" y="741"/>
                </a:lnTo>
                <a:lnTo>
                  <a:pt x="15351" y="741"/>
                </a:lnTo>
                <a:lnTo>
                  <a:pt x="15492" y="741"/>
                </a:lnTo>
                <a:lnTo>
                  <a:pt x="15593" y="706"/>
                </a:lnTo>
                <a:lnTo>
                  <a:pt x="15730" y="671"/>
                </a:lnTo>
                <a:lnTo>
                  <a:pt x="15836" y="636"/>
                </a:lnTo>
                <a:lnTo>
                  <a:pt x="15937" y="671"/>
                </a:lnTo>
                <a:lnTo>
                  <a:pt x="16078" y="706"/>
                </a:lnTo>
                <a:lnTo>
                  <a:pt x="16215" y="741"/>
                </a:lnTo>
                <a:lnTo>
                  <a:pt x="16316" y="741"/>
                </a:lnTo>
                <a:lnTo>
                  <a:pt x="16488" y="741"/>
                </a:lnTo>
                <a:lnTo>
                  <a:pt x="16630" y="741"/>
                </a:lnTo>
                <a:lnTo>
                  <a:pt x="16802" y="706"/>
                </a:lnTo>
                <a:lnTo>
                  <a:pt x="16974" y="671"/>
                </a:lnTo>
                <a:lnTo>
                  <a:pt x="17110" y="600"/>
                </a:lnTo>
                <a:lnTo>
                  <a:pt x="17216" y="600"/>
                </a:lnTo>
                <a:lnTo>
                  <a:pt x="17317" y="565"/>
                </a:lnTo>
                <a:lnTo>
                  <a:pt x="17454" y="530"/>
                </a:lnTo>
                <a:lnTo>
                  <a:pt x="17560" y="530"/>
                </a:lnTo>
                <a:lnTo>
                  <a:pt x="17661" y="459"/>
                </a:lnTo>
                <a:lnTo>
                  <a:pt x="17767" y="424"/>
                </a:lnTo>
                <a:lnTo>
                  <a:pt x="17869" y="530"/>
                </a:lnTo>
                <a:lnTo>
                  <a:pt x="18010" y="565"/>
                </a:lnTo>
                <a:lnTo>
                  <a:pt x="18076" y="671"/>
                </a:lnTo>
                <a:lnTo>
                  <a:pt x="18182" y="671"/>
                </a:lnTo>
                <a:lnTo>
                  <a:pt x="18283" y="671"/>
                </a:lnTo>
                <a:lnTo>
                  <a:pt x="18420" y="671"/>
                </a:lnTo>
                <a:lnTo>
                  <a:pt x="18662" y="600"/>
                </a:lnTo>
                <a:lnTo>
                  <a:pt x="18768" y="600"/>
                </a:lnTo>
                <a:lnTo>
                  <a:pt x="18870" y="600"/>
                </a:lnTo>
                <a:lnTo>
                  <a:pt x="18976" y="600"/>
                </a:lnTo>
                <a:lnTo>
                  <a:pt x="19077" y="600"/>
                </a:lnTo>
                <a:lnTo>
                  <a:pt x="19183" y="565"/>
                </a:lnTo>
                <a:lnTo>
                  <a:pt x="19284" y="600"/>
                </a:lnTo>
                <a:lnTo>
                  <a:pt x="19390" y="671"/>
                </a:lnTo>
                <a:lnTo>
                  <a:pt x="19491" y="706"/>
                </a:lnTo>
                <a:lnTo>
                  <a:pt x="19593" y="741"/>
                </a:lnTo>
                <a:lnTo>
                  <a:pt x="19699" y="812"/>
                </a:lnTo>
                <a:lnTo>
                  <a:pt x="19800" y="847"/>
                </a:lnTo>
                <a:lnTo>
                  <a:pt x="19906" y="847"/>
                </a:lnTo>
                <a:lnTo>
                  <a:pt x="20007" y="812"/>
                </a:lnTo>
                <a:lnTo>
                  <a:pt x="20113" y="741"/>
                </a:lnTo>
                <a:lnTo>
                  <a:pt x="20215" y="671"/>
                </a:lnTo>
                <a:lnTo>
                  <a:pt x="20356" y="600"/>
                </a:lnTo>
                <a:lnTo>
                  <a:pt x="20766" y="424"/>
                </a:lnTo>
                <a:lnTo>
                  <a:pt x="20872" y="389"/>
                </a:lnTo>
                <a:lnTo>
                  <a:pt x="20973" y="389"/>
                </a:lnTo>
                <a:lnTo>
                  <a:pt x="21079" y="353"/>
                </a:lnTo>
                <a:lnTo>
                  <a:pt x="21180" y="424"/>
                </a:lnTo>
                <a:lnTo>
                  <a:pt x="21286" y="530"/>
                </a:lnTo>
                <a:lnTo>
                  <a:pt x="21388" y="565"/>
                </a:lnTo>
                <a:lnTo>
                  <a:pt x="21493" y="565"/>
                </a:lnTo>
                <a:lnTo>
                  <a:pt x="21595" y="565"/>
                </a:lnTo>
                <a:lnTo>
                  <a:pt x="21732" y="636"/>
                </a:lnTo>
                <a:lnTo>
                  <a:pt x="21837" y="671"/>
                </a:lnTo>
                <a:lnTo>
                  <a:pt x="21939" y="706"/>
                </a:lnTo>
                <a:lnTo>
                  <a:pt x="22045" y="706"/>
                </a:lnTo>
                <a:lnTo>
                  <a:pt x="22146" y="706"/>
                </a:lnTo>
                <a:lnTo>
                  <a:pt x="22252" y="741"/>
                </a:lnTo>
                <a:lnTo>
                  <a:pt x="22353" y="812"/>
                </a:lnTo>
                <a:lnTo>
                  <a:pt x="22459" y="882"/>
                </a:lnTo>
                <a:lnTo>
                  <a:pt x="22561" y="954"/>
                </a:lnTo>
                <a:lnTo>
                  <a:pt x="22666" y="989"/>
                </a:lnTo>
                <a:lnTo>
                  <a:pt x="22768" y="1025"/>
                </a:lnTo>
                <a:lnTo>
                  <a:pt x="22940" y="1095"/>
                </a:lnTo>
                <a:lnTo>
                  <a:pt x="23046" y="1130"/>
                </a:lnTo>
                <a:lnTo>
                  <a:pt x="23147" y="1166"/>
                </a:lnTo>
                <a:lnTo>
                  <a:pt x="23253" y="1166"/>
                </a:lnTo>
                <a:lnTo>
                  <a:pt x="23354" y="1236"/>
                </a:lnTo>
                <a:lnTo>
                  <a:pt x="23390" y="0"/>
                </a:lnTo>
                <a:lnTo>
                  <a:pt x="0" y="0"/>
                </a:lnTo>
                <a:lnTo>
                  <a:pt x="70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91960" y="1994040"/>
            <a:ext cx="8420400" cy="495720"/>
          </a:xfrm>
          <a:custGeom>
            <a:avLst/>
            <a:gdLst/>
            <a:ahLst/>
            <a:rect l="0" t="0" r="r" b="b"/>
            <a:pathLst>
              <a:path w="23390" h="1377">
                <a:moveTo>
                  <a:pt x="0" y="953"/>
                </a:moveTo>
                <a:lnTo>
                  <a:pt x="105" y="882"/>
                </a:lnTo>
                <a:lnTo>
                  <a:pt x="171" y="777"/>
                </a:lnTo>
                <a:lnTo>
                  <a:pt x="277" y="706"/>
                </a:lnTo>
                <a:lnTo>
                  <a:pt x="379" y="671"/>
                </a:lnTo>
                <a:lnTo>
                  <a:pt x="449" y="565"/>
                </a:lnTo>
                <a:lnTo>
                  <a:pt x="520" y="459"/>
                </a:lnTo>
                <a:lnTo>
                  <a:pt x="621" y="389"/>
                </a:lnTo>
                <a:lnTo>
                  <a:pt x="727" y="317"/>
                </a:lnTo>
                <a:lnTo>
                  <a:pt x="793" y="211"/>
                </a:lnTo>
                <a:lnTo>
                  <a:pt x="864" y="105"/>
                </a:lnTo>
                <a:lnTo>
                  <a:pt x="934" y="0"/>
                </a:lnTo>
                <a:lnTo>
                  <a:pt x="1071" y="141"/>
                </a:lnTo>
                <a:lnTo>
                  <a:pt x="1177" y="176"/>
                </a:lnTo>
                <a:lnTo>
                  <a:pt x="1212" y="282"/>
                </a:lnTo>
                <a:lnTo>
                  <a:pt x="1314" y="389"/>
                </a:lnTo>
                <a:lnTo>
                  <a:pt x="1349" y="494"/>
                </a:lnTo>
                <a:lnTo>
                  <a:pt x="1486" y="530"/>
                </a:lnTo>
                <a:lnTo>
                  <a:pt x="1486" y="636"/>
                </a:lnTo>
                <a:lnTo>
                  <a:pt x="1591" y="671"/>
                </a:lnTo>
                <a:lnTo>
                  <a:pt x="1693" y="671"/>
                </a:lnTo>
                <a:lnTo>
                  <a:pt x="1869" y="636"/>
                </a:lnTo>
                <a:lnTo>
                  <a:pt x="2041" y="600"/>
                </a:lnTo>
                <a:lnTo>
                  <a:pt x="2143" y="600"/>
                </a:lnTo>
                <a:lnTo>
                  <a:pt x="2319" y="600"/>
                </a:lnTo>
                <a:lnTo>
                  <a:pt x="2385" y="494"/>
                </a:lnTo>
                <a:lnTo>
                  <a:pt x="2491" y="494"/>
                </a:lnTo>
                <a:lnTo>
                  <a:pt x="2562" y="600"/>
                </a:lnTo>
                <a:lnTo>
                  <a:pt x="2663" y="706"/>
                </a:lnTo>
                <a:lnTo>
                  <a:pt x="2769" y="706"/>
                </a:lnTo>
                <a:lnTo>
                  <a:pt x="2870" y="671"/>
                </a:lnTo>
                <a:lnTo>
                  <a:pt x="3011" y="671"/>
                </a:lnTo>
                <a:lnTo>
                  <a:pt x="3148" y="600"/>
                </a:lnTo>
                <a:lnTo>
                  <a:pt x="3285" y="565"/>
                </a:lnTo>
                <a:lnTo>
                  <a:pt x="3391" y="530"/>
                </a:lnTo>
                <a:lnTo>
                  <a:pt x="3426" y="706"/>
                </a:lnTo>
                <a:lnTo>
                  <a:pt x="3426" y="812"/>
                </a:lnTo>
                <a:lnTo>
                  <a:pt x="3563" y="777"/>
                </a:lnTo>
                <a:lnTo>
                  <a:pt x="3668" y="741"/>
                </a:lnTo>
                <a:lnTo>
                  <a:pt x="3770" y="706"/>
                </a:lnTo>
                <a:lnTo>
                  <a:pt x="3876" y="706"/>
                </a:lnTo>
                <a:lnTo>
                  <a:pt x="3977" y="706"/>
                </a:lnTo>
                <a:lnTo>
                  <a:pt x="4048" y="812"/>
                </a:lnTo>
                <a:lnTo>
                  <a:pt x="4153" y="812"/>
                </a:lnTo>
                <a:lnTo>
                  <a:pt x="4255" y="812"/>
                </a:lnTo>
                <a:lnTo>
                  <a:pt x="4392" y="812"/>
                </a:lnTo>
                <a:lnTo>
                  <a:pt x="4497" y="777"/>
                </a:lnTo>
                <a:lnTo>
                  <a:pt x="4669" y="741"/>
                </a:lnTo>
                <a:lnTo>
                  <a:pt x="4775" y="671"/>
                </a:lnTo>
                <a:lnTo>
                  <a:pt x="4877" y="636"/>
                </a:lnTo>
                <a:lnTo>
                  <a:pt x="4982" y="600"/>
                </a:lnTo>
                <a:lnTo>
                  <a:pt x="5084" y="530"/>
                </a:lnTo>
                <a:lnTo>
                  <a:pt x="5225" y="494"/>
                </a:lnTo>
                <a:lnTo>
                  <a:pt x="5326" y="459"/>
                </a:lnTo>
                <a:lnTo>
                  <a:pt x="5468" y="565"/>
                </a:lnTo>
                <a:lnTo>
                  <a:pt x="5569" y="636"/>
                </a:lnTo>
                <a:lnTo>
                  <a:pt x="5675" y="706"/>
                </a:lnTo>
                <a:lnTo>
                  <a:pt x="5776" y="741"/>
                </a:lnTo>
                <a:lnTo>
                  <a:pt x="5882" y="812"/>
                </a:lnTo>
                <a:lnTo>
                  <a:pt x="6019" y="812"/>
                </a:lnTo>
                <a:lnTo>
                  <a:pt x="6125" y="777"/>
                </a:lnTo>
                <a:lnTo>
                  <a:pt x="6226" y="741"/>
                </a:lnTo>
                <a:lnTo>
                  <a:pt x="6332" y="671"/>
                </a:lnTo>
                <a:lnTo>
                  <a:pt x="6433" y="671"/>
                </a:lnTo>
                <a:lnTo>
                  <a:pt x="6574" y="600"/>
                </a:lnTo>
                <a:lnTo>
                  <a:pt x="6676" y="565"/>
                </a:lnTo>
                <a:lnTo>
                  <a:pt x="6782" y="530"/>
                </a:lnTo>
                <a:lnTo>
                  <a:pt x="6883" y="494"/>
                </a:lnTo>
                <a:lnTo>
                  <a:pt x="7024" y="459"/>
                </a:lnTo>
                <a:lnTo>
                  <a:pt x="7126" y="424"/>
                </a:lnTo>
                <a:lnTo>
                  <a:pt x="7231" y="389"/>
                </a:lnTo>
                <a:lnTo>
                  <a:pt x="7333" y="389"/>
                </a:lnTo>
                <a:lnTo>
                  <a:pt x="7439" y="353"/>
                </a:lnTo>
                <a:lnTo>
                  <a:pt x="7540" y="317"/>
                </a:lnTo>
                <a:lnTo>
                  <a:pt x="7646" y="424"/>
                </a:lnTo>
                <a:lnTo>
                  <a:pt x="7717" y="530"/>
                </a:lnTo>
                <a:lnTo>
                  <a:pt x="7818" y="565"/>
                </a:lnTo>
                <a:lnTo>
                  <a:pt x="7924" y="671"/>
                </a:lnTo>
                <a:lnTo>
                  <a:pt x="8025" y="671"/>
                </a:lnTo>
                <a:lnTo>
                  <a:pt x="8131" y="706"/>
                </a:lnTo>
                <a:lnTo>
                  <a:pt x="8232" y="741"/>
                </a:lnTo>
                <a:lnTo>
                  <a:pt x="8338" y="777"/>
                </a:lnTo>
                <a:lnTo>
                  <a:pt x="8440" y="812"/>
                </a:lnTo>
                <a:lnTo>
                  <a:pt x="8546" y="812"/>
                </a:lnTo>
                <a:lnTo>
                  <a:pt x="8682" y="741"/>
                </a:lnTo>
                <a:lnTo>
                  <a:pt x="8788" y="706"/>
                </a:lnTo>
                <a:lnTo>
                  <a:pt x="8890" y="600"/>
                </a:lnTo>
                <a:lnTo>
                  <a:pt x="8995" y="530"/>
                </a:lnTo>
                <a:lnTo>
                  <a:pt x="9101" y="459"/>
                </a:lnTo>
                <a:lnTo>
                  <a:pt x="9203" y="424"/>
                </a:lnTo>
                <a:lnTo>
                  <a:pt x="9308" y="389"/>
                </a:lnTo>
                <a:lnTo>
                  <a:pt x="9410" y="317"/>
                </a:lnTo>
                <a:lnTo>
                  <a:pt x="9480" y="424"/>
                </a:lnTo>
                <a:lnTo>
                  <a:pt x="9582" y="494"/>
                </a:lnTo>
                <a:lnTo>
                  <a:pt x="9688" y="530"/>
                </a:lnTo>
                <a:lnTo>
                  <a:pt x="9789" y="600"/>
                </a:lnTo>
                <a:lnTo>
                  <a:pt x="9895" y="636"/>
                </a:lnTo>
                <a:lnTo>
                  <a:pt x="10001" y="706"/>
                </a:lnTo>
                <a:lnTo>
                  <a:pt x="10102" y="706"/>
                </a:lnTo>
                <a:lnTo>
                  <a:pt x="10208" y="741"/>
                </a:lnTo>
                <a:lnTo>
                  <a:pt x="10309" y="741"/>
                </a:lnTo>
                <a:lnTo>
                  <a:pt x="10415" y="812"/>
                </a:lnTo>
                <a:lnTo>
                  <a:pt x="10552" y="847"/>
                </a:lnTo>
                <a:lnTo>
                  <a:pt x="10658" y="847"/>
                </a:lnTo>
                <a:lnTo>
                  <a:pt x="10759" y="847"/>
                </a:lnTo>
                <a:lnTo>
                  <a:pt x="10865" y="882"/>
                </a:lnTo>
                <a:lnTo>
                  <a:pt x="11002" y="882"/>
                </a:lnTo>
                <a:lnTo>
                  <a:pt x="11108" y="847"/>
                </a:lnTo>
                <a:lnTo>
                  <a:pt x="11244" y="812"/>
                </a:lnTo>
                <a:lnTo>
                  <a:pt x="11350" y="741"/>
                </a:lnTo>
                <a:lnTo>
                  <a:pt x="11452" y="741"/>
                </a:lnTo>
                <a:lnTo>
                  <a:pt x="11557" y="671"/>
                </a:lnTo>
                <a:lnTo>
                  <a:pt x="11659" y="636"/>
                </a:lnTo>
                <a:lnTo>
                  <a:pt x="11766" y="636"/>
                </a:lnTo>
                <a:lnTo>
                  <a:pt x="11867" y="600"/>
                </a:lnTo>
                <a:lnTo>
                  <a:pt x="12008" y="565"/>
                </a:lnTo>
                <a:lnTo>
                  <a:pt x="12110" y="565"/>
                </a:lnTo>
                <a:lnTo>
                  <a:pt x="12282" y="494"/>
                </a:lnTo>
                <a:lnTo>
                  <a:pt x="12423" y="459"/>
                </a:lnTo>
                <a:lnTo>
                  <a:pt x="12524" y="353"/>
                </a:lnTo>
                <a:lnTo>
                  <a:pt x="12630" y="282"/>
                </a:lnTo>
                <a:lnTo>
                  <a:pt x="12731" y="246"/>
                </a:lnTo>
                <a:lnTo>
                  <a:pt x="12802" y="353"/>
                </a:lnTo>
                <a:lnTo>
                  <a:pt x="12837" y="459"/>
                </a:lnTo>
                <a:lnTo>
                  <a:pt x="12939" y="530"/>
                </a:lnTo>
                <a:lnTo>
                  <a:pt x="12974" y="636"/>
                </a:lnTo>
                <a:lnTo>
                  <a:pt x="13080" y="706"/>
                </a:lnTo>
                <a:lnTo>
                  <a:pt x="13181" y="706"/>
                </a:lnTo>
                <a:lnTo>
                  <a:pt x="13322" y="847"/>
                </a:lnTo>
                <a:lnTo>
                  <a:pt x="13459" y="35"/>
                </a:lnTo>
                <a:lnTo>
                  <a:pt x="13530" y="847"/>
                </a:lnTo>
                <a:lnTo>
                  <a:pt x="13631" y="812"/>
                </a:lnTo>
                <a:lnTo>
                  <a:pt x="13737" y="741"/>
                </a:lnTo>
                <a:lnTo>
                  <a:pt x="13838" y="706"/>
                </a:lnTo>
                <a:lnTo>
                  <a:pt x="13944" y="600"/>
                </a:lnTo>
                <a:lnTo>
                  <a:pt x="14050" y="530"/>
                </a:lnTo>
                <a:lnTo>
                  <a:pt x="14151" y="459"/>
                </a:lnTo>
                <a:lnTo>
                  <a:pt x="14222" y="353"/>
                </a:lnTo>
                <a:lnTo>
                  <a:pt x="14323" y="282"/>
                </a:lnTo>
                <a:lnTo>
                  <a:pt x="14429" y="353"/>
                </a:lnTo>
                <a:lnTo>
                  <a:pt x="14500" y="459"/>
                </a:lnTo>
                <a:lnTo>
                  <a:pt x="14601" y="530"/>
                </a:lnTo>
                <a:lnTo>
                  <a:pt x="14707" y="565"/>
                </a:lnTo>
                <a:lnTo>
                  <a:pt x="14808" y="600"/>
                </a:lnTo>
                <a:lnTo>
                  <a:pt x="14914" y="600"/>
                </a:lnTo>
                <a:lnTo>
                  <a:pt x="15086" y="600"/>
                </a:lnTo>
                <a:lnTo>
                  <a:pt x="15188" y="600"/>
                </a:lnTo>
                <a:lnTo>
                  <a:pt x="15293" y="600"/>
                </a:lnTo>
                <a:lnTo>
                  <a:pt x="15399" y="600"/>
                </a:lnTo>
                <a:lnTo>
                  <a:pt x="15501" y="600"/>
                </a:lnTo>
                <a:lnTo>
                  <a:pt x="15607" y="600"/>
                </a:lnTo>
                <a:lnTo>
                  <a:pt x="15743" y="671"/>
                </a:lnTo>
                <a:lnTo>
                  <a:pt x="15849" y="671"/>
                </a:lnTo>
                <a:lnTo>
                  <a:pt x="15950" y="706"/>
                </a:lnTo>
                <a:lnTo>
                  <a:pt x="16056" y="706"/>
                </a:lnTo>
                <a:lnTo>
                  <a:pt x="16193" y="741"/>
                </a:lnTo>
                <a:lnTo>
                  <a:pt x="16299" y="741"/>
                </a:lnTo>
                <a:lnTo>
                  <a:pt x="16436" y="741"/>
                </a:lnTo>
                <a:lnTo>
                  <a:pt x="16572" y="741"/>
                </a:lnTo>
                <a:lnTo>
                  <a:pt x="16678" y="777"/>
                </a:lnTo>
                <a:lnTo>
                  <a:pt x="16815" y="812"/>
                </a:lnTo>
                <a:lnTo>
                  <a:pt x="16921" y="812"/>
                </a:lnTo>
                <a:lnTo>
                  <a:pt x="17022" y="847"/>
                </a:lnTo>
                <a:lnTo>
                  <a:pt x="17128" y="847"/>
                </a:lnTo>
                <a:lnTo>
                  <a:pt x="17229" y="882"/>
                </a:lnTo>
                <a:lnTo>
                  <a:pt x="17335" y="918"/>
                </a:lnTo>
                <a:lnTo>
                  <a:pt x="17437" y="882"/>
                </a:lnTo>
                <a:lnTo>
                  <a:pt x="17542" y="847"/>
                </a:lnTo>
                <a:lnTo>
                  <a:pt x="17648" y="812"/>
                </a:lnTo>
                <a:lnTo>
                  <a:pt x="17750" y="777"/>
                </a:lnTo>
                <a:lnTo>
                  <a:pt x="17922" y="706"/>
                </a:lnTo>
                <a:lnTo>
                  <a:pt x="18063" y="636"/>
                </a:lnTo>
                <a:lnTo>
                  <a:pt x="18164" y="600"/>
                </a:lnTo>
                <a:lnTo>
                  <a:pt x="18270" y="530"/>
                </a:lnTo>
                <a:lnTo>
                  <a:pt x="18371" y="494"/>
                </a:lnTo>
                <a:lnTo>
                  <a:pt x="18477" y="389"/>
                </a:lnTo>
                <a:lnTo>
                  <a:pt x="18579" y="317"/>
                </a:lnTo>
                <a:lnTo>
                  <a:pt x="18684" y="282"/>
                </a:lnTo>
                <a:lnTo>
                  <a:pt x="18786" y="246"/>
                </a:lnTo>
                <a:lnTo>
                  <a:pt x="18892" y="246"/>
                </a:lnTo>
                <a:lnTo>
                  <a:pt x="18998" y="353"/>
                </a:lnTo>
                <a:lnTo>
                  <a:pt x="19099" y="459"/>
                </a:lnTo>
                <a:lnTo>
                  <a:pt x="19205" y="530"/>
                </a:lnTo>
                <a:lnTo>
                  <a:pt x="19306" y="565"/>
                </a:lnTo>
                <a:lnTo>
                  <a:pt x="19412" y="600"/>
                </a:lnTo>
                <a:lnTo>
                  <a:pt x="19514" y="671"/>
                </a:lnTo>
                <a:lnTo>
                  <a:pt x="19619" y="706"/>
                </a:lnTo>
                <a:lnTo>
                  <a:pt x="19721" y="741"/>
                </a:lnTo>
                <a:lnTo>
                  <a:pt x="19827" y="777"/>
                </a:lnTo>
                <a:lnTo>
                  <a:pt x="19928" y="812"/>
                </a:lnTo>
                <a:lnTo>
                  <a:pt x="20034" y="812"/>
                </a:lnTo>
                <a:lnTo>
                  <a:pt x="20135" y="812"/>
                </a:lnTo>
                <a:lnTo>
                  <a:pt x="20241" y="812"/>
                </a:lnTo>
                <a:lnTo>
                  <a:pt x="20347" y="812"/>
                </a:lnTo>
                <a:lnTo>
                  <a:pt x="20448" y="777"/>
                </a:lnTo>
                <a:lnTo>
                  <a:pt x="20554" y="741"/>
                </a:lnTo>
                <a:lnTo>
                  <a:pt x="20656" y="706"/>
                </a:lnTo>
                <a:lnTo>
                  <a:pt x="20761" y="671"/>
                </a:lnTo>
                <a:lnTo>
                  <a:pt x="20898" y="600"/>
                </a:lnTo>
                <a:lnTo>
                  <a:pt x="21004" y="565"/>
                </a:lnTo>
                <a:lnTo>
                  <a:pt x="21141" y="530"/>
                </a:lnTo>
                <a:lnTo>
                  <a:pt x="21247" y="459"/>
                </a:lnTo>
                <a:lnTo>
                  <a:pt x="21348" y="459"/>
                </a:lnTo>
                <a:lnTo>
                  <a:pt x="21485" y="424"/>
                </a:lnTo>
                <a:lnTo>
                  <a:pt x="21727" y="424"/>
                </a:lnTo>
                <a:lnTo>
                  <a:pt x="21833" y="424"/>
                </a:lnTo>
                <a:lnTo>
                  <a:pt x="21934" y="424"/>
                </a:lnTo>
                <a:lnTo>
                  <a:pt x="22040" y="424"/>
                </a:lnTo>
                <a:lnTo>
                  <a:pt x="22146" y="459"/>
                </a:lnTo>
                <a:lnTo>
                  <a:pt x="22283" y="459"/>
                </a:lnTo>
                <a:lnTo>
                  <a:pt x="22384" y="459"/>
                </a:lnTo>
                <a:lnTo>
                  <a:pt x="22561" y="494"/>
                </a:lnTo>
                <a:lnTo>
                  <a:pt x="22662" y="530"/>
                </a:lnTo>
                <a:lnTo>
                  <a:pt x="22768" y="530"/>
                </a:lnTo>
                <a:lnTo>
                  <a:pt x="22869" y="494"/>
                </a:lnTo>
                <a:lnTo>
                  <a:pt x="22975" y="424"/>
                </a:lnTo>
                <a:lnTo>
                  <a:pt x="23077" y="389"/>
                </a:lnTo>
                <a:lnTo>
                  <a:pt x="23182" y="317"/>
                </a:lnTo>
                <a:lnTo>
                  <a:pt x="23284" y="246"/>
                </a:lnTo>
                <a:lnTo>
                  <a:pt x="23390" y="211"/>
                </a:lnTo>
                <a:lnTo>
                  <a:pt x="23390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52440" y="1108080"/>
            <a:ext cx="837576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04920" y="1041480"/>
            <a:ext cx="8420400" cy="444960"/>
          </a:xfrm>
          <a:custGeom>
            <a:avLst/>
            <a:gdLst/>
            <a:ahLst/>
            <a:rect l="0" t="0" r="r" b="b"/>
            <a:pathLst>
              <a:path w="23390" h="1236">
                <a:moveTo>
                  <a:pt x="70" y="1095"/>
                </a:moveTo>
                <a:lnTo>
                  <a:pt x="1071" y="318"/>
                </a:lnTo>
                <a:lnTo>
                  <a:pt x="1137" y="424"/>
                </a:lnTo>
                <a:lnTo>
                  <a:pt x="1172" y="530"/>
                </a:lnTo>
                <a:lnTo>
                  <a:pt x="1274" y="600"/>
                </a:lnTo>
                <a:lnTo>
                  <a:pt x="1344" y="706"/>
                </a:lnTo>
                <a:lnTo>
                  <a:pt x="1415" y="812"/>
                </a:lnTo>
                <a:lnTo>
                  <a:pt x="1516" y="812"/>
                </a:lnTo>
                <a:lnTo>
                  <a:pt x="1552" y="706"/>
                </a:lnTo>
                <a:lnTo>
                  <a:pt x="1658" y="600"/>
                </a:lnTo>
                <a:lnTo>
                  <a:pt x="1688" y="494"/>
                </a:lnTo>
                <a:lnTo>
                  <a:pt x="1794" y="424"/>
                </a:lnTo>
                <a:lnTo>
                  <a:pt x="1896" y="389"/>
                </a:lnTo>
                <a:lnTo>
                  <a:pt x="1966" y="530"/>
                </a:lnTo>
                <a:lnTo>
                  <a:pt x="2037" y="636"/>
                </a:lnTo>
                <a:lnTo>
                  <a:pt x="2138" y="706"/>
                </a:lnTo>
                <a:lnTo>
                  <a:pt x="2240" y="706"/>
                </a:lnTo>
                <a:lnTo>
                  <a:pt x="2345" y="741"/>
                </a:lnTo>
                <a:lnTo>
                  <a:pt x="2447" y="812"/>
                </a:lnTo>
                <a:lnTo>
                  <a:pt x="2553" y="812"/>
                </a:lnTo>
                <a:lnTo>
                  <a:pt x="2654" y="741"/>
                </a:lnTo>
                <a:lnTo>
                  <a:pt x="2760" y="741"/>
                </a:lnTo>
                <a:lnTo>
                  <a:pt x="2897" y="741"/>
                </a:lnTo>
                <a:lnTo>
                  <a:pt x="3003" y="741"/>
                </a:lnTo>
                <a:lnTo>
                  <a:pt x="3104" y="812"/>
                </a:lnTo>
                <a:lnTo>
                  <a:pt x="3690" y="706"/>
                </a:lnTo>
                <a:lnTo>
                  <a:pt x="3796" y="671"/>
                </a:lnTo>
                <a:lnTo>
                  <a:pt x="3898" y="636"/>
                </a:lnTo>
                <a:lnTo>
                  <a:pt x="4034" y="600"/>
                </a:lnTo>
                <a:lnTo>
                  <a:pt x="4140" y="565"/>
                </a:lnTo>
                <a:lnTo>
                  <a:pt x="4277" y="565"/>
                </a:lnTo>
                <a:lnTo>
                  <a:pt x="4383" y="530"/>
                </a:lnTo>
                <a:lnTo>
                  <a:pt x="4484" y="530"/>
                </a:lnTo>
                <a:lnTo>
                  <a:pt x="4586" y="494"/>
                </a:lnTo>
                <a:lnTo>
                  <a:pt x="4691" y="494"/>
                </a:lnTo>
                <a:lnTo>
                  <a:pt x="4762" y="600"/>
                </a:lnTo>
                <a:lnTo>
                  <a:pt x="4863" y="671"/>
                </a:lnTo>
                <a:lnTo>
                  <a:pt x="4969" y="741"/>
                </a:lnTo>
                <a:lnTo>
                  <a:pt x="5106" y="812"/>
                </a:lnTo>
                <a:lnTo>
                  <a:pt x="5207" y="812"/>
                </a:lnTo>
                <a:lnTo>
                  <a:pt x="5313" y="812"/>
                </a:lnTo>
                <a:lnTo>
                  <a:pt x="5415" y="741"/>
                </a:lnTo>
                <a:lnTo>
                  <a:pt x="5520" y="741"/>
                </a:lnTo>
                <a:lnTo>
                  <a:pt x="5622" y="777"/>
                </a:lnTo>
                <a:lnTo>
                  <a:pt x="5864" y="812"/>
                </a:lnTo>
                <a:lnTo>
                  <a:pt x="5966" y="812"/>
                </a:lnTo>
                <a:lnTo>
                  <a:pt x="6072" y="777"/>
                </a:lnTo>
                <a:lnTo>
                  <a:pt x="6173" y="741"/>
                </a:lnTo>
                <a:lnTo>
                  <a:pt x="6279" y="706"/>
                </a:lnTo>
                <a:lnTo>
                  <a:pt x="6380" y="706"/>
                </a:lnTo>
                <a:lnTo>
                  <a:pt x="6486" y="671"/>
                </a:lnTo>
                <a:lnTo>
                  <a:pt x="6623" y="600"/>
                </a:lnTo>
                <a:lnTo>
                  <a:pt x="6724" y="600"/>
                </a:lnTo>
                <a:lnTo>
                  <a:pt x="6865" y="565"/>
                </a:lnTo>
                <a:lnTo>
                  <a:pt x="6967" y="530"/>
                </a:lnTo>
                <a:lnTo>
                  <a:pt x="7073" y="494"/>
                </a:lnTo>
                <a:lnTo>
                  <a:pt x="7174" y="459"/>
                </a:lnTo>
                <a:lnTo>
                  <a:pt x="7280" y="424"/>
                </a:lnTo>
                <a:lnTo>
                  <a:pt x="7417" y="353"/>
                </a:lnTo>
                <a:lnTo>
                  <a:pt x="7518" y="318"/>
                </a:lnTo>
                <a:lnTo>
                  <a:pt x="7624" y="318"/>
                </a:lnTo>
                <a:lnTo>
                  <a:pt x="7725" y="246"/>
                </a:lnTo>
                <a:lnTo>
                  <a:pt x="7831" y="954"/>
                </a:lnTo>
                <a:lnTo>
                  <a:pt x="7968" y="282"/>
                </a:lnTo>
                <a:lnTo>
                  <a:pt x="8074" y="318"/>
                </a:lnTo>
                <a:lnTo>
                  <a:pt x="8175" y="318"/>
                </a:lnTo>
                <a:lnTo>
                  <a:pt x="8281" y="389"/>
                </a:lnTo>
                <a:lnTo>
                  <a:pt x="8418" y="459"/>
                </a:lnTo>
                <a:lnTo>
                  <a:pt x="8519" y="565"/>
                </a:lnTo>
                <a:lnTo>
                  <a:pt x="8625" y="565"/>
                </a:lnTo>
                <a:lnTo>
                  <a:pt x="8726" y="636"/>
                </a:lnTo>
                <a:lnTo>
                  <a:pt x="8867" y="706"/>
                </a:lnTo>
                <a:lnTo>
                  <a:pt x="8969" y="741"/>
                </a:lnTo>
                <a:lnTo>
                  <a:pt x="9070" y="741"/>
                </a:lnTo>
                <a:lnTo>
                  <a:pt x="9176" y="741"/>
                </a:lnTo>
                <a:lnTo>
                  <a:pt x="9278" y="741"/>
                </a:lnTo>
                <a:lnTo>
                  <a:pt x="9419" y="812"/>
                </a:lnTo>
                <a:lnTo>
                  <a:pt x="9520" y="812"/>
                </a:lnTo>
                <a:lnTo>
                  <a:pt x="9626" y="741"/>
                </a:lnTo>
                <a:lnTo>
                  <a:pt x="9727" y="706"/>
                </a:lnTo>
                <a:lnTo>
                  <a:pt x="9833" y="671"/>
                </a:lnTo>
                <a:lnTo>
                  <a:pt x="9935" y="671"/>
                </a:lnTo>
                <a:lnTo>
                  <a:pt x="10036" y="600"/>
                </a:lnTo>
                <a:lnTo>
                  <a:pt x="10142" y="671"/>
                </a:lnTo>
                <a:lnTo>
                  <a:pt x="10243" y="706"/>
                </a:lnTo>
                <a:lnTo>
                  <a:pt x="10349" y="706"/>
                </a:lnTo>
                <a:lnTo>
                  <a:pt x="10451" y="741"/>
                </a:lnTo>
                <a:lnTo>
                  <a:pt x="10556" y="777"/>
                </a:lnTo>
                <a:lnTo>
                  <a:pt x="10658" y="847"/>
                </a:lnTo>
                <a:lnTo>
                  <a:pt x="10693" y="954"/>
                </a:lnTo>
                <a:lnTo>
                  <a:pt x="10799" y="989"/>
                </a:lnTo>
                <a:lnTo>
                  <a:pt x="10936" y="989"/>
                </a:lnTo>
                <a:lnTo>
                  <a:pt x="11072" y="954"/>
                </a:lnTo>
                <a:lnTo>
                  <a:pt x="11178" y="882"/>
                </a:lnTo>
                <a:lnTo>
                  <a:pt x="11315" y="812"/>
                </a:lnTo>
                <a:lnTo>
                  <a:pt x="11659" y="741"/>
                </a:lnTo>
                <a:lnTo>
                  <a:pt x="12074" y="706"/>
                </a:lnTo>
                <a:lnTo>
                  <a:pt x="12489" y="671"/>
                </a:lnTo>
                <a:lnTo>
                  <a:pt x="12626" y="600"/>
                </a:lnTo>
                <a:lnTo>
                  <a:pt x="12731" y="530"/>
                </a:lnTo>
                <a:lnTo>
                  <a:pt x="12833" y="530"/>
                </a:lnTo>
                <a:lnTo>
                  <a:pt x="12939" y="530"/>
                </a:lnTo>
                <a:lnTo>
                  <a:pt x="13040" y="494"/>
                </a:lnTo>
                <a:lnTo>
                  <a:pt x="13146" y="459"/>
                </a:lnTo>
                <a:lnTo>
                  <a:pt x="13318" y="565"/>
                </a:lnTo>
                <a:lnTo>
                  <a:pt x="13419" y="636"/>
                </a:lnTo>
                <a:lnTo>
                  <a:pt x="13525" y="706"/>
                </a:lnTo>
                <a:lnTo>
                  <a:pt x="13627" y="812"/>
                </a:lnTo>
                <a:lnTo>
                  <a:pt x="13732" y="812"/>
                </a:lnTo>
                <a:lnTo>
                  <a:pt x="13834" y="847"/>
                </a:lnTo>
                <a:lnTo>
                  <a:pt x="13935" y="812"/>
                </a:lnTo>
                <a:lnTo>
                  <a:pt x="14142" y="741"/>
                </a:lnTo>
                <a:lnTo>
                  <a:pt x="14248" y="706"/>
                </a:lnTo>
                <a:lnTo>
                  <a:pt x="14350" y="671"/>
                </a:lnTo>
                <a:lnTo>
                  <a:pt x="14491" y="600"/>
                </a:lnTo>
                <a:lnTo>
                  <a:pt x="14592" y="530"/>
                </a:lnTo>
                <a:lnTo>
                  <a:pt x="14698" y="459"/>
                </a:lnTo>
                <a:lnTo>
                  <a:pt x="14800" y="459"/>
                </a:lnTo>
                <a:lnTo>
                  <a:pt x="14870" y="565"/>
                </a:lnTo>
                <a:lnTo>
                  <a:pt x="14936" y="671"/>
                </a:lnTo>
                <a:lnTo>
                  <a:pt x="15007" y="812"/>
                </a:lnTo>
                <a:lnTo>
                  <a:pt x="15108" y="812"/>
                </a:lnTo>
                <a:lnTo>
                  <a:pt x="15214" y="741"/>
                </a:lnTo>
                <a:lnTo>
                  <a:pt x="15351" y="741"/>
                </a:lnTo>
                <a:lnTo>
                  <a:pt x="15492" y="741"/>
                </a:lnTo>
                <a:lnTo>
                  <a:pt x="15593" y="706"/>
                </a:lnTo>
                <a:lnTo>
                  <a:pt x="15730" y="671"/>
                </a:lnTo>
                <a:lnTo>
                  <a:pt x="15836" y="636"/>
                </a:lnTo>
                <a:lnTo>
                  <a:pt x="15937" y="671"/>
                </a:lnTo>
                <a:lnTo>
                  <a:pt x="16078" y="706"/>
                </a:lnTo>
                <a:lnTo>
                  <a:pt x="16215" y="741"/>
                </a:lnTo>
                <a:lnTo>
                  <a:pt x="16316" y="741"/>
                </a:lnTo>
                <a:lnTo>
                  <a:pt x="16488" y="741"/>
                </a:lnTo>
                <a:lnTo>
                  <a:pt x="16630" y="741"/>
                </a:lnTo>
                <a:lnTo>
                  <a:pt x="16802" y="706"/>
                </a:lnTo>
                <a:lnTo>
                  <a:pt x="16974" y="671"/>
                </a:lnTo>
                <a:lnTo>
                  <a:pt x="17110" y="600"/>
                </a:lnTo>
                <a:lnTo>
                  <a:pt x="17216" y="600"/>
                </a:lnTo>
                <a:lnTo>
                  <a:pt x="17317" y="565"/>
                </a:lnTo>
                <a:lnTo>
                  <a:pt x="17454" y="530"/>
                </a:lnTo>
                <a:lnTo>
                  <a:pt x="17560" y="530"/>
                </a:lnTo>
                <a:lnTo>
                  <a:pt x="17661" y="459"/>
                </a:lnTo>
                <a:lnTo>
                  <a:pt x="17767" y="424"/>
                </a:lnTo>
                <a:lnTo>
                  <a:pt x="17869" y="530"/>
                </a:lnTo>
                <a:lnTo>
                  <a:pt x="18010" y="565"/>
                </a:lnTo>
                <a:lnTo>
                  <a:pt x="18076" y="671"/>
                </a:lnTo>
                <a:lnTo>
                  <a:pt x="18182" y="671"/>
                </a:lnTo>
                <a:lnTo>
                  <a:pt x="18283" y="671"/>
                </a:lnTo>
                <a:lnTo>
                  <a:pt x="18420" y="671"/>
                </a:lnTo>
                <a:lnTo>
                  <a:pt x="18662" y="600"/>
                </a:lnTo>
                <a:lnTo>
                  <a:pt x="18768" y="600"/>
                </a:lnTo>
                <a:lnTo>
                  <a:pt x="18870" y="600"/>
                </a:lnTo>
                <a:lnTo>
                  <a:pt x="18976" y="600"/>
                </a:lnTo>
                <a:lnTo>
                  <a:pt x="19077" y="600"/>
                </a:lnTo>
                <a:lnTo>
                  <a:pt x="19183" y="565"/>
                </a:lnTo>
                <a:lnTo>
                  <a:pt x="19284" y="600"/>
                </a:lnTo>
                <a:lnTo>
                  <a:pt x="19390" y="671"/>
                </a:lnTo>
                <a:lnTo>
                  <a:pt x="19491" y="706"/>
                </a:lnTo>
                <a:lnTo>
                  <a:pt x="19593" y="741"/>
                </a:lnTo>
                <a:lnTo>
                  <a:pt x="19699" y="812"/>
                </a:lnTo>
                <a:lnTo>
                  <a:pt x="19800" y="847"/>
                </a:lnTo>
                <a:lnTo>
                  <a:pt x="19906" y="847"/>
                </a:lnTo>
                <a:lnTo>
                  <a:pt x="20007" y="812"/>
                </a:lnTo>
                <a:lnTo>
                  <a:pt x="20113" y="741"/>
                </a:lnTo>
                <a:lnTo>
                  <a:pt x="20215" y="671"/>
                </a:lnTo>
                <a:lnTo>
                  <a:pt x="20356" y="600"/>
                </a:lnTo>
                <a:lnTo>
                  <a:pt x="20766" y="424"/>
                </a:lnTo>
                <a:lnTo>
                  <a:pt x="20872" y="389"/>
                </a:lnTo>
                <a:lnTo>
                  <a:pt x="20973" y="389"/>
                </a:lnTo>
                <a:lnTo>
                  <a:pt x="21079" y="353"/>
                </a:lnTo>
                <a:lnTo>
                  <a:pt x="21180" y="424"/>
                </a:lnTo>
                <a:lnTo>
                  <a:pt x="21286" y="530"/>
                </a:lnTo>
                <a:lnTo>
                  <a:pt x="21388" y="565"/>
                </a:lnTo>
                <a:lnTo>
                  <a:pt x="21493" y="565"/>
                </a:lnTo>
                <a:lnTo>
                  <a:pt x="21595" y="565"/>
                </a:lnTo>
                <a:lnTo>
                  <a:pt x="21732" y="636"/>
                </a:lnTo>
                <a:lnTo>
                  <a:pt x="21837" y="671"/>
                </a:lnTo>
                <a:lnTo>
                  <a:pt x="21939" y="706"/>
                </a:lnTo>
                <a:lnTo>
                  <a:pt x="22045" y="706"/>
                </a:lnTo>
                <a:lnTo>
                  <a:pt x="22146" y="706"/>
                </a:lnTo>
                <a:lnTo>
                  <a:pt x="22252" y="741"/>
                </a:lnTo>
                <a:lnTo>
                  <a:pt x="22353" y="812"/>
                </a:lnTo>
                <a:lnTo>
                  <a:pt x="22459" y="882"/>
                </a:lnTo>
                <a:lnTo>
                  <a:pt x="22561" y="954"/>
                </a:lnTo>
                <a:lnTo>
                  <a:pt x="22666" y="989"/>
                </a:lnTo>
                <a:lnTo>
                  <a:pt x="22768" y="1025"/>
                </a:lnTo>
                <a:lnTo>
                  <a:pt x="22940" y="1095"/>
                </a:lnTo>
                <a:lnTo>
                  <a:pt x="23046" y="1130"/>
                </a:lnTo>
                <a:lnTo>
                  <a:pt x="23147" y="1166"/>
                </a:lnTo>
                <a:lnTo>
                  <a:pt x="23253" y="1166"/>
                </a:lnTo>
                <a:lnTo>
                  <a:pt x="23354" y="1236"/>
                </a:lnTo>
                <a:lnTo>
                  <a:pt x="23390" y="0"/>
                </a:lnTo>
                <a:lnTo>
                  <a:pt x="0" y="0"/>
                </a:lnTo>
                <a:lnTo>
                  <a:pt x="70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291960" y="1994040"/>
            <a:ext cx="8420400" cy="495720"/>
          </a:xfrm>
          <a:custGeom>
            <a:avLst/>
            <a:gdLst/>
            <a:ahLst/>
            <a:rect l="0" t="0" r="r" b="b"/>
            <a:pathLst>
              <a:path w="23390" h="1377">
                <a:moveTo>
                  <a:pt x="0" y="953"/>
                </a:moveTo>
                <a:lnTo>
                  <a:pt x="105" y="882"/>
                </a:lnTo>
                <a:lnTo>
                  <a:pt x="171" y="777"/>
                </a:lnTo>
                <a:lnTo>
                  <a:pt x="277" y="706"/>
                </a:lnTo>
                <a:lnTo>
                  <a:pt x="379" y="671"/>
                </a:lnTo>
                <a:lnTo>
                  <a:pt x="449" y="565"/>
                </a:lnTo>
                <a:lnTo>
                  <a:pt x="520" y="459"/>
                </a:lnTo>
                <a:lnTo>
                  <a:pt x="621" y="389"/>
                </a:lnTo>
                <a:lnTo>
                  <a:pt x="727" y="317"/>
                </a:lnTo>
                <a:lnTo>
                  <a:pt x="793" y="211"/>
                </a:lnTo>
                <a:lnTo>
                  <a:pt x="864" y="105"/>
                </a:lnTo>
                <a:lnTo>
                  <a:pt x="934" y="0"/>
                </a:lnTo>
                <a:lnTo>
                  <a:pt x="1071" y="141"/>
                </a:lnTo>
                <a:lnTo>
                  <a:pt x="1177" y="176"/>
                </a:lnTo>
                <a:lnTo>
                  <a:pt x="1212" y="282"/>
                </a:lnTo>
                <a:lnTo>
                  <a:pt x="1314" y="389"/>
                </a:lnTo>
                <a:lnTo>
                  <a:pt x="1349" y="494"/>
                </a:lnTo>
                <a:lnTo>
                  <a:pt x="1486" y="530"/>
                </a:lnTo>
                <a:lnTo>
                  <a:pt x="1486" y="636"/>
                </a:lnTo>
                <a:lnTo>
                  <a:pt x="1591" y="671"/>
                </a:lnTo>
                <a:lnTo>
                  <a:pt x="1693" y="671"/>
                </a:lnTo>
                <a:lnTo>
                  <a:pt x="1869" y="636"/>
                </a:lnTo>
                <a:lnTo>
                  <a:pt x="2041" y="600"/>
                </a:lnTo>
                <a:lnTo>
                  <a:pt x="2143" y="600"/>
                </a:lnTo>
                <a:lnTo>
                  <a:pt x="2319" y="600"/>
                </a:lnTo>
                <a:lnTo>
                  <a:pt x="2385" y="494"/>
                </a:lnTo>
                <a:lnTo>
                  <a:pt x="2491" y="494"/>
                </a:lnTo>
                <a:lnTo>
                  <a:pt x="2562" y="600"/>
                </a:lnTo>
                <a:lnTo>
                  <a:pt x="2663" y="706"/>
                </a:lnTo>
                <a:lnTo>
                  <a:pt x="2769" y="706"/>
                </a:lnTo>
                <a:lnTo>
                  <a:pt x="2870" y="671"/>
                </a:lnTo>
                <a:lnTo>
                  <a:pt x="3011" y="671"/>
                </a:lnTo>
                <a:lnTo>
                  <a:pt x="3148" y="600"/>
                </a:lnTo>
                <a:lnTo>
                  <a:pt x="3285" y="565"/>
                </a:lnTo>
                <a:lnTo>
                  <a:pt x="3391" y="530"/>
                </a:lnTo>
                <a:lnTo>
                  <a:pt x="3426" y="706"/>
                </a:lnTo>
                <a:lnTo>
                  <a:pt x="3426" y="812"/>
                </a:lnTo>
                <a:lnTo>
                  <a:pt x="3563" y="777"/>
                </a:lnTo>
                <a:lnTo>
                  <a:pt x="3668" y="741"/>
                </a:lnTo>
                <a:lnTo>
                  <a:pt x="3770" y="706"/>
                </a:lnTo>
                <a:lnTo>
                  <a:pt x="3876" y="706"/>
                </a:lnTo>
                <a:lnTo>
                  <a:pt x="3977" y="706"/>
                </a:lnTo>
                <a:lnTo>
                  <a:pt x="4048" y="812"/>
                </a:lnTo>
                <a:lnTo>
                  <a:pt x="4153" y="812"/>
                </a:lnTo>
                <a:lnTo>
                  <a:pt x="4255" y="812"/>
                </a:lnTo>
                <a:lnTo>
                  <a:pt x="4392" y="812"/>
                </a:lnTo>
                <a:lnTo>
                  <a:pt x="4497" y="777"/>
                </a:lnTo>
                <a:lnTo>
                  <a:pt x="4669" y="741"/>
                </a:lnTo>
                <a:lnTo>
                  <a:pt x="4775" y="671"/>
                </a:lnTo>
                <a:lnTo>
                  <a:pt x="4877" y="636"/>
                </a:lnTo>
                <a:lnTo>
                  <a:pt x="4982" y="600"/>
                </a:lnTo>
                <a:lnTo>
                  <a:pt x="5084" y="530"/>
                </a:lnTo>
                <a:lnTo>
                  <a:pt x="5225" y="494"/>
                </a:lnTo>
                <a:lnTo>
                  <a:pt x="5326" y="459"/>
                </a:lnTo>
                <a:lnTo>
                  <a:pt x="5468" y="565"/>
                </a:lnTo>
                <a:lnTo>
                  <a:pt x="5569" y="636"/>
                </a:lnTo>
                <a:lnTo>
                  <a:pt x="5675" y="706"/>
                </a:lnTo>
                <a:lnTo>
                  <a:pt x="5776" y="741"/>
                </a:lnTo>
                <a:lnTo>
                  <a:pt x="5882" y="812"/>
                </a:lnTo>
                <a:lnTo>
                  <a:pt x="6019" y="812"/>
                </a:lnTo>
                <a:lnTo>
                  <a:pt x="6125" y="777"/>
                </a:lnTo>
                <a:lnTo>
                  <a:pt x="6226" y="741"/>
                </a:lnTo>
                <a:lnTo>
                  <a:pt x="6332" y="671"/>
                </a:lnTo>
                <a:lnTo>
                  <a:pt x="6433" y="671"/>
                </a:lnTo>
                <a:lnTo>
                  <a:pt x="6574" y="600"/>
                </a:lnTo>
                <a:lnTo>
                  <a:pt x="6676" y="565"/>
                </a:lnTo>
                <a:lnTo>
                  <a:pt x="6782" y="530"/>
                </a:lnTo>
                <a:lnTo>
                  <a:pt x="6883" y="494"/>
                </a:lnTo>
                <a:lnTo>
                  <a:pt x="7024" y="459"/>
                </a:lnTo>
                <a:lnTo>
                  <a:pt x="7126" y="424"/>
                </a:lnTo>
                <a:lnTo>
                  <a:pt x="7231" y="389"/>
                </a:lnTo>
                <a:lnTo>
                  <a:pt x="7333" y="389"/>
                </a:lnTo>
                <a:lnTo>
                  <a:pt x="7439" y="353"/>
                </a:lnTo>
                <a:lnTo>
                  <a:pt x="7540" y="317"/>
                </a:lnTo>
                <a:lnTo>
                  <a:pt x="7646" y="424"/>
                </a:lnTo>
                <a:lnTo>
                  <a:pt x="7717" y="530"/>
                </a:lnTo>
                <a:lnTo>
                  <a:pt x="7818" y="565"/>
                </a:lnTo>
                <a:lnTo>
                  <a:pt x="7924" y="671"/>
                </a:lnTo>
                <a:lnTo>
                  <a:pt x="8025" y="671"/>
                </a:lnTo>
                <a:lnTo>
                  <a:pt x="8131" y="706"/>
                </a:lnTo>
                <a:lnTo>
                  <a:pt x="8232" y="741"/>
                </a:lnTo>
                <a:lnTo>
                  <a:pt x="8338" y="777"/>
                </a:lnTo>
                <a:lnTo>
                  <a:pt x="8440" y="812"/>
                </a:lnTo>
                <a:lnTo>
                  <a:pt x="8546" y="812"/>
                </a:lnTo>
                <a:lnTo>
                  <a:pt x="8682" y="741"/>
                </a:lnTo>
                <a:lnTo>
                  <a:pt x="8788" y="706"/>
                </a:lnTo>
                <a:lnTo>
                  <a:pt x="8890" y="600"/>
                </a:lnTo>
                <a:lnTo>
                  <a:pt x="8995" y="530"/>
                </a:lnTo>
                <a:lnTo>
                  <a:pt x="9101" y="459"/>
                </a:lnTo>
                <a:lnTo>
                  <a:pt x="9203" y="424"/>
                </a:lnTo>
                <a:lnTo>
                  <a:pt x="9308" y="389"/>
                </a:lnTo>
                <a:lnTo>
                  <a:pt x="9410" y="317"/>
                </a:lnTo>
                <a:lnTo>
                  <a:pt x="9480" y="424"/>
                </a:lnTo>
                <a:lnTo>
                  <a:pt x="9582" y="494"/>
                </a:lnTo>
                <a:lnTo>
                  <a:pt x="9688" y="530"/>
                </a:lnTo>
                <a:lnTo>
                  <a:pt x="9789" y="600"/>
                </a:lnTo>
                <a:lnTo>
                  <a:pt x="9895" y="636"/>
                </a:lnTo>
                <a:lnTo>
                  <a:pt x="10001" y="706"/>
                </a:lnTo>
                <a:lnTo>
                  <a:pt x="10102" y="706"/>
                </a:lnTo>
                <a:lnTo>
                  <a:pt x="10208" y="741"/>
                </a:lnTo>
                <a:lnTo>
                  <a:pt x="10309" y="741"/>
                </a:lnTo>
                <a:lnTo>
                  <a:pt x="10415" y="812"/>
                </a:lnTo>
                <a:lnTo>
                  <a:pt x="10552" y="847"/>
                </a:lnTo>
                <a:lnTo>
                  <a:pt x="10658" y="847"/>
                </a:lnTo>
                <a:lnTo>
                  <a:pt x="10759" y="847"/>
                </a:lnTo>
                <a:lnTo>
                  <a:pt x="10865" y="882"/>
                </a:lnTo>
                <a:lnTo>
                  <a:pt x="11002" y="882"/>
                </a:lnTo>
                <a:lnTo>
                  <a:pt x="11108" y="847"/>
                </a:lnTo>
                <a:lnTo>
                  <a:pt x="11244" y="812"/>
                </a:lnTo>
                <a:lnTo>
                  <a:pt x="11350" y="741"/>
                </a:lnTo>
                <a:lnTo>
                  <a:pt x="11452" y="741"/>
                </a:lnTo>
                <a:lnTo>
                  <a:pt x="11557" y="671"/>
                </a:lnTo>
                <a:lnTo>
                  <a:pt x="11659" y="636"/>
                </a:lnTo>
                <a:lnTo>
                  <a:pt x="11766" y="636"/>
                </a:lnTo>
                <a:lnTo>
                  <a:pt x="11867" y="600"/>
                </a:lnTo>
                <a:lnTo>
                  <a:pt x="12008" y="565"/>
                </a:lnTo>
                <a:lnTo>
                  <a:pt x="12110" y="565"/>
                </a:lnTo>
                <a:lnTo>
                  <a:pt x="12282" y="494"/>
                </a:lnTo>
                <a:lnTo>
                  <a:pt x="12423" y="459"/>
                </a:lnTo>
                <a:lnTo>
                  <a:pt x="12524" y="353"/>
                </a:lnTo>
                <a:lnTo>
                  <a:pt x="12630" y="282"/>
                </a:lnTo>
                <a:lnTo>
                  <a:pt x="12731" y="246"/>
                </a:lnTo>
                <a:lnTo>
                  <a:pt x="12802" y="353"/>
                </a:lnTo>
                <a:lnTo>
                  <a:pt x="12837" y="459"/>
                </a:lnTo>
                <a:lnTo>
                  <a:pt x="12939" y="530"/>
                </a:lnTo>
                <a:lnTo>
                  <a:pt x="12974" y="636"/>
                </a:lnTo>
                <a:lnTo>
                  <a:pt x="13080" y="706"/>
                </a:lnTo>
                <a:lnTo>
                  <a:pt x="13181" y="706"/>
                </a:lnTo>
                <a:lnTo>
                  <a:pt x="13322" y="847"/>
                </a:lnTo>
                <a:lnTo>
                  <a:pt x="13459" y="35"/>
                </a:lnTo>
                <a:lnTo>
                  <a:pt x="13530" y="847"/>
                </a:lnTo>
                <a:lnTo>
                  <a:pt x="13631" y="812"/>
                </a:lnTo>
                <a:lnTo>
                  <a:pt x="13737" y="741"/>
                </a:lnTo>
                <a:lnTo>
                  <a:pt x="13838" y="706"/>
                </a:lnTo>
                <a:lnTo>
                  <a:pt x="13944" y="600"/>
                </a:lnTo>
                <a:lnTo>
                  <a:pt x="14050" y="530"/>
                </a:lnTo>
                <a:lnTo>
                  <a:pt x="14151" y="459"/>
                </a:lnTo>
                <a:lnTo>
                  <a:pt x="14222" y="353"/>
                </a:lnTo>
                <a:lnTo>
                  <a:pt x="14323" y="282"/>
                </a:lnTo>
                <a:lnTo>
                  <a:pt x="14429" y="353"/>
                </a:lnTo>
                <a:lnTo>
                  <a:pt x="14500" y="459"/>
                </a:lnTo>
                <a:lnTo>
                  <a:pt x="14601" y="530"/>
                </a:lnTo>
                <a:lnTo>
                  <a:pt x="14707" y="565"/>
                </a:lnTo>
                <a:lnTo>
                  <a:pt x="14808" y="600"/>
                </a:lnTo>
                <a:lnTo>
                  <a:pt x="14914" y="600"/>
                </a:lnTo>
                <a:lnTo>
                  <a:pt x="15086" y="600"/>
                </a:lnTo>
                <a:lnTo>
                  <a:pt x="15188" y="600"/>
                </a:lnTo>
                <a:lnTo>
                  <a:pt x="15293" y="600"/>
                </a:lnTo>
                <a:lnTo>
                  <a:pt x="15399" y="600"/>
                </a:lnTo>
                <a:lnTo>
                  <a:pt x="15501" y="600"/>
                </a:lnTo>
                <a:lnTo>
                  <a:pt x="15607" y="600"/>
                </a:lnTo>
                <a:lnTo>
                  <a:pt x="15743" y="671"/>
                </a:lnTo>
                <a:lnTo>
                  <a:pt x="15849" y="671"/>
                </a:lnTo>
                <a:lnTo>
                  <a:pt x="15950" y="706"/>
                </a:lnTo>
                <a:lnTo>
                  <a:pt x="16056" y="706"/>
                </a:lnTo>
                <a:lnTo>
                  <a:pt x="16193" y="741"/>
                </a:lnTo>
                <a:lnTo>
                  <a:pt x="16299" y="741"/>
                </a:lnTo>
                <a:lnTo>
                  <a:pt x="16436" y="741"/>
                </a:lnTo>
                <a:lnTo>
                  <a:pt x="16572" y="741"/>
                </a:lnTo>
                <a:lnTo>
                  <a:pt x="16678" y="777"/>
                </a:lnTo>
                <a:lnTo>
                  <a:pt x="16815" y="812"/>
                </a:lnTo>
                <a:lnTo>
                  <a:pt x="16921" y="812"/>
                </a:lnTo>
                <a:lnTo>
                  <a:pt x="17022" y="847"/>
                </a:lnTo>
                <a:lnTo>
                  <a:pt x="17128" y="847"/>
                </a:lnTo>
                <a:lnTo>
                  <a:pt x="17229" y="882"/>
                </a:lnTo>
                <a:lnTo>
                  <a:pt x="17335" y="918"/>
                </a:lnTo>
                <a:lnTo>
                  <a:pt x="17437" y="882"/>
                </a:lnTo>
                <a:lnTo>
                  <a:pt x="17542" y="847"/>
                </a:lnTo>
                <a:lnTo>
                  <a:pt x="17648" y="812"/>
                </a:lnTo>
                <a:lnTo>
                  <a:pt x="17750" y="777"/>
                </a:lnTo>
                <a:lnTo>
                  <a:pt x="17922" y="706"/>
                </a:lnTo>
                <a:lnTo>
                  <a:pt x="18063" y="636"/>
                </a:lnTo>
                <a:lnTo>
                  <a:pt x="18164" y="600"/>
                </a:lnTo>
                <a:lnTo>
                  <a:pt x="18270" y="530"/>
                </a:lnTo>
                <a:lnTo>
                  <a:pt x="18371" y="494"/>
                </a:lnTo>
                <a:lnTo>
                  <a:pt x="18477" y="389"/>
                </a:lnTo>
                <a:lnTo>
                  <a:pt x="18579" y="317"/>
                </a:lnTo>
                <a:lnTo>
                  <a:pt x="18684" y="282"/>
                </a:lnTo>
                <a:lnTo>
                  <a:pt x="18786" y="246"/>
                </a:lnTo>
                <a:lnTo>
                  <a:pt x="18892" y="246"/>
                </a:lnTo>
                <a:lnTo>
                  <a:pt x="18998" y="353"/>
                </a:lnTo>
                <a:lnTo>
                  <a:pt x="19099" y="459"/>
                </a:lnTo>
                <a:lnTo>
                  <a:pt x="19205" y="530"/>
                </a:lnTo>
                <a:lnTo>
                  <a:pt x="19306" y="565"/>
                </a:lnTo>
                <a:lnTo>
                  <a:pt x="19412" y="600"/>
                </a:lnTo>
                <a:lnTo>
                  <a:pt x="19514" y="671"/>
                </a:lnTo>
                <a:lnTo>
                  <a:pt x="19619" y="706"/>
                </a:lnTo>
                <a:lnTo>
                  <a:pt x="19721" y="741"/>
                </a:lnTo>
                <a:lnTo>
                  <a:pt x="19827" y="777"/>
                </a:lnTo>
                <a:lnTo>
                  <a:pt x="19928" y="812"/>
                </a:lnTo>
                <a:lnTo>
                  <a:pt x="20034" y="812"/>
                </a:lnTo>
                <a:lnTo>
                  <a:pt x="20135" y="812"/>
                </a:lnTo>
                <a:lnTo>
                  <a:pt x="20241" y="812"/>
                </a:lnTo>
                <a:lnTo>
                  <a:pt x="20347" y="812"/>
                </a:lnTo>
                <a:lnTo>
                  <a:pt x="20448" y="777"/>
                </a:lnTo>
                <a:lnTo>
                  <a:pt x="20554" y="741"/>
                </a:lnTo>
                <a:lnTo>
                  <a:pt x="20656" y="706"/>
                </a:lnTo>
                <a:lnTo>
                  <a:pt x="20761" y="671"/>
                </a:lnTo>
                <a:lnTo>
                  <a:pt x="20898" y="600"/>
                </a:lnTo>
                <a:lnTo>
                  <a:pt x="21004" y="565"/>
                </a:lnTo>
                <a:lnTo>
                  <a:pt x="21141" y="530"/>
                </a:lnTo>
                <a:lnTo>
                  <a:pt x="21247" y="459"/>
                </a:lnTo>
                <a:lnTo>
                  <a:pt x="21348" y="459"/>
                </a:lnTo>
                <a:lnTo>
                  <a:pt x="21485" y="424"/>
                </a:lnTo>
                <a:lnTo>
                  <a:pt x="21727" y="424"/>
                </a:lnTo>
                <a:lnTo>
                  <a:pt x="21833" y="424"/>
                </a:lnTo>
                <a:lnTo>
                  <a:pt x="21934" y="424"/>
                </a:lnTo>
                <a:lnTo>
                  <a:pt x="22040" y="424"/>
                </a:lnTo>
                <a:lnTo>
                  <a:pt x="22146" y="459"/>
                </a:lnTo>
                <a:lnTo>
                  <a:pt x="22283" y="459"/>
                </a:lnTo>
                <a:lnTo>
                  <a:pt x="22384" y="459"/>
                </a:lnTo>
                <a:lnTo>
                  <a:pt x="22561" y="494"/>
                </a:lnTo>
                <a:lnTo>
                  <a:pt x="22662" y="530"/>
                </a:lnTo>
                <a:lnTo>
                  <a:pt x="22768" y="530"/>
                </a:lnTo>
                <a:lnTo>
                  <a:pt x="22869" y="494"/>
                </a:lnTo>
                <a:lnTo>
                  <a:pt x="22975" y="424"/>
                </a:lnTo>
                <a:lnTo>
                  <a:pt x="23077" y="389"/>
                </a:lnTo>
                <a:lnTo>
                  <a:pt x="23182" y="317"/>
                </a:lnTo>
                <a:lnTo>
                  <a:pt x="23284" y="246"/>
                </a:lnTo>
                <a:lnTo>
                  <a:pt x="23390" y="211"/>
                </a:lnTo>
                <a:lnTo>
                  <a:pt x="23390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00160" y="1095480"/>
            <a:ext cx="874224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FIRST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Q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52280" y="1028880"/>
            <a:ext cx="8788680" cy="444960"/>
          </a:xfrm>
          <a:custGeom>
            <a:avLst/>
            <a:gdLst/>
            <a:ahLst/>
            <a:rect l="0" t="0" r="r" b="b"/>
            <a:pathLst>
              <a:path w="24413" h="1236">
                <a:moveTo>
                  <a:pt x="70" y="1095"/>
                </a:moveTo>
                <a:lnTo>
                  <a:pt x="1115" y="318"/>
                </a:lnTo>
                <a:lnTo>
                  <a:pt x="1186" y="424"/>
                </a:lnTo>
                <a:lnTo>
                  <a:pt x="1225" y="530"/>
                </a:lnTo>
                <a:lnTo>
                  <a:pt x="1331" y="600"/>
                </a:lnTo>
                <a:lnTo>
                  <a:pt x="1402" y="706"/>
                </a:lnTo>
                <a:lnTo>
                  <a:pt x="1477" y="812"/>
                </a:lnTo>
                <a:lnTo>
                  <a:pt x="1583" y="812"/>
                </a:lnTo>
                <a:lnTo>
                  <a:pt x="1618" y="706"/>
                </a:lnTo>
                <a:lnTo>
                  <a:pt x="1728" y="600"/>
                </a:lnTo>
                <a:lnTo>
                  <a:pt x="1763" y="494"/>
                </a:lnTo>
                <a:lnTo>
                  <a:pt x="1874" y="424"/>
                </a:lnTo>
                <a:lnTo>
                  <a:pt x="1979" y="389"/>
                </a:lnTo>
                <a:lnTo>
                  <a:pt x="2050" y="530"/>
                </a:lnTo>
                <a:lnTo>
                  <a:pt x="2125" y="636"/>
                </a:lnTo>
                <a:lnTo>
                  <a:pt x="2231" y="706"/>
                </a:lnTo>
                <a:lnTo>
                  <a:pt x="2341" y="706"/>
                </a:lnTo>
                <a:lnTo>
                  <a:pt x="2447" y="741"/>
                </a:lnTo>
                <a:lnTo>
                  <a:pt x="2557" y="812"/>
                </a:lnTo>
                <a:lnTo>
                  <a:pt x="2663" y="812"/>
                </a:lnTo>
                <a:lnTo>
                  <a:pt x="2773" y="741"/>
                </a:lnTo>
                <a:lnTo>
                  <a:pt x="2879" y="741"/>
                </a:lnTo>
                <a:lnTo>
                  <a:pt x="3025" y="741"/>
                </a:lnTo>
                <a:lnTo>
                  <a:pt x="3130" y="741"/>
                </a:lnTo>
                <a:lnTo>
                  <a:pt x="3241" y="812"/>
                </a:lnTo>
                <a:lnTo>
                  <a:pt x="3854" y="706"/>
                </a:lnTo>
                <a:lnTo>
                  <a:pt x="3959" y="671"/>
                </a:lnTo>
                <a:lnTo>
                  <a:pt x="4070" y="636"/>
                </a:lnTo>
                <a:lnTo>
                  <a:pt x="4211" y="600"/>
                </a:lnTo>
                <a:lnTo>
                  <a:pt x="4321" y="565"/>
                </a:lnTo>
                <a:lnTo>
                  <a:pt x="4462" y="565"/>
                </a:lnTo>
                <a:lnTo>
                  <a:pt x="4572" y="530"/>
                </a:lnTo>
                <a:lnTo>
                  <a:pt x="4678" y="530"/>
                </a:lnTo>
                <a:lnTo>
                  <a:pt x="4788" y="494"/>
                </a:lnTo>
                <a:lnTo>
                  <a:pt x="4894" y="494"/>
                </a:lnTo>
                <a:lnTo>
                  <a:pt x="4969" y="600"/>
                </a:lnTo>
                <a:lnTo>
                  <a:pt x="5075" y="671"/>
                </a:lnTo>
                <a:lnTo>
                  <a:pt x="5185" y="741"/>
                </a:lnTo>
                <a:lnTo>
                  <a:pt x="5326" y="812"/>
                </a:lnTo>
                <a:lnTo>
                  <a:pt x="5437" y="812"/>
                </a:lnTo>
                <a:lnTo>
                  <a:pt x="5543" y="812"/>
                </a:lnTo>
                <a:lnTo>
                  <a:pt x="5653" y="741"/>
                </a:lnTo>
                <a:lnTo>
                  <a:pt x="5759" y="741"/>
                </a:lnTo>
                <a:lnTo>
                  <a:pt x="5869" y="777"/>
                </a:lnTo>
                <a:lnTo>
                  <a:pt x="6120" y="812"/>
                </a:lnTo>
                <a:lnTo>
                  <a:pt x="6230" y="812"/>
                </a:lnTo>
                <a:lnTo>
                  <a:pt x="6336" y="777"/>
                </a:lnTo>
                <a:lnTo>
                  <a:pt x="6447" y="741"/>
                </a:lnTo>
                <a:lnTo>
                  <a:pt x="6552" y="706"/>
                </a:lnTo>
                <a:lnTo>
                  <a:pt x="6663" y="706"/>
                </a:lnTo>
                <a:lnTo>
                  <a:pt x="6768" y="671"/>
                </a:lnTo>
                <a:lnTo>
                  <a:pt x="6914" y="600"/>
                </a:lnTo>
                <a:lnTo>
                  <a:pt x="7020" y="600"/>
                </a:lnTo>
                <a:lnTo>
                  <a:pt x="7165" y="565"/>
                </a:lnTo>
                <a:lnTo>
                  <a:pt x="7271" y="530"/>
                </a:lnTo>
                <a:lnTo>
                  <a:pt x="7381" y="494"/>
                </a:lnTo>
                <a:lnTo>
                  <a:pt x="7487" y="459"/>
                </a:lnTo>
                <a:lnTo>
                  <a:pt x="7597" y="424"/>
                </a:lnTo>
                <a:lnTo>
                  <a:pt x="7743" y="353"/>
                </a:lnTo>
                <a:lnTo>
                  <a:pt x="7849" y="318"/>
                </a:lnTo>
                <a:lnTo>
                  <a:pt x="7959" y="318"/>
                </a:lnTo>
                <a:lnTo>
                  <a:pt x="8065" y="246"/>
                </a:lnTo>
                <a:lnTo>
                  <a:pt x="8171" y="954"/>
                </a:lnTo>
                <a:lnTo>
                  <a:pt x="8316" y="282"/>
                </a:lnTo>
                <a:lnTo>
                  <a:pt x="8426" y="318"/>
                </a:lnTo>
                <a:lnTo>
                  <a:pt x="8532" y="318"/>
                </a:lnTo>
                <a:lnTo>
                  <a:pt x="8643" y="389"/>
                </a:lnTo>
                <a:lnTo>
                  <a:pt x="8784" y="459"/>
                </a:lnTo>
                <a:lnTo>
                  <a:pt x="8894" y="565"/>
                </a:lnTo>
                <a:lnTo>
                  <a:pt x="9000" y="565"/>
                </a:lnTo>
                <a:lnTo>
                  <a:pt x="9110" y="636"/>
                </a:lnTo>
                <a:lnTo>
                  <a:pt x="9251" y="706"/>
                </a:lnTo>
                <a:lnTo>
                  <a:pt x="9361" y="741"/>
                </a:lnTo>
                <a:lnTo>
                  <a:pt x="9467" y="741"/>
                </a:lnTo>
                <a:lnTo>
                  <a:pt x="9577" y="741"/>
                </a:lnTo>
                <a:lnTo>
                  <a:pt x="9683" y="741"/>
                </a:lnTo>
                <a:lnTo>
                  <a:pt x="9829" y="812"/>
                </a:lnTo>
                <a:lnTo>
                  <a:pt x="9939" y="812"/>
                </a:lnTo>
                <a:lnTo>
                  <a:pt x="10045" y="741"/>
                </a:lnTo>
                <a:lnTo>
                  <a:pt x="10155" y="706"/>
                </a:lnTo>
                <a:lnTo>
                  <a:pt x="10261" y="671"/>
                </a:lnTo>
                <a:lnTo>
                  <a:pt x="10371" y="671"/>
                </a:lnTo>
                <a:lnTo>
                  <a:pt x="10477" y="600"/>
                </a:lnTo>
                <a:lnTo>
                  <a:pt x="10587" y="671"/>
                </a:lnTo>
                <a:lnTo>
                  <a:pt x="10693" y="706"/>
                </a:lnTo>
                <a:lnTo>
                  <a:pt x="10803" y="706"/>
                </a:lnTo>
                <a:lnTo>
                  <a:pt x="10909" y="741"/>
                </a:lnTo>
                <a:lnTo>
                  <a:pt x="11019" y="777"/>
                </a:lnTo>
                <a:lnTo>
                  <a:pt x="11125" y="847"/>
                </a:lnTo>
                <a:lnTo>
                  <a:pt x="11161" y="954"/>
                </a:lnTo>
                <a:lnTo>
                  <a:pt x="11271" y="989"/>
                </a:lnTo>
                <a:lnTo>
                  <a:pt x="11412" y="989"/>
                </a:lnTo>
                <a:lnTo>
                  <a:pt x="11557" y="954"/>
                </a:lnTo>
                <a:lnTo>
                  <a:pt x="11668" y="882"/>
                </a:lnTo>
                <a:lnTo>
                  <a:pt x="11809" y="812"/>
                </a:lnTo>
                <a:lnTo>
                  <a:pt x="12170" y="741"/>
                </a:lnTo>
                <a:lnTo>
                  <a:pt x="12603" y="706"/>
                </a:lnTo>
                <a:lnTo>
                  <a:pt x="13036" y="671"/>
                </a:lnTo>
                <a:lnTo>
                  <a:pt x="13177" y="600"/>
                </a:lnTo>
                <a:lnTo>
                  <a:pt x="13287" y="530"/>
                </a:lnTo>
                <a:lnTo>
                  <a:pt x="13393" y="530"/>
                </a:lnTo>
                <a:lnTo>
                  <a:pt x="13503" y="530"/>
                </a:lnTo>
                <a:lnTo>
                  <a:pt x="13609" y="494"/>
                </a:lnTo>
                <a:lnTo>
                  <a:pt x="13719" y="459"/>
                </a:lnTo>
                <a:lnTo>
                  <a:pt x="13900" y="565"/>
                </a:lnTo>
                <a:lnTo>
                  <a:pt x="14006" y="636"/>
                </a:lnTo>
                <a:lnTo>
                  <a:pt x="14116" y="706"/>
                </a:lnTo>
                <a:lnTo>
                  <a:pt x="14222" y="812"/>
                </a:lnTo>
                <a:lnTo>
                  <a:pt x="14332" y="812"/>
                </a:lnTo>
                <a:lnTo>
                  <a:pt x="14438" y="847"/>
                </a:lnTo>
                <a:lnTo>
                  <a:pt x="14548" y="812"/>
                </a:lnTo>
                <a:lnTo>
                  <a:pt x="14764" y="741"/>
                </a:lnTo>
                <a:lnTo>
                  <a:pt x="14870" y="706"/>
                </a:lnTo>
                <a:lnTo>
                  <a:pt x="14980" y="671"/>
                </a:lnTo>
                <a:lnTo>
                  <a:pt x="15121" y="600"/>
                </a:lnTo>
                <a:lnTo>
                  <a:pt x="15232" y="530"/>
                </a:lnTo>
                <a:lnTo>
                  <a:pt x="15338" y="459"/>
                </a:lnTo>
                <a:lnTo>
                  <a:pt x="15448" y="459"/>
                </a:lnTo>
                <a:lnTo>
                  <a:pt x="15518" y="565"/>
                </a:lnTo>
                <a:lnTo>
                  <a:pt x="15593" y="671"/>
                </a:lnTo>
                <a:lnTo>
                  <a:pt x="15664" y="812"/>
                </a:lnTo>
                <a:lnTo>
                  <a:pt x="15770" y="812"/>
                </a:lnTo>
                <a:lnTo>
                  <a:pt x="15880" y="741"/>
                </a:lnTo>
                <a:lnTo>
                  <a:pt x="16025" y="741"/>
                </a:lnTo>
                <a:lnTo>
                  <a:pt x="16167" y="741"/>
                </a:lnTo>
                <a:lnTo>
                  <a:pt x="16277" y="706"/>
                </a:lnTo>
                <a:lnTo>
                  <a:pt x="16418" y="671"/>
                </a:lnTo>
                <a:lnTo>
                  <a:pt x="16528" y="636"/>
                </a:lnTo>
                <a:lnTo>
                  <a:pt x="16634" y="671"/>
                </a:lnTo>
                <a:lnTo>
                  <a:pt x="16779" y="706"/>
                </a:lnTo>
                <a:lnTo>
                  <a:pt x="16925" y="741"/>
                </a:lnTo>
                <a:lnTo>
                  <a:pt x="17031" y="741"/>
                </a:lnTo>
                <a:lnTo>
                  <a:pt x="17212" y="741"/>
                </a:lnTo>
                <a:lnTo>
                  <a:pt x="17357" y="741"/>
                </a:lnTo>
                <a:lnTo>
                  <a:pt x="17534" y="706"/>
                </a:lnTo>
                <a:lnTo>
                  <a:pt x="17714" y="671"/>
                </a:lnTo>
                <a:lnTo>
                  <a:pt x="17860" y="600"/>
                </a:lnTo>
                <a:lnTo>
                  <a:pt x="17966" y="600"/>
                </a:lnTo>
                <a:lnTo>
                  <a:pt x="18076" y="565"/>
                </a:lnTo>
                <a:lnTo>
                  <a:pt x="18221" y="530"/>
                </a:lnTo>
                <a:lnTo>
                  <a:pt x="18327" y="530"/>
                </a:lnTo>
                <a:lnTo>
                  <a:pt x="18438" y="459"/>
                </a:lnTo>
                <a:lnTo>
                  <a:pt x="18543" y="424"/>
                </a:lnTo>
                <a:lnTo>
                  <a:pt x="18654" y="530"/>
                </a:lnTo>
                <a:lnTo>
                  <a:pt x="18795" y="565"/>
                </a:lnTo>
                <a:lnTo>
                  <a:pt x="18870" y="671"/>
                </a:lnTo>
                <a:lnTo>
                  <a:pt x="18976" y="671"/>
                </a:lnTo>
                <a:lnTo>
                  <a:pt x="19086" y="671"/>
                </a:lnTo>
                <a:lnTo>
                  <a:pt x="19227" y="671"/>
                </a:lnTo>
                <a:lnTo>
                  <a:pt x="19478" y="600"/>
                </a:lnTo>
                <a:lnTo>
                  <a:pt x="19588" y="600"/>
                </a:lnTo>
                <a:lnTo>
                  <a:pt x="19694" y="600"/>
                </a:lnTo>
                <a:lnTo>
                  <a:pt x="19805" y="600"/>
                </a:lnTo>
                <a:lnTo>
                  <a:pt x="19910" y="600"/>
                </a:lnTo>
                <a:lnTo>
                  <a:pt x="20021" y="565"/>
                </a:lnTo>
                <a:lnTo>
                  <a:pt x="20126" y="600"/>
                </a:lnTo>
                <a:lnTo>
                  <a:pt x="20237" y="671"/>
                </a:lnTo>
                <a:lnTo>
                  <a:pt x="20343" y="706"/>
                </a:lnTo>
                <a:lnTo>
                  <a:pt x="20453" y="741"/>
                </a:lnTo>
                <a:lnTo>
                  <a:pt x="20559" y="812"/>
                </a:lnTo>
                <a:lnTo>
                  <a:pt x="20669" y="847"/>
                </a:lnTo>
                <a:lnTo>
                  <a:pt x="20775" y="847"/>
                </a:lnTo>
                <a:lnTo>
                  <a:pt x="20885" y="812"/>
                </a:lnTo>
                <a:lnTo>
                  <a:pt x="20991" y="741"/>
                </a:lnTo>
                <a:lnTo>
                  <a:pt x="21101" y="671"/>
                </a:lnTo>
                <a:lnTo>
                  <a:pt x="21242" y="600"/>
                </a:lnTo>
                <a:lnTo>
                  <a:pt x="21674" y="424"/>
                </a:lnTo>
                <a:lnTo>
                  <a:pt x="21785" y="389"/>
                </a:lnTo>
                <a:lnTo>
                  <a:pt x="21890" y="389"/>
                </a:lnTo>
                <a:lnTo>
                  <a:pt x="22001" y="353"/>
                </a:lnTo>
                <a:lnTo>
                  <a:pt x="22106" y="424"/>
                </a:lnTo>
                <a:lnTo>
                  <a:pt x="22217" y="530"/>
                </a:lnTo>
                <a:lnTo>
                  <a:pt x="22323" y="565"/>
                </a:lnTo>
                <a:lnTo>
                  <a:pt x="22433" y="565"/>
                </a:lnTo>
                <a:lnTo>
                  <a:pt x="22539" y="565"/>
                </a:lnTo>
                <a:lnTo>
                  <a:pt x="22684" y="636"/>
                </a:lnTo>
                <a:lnTo>
                  <a:pt x="22794" y="671"/>
                </a:lnTo>
                <a:lnTo>
                  <a:pt x="22900" y="706"/>
                </a:lnTo>
                <a:lnTo>
                  <a:pt x="23010" y="706"/>
                </a:lnTo>
                <a:lnTo>
                  <a:pt x="23116" y="706"/>
                </a:lnTo>
                <a:lnTo>
                  <a:pt x="23227" y="741"/>
                </a:lnTo>
                <a:lnTo>
                  <a:pt x="23332" y="812"/>
                </a:lnTo>
                <a:lnTo>
                  <a:pt x="23443" y="882"/>
                </a:lnTo>
                <a:lnTo>
                  <a:pt x="23548" y="954"/>
                </a:lnTo>
                <a:lnTo>
                  <a:pt x="23659" y="989"/>
                </a:lnTo>
                <a:lnTo>
                  <a:pt x="23764" y="1025"/>
                </a:lnTo>
                <a:lnTo>
                  <a:pt x="23945" y="1095"/>
                </a:lnTo>
                <a:lnTo>
                  <a:pt x="24051" y="1130"/>
                </a:lnTo>
                <a:lnTo>
                  <a:pt x="24161" y="1166"/>
                </a:lnTo>
                <a:lnTo>
                  <a:pt x="24267" y="1166"/>
                </a:lnTo>
                <a:lnTo>
                  <a:pt x="24377" y="1236"/>
                </a:lnTo>
                <a:lnTo>
                  <a:pt x="24413" y="0"/>
                </a:lnTo>
                <a:lnTo>
                  <a:pt x="0" y="0"/>
                </a:lnTo>
                <a:lnTo>
                  <a:pt x="70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39680" y="1981080"/>
            <a:ext cx="8826840" cy="495720"/>
          </a:xfrm>
          <a:custGeom>
            <a:avLst/>
            <a:gdLst/>
            <a:ahLst/>
            <a:rect l="0" t="0" r="r" b="b"/>
            <a:pathLst>
              <a:path w="24519" h="1377">
                <a:moveTo>
                  <a:pt x="0" y="953"/>
                </a:moveTo>
                <a:lnTo>
                  <a:pt x="110" y="882"/>
                </a:lnTo>
                <a:lnTo>
                  <a:pt x="180" y="777"/>
                </a:lnTo>
                <a:lnTo>
                  <a:pt x="291" y="706"/>
                </a:lnTo>
                <a:lnTo>
                  <a:pt x="396" y="671"/>
                </a:lnTo>
                <a:lnTo>
                  <a:pt x="471" y="565"/>
                </a:lnTo>
                <a:lnTo>
                  <a:pt x="542" y="459"/>
                </a:lnTo>
                <a:lnTo>
                  <a:pt x="652" y="389"/>
                </a:lnTo>
                <a:lnTo>
                  <a:pt x="762" y="317"/>
                </a:lnTo>
                <a:lnTo>
                  <a:pt x="833" y="211"/>
                </a:lnTo>
                <a:lnTo>
                  <a:pt x="908" y="105"/>
                </a:lnTo>
                <a:lnTo>
                  <a:pt x="978" y="0"/>
                </a:lnTo>
                <a:lnTo>
                  <a:pt x="1124" y="141"/>
                </a:lnTo>
                <a:lnTo>
                  <a:pt x="1234" y="176"/>
                </a:lnTo>
                <a:lnTo>
                  <a:pt x="1270" y="282"/>
                </a:lnTo>
                <a:lnTo>
                  <a:pt x="1380" y="389"/>
                </a:lnTo>
                <a:lnTo>
                  <a:pt x="1415" y="494"/>
                </a:lnTo>
                <a:lnTo>
                  <a:pt x="1561" y="530"/>
                </a:lnTo>
                <a:lnTo>
                  <a:pt x="1561" y="636"/>
                </a:lnTo>
                <a:lnTo>
                  <a:pt x="1666" y="671"/>
                </a:lnTo>
                <a:lnTo>
                  <a:pt x="1777" y="671"/>
                </a:lnTo>
                <a:lnTo>
                  <a:pt x="1957" y="636"/>
                </a:lnTo>
                <a:lnTo>
                  <a:pt x="2138" y="600"/>
                </a:lnTo>
                <a:lnTo>
                  <a:pt x="2248" y="600"/>
                </a:lnTo>
                <a:lnTo>
                  <a:pt x="2429" y="600"/>
                </a:lnTo>
                <a:lnTo>
                  <a:pt x="2504" y="494"/>
                </a:lnTo>
                <a:lnTo>
                  <a:pt x="2610" y="494"/>
                </a:lnTo>
                <a:lnTo>
                  <a:pt x="2685" y="600"/>
                </a:lnTo>
                <a:lnTo>
                  <a:pt x="2791" y="706"/>
                </a:lnTo>
                <a:lnTo>
                  <a:pt x="2901" y="706"/>
                </a:lnTo>
                <a:lnTo>
                  <a:pt x="3011" y="671"/>
                </a:lnTo>
                <a:lnTo>
                  <a:pt x="3157" y="671"/>
                </a:lnTo>
                <a:lnTo>
                  <a:pt x="3298" y="600"/>
                </a:lnTo>
                <a:lnTo>
                  <a:pt x="3443" y="565"/>
                </a:lnTo>
                <a:lnTo>
                  <a:pt x="3554" y="530"/>
                </a:lnTo>
                <a:lnTo>
                  <a:pt x="3589" y="706"/>
                </a:lnTo>
                <a:lnTo>
                  <a:pt x="3589" y="812"/>
                </a:lnTo>
                <a:lnTo>
                  <a:pt x="3735" y="777"/>
                </a:lnTo>
                <a:lnTo>
                  <a:pt x="3845" y="741"/>
                </a:lnTo>
                <a:lnTo>
                  <a:pt x="3955" y="706"/>
                </a:lnTo>
                <a:lnTo>
                  <a:pt x="4061" y="706"/>
                </a:lnTo>
                <a:lnTo>
                  <a:pt x="4171" y="706"/>
                </a:lnTo>
                <a:lnTo>
                  <a:pt x="4242" y="812"/>
                </a:lnTo>
                <a:lnTo>
                  <a:pt x="4352" y="812"/>
                </a:lnTo>
                <a:lnTo>
                  <a:pt x="4462" y="812"/>
                </a:lnTo>
                <a:lnTo>
                  <a:pt x="4608" y="812"/>
                </a:lnTo>
                <a:lnTo>
                  <a:pt x="4713" y="777"/>
                </a:lnTo>
                <a:lnTo>
                  <a:pt x="4894" y="741"/>
                </a:lnTo>
                <a:lnTo>
                  <a:pt x="5005" y="671"/>
                </a:lnTo>
                <a:lnTo>
                  <a:pt x="5115" y="636"/>
                </a:lnTo>
                <a:lnTo>
                  <a:pt x="5221" y="600"/>
                </a:lnTo>
                <a:lnTo>
                  <a:pt x="5331" y="530"/>
                </a:lnTo>
                <a:lnTo>
                  <a:pt x="5476" y="494"/>
                </a:lnTo>
                <a:lnTo>
                  <a:pt x="5587" y="459"/>
                </a:lnTo>
                <a:lnTo>
                  <a:pt x="5732" y="565"/>
                </a:lnTo>
                <a:lnTo>
                  <a:pt x="5838" y="636"/>
                </a:lnTo>
                <a:lnTo>
                  <a:pt x="5948" y="706"/>
                </a:lnTo>
                <a:lnTo>
                  <a:pt x="6058" y="741"/>
                </a:lnTo>
                <a:lnTo>
                  <a:pt x="6164" y="812"/>
                </a:lnTo>
                <a:lnTo>
                  <a:pt x="6310" y="812"/>
                </a:lnTo>
                <a:lnTo>
                  <a:pt x="6420" y="777"/>
                </a:lnTo>
                <a:lnTo>
                  <a:pt x="6526" y="741"/>
                </a:lnTo>
                <a:lnTo>
                  <a:pt x="6636" y="671"/>
                </a:lnTo>
                <a:lnTo>
                  <a:pt x="6746" y="671"/>
                </a:lnTo>
                <a:lnTo>
                  <a:pt x="6892" y="600"/>
                </a:lnTo>
                <a:lnTo>
                  <a:pt x="6998" y="565"/>
                </a:lnTo>
                <a:lnTo>
                  <a:pt x="7108" y="530"/>
                </a:lnTo>
                <a:lnTo>
                  <a:pt x="7218" y="494"/>
                </a:lnTo>
                <a:lnTo>
                  <a:pt x="7364" y="459"/>
                </a:lnTo>
                <a:lnTo>
                  <a:pt x="7470" y="424"/>
                </a:lnTo>
                <a:lnTo>
                  <a:pt x="7580" y="389"/>
                </a:lnTo>
                <a:lnTo>
                  <a:pt x="7690" y="389"/>
                </a:lnTo>
                <a:lnTo>
                  <a:pt x="7796" y="353"/>
                </a:lnTo>
                <a:lnTo>
                  <a:pt x="7906" y="317"/>
                </a:lnTo>
                <a:lnTo>
                  <a:pt x="8016" y="424"/>
                </a:lnTo>
                <a:lnTo>
                  <a:pt x="8087" y="530"/>
                </a:lnTo>
                <a:lnTo>
                  <a:pt x="8197" y="565"/>
                </a:lnTo>
                <a:lnTo>
                  <a:pt x="8303" y="671"/>
                </a:lnTo>
                <a:lnTo>
                  <a:pt x="8413" y="671"/>
                </a:lnTo>
                <a:lnTo>
                  <a:pt x="8523" y="706"/>
                </a:lnTo>
                <a:lnTo>
                  <a:pt x="8634" y="741"/>
                </a:lnTo>
                <a:lnTo>
                  <a:pt x="8740" y="777"/>
                </a:lnTo>
                <a:lnTo>
                  <a:pt x="8850" y="812"/>
                </a:lnTo>
                <a:lnTo>
                  <a:pt x="8960" y="812"/>
                </a:lnTo>
                <a:lnTo>
                  <a:pt x="9101" y="741"/>
                </a:lnTo>
                <a:lnTo>
                  <a:pt x="9211" y="706"/>
                </a:lnTo>
                <a:lnTo>
                  <a:pt x="9322" y="600"/>
                </a:lnTo>
                <a:lnTo>
                  <a:pt x="9427" y="530"/>
                </a:lnTo>
                <a:lnTo>
                  <a:pt x="9538" y="459"/>
                </a:lnTo>
                <a:lnTo>
                  <a:pt x="9648" y="424"/>
                </a:lnTo>
                <a:lnTo>
                  <a:pt x="9754" y="389"/>
                </a:lnTo>
                <a:lnTo>
                  <a:pt x="9864" y="317"/>
                </a:lnTo>
                <a:lnTo>
                  <a:pt x="9939" y="424"/>
                </a:lnTo>
                <a:lnTo>
                  <a:pt x="10045" y="494"/>
                </a:lnTo>
                <a:lnTo>
                  <a:pt x="10155" y="530"/>
                </a:lnTo>
                <a:lnTo>
                  <a:pt x="10265" y="600"/>
                </a:lnTo>
                <a:lnTo>
                  <a:pt x="10371" y="636"/>
                </a:lnTo>
                <a:lnTo>
                  <a:pt x="10481" y="706"/>
                </a:lnTo>
                <a:lnTo>
                  <a:pt x="10592" y="706"/>
                </a:lnTo>
                <a:lnTo>
                  <a:pt x="10697" y="741"/>
                </a:lnTo>
                <a:lnTo>
                  <a:pt x="10808" y="741"/>
                </a:lnTo>
                <a:lnTo>
                  <a:pt x="10918" y="812"/>
                </a:lnTo>
                <a:lnTo>
                  <a:pt x="11063" y="847"/>
                </a:lnTo>
                <a:lnTo>
                  <a:pt x="11169" y="847"/>
                </a:lnTo>
                <a:lnTo>
                  <a:pt x="11280" y="847"/>
                </a:lnTo>
                <a:lnTo>
                  <a:pt x="11390" y="882"/>
                </a:lnTo>
                <a:lnTo>
                  <a:pt x="11535" y="882"/>
                </a:lnTo>
                <a:lnTo>
                  <a:pt x="11641" y="847"/>
                </a:lnTo>
                <a:lnTo>
                  <a:pt x="11787" y="812"/>
                </a:lnTo>
                <a:lnTo>
                  <a:pt x="11897" y="741"/>
                </a:lnTo>
                <a:lnTo>
                  <a:pt x="12003" y="741"/>
                </a:lnTo>
                <a:lnTo>
                  <a:pt x="12113" y="671"/>
                </a:lnTo>
                <a:lnTo>
                  <a:pt x="12223" y="636"/>
                </a:lnTo>
                <a:lnTo>
                  <a:pt x="12330" y="636"/>
                </a:lnTo>
                <a:lnTo>
                  <a:pt x="12440" y="600"/>
                </a:lnTo>
                <a:lnTo>
                  <a:pt x="12586" y="565"/>
                </a:lnTo>
                <a:lnTo>
                  <a:pt x="12696" y="565"/>
                </a:lnTo>
                <a:lnTo>
                  <a:pt x="12877" y="494"/>
                </a:lnTo>
                <a:lnTo>
                  <a:pt x="13022" y="459"/>
                </a:lnTo>
                <a:lnTo>
                  <a:pt x="13128" y="353"/>
                </a:lnTo>
                <a:lnTo>
                  <a:pt x="13238" y="282"/>
                </a:lnTo>
                <a:lnTo>
                  <a:pt x="13349" y="246"/>
                </a:lnTo>
                <a:lnTo>
                  <a:pt x="13419" y="353"/>
                </a:lnTo>
                <a:lnTo>
                  <a:pt x="13455" y="459"/>
                </a:lnTo>
                <a:lnTo>
                  <a:pt x="13565" y="530"/>
                </a:lnTo>
                <a:lnTo>
                  <a:pt x="13600" y="636"/>
                </a:lnTo>
                <a:lnTo>
                  <a:pt x="13710" y="706"/>
                </a:lnTo>
                <a:lnTo>
                  <a:pt x="13821" y="706"/>
                </a:lnTo>
                <a:lnTo>
                  <a:pt x="13966" y="847"/>
                </a:lnTo>
                <a:lnTo>
                  <a:pt x="14107" y="35"/>
                </a:lnTo>
                <a:lnTo>
                  <a:pt x="14182" y="847"/>
                </a:lnTo>
                <a:lnTo>
                  <a:pt x="14292" y="812"/>
                </a:lnTo>
                <a:lnTo>
                  <a:pt x="14398" y="741"/>
                </a:lnTo>
                <a:lnTo>
                  <a:pt x="14508" y="706"/>
                </a:lnTo>
                <a:lnTo>
                  <a:pt x="14619" y="600"/>
                </a:lnTo>
                <a:lnTo>
                  <a:pt x="14725" y="530"/>
                </a:lnTo>
                <a:lnTo>
                  <a:pt x="14835" y="459"/>
                </a:lnTo>
                <a:lnTo>
                  <a:pt x="14905" y="353"/>
                </a:lnTo>
                <a:lnTo>
                  <a:pt x="15016" y="282"/>
                </a:lnTo>
                <a:lnTo>
                  <a:pt x="15126" y="353"/>
                </a:lnTo>
                <a:lnTo>
                  <a:pt x="15196" y="459"/>
                </a:lnTo>
                <a:lnTo>
                  <a:pt x="15307" y="530"/>
                </a:lnTo>
                <a:lnTo>
                  <a:pt x="15417" y="565"/>
                </a:lnTo>
                <a:lnTo>
                  <a:pt x="15523" y="600"/>
                </a:lnTo>
                <a:lnTo>
                  <a:pt x="15633" y="600"/>
                </a:lnTo>
                <a:lnTo>
                  <a:pt x="15814" y="600"/>
                </a:lnTo>
                <a:lnTo>
                  <a:pt x="15924" y="600"/>
                </a:lnTo>
                <a:lnTo>
                  <a:pt x="16030" y="600"/>
                </a:lnTo>
                <a:lnTo>
                  <a:pt x="16140" y="600"/>
                </a:lnTo>
                <a:lnTo>
                  <a:pt x="16250" y="600"/>
                </a:lnTo>
                <a:lnTo>
                  <a:pt x="16356" y="600"/>
                </a:lnTo>
                <a:lnTo>
                  <a:pt x="16502" y="671"/>
                </a:lnTo>
                <a:lnTo>
                  <a:pt x="16612" y="671"/>
                </a:lnTo>
                <a:lnTo>
                  <a:pt x="16722" y="706"/>
                </a:lnTo>
                <a:lnTo>
                  <a:pt x="16828" y="706"/>
                </a:lnTo>
                <a:lnTo>
                  <a:pt x="16974" y="741"/>
                </a:lnTo>
                <a:lnTo>
                  <a:pt x="17084" y="741"/>
                </a:lnTo>
                <a:lnTo>
                  <a:pt x="17229" y="741"/>
                </a:lnTo>
                <a:lnTo>
                  <a:pt x="17375" y="741"/>
                </a:lnTo>
                <a:lnTo>
                  <a:pt x="17481" y="777"/>
                </a:lnTo>
                <a:lnTo>
                  <a:pt x="17626" y="812"/>
                </a:lnTo>
                <a:lnTo>
                  <a:pt x="17736" y="812"/>
                </a:lnTo>
                <a:lnTo>
                  <a:pt x="17847" y="847"/>
                </a:lnTo>
                <a:lnTo>
                  <a:pt x="17952" y="847"/>
                </a:lnTo>
                <a:lnTo>
                  <a:pt x="18063" y="882"/>
                </a:lnTo>
                <a:lnTo>
                  <a:pt x="18173" y="918"/>
                </a:lnTo>
                <a:lnTo>
                  <a:pt x="18279" y="882"/>
                </a:lnTo>
                <a:lnTo>
                  <a:pt x="18389" y="847"/>
                </a:lnTo>
                <a:lnTo>
                  <a:pt x="18499" y="812"/>
                </a:lnTo>
                <a:lnTo>
                  <a:pt x="18605" y="777"/>
                </a:lnTo>
                <a:lnTo>
                  <a:pt x="18786" y="706"/>
                </a:lnTo>
                <a:lnTo>
                  <a:pt x="18931" y="636"/>
                </a:lnTo>
                <a:lnTo>
                  <a:pt x="19042" y="600"/>
                </a:lnTo>
                <a:lnTo>
                  <a:pt x="19152" y="530"/>
                </a:lnTo>
                <a:lnTo>
                  <a:pt x="19258" y="494"/>
                </a:lnTo>
                <a:lnTo>
                  <a:pt x="19368" y="389"/>
                </a:lnTo>
                <a:lnTo>
                  <a:pt x="19478" y="317"/>
                </a:lnTo>
                <a:lnTo>
                  <a:pt x="19584" y="282"/>
                </a:lnTo>
                <a:lnTo>
                  <a:pt x="19694" y="246"/>
                </a:lnTo>
                <a:lnTo>
                  <a:pt x="19805" y="246"/>
                </a:lnTo>
                <a:lnTo>
                  <a:pt x="19910" y="353"/>
                </a:lnTo>
                <a:lnTo>
                  <a:pt x="20021" y="459"/>
                </a:lnTo>
                <a:lnTo>
                  <a:pt x="20131" y="530"/>
                </a:lnTo>
                <a:lnTo>
                  <a:pt x="20237" y="565"/>
                </a:lnTo>
                <a:lnTo>
                  <a:pt x="20347" y="600"/>
                </a:lnTo>
                <a:lnTo>
                  <a:pt x="20457" y="671"/>
                </a:lnTo>
                <a:lnTo>
                  <a:pt x="20563" y="706"/>
                </a:lnTo>
                <a:lnTo>
                  <a:pt x="20673" y="741"/>
                </a:lnTo>
                <a:lnTo>
                  <a:pt x="20784" y="777"/>
                </a:lnTo>
                <a:lnTo>
                  <a:pt x="20894" y="812"/>
                </a:lnTo>
                <a:lnTo>
                  <a:pt x="21000" y="812"/>
                </a:lnTo>
                <a:lnTo>
                  <a:pt x="21110" y="812"/>
                </a:lnTo>
                <a:lnTo>
                  <a:pt x="21220" y="812"/>
                </a:lnTo>
                <a:lnTo>
                  <a:pt x="21326" y="812"/>
                </a:lnTo>
                <a:lnTo>
                  <a:pt x="21436" y="777"/>
                </a:lnTo>
                <a:lnTo>
                  <a:pt x="21546" y="741"/>
                </a:lnTo>
                <a:lnTo>
                  <a:pt x="21652" y="706"/>
                </a:lnTo>
                <a:lnTo>
                  <a:pt x="21762" y="671"/>
                </a:lnTo>
                <a:lnTo>
                  <a:pt x="21908" y="600"/>
                </a:lnTo>
                <a:lnTo>
                  <a:pt x="22014" y="565"/>
                </a:lnTo>
                <a:lnTo>
                  <a:pt x="22159" y="530"/>
                </a:lnTo>
                <a:lnTo>
                  <a:pt x="22270" y="459"/>
                </a:lnTo>
                <a:lnTo>
                  <a:pt x="22380" y="459"/>
                </a:lnTo>
                <a:lnTo>
                  <a:pt x="22525" y="424"/>
                </a:lnTo>
                <a:lnTo>
                  <a:pt x="22777" y="424"/>
                </a:lnTo>
                <a:lnTo>
                  <a:pt x="22887" y="424"/>
                </a:lnTo>
                <a:lnTo>
                  <a:pt x="22997" y="424"/>
                </a:lnTo>
                <a:lnTo>
                  <a:pt x="23103" y="424"/>
                </a:lnTo>
                <a:lnTo>
                  <a:pt x="23213" y="459"/>
                </a:lnTo>
                <a:lnTo>
                  <a:pt x="23359" y="459"/>
                </a:lnTo>
                <a:lnTo>
                  <a:pt x="23465" y="459"/>
                </a:lnTo>
                <a:lnTo>
                  <a:pt x="23650" y="494"/>
                </a:lnTo>
                <a:lnTo>
                  <a:pt x="23756" y="530"/>
                </a:lnTo>
                <a:lnTo>
                  <a:pt x="23866" y="530"/>
                </a:lnTo>
                <a:lnTo>
                  <a:pt x="23976" y="494"/>
                </a:lnTo>
                <a:lnTo>
                  <a:pt x="24082" y="424"/>
                </a:lnTo>
                <a:lnTo>
                  <a:pt x="24192" y="389"/>
                </a:lnTo>
                <a:lnTo>
                  <a:pt x="24302" y="317"/>
                </a:lnTo>
                <a:lnTo>
                  <a:pt x="24408" y="246"/>
                </a:lnTo>
                <a:lnTo>
                  <a:pt x="24519" y="211"/>
                </a:lnTo>
                <a:lnTo>
                  <a:pt x="24519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00160" y="1095480"/>
            <a:ext cx="874224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FIRST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Q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52280" y="1028880"/>
            <a:ext cx="8788680" cy="444960"/>
          </a:xfrm>
          <a:custGeom>
            <a:avLst/>
            <a:gdLst/>
            <a:ahLst/>
            <a:rect l="0" t="0" r="r" b="b"/>
            <a:pathLst>
              <a:path w="24413" h="1236">
                <a:moveTo>
                  <a:pt x="70" y="1095"/>
                </a:moveTo>
                <a:lnTo>
                  <a:pt x="1115" y="318"/>
                </a:lnTo>
                <a:lnTo>
                  <a:pt x="1186" y="424"/>
                </a:lnTo>
                <a:lnTo>
                  <a:pt x="1225" y="530"/>
                </a:lnTo>
                <a:lnTo>
                  <a:pt x="1331" y="600"/>
                </a:lnTo>
                <a:lnTo>
                  <a:pt x="1402" y="706"/>
                </a:lnTo>
                <a:lnTo>
                  <a:pt x="1477" y="812"/>
                </a:lnTo>
                <a:lnTo>
                  <a:pt x="1583" y="812"/>
                </a:lnTo>
                <a:lnTo>
                  <a:pt x="1618" y="706"/>
                </a:lnTo>
                <a:lnTo>
                  <a:pt x="1728" y="600"/>
                </a:lnTo>
                <a:lnTo>
                  <a:pt x="1763" y="494"/>
                </a:lnTo>
                <a:lnTo>
                  <a:pt x="1874" y="424"/>
                </a:lnTo>
                <a:lnTo>
                  <a:pt x="1979" y="389"/>
                </a:lnTo>
                <a:lnTo>
                  <a:pt x="2050" y="530"/>
                </a:lnTo>
                <a:lnTo>
                  <a:pt x="2125" y="636"/>
                </a:lnTo>
                <a:lnTo>
                  <a:pt x="2231" y="706"/>
                </a:lnTo>
                <a:lnTo>
                  <a:pt x="2341" y="706"/>
                </a:lnTo>
                <a:lnTo>
                  <a:pt x="2447" y="741"/>
                </a:lnTo>
                <a:lnTo>
                  <a:pt x="2557" y="812"/>
                </a:lnTo>
                <a:lnTo>
                  <a:pt x="2663" y="812"/>
                </a:lnTo>
                <a:lnTo>
                  <a:pt x="2773" y="741"/>
                </a:lnTo>
                <a:lnTo>
                  <a:pt x="2879" y="741"/>
                </a:lnTo>
                <a:lnTo>
                  <a:pt x="3025" y="741"/>
                </a:lnTo>
                <a:lnTo>
                  <a:pt x="3130" y="741"/>
                </a:lnTo>
                <a:lnTo>
                  <a:pt x="3241" y="812"/>
                </a:lnTo>
                <a:lnTo>
                  <a:pt x="3854" y="706"/>
                </a:lnTo>
                <a:lnTo>
                  <a:pt x="3959" y="671"/>
                </a:lnTo>
                <a:lnTo>
                  <a:pt x="4070" y="636"/>
                </a:lnTo>
                <a:lnTo>
                  <a:pt x="4211" y="600"/>
                </a:lnTo>
                <a:lnTo>
                  <a:pt x="4321" y="565"/>
                </a:lnTo>
                <a:lnTo>
                  <a:pt x="4462" y="565"/>
                </a:lnTo>
                <a:lnTo>
                  <a:pt x="4572" y="530"/>
                </a:lnTo>
                <a:lnTo>
                  <a:pt x="4678" y="530"/>
                </a:lnTo>
                <a:lnTo>
                  <a:pt x="4788" y="494"/>
                </a:lnTo>
                <a:lnTo>
                  <a:pt x="4894" y="494"/>
                </a:lnTo>
                <a:lnTo>
                  <a:pt x="4969" y="600"/>
                </a:lnTo>
                <a:lnTo>
                  <a:pt x="5075" y="671"/>
                </a:lnTo>
                <a:lnTo>
                  <a:pt x="5185" y="741"/>
                </a:lnTo>
                <a:lnTo>
                  <a:pt x="5326" y="812"/>
                </a:lnTo>
                <a:lnTo>
                  <a:pt x="5437" y="812"/>
                </a:lnTo>
                <a:lnTo>
                  <a:pt x="5543" y="812"/>
                </a:lnTo>
                <a:lnTo>
                  <a:pt x="5653" y="741"/>
                </a:lnTo>
                <a:lnTo>
                  <a:pt x="5759" y="741"/>
                </a:lnTo>
                <a:lnTo>
                  <a:pt x="5869" y="777"/>
                </a:lnTo>
                <a:lnTo>
                  <a:pt x="6120" y="812"/>
                </a:lnTo>
                <a:lnTo>
                  <a:pt x="6230" y="812"/>
                </a:lnTo>
                <a:lnTo>
                  <a:pt x="6336" y="777"/>
                </a:lnTo>
                <a:lnTo>
                  <a:pt x="6447" y="741"/>
                </a:lnTo>
                <a:lnTo>
                  <a:pt x="6552" y="706"/>
                </a:lnTo>
                <a:lnTo>
                  <a:pt x="6663" y="706"/>
                </a:lnTo>
                <a:lnTo>
                  <a:pt x="6768" y="671"/>
                </a:lnTo>
                <a:lnTo>
                  <a:pt x="6914" y="600"/>
                </a:lnTo>
                <a:lnTo>
                  <a:pt x="7020" y="600"/>
                </a:lnTo>
                <a:lnTo>
                  <a:pt x="7165" y="565"/>
                </a:lnTo>
                <a:lnTo>
                  <a:pt x="7271" y="530"/>
                </a:lnTo>
                <a:lnTo>
                  <a:pt x="7381" y="494"/>
                </a:lnTo>
                <a:lnTo>
                  <a:pt x="7487" y="459"/>
                </a:lnTo>
                <a:lnTo>
                  <a:pt x="7597" y="424"/>
                </a:lnTo>
                <a:lnTo>
                  <a:pt x="7743" y="353"/>
                </a:lnTo>
                <a:lnTo>
                  <a:pt x="7849" y="318"/>
                </a:lnTo>
                <a:lnTo>
                  <a:pt x="7959" y="318"/>
                </a:lnTo>
                <a:lnTo>
                  <a:pt x="8065" y="246"/>
                </a:lnTo>
                <a:lnTo>
                  <a:pt x="8171" y="954"/>
                </a:lnTo>
                <a:lnTo>
                  <a:pt x="8316" y="282"/>
                </a:lnTo>
                <a:lnTo>
                  <a:pt x="8426" y="318"/>
                </a:lnTo>
                <a:lnTo>
                  <a:pt x="8532" y="318"/>
                </a:lnTo>
                <a:lnTo>
                  <a:pt x="8643" y="389"/>
                </a:lnTo>
                <a:lnTo>
                  <a:pt x="8784" y="459"/>
                </a:lnTo>
                <a:lnTo>
                  <a:pt x="8894" y="565"/>
                </a:lnTo>
                <a:lnTo>
                  <a:pt x="9000" y="565"/>
                </a:lnTo>
                <a:lnTo>
                  <a:pt x="9110" y="636"/>
                </a:lnTo>
                <a:lnTo>
                  <a:pt x="9251" y="706"/>
                </a:lnTo>
                <a:lnTo>
                  <a:pt x="9361" y="741"/>
                </a:lnTo>
                <a:lnTo>
                  <a:pt x="9467" y="741"/>
                </a:lnTo>
                <a:lnTo>
                  <a:pt x="9577" y="741"/>
                </a:lnTo>
                <a:lnTo>
                  <a:pt x="9683" y="741"/>
                </a:lnTo>
                <a:lnTo>
                  <a:pt x="9829" y="812"/>
                </a:lnTo>
                <a:lnTo>
                  <a:pt x="9939" y="812"/>
                </a:lnTo>
                <a:lnTo>
                  <a:pt x="10045" y="741"/>
                </a:lnTo>
                <a:lnTo>
                  <a:pt x="10155" y="706"/>
                </a:lnTo>
                <a:lnTo>
                  <a:pt x="10261" y="671"/>
                </a:lnTo>
                <a:lnTo>
                  <a:pt x="10371" y="671"/>
                </a:lnTo>
                <a:lnTo>
                  <a:pt x="10477" y="600"/>
                </a:lnTo>
                <a:lnTo>
                  <a:pt x="10587" y="671"/>
                </a:lnTo>
                <a:lnTo>
                  <a:pt x="10693" y="706"/>
                </a:lnTo>
                <a:lnTo>
                  <a:pt x="10803" y="706"/>
                </a:lnTo>
                <a:lnTo>
                  <a:pt x="10909" y="741"/>
                </a:lnTo>
                <a:lnTo>
                  <a:pt x="11019" y="777"/>
                </a:lnTo>
                <a:lnTo>
                  <a:pt x="11125" y="847"/>
                </a:lnTo>
                <a:lnTo>
                  <a:pt x="11161" y="954"/>
                </a:lnTo>
                <a:lnTo>
                  <a:pt x="11271" y="989"/>
                </a:lnTo>
                <a:lnTo>
                  <a:pt x="11412" y="989"/>
                </a:lnTo>
                <a:lnTo>
                  <a:pt x="11557" y="954"/>
                </a:lnTo>
                <a:lnTo>
                  <a:pt x="11668" y="882"/>
                </a:lnTo>
                <a:lnTo>
                  <a:pt x="11809" y="812"/>
                </a:lnTo>
                <a:lnTo>
                  <a:pt x="12170" y="741"/>
                </a:lnTo>
                <a:lnTo>
                  <a:pt x="12603" y="706"/>
                </a:lnTo>
                <a:lnTo>
                  <a:pt x="13036" y="671"/>
                </a:lnTo>
                <a:lnTo>
                  <a:pt x="13177" y="600"/>
                </a:lnTo>
                <a:lnTo>
                  <a:pt x="13287" y="530"/>
                </a:lnTo>
                <a:lnTo>
                  <a:pt x="13393" y="530"/>
                </a:lnTo>
                <a:lnTo>
                  <a:pt x="13503" y="530"/>
                </a:lnTo>
                <a:lnTo>
                  <a:pt x="13609" y="494"/>
                </a:lnTo>
                <a:lnTo>
                  <a:pt x="13719" y="459"/>
                </a:lnTo>
                <a:lnTo>
                  <a:pt x="13900" y="565"/>
                </a:lnTo>
                <a:lnTo>
                  <a:pt x="14006" y="636"/>
                </a:lnTo>
                <a:lnTo>
                  <a:pt x="14116" y="706"/>
                </a:lnTo>
                <a:lnTo>
                  <a:pt x="14222" y="812"/>
                </a:lnTo>
                <a:lnTo>
                  <a:pt x="14332" y="812"/>
                </a:lnTo>
                <a:lnTo>
                  <a:pt x="14438" y="847"/>
                </a:lnTo>
                <a:lnTo>
                  <a:pt x="14548" y="812"/>
                </a:lnTo>
                <a:lnTo>
                  <a:pt x="14764" y="741"/>
                </a:lnTo>
                <a:lnTo>
                  <a:pt x="14870" y="706"/>
                </a:lnTo>
                <a:lnTo>
                  <a:pt x="14980" y="671"/>
                </a:lnTo>
                <a:lnTo>
                  <a:pt x="15121" y="600"/>
                </a:lnTo>
                <a:lnTo>
                  <a:pt x="15232" y="530"/>
                </a:lnTo>
                <a:lnTo>
                  <a:pt x="15338" y="459"/>
                </a:lnTo>
                <a:lnTo>
                  <a:pt x="15448" y="459"/>
                </a:lnTo>
                <a:lnTo>
                  <a:pt x="15518" y="565"/>
                </a:lnTo>
                <a:lnTo>
                  <a:pt x="15593" y="671"/>
                </a:lnTo>
                <a:lnTo>
                  <a:pt x="15664" y="812"/>
                </a:lnTo>
                <a:lnTo>
                  <a:pt x="15770" y="812"/>
                </a:lnTo>
                <a:lnTo>
                  <a:pt x="15880" y="741"/>
                </a:lnTo>
                <a:lnTo>
                  <a:pt x="16025" y="741"/>
                </a:lnTo>
                <a:lnTo>
                  <a:pt x="16167" y="741"/>
                </a:lnTo>
                <a:lnTo>
                  <a:pt x="16277" y="706"/>
                </a:lnTo>
                <a:lnTo>
                  <a:pt x="16418" y="671"/>
                </a:lnTo>
                <a:lnTo>
                  <a:pt x="16528" y="636"/>
                </a:lnTo>
                <a:lnTo>
                  <a:pt x="16634" y="671"/>
                </a:lnTo>
                <a:lnTo>
                  <a:pt x="16779" y="706"/>
                </a:lnTo>
                <a:lnTo>
                  <a:pt x="16925" y="741"/>
                </a:lnTo>
                <a:lnTo>
                  <a:pt x="17031" y="741"/>
                </a:lnTo>
                <a:lnTo>
                  <a:pt x="17212" y="741"/>
                </a:lnTo>
                <a:lnTo>
                  <a:pt x="17357" y="741"/>
                </a:lnTo>
                <a:lnTo>
                  <a:pt x="17534" y="706"/>
                </a:lnTo>
                <a:lnTo>
                  <a:pt x="17714" y="671"/>
                </a:lnTo>
                <a:lnTo>
                  <a:pt x="17860" y="600"/>
                </a:lnTo>
                <a:lnTo>
                  <a:pt x="17966" y="600"/>
                </a:lnTo>
                <a:lnTo>
                  <a:pt x="18076" y="565"/>
                </a:lnTo>
                <a:lnTo>
                  <a:pt x="18221" y="530"/>
                </a:lnTo>
                <a:lnTo>
                  <a:pt x="18327" y="530"/>
                </a:lnTo>
                <a:lnTo>
                  <a:pt x="18438" y="459"/>
                </a:lnTo>
                <a:lnTo>
                  <a:pt x="18543" y="424"/>
                </a:lnTo>
                <a:lnTo>
                  <a:pt x="18654" y="530"/>
                </a:lnTo>
                <a:lnTo>
                  <a:pt x="18795" y="565"/>
                </a:lnTo>
                <a:lnTo>
                  <a:pt x="18870" y="671"/>
                </a:lnTo>
                <a:lnTo>
                  <a:pt x="18976" y="671"/>
                </a:lnTo>
                <a:lnTo>
                  <a:pt x="19086" y="671"/>
                </a:lnTo>
                <a:lnTo>
                  <a:pt x="19227" y="671"/>
                </a:lnTo>
                <a:lnTo>
                  <a:pt x="19478" y="600"/>
                </a:lnTo>
                <a:lnTo>
                  <a:pt x="19588" y="600"/>
                </a:lnTo>
                <a:lnTo>
                  <a:pt x="19694" y="600"/>
                </a:lnTo>
                <a:lnTo>
                  <a:pt x="19805" y="600"/>
                </a:lnTo>
                <a:lnTo>
                  <a:pt x="19910" y="600"/>
                </a:lnTo>
                <a:lnTo>
                  <a:pt x="20021" y="565"/>
                </a:lnTo>
                <a:lnTo>
                  <a:pt x="20126" y="600"/>
                </a:lnTo>
                <a:lnTo>
                  <a:pt x="20237" y="671"/>
                </a:lnTo>
                <a:lnTo>
                  <a:pt x="20343" y="706"/>
                </a:lnTo>
                <a:lnTo>
                  <a:pt x="20453" y="741"/>
                </a:lnTo>
                <a:lnTo>
                  <a:pt x="20559" y="812"/>
                </a:lnTo>
                <a:lnTo>
                  <a:pt x="20669" y="847"/>
                </a:lnTo>
                <a:lnTo>
                  <a:pt x="20775" y="847"/>
                </a:lnTo>
                <a:lnTo>
                  <a:pt x="20885" y="812"/>
                </a:lnTo>
                <a:lnTo>
                  <a:pt x="20991" y="741"/>
                </a:lnTo>
                <a:lnTo>
                  <a:pt x="21101" y="671"/>
                </a:lnTo>
                <a:lnTo>
                  <a:pt x="21242" y="600"/>
                </a:lnTo>
                <a:lnTo>
                  <a:pt x="21674" y="424"/>
                </a:lnTo>
                <a:lnTo>
                  <a:pt x="21785" y="389"/>
                </a:lnTo>
                <a:lnTo>
                  <a:pt x="21890" y="389"/>
                </a:lnTo>
                <a:lnTo>
                  <a:pt x="22001" y="353"/>
                </a:lnTo>
                <a:lnTo>
                  <a:pt x="22106" y="424"/>
                </a:lnTo>
                <a:lnTo>
                  <a:pt x="22217" y="530"/>
                </a:lnTo>
                <a:lnTo>
                  <a:pt x="22323" y="565"/>
                </a:lnTo>
                <a:lnTo>
                  <a:pt x="22433" y="565"/>
                </a:lnTo>
                <a:lnTo>
                  <a:pt x="22539" y="565"/>
                </a:lnTo>
                <a:lnTo>
                  <a:pt x="22684" y="636"/>
                </a:lnTo>
                <a:lnTo>
                  <a:pt x="22794" y="671"/>
                </a:lnTo>
                <a:lnTo>
                  <a:pt x="22900" y="706"/>
                </a:lnTo>
                <a:lnTo>
                  <a:pt x="23010" y="706"/>
                </a:lnTo>
                <a:lnTo>
                  <a:pt x="23116" y="706"/>
                </a:lnTo>
                <a:lnTo>
                  <a:pt x="23227" y="741"/>
                </a:lnTo>
                <a:lnTo>
                  <a:pt x="23332" y="812"/>
                </a:lnTo>
                <a:lnTo>
                  <a:pt x="23443" y="882"/>
                </a:lnTo>
                <a:lnTo>
                  <a:pt x="23548" y="954"/>
                </a:lnTo>
                <a:lnTo>
                  <a:pt x="23659" y="989"/>
                </a:lnTo>
                <a:lnTo>
                  <a:pt x="23764" y="1025"/>
                </a:lnTo>
                <a:lnTo>
                  <a:pt x="23945" y="1095"/>
                </a:lnTo>
                <a:lnTo>
                  <a:pt x="24051" y="1130"/>
                </a:lnTo>
                <a:lnTo>
                  <a:pt x="24161" y="1166"/>
                </a:lnTo>
                <a:lnTo>
                  <a:pt x="24267" y="1166"/>
                </a:lnTo>
                <a:lnTo>
                  <a:pt x="24377" y="1236"/>
                </a:lnTo>
                <a:lnTo>
                  <a:pt x="24413" y="0"/>
                </a:lnTo>
                <a:lnTo>
                  <a:pt x="0" y="0"/>
                </a:lnTo>
                <a:lnTo>
                  <a:pt x="70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39680" y="1981080"/>
            <a:ext cx="8826840" cy="495720"/>
          </a:xfrm>
          <a:custGeom>
            <a:avLst/>
            <a:gdLst/>
            <a:ahLst/>
            <a:rect l="0" t="0" r="r" b="b"/>
            <a:pathLst>
              <a:path w="24519" h="1377">
                <a:moveTo>
                  <a:pt x="0" y="953"/>
                </a:moveTo>
                <a:lnTo>
                  <a:pt x="110" y="882"/>
                </a:lnTo>
                <a:lnTo>
                  <a:pt x="180" y="777"/>
                </a:lnTo>
                <a:lnTo>
                  <a:pt x="291" y="706"/>
                </a:lnTo>
                <a:lnTo>
                  <a:pt x="396" y="671"/>
                </a:lnTo>
                <a:lnTo>
                  <a:pt x="471" y="565"/>
                </a:lnTo>
                <a:lnTo>
                  <a:pt x="542" y="459"/>
                </a:lnTo>
                <a:lnTo>
                  <a:pt x="652" y="389"/>
                </a:lnTo>
                <a:lnTo>
                  <a:pt x="762" y="317"/>
                </a:lnTo>
                <a:lnTo>
                  <a:pt x="833" y="211"/>
                </a:lnTo>
                <a:lnTo>
                  <a:pt x="908" y="105"/>
                </a:lnTo>
                <a:lnTo>
                  <a:pt x="978" y="0"/>
                </a:lnTo>
                <a:lnTo>
                  <a:pt x="1124" y="141"/>
                </a:lnTo>
                <a:lnTo>
                  <a:pt x="1234" y="176"/>
                </a:lnTo>
                <a:lnTo>
                  <a:pt x="1270" y="282"/>
                </a:lnTo>
                <a:lnTo>
                  <a:pt x="1380" y="389"/>
                </a:lnTo>
                <a:lnTo>
                  <a:pt x="1415" y="494"/>
                </a:lnTo>
                <a:lnTo>
                  <a:pt x="1561" y="530"/>
                </a:lnTo>
                <a:lnTo>
                  <a:pt x="1561" y="636"/>
                </a:lnTo>
                <a:lnTo>
                  <a:pt x="1666" y="671"/>
                </a:lnTo>
                <a:lnTo>
                  <a:pt x="1777" y="671"/>
                </a:lnTo>
                <a:lnTo>
                  <a:pt x="1957" y="636"/>
                </a:lnTo>
                <a:lnTo>
                  <a:pt x="2138" y="600"/>
                </a:lnTo>
                <a:lnTo>
                  <a:pt x="2248" y="600"/>
                </a:lnTo>
                <a:lnTo>
                  <a:pt x="2429" y="600"/>
                </a:lnTo>
                <a:lnTo>
                  <a:pt x="2504" y="494"/>
                </a:lnTo>
                <a:lnTo>
                  <a:pt x="2610" y="494"/>
                </a:lnTo>
                <a:lnTo>
                  <a:pt x="2685" y="600"/>
                </a:lnTo>
                <a:lnTo>
                  <a:pt x="2791" y="706"/>
                </a:lnTo>
                <a:lnTo>
                  <a:pt x="2901" y="706"/>
                </a:lnTo>
                <a:lnTo>
                  <a:pt x="3011" y="671"/>
                </a:lnTo>
                <a:lnTo>
                  <a:pt x="3157" y="671"/>
                </a:lnTo>
                <a:lnTo>
                  <a:pt x="3298" y="600"/>
                </a:lnTo>
                <a:lnTo>
                  <a:pt x="3443" y="565"/>
                </a:lnTo>
                <a:lnTo>
                  <a:pt x="3554" y="530"/>
                </a:lnTo>
                <a:lnTo>
                  <a:pt x="3589" y="706"/>
                </a:lnTo>
                <a:lnTo>
                  <a:pt x="3589" y="812"/>
                </a:lnTo>
                <a:lnTo>
                  <a:pt x="3735" y="777"/>
                </a:lnTo>
                <a:lnTo>
                  <a:pt x="3845" y="741"/>
                </a:lnTo>
                <a:lnTo>
                  <a:pt x="3955" y="706"/>
                </a:lnTo>
                <a:lnTo>
                  <a:pt x="4061" y="706"/>
                </a:lnTo>
                <a:lnTo>
                  <a:pt x="4171" y="706"/>
                </a:lnTo>
                <a:lnTo>
                  <a:pt x="4242" y="812"/>
                </a:lnTo>
                <a:lnTo>
                  <a:pt x="4352" y="812"/>
                </a:lnTo>
                <a:lnTo>
                  <a:pt x="4462" y="812"/>
                </a:lnTo>
                <a:lnTo>
                  <a:pt x="4608" y="812"/>
                </a:lnTo>
                <a:lnTo>
                  <a:pt x="4713" y="777"/>
                </a:lnTo>
                <a:lnTo>
                  <a:pt x="4894" y="741"/>
                </a:lnTo>
                <a:lnTo>
                  <a:pt x="5005" y="671"/>
                </a:lnTo>
                <a:lnTo>
                  <a:pt x="5115" y="636"/>
                </a:lnTo>
                <a:lnTo>
                  <a:pt x="5221" y="600"/>
                </a:lnTo>
                <a:lnTo>
                  <a:pt x="5331" y="530"/>
                </a:lnTo>
                <a:lnTo>
                  <a:pt x="5476" y="494"/>
                </a:lnTo>
                <a:lnTo>
                  <a:pt x="5587" y="459"/>
                </a:lnTo>
                <a:lnTo>
                  <a:pt x="5732" y="565"/>
                </a:lnTo>
                <a:lnTo>
                  <a:pt x="5838" y="636"/>
                </a:lnTo>
                <a:lnTo>
                  <a:pt x="5948" y="706"/>
                </a:lnTo>
                <a:lnTo>
                  <a:pt x="6058" y="741"/>
                </a:lnTo>
                <a:lnTo>
                  <a:pt x="6164" y="812"/>
                </a:lnTo>
                <a:lnTo>
                  <a:pt x="6310" y="812"/>
                </a:lnTo>
                <a:lnTo>
                  <a:pt x="6420" y="777"/>
                </a:lnTo>
                <a:lnTo>
                  <a:pt x="6526" y="741"/>
                </a:lnTo>
                <a:lnTo>
                  <a:pt x="6636" y="671"/>
                </a:lnTo>
                <a:lnTo>
                  <a:pt x="6746" y="671"/>
                </a:lnTo>
                <a:lnTo>
                  <a:pt x="6892" y="600"/>
                </a:lnTo>
                <a:lnTo>
                  <a:pt x="6998" y="565"/>
                </a:lnTo>
                <a:lnTo>
                  <a:pt x="7108" y="530"/>
                </a:lnTo>
                <a:lnTo>
                  <a:pt x="7218" y="494"/>
                </a:lnTo>
                <a:lnTo>
                  <a:pt x="7364" y="459"/>
                </a:lnTo>
                <a:lnTo>
                  <a:pt x="7470" y="424"/>
                </a:lnTo>
                <a:lnTo>
                  <a:pt x="7580" y="389"/>
                </a:lnTo>
                <a:lnTo>
                  <a:pt x="7690" y="389"/>
                </a:lnTo>
                <a:lnTo>
                  <a:pt x="7796" y="353"/>
                </a:lnTo>
                <a:lnTo>
                  <a:pt x="7906" y="317"/>
                </a:lnTo>
                <a:lnTo>
                  <a:pt x="8016" y="424"/>
                </a:lnTo>
                <a:lnTo>
                  <a:pt x="8087" y="530"/>
                </a:lnTo>
                <a:lnTo>
                  <a:pt x="8197" y="565"/>
                </a:lnTo>
                <a:lnTo>
                  <a:pt x="8303" y="671"/>
                </a:lnTo>
                <a:lnTo>
                  <a:pt x="8413" y="671"/>
                </a:lnTo>
                <a:lnTo>
                  <a:pt x="8523" y="706"/>
                </a:lnTo>
                <a:lnTo>
                  <a:pt x="8634" y="741"/>
                </a:lnTo>
                <a:lnTo>
                  <a:pt x="8740" y="777"/>
                </a:lnTo>
                <a:lnTo>
                  <a:pt x="8850" y="812"/>
                </a:lnTo>
                <a:lnTo>
                  <a:pt x="8960" y="812"/>
                </a:lnTo>
                <a:lnTo>
                  <a:pt x="9101" y="741"/>
                </a:lnTo>
                <a:lnTo>
                  <a:pt x="9211" y="706"/>
                </a:lnTo>
                <a:lnTo>
                  <a:pt x="9322" y="600"/>
                </a:lnTo>
                <a:lnTo>
                  <a:pt x="9427" y="530"/>
                </a:lnTo>
                <a:lnTo>
                  <a:pt x="9538" y="459"/>
                </a:lnTo>
                <a:lnTo>
                  <a:pt x="9648" y="424"/>
                </a:lnTo>
                <a:lnTo>
                  <a:pt x="9754" y="389"/>
                </a:lnTo>
                <a:lnTo>
                  <a:pt x="9864" y="317"/>
                </a:lnTo>
                <a:lnTo>
                  <a:pt x="9939" y="424"/>
                </a:lnTo>
                <a:lnTo>
                  <a:pt x="10045" y="494"/>
                </a:lnTo>
                <a:lnTo>
                  <a:pt x="10155" y="530"/>
                </a:lnTo>
                <a:lnTo>
                  <a:pt x="10265" y="600"/>
                </a:lnTo>
                <a:lnTo>
                  <a:pt x="10371" y="636"/>
                </a:lnTo>
                <a:lnTo>
                  <a:pt x="10481" y="706"/>
                </a:lnTo>
                <a:lnTo>
                  <a:pt x="10592" y="706"/>
                </a:lnTo>
                <a:lnTo>
                  <a:pt x="10697" y="741"/>
                </a:lnTo>
                <a:lnTo>
                  <a:pt x="10808" y="741"/>
                </a:lnTo>
                <a:lnTo>
                  <a:pt x="10918" y="812"/>
                </a:lnTo>
                <a:lnTo>
                  <a:pt x="11063" y="847"/>
                </a:lnTo>
                <a:lnTo>
                  <a:pt x="11169" y="847"/>
                </a:lnTo>
                <a:lnTo>
                  <a:pt x="11280" y="847"/>
                </a:lnTo>
                <a:lnTo>
                  <a:pt x="11390" y="882"/>
                </a:lnTo>
                <a:lnTo>
                  <a:pt x="11535" y="882"/>
                </a:lnTo>
                <a:lnTo>
                  <a:pt x="11641" y="847"/>
                </a:lnTo>
                <a:lnTo>
                  <a:pt x="11787" y="812"/>
                </a:lnTo>
                <a:lnTo>
                  <a:pt x="11897" y="741"/>
                </a:lnTo>
                <a:lnTo>
                  <a:pt x="12003" y="741"/>
                </a:lnTo>
                <a:lnTo>
                  <a:pt x="12113" y="671"/>
                </a:lnTo>
                <a:lnTo>
                  <a:pt x="12223" y="636"/>
                </a:lnTo>
                <a:lnTo>
                  <a:pt x="12330" y="636"/>
                </a:lnTo>
                <a:lnTo>
                  <a:pt x="12440" y="600"/>
                </a:lnTo>
                <a:lnTo>
                  <a:pt x="12586" y="565"/>
                </a:lnTo>
                <a:lnTo>
                  <a:pt x="12696" y="565"/>
                </a:lnTo>
                <a:lnTo>
                  <a:pt x="12877" y="494"/>
                </a:lnTo>
                <a:lnTo>
                  <a:pt x="13022" y="459"/>
                </a:lnTo>
                <a:lnTo>
                  <a:pt x="13128" y="353"/>
                </a:lnTo>
                <a:lnTo>
                  <a:pt x="13238" y="282"/>
                </a:lnTo>
                <a:lnTo>
                  <a:pt x="13349" y="246"/>
                </a:lnTo>
                <a:lnTo>
                  <a:pt x="13419" y="353"/>
                </a:lnTo>
                <a:lnTo>
                  <a:pt x="13455" y="459"/>
                </a:lnTo>
                <a:lnTo>
                  <a:pt x="13565" y="530"/>
                </a:lnTo>
                <a:lnTo>
                  <a:pt x="13600" y="636"/>
                </a:lnTo>
                <a:lnTo>
                  <a:pt x="13710" y="706"/>
                </a:lnTo>
                <a:lnTo>
                  <a:pt x="13821" y="706"/>
                </a:lnTo>
                <a:lnTo>
                  <a:pt x="13966" y="847"/>
                </a:lnTo>
                <a:lnTo>
                  <a:pt x="14107" y="35"/>
                </a:lnTo>
                <a:lnTo>
                  <a:pt x="14182" y="847"/>
                </a:lnTo>
                <a:lnTo>
                  <a:pt x="14292" y="812"/>
                </a:lnTo>
                <a:lnTo>
                  <a:pt x="14398" y="741"/>
                </a:lnTo>
                <a:lnTo>
                  <a:pt x="14508" y="706"/>
                </a:lnTo>
                <a:lnTo>
                  <a:pt x="14619" y="600"/>
                </a:lnTo>
                <a:lnTo>
                  <a:pt x="14725" y="530"/>
                </a:lnTo>
                <a:lnTo>
                  <a:pt x="14835" y="459"/>
                </a:lnTo>
                <a:lnTo>
                  <a:pt x="14905" y="353"/>
                </a:lnTo>
                <a:lnTo>
                  <a:pt x="15016" y="282"/>
                </a:lnTo>
                <a:lnTo>
                  <a:pt x="15126" y="353"/>
                </a:lnTo>
                <a:lnTo>
                  <a:pt x="15196" y="459"/>
                </a:lnTo>
                <a:lnTo>
                  <a:pt x="15307" y="530"/>
                </a:lnTo>
                <a:lnTo>
                  <a:pt x="15417" y="565"/>
                </a:lnTo>
                <a:lnTo>
                  <a:pt x="15523" y="600"/>
                </a:lnTo>
                <a:lnTo>
                  <a:pt x="15633" y="600"/>
                </a:lnTo>
                <a:lnTo>
                  <a:pt x="15814" y="600"/>
                </a:lnTo>
                <a:lnTo>
                  <a:pt x="15924" y="600"/>
                </a:lnTo>
                <a:lnTo>
                  <a:pt x="16030" y="600"/>
                </a:lnTo>
                <a:lnTo>
                  <a:pt x="16140" y="600"/>
                </a:lnTo>
                <a:lnTo>
                  <a:pt x="16250" y="600"/>
                </a:lnTo>
                <a:lnTo>
                  <a:pt x="16356" y="600"/>
                </a:lnTo>
                <a:lnTo>
                  <a:pt x="16502" y="671"/>
                </a:lnTo>
                <a:lnTo>
                  <a:pt x="16612" y="671"/>
                </a:lnTo>
                <a:lnTo>
                  <a:pt x="16722" y="706"/>
                </a:lnTo>
                <a:lnTo>
                  <a:pt x="16828" y="706"/>
                </a:lnTo>
                <a:lnTo>
                  <a:pt x="16974" y="741"/>
                </a:lnTo>
                <a:lnTo>
                  <a:pt x="17084" y="741"/>
                </a:lnTo>
                <a:lnTo>
                  <a:pt x="17229" y="741"/>
                </a:lnTo>
                <a:lnTo>
                  <a:pt x="17375" y="741"/>
                </a:lnTo>
                <a:lnTo>
                  <a:pt x="17481" y="777"/>
                </a:lnTo>
                <a:lnTo>
                  <a:pt x="17626" y="812"/>
                </a:lnTo>
                <a:lnTo>
                  <a:pt x="17736" y="812"/>
                </a:lnTo>
                <a:lnTo>
                  <a:pt x="17847" y="847"/>
                </a:lnTo>
                <a:lnTo>
                  <a:pt x="17952" y="847"/>
                </a:lnTo>
                <a:lnTo>
                  <a:pt x="18063" y="882"/>
                </a:lnTo>
                <a:lnTo>
                  <a:pt x="18173" y="918"/>
                </a:lnTo>
                <a:lnTo>
                  <a:pt x="18279" y="882"/>
                </a:lnTo>
                <a:lnTo>
                  <a:pt x="18389" y="847"/>
                </a:lnTo>
                <a:lnTo>
                  <a:pt x="18499" y="812"/>
                </a:lnTo>
                <a:lnTo>
                  <a:pt x="18605" y="777"/>
                </a:lnTo>
                <a:lnTo>
                  <a:pt x="18786" y="706"/>
                </a:lnTo>
                <a:lnTo>
                  <a:pt x="18931" y="636"/>
                </a:lnTo>
                <a:lnTo>
                  <a:pt x="19042" y="600"/>
                </a:lnTo>
                <a:lnTo>
                  <a:pt x="19152" y="530"/>
                </a:lnTo>
                <a:lnTo>
                  <a:pt x="19258" y="494"/>
                </a:lnTo>
                <a:lnTo>
                  <a:pt x="19368" y="389"/>
                </a:lnTo>
                <a:lnTo>
                  <a:pt x="19478" y="317"/>
                </a:lnTo>
                <a:lnTo>
                  <a:pt x="19584" y="282"/>
                </a:lnTo>
                <a:lnTo>
                  <a:pt x="19694" y="246"/>
                </a:lnTo>
                <a:lnTo>
                  <a:pt x="19805" y="246"/>
                </a:lnTo>
                <a:lnTo>
                  <a:pt x="19910" y="353"/>
                </a:lnTo>
                <a:lnTo>
                  <a:pt x="20021" y="459"/>
                </a:lnTo>
                <a:lnTo>
                  <a:pt x="20131" y="530"/>
                </a:lnTo>
                <a:lnTo>
                  <a:pt x="20237" y="565"/>
                </a:lnTo>
                <a:lnTo>
                  <a:pt x="20347" y="600"/>
                </a:lnTo>
                <a:lnTo>
                  <a:pt x="20457" y="671"/>
                </a:lnTo>
                <a:lnTo>
                  <a:pt x="20563" y="706"/>
                </a:lnTo>
                <a:lnTo>
                  <a:pt x="20673" y="741"/>
                </a:lnTo>
                <a:lnTo>
                  <a:pt x="20784" y="777"/>
                </a:lnTo>
                <a:lnTo>
                  <a:pt x="20894" y="812"/>
                </a:lnTo>
                <a:lnTo>
                  <a:pt x="21000" y="812"/>
                </a:lnTo>
                <a:lnTo>
                  <a:pt x="21110" y="812"/>
                </a:lnTo>
                <a:lnTo>
                  <a:pt x="21220" y="812"/>
                </a:lnTo>
                <a:lnTo>
                  <a:pt x="21326" y="812"/>
                </a:lnTo>
                <a:lnTo>
                  <a:pt x="21436" y="777"/>
                </a:lnTo>
                <a:lnTo>
                  <a:pt x="21546" y="741"/>
                </a:lnTo>
                <a:lnTo>
                  <a:pt x="21652" y="706"/>
                </a:lnTo>
                <a:lnTo>
                  <a:pt x="21762" y="671"/>
                </a:lnTo>
                <a:lnTo>
                  <a:pt x="21908" y="600"/>
                </a:lnTo>
                <a:lnTo>
                  <a:pt x="22014" y="565"/>
                </a:lnTo>
                <a:lnTo>
                  <a:pt x="22159" y="530"/>
                </a:lnTo>
                <a:lnTo>
                  <a:pt x="22270" y="459"/>
                </a:lnTo>
                <a:lnTo>
                  <a:pt x="22380" y="459"/>
                </a:lnTo>
                <a:lnTo>
                  <a:pt x="22525" y="424"/>
                </a:lnTo>
                <a:lnTo>
                  <a:pt x="22777" y="424"/>
                </a:lnTo>
                <a:lnTo>
                  <a:pt x="22887" y="424"/>
                </a:lnTo>
                <a:lnTo>
                  <a:pt x="22997" y="424"/>
                </a:lnTo>
                <a:lnTo>
                  <a:pt x="23103" y="424"/>
                </a:lnTo>
                <a:lnTo>
                  <a:pt x="23213" y="459"/>
                </a:lnTo>
                <a:lnTo>
                  <a:pt x="23359" y="459"/>
                </a:lnTo>
                <a:lnTo>
                  <a:pt x="23465" y="459"/>
                </a:lnTo>
                <a:lnTo>
                  <a:pt x="23650" y="494"/>
                </a:lnTo>
                <a:lnTo>
                  <a:pt x="23756" y="530"/>
                </a:lnTo>
                <a:lnTo>
                  <a:pt x="23866" y="530"/>
                </a:lnTo>
                <a:lnTo>
                  <a:pt x="23976" y="494"/>
                </a:lnTo>
                <a:lnTo>
                  <a:pt x="24082" y="424"/>
                </a:lnTo>
                <a:lnTo>
                  <a:pt x="24192" y="389"/>
                </a:lnTo>
                <a:lnTo>
                  <a:pt x="24302" y="317"/>
                </a:lnTo>
                <a:lnTo>
                  <a:pt x="24408" y="246"/>
                </a:lnTo>
                <a:lnTo>
                  <a:pt x="24519" y="211"/>
                </a:lnTo>
                <a:lnTo>
                  <a:pt x="24519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961920" y="315900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542880" y="917640"/>
            <a:ext cx="7827840" cy="15447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FFFF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FROG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Q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495360" y="851040"/>
            <a:ext cx="7925040" cy="444960"/>
          </a:xfrm>
          <a:custGeom>
            <a:avLst/>
            <a:gdLst/>
            <a:ahLst/>
            <a:rect l="0" t="0" r="r" b="b"/>
            <a:pathLst>
              <a:path w="22014" h="1236">
                <a:moveTo>
                  <a:pt x="66" y="1095"/>
                </a:moveTo>
                <a:lnTo>
                  <a:pt x="1005" y="318"/>
                </a:lnTo>
                <a:lnTo>
                  <a:pt x="1071" y="424"/>
                </a:lnTo>
                <a:lnTo>
                  <a:pt x="1102" y="530"/>
                </a:lnTo>
                <a:lnTo>
                  <a:pt x="1199" y="600"/>
                </a:lnTo>
                <a:lnTo>
                  <a:pt x="1265" y="706"/>
                </a:lnTo>
                <a:lnTo>
                  <a:pt x="1331" y="812"/>
                </a:lnTo>
                <a:lnTo>
                  <a:pt x="1428" y="812"/>
                </a:lnTo>
                <a:lnTo>
                  <a:pt x="1459" y="706"/>
                </a:lnTo>
                <a:lnTo>
                  <a:pt x="1556" y="600"/>
                </a:lnTo>
                <a:lnTo>
                  <a:pt x="1591" y="494"/>
                </a:lnTo>
                <a:lnTo>
                  <a:pt x="1688" y="424"/>
                </a:lnTo>
                <a:lnTo>
                  <a:pt x="1785" y="389"/>
                </a:lnTo>
                <a:lnTo>
                  <a:pt x="1852" y="530"/>
                </a:lnTo>
                <a:lnTo>
                  <a:pt x="1913" y="636"/>
                </a:lnTo>
                <a:lnTo>
                  <a:pt x="2010" y="706"/>
                </a:lnTo>
                <a:lnTo>
                  <a:pt x="2112" y="706"/>
                </a:lnTo>
                <a:lnTo>
                  <a:pt x="2209" y="741"/>
                </a:lnTo>
                <a:lnTo>
                  <a:pt x="2306" y="812"/>
                </a:lnTo>
                <a:lnTo>
                  <a:pt x="2403" y="812"/>
                </a:lnTo>
                <a:lnTo>
                  <a:pt x="2500" y="741"/>
                </a:lnTo>
                <a:lnTo>
                  <a:pt x="2597" y="741"/>
                </a:lnTo>
                <a:lnTo>
                  <a:pt x="2725" y="741"/>
                </a:lnTo>
                <a:lnTo>
                  <a:pt x="2826" y="741"/>
                </a:lnTo>
                <a:lnTo>
                  <a:pt x="2923" y="812"/>
                </a:lnTo>
                <a:lnTo>
                  <a:pt x="3474" y="706"/>
                </a:lnTo>
                <a:lnTo>
                  <a:pt x="3571" y="671"/>
                </a:lnTo>
                <a:lnTo>
                  <a:pt x="3668" y="636"/>
                </a:lnTo>
                <a:lnTo>
                  <a:pt x="3796" y="600"/>
                </a:lnTo>
                <a:lnTo>
                  <a:pt x="3898" y="565"/>
                </a:lnTo>
                <a:lnTo>
                  <a:pt x="4026" y="565"/>
                </a:lnTo>
                <a:lnTo>
                  <a:pt x="4123" y="530"/>
                </a:lnTo>
                <a:lnTo>
                  <a:pt x="4220" y="530"/>
                </a:lnTo>
                <a:lnTo>
                  <a:pt x="4317" y="494"/>
                </a:lnTo>
                <a:lnTo>
                  <a:pt x="4414" y="494"/>
                </a:lnTo>
                <a:lnTo>
                  <a:pt x="4480" y="600"/>
                </a:lnTo>
                <a:lnTo>
                  <a:pt x="4577" y="671"/>
                </a:lnTo>
                <a:lnTo>
                  <a:pt x="4674" y="741"/>
                </a:lnTo>
                <a:lnTo>
                  <a:pt x="4806" y="812"/>
                </a:lnTo>
                <a:lnTo>
                  <a:pt x="4903" y="812"/>
                </a:lnTo>
                <a:lnTo>
                  <a:pt x="5000" y="812"/>
                </a:lnTo>
                <a:lnTo>
                  <a:pt x="5097" y="741"/>
                </a:lnTo>
                <a:lnTo>
                  <a:pt x="5194" y="741"/>
                </a:lnTo>
                <a:lnTo>
                  <a:pt x="5291" y="777"/>
                </a:lnTo>
                <a:lnTo>
                  <a:pt x="5520" y="812"/>
                </a:lnTo>
                <a:lnTo>
                  <a:pt x="5617" y="812"/>
                </a:lnTo>
                <a:lnTo>
                  <a:pt x="5715" y="777"/>
                </a:lnTo>
                <a:lnTo>
                  <a:pt x="5812" y="741"/>
                </a:lnTo>
                <a:lnTo>
                  <a:pt x="5909" y="706"/>
                </a:lnTo>
                <a:lnTo>
                  <a:pt x="6006" y="706"/>
                </a:lnTo>
                <a:lnTo>
                  <a:pt x="6103" y="671"/>
                </a:lnTo>
                <a:lnTo>
                  <a:pt x="6235" y="600"/>
                </a:lnTo>
                <a:lnTo>
                  <a:pt x="6332" y="600"/>
                </a:lnTo>
                <a:lnTo>
                  <a:pt x="6460" y="565"/>
                </a:lnTo>
                <a:lnTo>
                  <a:pt x="6557" y="530"/>
                </a:lnTo>
                <a:lnTo>
                  <a:pt x="6654" y="494"/>
                </a:lnTo>
                <a:lnTo>
                  <a:pt x="6751" y="459"/>
                </a:lnTo>
                <a:lnTo>
                  <a:pt x="6852" y="424"/>
                </a:lnTo>
                <a:lnTo>
                  <a:pt x="6980" y="353"/>
                </a:lnTo>
                <a:lnTo>
                  <a:pt x="7077" y="318"/>
                </a:lnTo>
                <a:lnTo>
                  <a:pt x="7174" y="318"/>
                </a:lnTo>
                <a:lnTo>
                  <a:pt x="7271" y="246"/>
                </a:lnTo>
                <a:lnTo>
                  <a:pt x="7368" y="954"/>
                </a:lnTo>
                <a:lnTo>
                  <a:pt x="7500" y="282"/>
                </a:lnTo>
                <a:lnTo>
                  <a:pt x="7597" y="318"/>
                </a:lnTo>
                <a:lnTo>
                  <a:pt x="7694" y="318"/>
                </a:lnTo>
                <a:lnTo>
                  <a:pt x="7791" y="389"/>
                </a:lnTo>
                <a:lnTo>
                  <a:pt x="7924" y="459"/>
                </a:lnTo>
                <a:lnTo>
                  <a:pt x="8021" y="565"/>
                </a:lnTo>
                <a:lnTo>
                  <a:pt x="8118" y="565"/>
                </a:lnTo>
                <a:lnTo>
                  <a:pt x="8215" y="636"/>
                </a:lnTo>
                <a:lnTo>
                  <a:pt x="8343" y="706"/>
                </a:lnTo>
                <a:lnTo>
                  <a:pt x="8440" y="741"/>
                </a:lnTo>
                <a:lnTo>
                  <a:pt x="8537" y="741"/>
                </a:lnTo>
                <a:lnTo>
                  <a:pt x="8638" y="741"/>
                </a:lnTo>
                <a:lnTo>
                  <a:pt x="8735" y="741"/>
                </a:lnTo>
                <a:lnTo>
                  <a:pt x="8863" y="812"/>
                </a:lnTo>
                <a:lnTo>
                  <a:pt x="8960" y="812"/>
                </a:lnTo>
                <a:lnTo>
                  <a:pt x="9057" y="741"/>
                </a:lnTo>
                <a:lnTo>
                  <a:pt x="9154" y="706"/>
                </a:lnTo>
                <a:lnTo>
                  <a:pt x="9251" y="671"/>
                </a:lnTo>
                <a:lnTo>
                  <a:pt x="9348" y="671"/>
                </a:lnTo>
                <a:lnTo>
                  <a:pt x="9450" y="600"/>
                </a:lnTo>
                <a:lnTo>
                  <a:pt x="9547" y="671"/>
                </a:lnTo>
                <a:lnTo>
                  <a:pt x="9644" y="706"/>
                </a:lnTo>
                <a:lnTo>
                  <a:pt x="9741" y="706"/>
                </a:lnTo>
                <a:lnTo>
                  <a:pt x="9838" y="741"/>
                </a:lnTo>
                <a:lnTo>
                  <a:pt x="9935" y="777"/>
                </a:lnTo>
                <a:lnTo>
                  <a:pt x="10032" y="847"/>
                </a:lnTo>
                <a:lnTo>
                  <a:pt x="10062" y="954"/>
                </a:lnTo>
                <a:lnTo>
                  <a:pt x="10164" y="989"/>
                </a:lnTo>
                <a:lnTo>
                  <a:pt x="10292" y="989"/>
                </a:lnTo>
                <a:lnTo>
                  <a:pt x="10420" y="954"/>
                </a:lnTo>
                <a:lnTo>
                  <a:pt x="10521" y="882"/>
                </a:lnTo>
                <a:lnTo>
                  <a:pt x="10649" y="812"/>
                </a:lnTo>
                <a:lnTo>
                  <a:pt x="10975" y="741"/>
                </a:lnTo>
                <a:lnTo>
                  <a:pt x="11364" y="706"/>
                </a:lnTo>
                <a:lnTo>
                  <a:pt x="11752" y="671"/>
                </a:lnTo>
                <a:lnTo>
                  <a:pt x="11885" y="600"/>
                </a:lnTo>
                <a:lnTo>
                  <a:pt x="11982" y="530"/>
                </a:lnTo>
                <a:lnTo>
                  <a:pt x="12079" y="530"/>
                </a:lnTo>
                <a:lnTo>
                  <a:pt x="12176" y="530"/>
                </a:lnTo>
                <a:lnTo>
                  <a:pt x="12273" y="494"/>
                </a:lnTo>
                <a:lnTo>
                  <a:pt x="12370" y="459"/>
                </a:lnTo>
                <a:lnTo>
                  <a:pt x="12533" y="565"/>
                </a:lnTo>
                <a:lnTo>
                  <a:pt x="12630" y="636"/>
                </a:lnTo>
                <a:lnTo>
                  <a:pt x="12727" y="706"/>
                </a:lnTo>
                <a:lnTo>
                  <a:pt x="12824" y="812"/>
                </a:lnTo>
                <a:lnTo>
                  <a:pt x="12921" y="812"/>
                </a:lnTo>
                <a:lnTo>
                  <a:pt x="13018" y="847"/>
                </a:lnTo>
                <a:lnTo>
                  <a:pt x="13119" y="812"/>
                </a:lnTo>
                <a:lnTo>
                  <a:pt x="13313" y="741"/>
                </a:lnTo>
                <a:lnTo>
                  <a:pt x="13410" y="706"/>
                </a:lnTo>
                <a:lnTo>
                  <a:pt x="13507" y="671"/>
                </a:lnTo>
                <a:lnTo>
                  <a:pt x="13635" y="600"/>
                </a:lnTo>
                <a:lnTo>
                  <a:pt x="13732" y="530"/>
                </a:lnTo>
                <a:lnTo>
                  <a:pt x="13834" y="459"/>
                </a:lnTo>
                <a:lnTo>
                  <a:pt x="13931" y="459"/>
                </a:lnTo>
                <a:lnTo>
                  <a:pt x="13993" y="565"/>
                </a:lnTo>
                <a:lnTo>
                  <a:pt x="14059" y="671"/>
                </a:lnTo>
                <a:lnTo>
                  <a:pt x="14125" y="812"/>
                </a:lnTo>
                <a:lnTo>
                  <a:pt x="14222" y="812"/>
                </a:lnTo>
                <a:lnTo>
                  <a:pt x="14319" y="741"/>
                </a:lnTo>
                <a:lnTo>
                  <a:pt x="14447" y="741"/>
                </a:lnTo>
                <a:lnTo>
                  <a:pt x="14579" y="741"/>
                </a:lnTo>
                <a:lnTo>
                  <a:pt x="14676" y="706"/>
                </a:lnTo>
                <a:lnTo>
                  <a:pt x="14804" y="671"/>
                </a:lnTo>
                <a:lnTo>
                  <a:pt x="14905" y="636"/>
                </a:lnTo>
                <a:lnTo>
                  <a:pt x="15002" y="671"/>
                </a:lnTo>
                <a:lnTo>
                  <a:pt x="15130" y="706"/>
                </a:lnTo>
                <a:lnTo>
                  <a:pt x="15263" y="741"/>
                </a:lnTo>
                <a:lnTo>
                  <a:pt x="15360" y="741"/>
                </a:lnTo>
                <a:lnTo>
                  <a:pt x="15518" y="741"/>
                </a:lnTo>
                <a:lnTo>
                  <a:pt x="15651" y="741"/>
                </a:lnTo>
                <a:lnTo>
                  <a:pt x="15814" y="706"/>
                </a:lnTo>
                <a:lnTo>
                  <a:pt x="15977" y="671"/>
                </a:lnTo>
                <a:lnTo>
                  <a:pt x="16105" y="600"/>
                </a:lnTo>
                <a:lnTo>
                  <a:pt x="16202" y="600"/>
                </a:lnTo>
                <a:lnTo>
                  <a:pt x="16299" y="565"/>
                </a:lnTo>
                <a:lnTo>
                  <a:pt x="16431" y="530"/>
                </a:lnTo>
                <a:lnTo>
                  <a:pt x="16528" y="530"/>
                </a:lnTo>
                <a:lnTo>
                  <a:pt x="16625" y="459"/>
                </a:lnTo>
                <a:lnTo>
                  <a:pt x="16722" y="424"/>
                </a:lnTo>
                <a:lnTo>
                  <a:pt x="16819" y="530"/>
                </a:lnTo>
                <a:lnTo>
                  <a:pt x="16947" y="565"/>
                </a:lnTo>
                <a:lnTo>
                  <a:pt x="17013" y="671"/>
                </a:lnTo>
                <a:lnTo>
                  <a:pt x="17110" y="671"/>
                </a:lnTo>
                <a:lnTo>
                  <a:pt x="17207" y="671"/>
                </a:lnTo>
                <a:lnTo>
                  <a:pt x="17340" y="671"/>
                </a:lnTo>
                <a:lnTo>
                  <a:pt x="17564" y="600"/>
                </a:lnTo>
                <a:lnTo>
                  <a:pt x="17661" y="600"/>
                </a:lnTo>
                <a:lnTo>
                  <a:pt x="17758" y="600"/>
                </a:lnTo>
                <a:lnTo>
                  <a:pt x="17860" y="600"/>
                </a:lnTo>
                <a:lnTo>
                  <a:pt x="17957" y="600"/>
                </a:lnTo>
                <a:lnTo>
                  <a:pt x="18054" y="565"/>
                </a:lnTo>
                <a:lnTo>
                  <a:pt x="18151" y="600"/>
                </a:lnTo>
                <a:lnTo>
                  <a:pt x="18248" y="671"/>
                </a:lnTo>
                <a:lnTo>
                  <a:pt x="18345" y="706"/>
                </a:lnTo>
                <a:lnTo>
                  <a:pt x="18442" y="741"/>
                </a:lnTo>
                <a:lnTo>
                  <a:pt x="18539" y="812"/>
                </a:lnTo>
                <a:lnTo>
                  <a:pt x="18636" y="847"/>
                </a:lnTo>
                <a:lnTo>
                  <a:pt x="18733" y="847"/>
                </a:lnTo>
                <a:lnTo>
                  <a:pt x="18830" y="812"/>
                </a:lnTo>
                <a:lnTo>
                  <a:pt x="18931" y="741"/>
                </a:lnTo>
                <a:lnTo>
                  <a:pt x="19028" y="671"/>
                </a:lnTo>
                <a:lnTo>
                  <a:pt x="19156" y="600"/>
                </a:lnTo>
                <a:lnTo>
                  <a:pt x="19544" y="424"/>
                </a:lnTo>
                <a:lnTo>
                  <a:pt x="19646" y="389"/>
                </a:lnTo>
                <a:lnTo>
                  <a:pt x="19743" y="389"/>
                </a:lnTo>
                <a:lnTo>
                  <a:pt x="19840" y="353"/>
                </a:lnTo>
                <a:lnTo>
                  <a:pt x="19937" y="424"/>
                </a:lnTo>
                <a:lnTo>
                  <a:pt x="20034" y="530"/>
                </a:lnTo>
                <a:lnTo>
                  <a:pt x="20131" y="565"/>
                </a:lnTo>
                <a:lnTo>
                  <a:pt x="20228" y="565"/>
                </a:lnTo>
                <a:lnTo>
                  <a:pt x="20325" y="565"/>
                </a:lnTo>
                <a:lnTo>
                  <a:pt x="20457" y="636"/>
                </a:lnTo>
                <a:lnTo>
                  <a:pt x="20554" y="671"/>
                </a:lnTo>
                <a:lnTo>
                  <a:pt x="20651" y="706"/>
                </a:lnTo>
                <a:lnTo>
                  <a:pt x="20748" y="706"/>
                </a:lnTo>
                <a:lnTo>
                  <a:pt x="20845" y="706"/>
                </a:lnTo>
                <a:lnTo>
                  <a:pt x="20942" y="741"/>
                </a:lnTo>
                <a:lnTo>
                  <a:pt x="21039" y="812"/>
                </a:lnTo>
                <a:lnTo>
                  <a:pt x="21136" y="882"/>
                </a:lnTo>
                <a:lnTo>
                  <a:pt x="21233" y="954"/>
                </a:lnTo>
                <a:lnTo>
                  <a:pt x="21330" y="989"/>
                </a:lnTo>
                <a:lnTo>
                  <a:pt x="21427" y="1025"/>
                </a:lnTo>
                <a:lnTo>
                  <a:pt x="21591" y="1095"/>
                </a:lnTo>
                <a:lnTo>
                  <a:pt x="21688" y="1130"/>
                </a:lnTo>
                <a:lnTo>
                  <a:pt x="21785" y="1166"/>
                </a:lnTo>
                <a:lnTo>
                  <a:pt x="21886" y="1166"/>
                </a:lnTo>
                <a:lnTo>
                  <a:pt x="21983" y="1236"/>
                </a:lnTo>
                <a:lnTo>
                  <a:pt x="22014" y="0"/>
                </a:lnTo>
                <a:lnTo>
                  <a:pt x="0" y="0"/>
                </a:lnTo>
                <a:lnTo>
                  <a:pt x="66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444600" y="2235240"/>
            <a:ext cx="7925040" cy="381240"/>
          </a:xfrm>
          <a:custGeom>
            <a:avLst/>
            <a:gdLst/>
            <a:ahLst/>
            <a:rect l="0" t="0" r="r" b="b"/>
            <a:pathLst>
              <a:path w="22014" h="1059">
                <a:moveTo>
                  <a:pt x="0" y="733"/>
                </a:moveTo>
                <a:lnTo>
                  <a:pt x="97" y="680"/>
                </a:lnTo>
                <a:lnTo>
                  <a:pt x="163" y="596"/>
                </a:lnTo>
                <a:lnTo>
                  <a:pt x="260" y="543"/>
                </a:lnTo>
                <a:lnTo>
                  <a:pt x="357" y="515"/>
                </a:lnTo>
                <a:lnTo>
                  <a:pt x="423" y="432"/>
                </a:lnTo>
                <a:lnTo>
                  <a:pt x="489" y="352"/>
                </a:lnTo>
                <a:lnTo>
                  <a:pt x="586" y="299"/>
                </a:lnTo>
                <a:lnTo>
                  <a:pt x="683" y="242"/>
                </a:lnTo>
                <a:lnTo>
                  <a:pt x="749" y="163"/>
                </a:lnTo>
                <a:lnTo>
                  <a:pt x="815" y="79"/>
                </a:lnTo>
                <a:lnTo>
                  <a:pt x="877" y="0"/>
                </a:lnTo>
                <a:lnTo>
                  <a:pt x="1009" y="110"/>
                </a:lnTo>
                <a:lnTo>
                  <a:pt x="1106" y="136"/>
                </a:lnTo>
                <a:lnTo>
                  <a:pt x="1137" y="216"/>
                </a:lnTo>
                <a:lnTo>
                  <a:pt x="1239" y="299"/>
                </a:lnTo>
                <a:lnTo>
                  <a:pt x="1270" y="379"/>
                </a:lnTo>
                <a:lnTo>
                  <a:pt x="1402" y="405"/>
                </a:lnTo>
                <a:lnTo>
                  <a:pt x="1402" y="489"/>
                </a:lnTo>
                <a:lnTo>
                  <a:pt x="1499" y="515"/>
                </a:lnTo>
                <a:lnTo>
                  <a:pt x="1596" y="515"/>
                </a:lnTo>
                <a:lnTo>
                  <a:pt x="1759" y="489"/>
                </a:lnTo>
                <a:lnTo>
                  <a:pt x="1922" y="463"/>
                </a:lnTo>
                <a:lnTo>
                  <a:pt x="2019" y="463"/>
                </a:lnTo>
                <a:lnTo>
                  <a:pt x="2182" y="463"/>
                </a:lnTo>
                <a:lnTo>
                  <a:pt x="2248" y="379"/>
                </a:lnTo>
                <a:lnTo>
                  <a:pt x="2345" y="379"/>
                </a:lnTo>
                <a:lnTo>
                  <a:pt x="2407" y="463"/>
                </a:lnTo>
                <a:lnTo>
                  <a:pt x="2509" y="543"/>
                </a:lnTo>
                <a:lnTo>
                  <a:pt x="2606" y="543"/>
                </a:lnTo>
                <a:lnTo>
                  <a:pt x="2703" y="515"/>
                </a:lnTo>
                <a:lnTo>
                  <a:pt x="2831" y="515"/>
                </a:lnTo>
                <a:lnTo>
                  <a:pt x="2963" y="463"/>
                </a:lnTo>
                <a:lnTo>
                  <a:pt x="3095" y="432"/>
                </a:lnTo>
                <a:lnTo>
                  <a:pt x="3192" y="405"/>
                </a:lnTo>
                <a:lnTo>
                  <a:pt x="3223" y="543"/>
                </a:lnTo>
                <a:lnTo>
                  <a:pt x="3223" y="627"/>
                </a:lnTo>
                <a:lnTo>
                  <a:pt x="3355" y="596"/>
                </a:lnTo>
                <a:lnTo>
                  <a:pt x="3452" y="569"/>
                </a:lnTo>
                <a:lnTo>
                  <a:pt x="3549" y="543"/>
                </a:lnTo>
                <a:lnTo>
                  <a:pt x="3646" y="543"/>
                </a:lnTo>
                <a:lnTo>
                  <a:pt x="3743" y="543"/>
                </a:lnTo>
                <a:lnTo>
                  <a:pt x="3810" y="627"/>
                </a:lnTo>
                <a:lnTo>
                  <a:pt x="3907" y="627"/>
                </a:lnTo>
                <a:lnTo>
                  <a:pt x="4004" y="627"/>
                </a:lnTo>
                <a:lnTo>
                  <a:pt x="4136" y="627"/>
                </a:lnTo>
                <a:lnTo>
                  <a:pt x="4233" y="596"/>
                </a:lnTo>
                <a:lnTo>
                  <a:pt x="4396" y="569"/>
                </a:lnTo>
                <a:lnTo>
                  <a:pt x="4493" y="515"/>
                </a:lnTo>
                <a:lnTo>
                  <a:pt x="4590" y="489"/>
                </a:lnTo>
                <a:lnTo>
                  <a:pt x="4687" y="463"/>
                </a:lnTo>
                <a:lnTo>
                  <a:pt x="4788" y="405"/>
                </a:lnTo>
                <a:lnTo>
                  <a:pt x="4916" y="379"/>
                </a:lnTo>
                <a:lnTo>
                  <a:pt x="5013" y="352"/>
                </a:lnTo>
                <a:lnTo>
                  <a:pt x="5146" y="432"/>
                </a:lnTo>
                <a:lnTo>
                  <a:pt x="5243" y="489"/>
                </a:lnTo>
                <a:lnTo>
                  <a:pt x="5340" y="543"/>
                </a:lnTo>
                <a:lnTo>
                  <a:pt x="5437" y="569"/>
                </a:lnTo>
                <a:lnTo>
                  <a:pt x="5534" y="627"/>
                </a:lnTo>
                <a:lnTo>
                  <a:pt x="5666" y="627"/>
                </a:lnTo>
                <a:lnTo>
                  <a:pt x="5763" y="596"/>
                </a:lnTo>
                <a:lnTo>
                  <a:pt x="5860" y="569"/>
                </a:lnTo>
                <a:lnTo>
                  <a:pt x="5957" y="515"/>
                </a:lnTo>
                <a:lnTo>
                  <a:pt x="6058" y="515"/>
                </a:lnTo>
                <a:lnTo>
                  <a:pt x="6186" y="463"/>
                </a:lnTo>
                <a:lnTo>
                  <a:pt x="6283" y="432"/>
                </a:lnTo>
                <a:lnTo>
                  <a:pt x="6380" y="405"/>
                </a:lnTo>
                <a:lnTo>
                  <a:pt x="6482" y="379"/>
                </a:lnTo>
                <a:lnTo>
                  <a:pt x="6610" y="352"/>
                </a:lnTo>
                <a:lnTo>
                  <a:pt x="6707" y="326"/>
                </a:lnTo>
                <a:lnTo>
                  <a:pt x="6804" y="299"/>
                </a:lnTo>
                <a:lnTo>
                  <a:pt x="6905" y="299"/>
                </a:lnTo>
                <a:lnTo>
                  <a:pt x="7002" y="273"/>
                </a:lnTo>
                <a:lnTo>
                  <a:pt x="7099" y="242"/>
                </a:lnTo>
                <a:lnTo>
                  <a:pt x="7196" y="326"/>
                </a:lnTo>
                <a:lnTo>
                  <a:pt x="7262" y="405"/>
                </a:lnTo>
                <a:lnTo>
                  <a:pt x="7359" y="432"/>
                </a:lnTo>
                <a:lnTo>
                  <a:pt x="7456" y="515"/>
                </a:lnTo>
                <a:lnTo>
                  <a:pt x="7553" y="515"/>
                </a:lnTo>
                <a:lnTo>
                  <a:pt x="7650" y="543"/>
                </a:lnTo>
                <a:lnTo>
                  <a:pt x="7752" y="569"/>
                </a:lnTo>
                <a:lnTo>
                  <a:pt x="7849" y="596"/>
                </a:lnTo>
                <a:lnTo>
                  <a:pt x="7946" y="627"/>
                </a:lnTo>
                <a:lnTo>
                  <a:pt x="8043" y="627"/>
                </a:lnTo>
                <a:lnTo>
                  <a:pt x="8175" y="569"/>
                </a:lnTo>
                <a:lnTo>
                  <a:pt x="8272" y="543"/>
                </a:lnTo>
                <a:lnTo>
                  <a:pt x="8369" y="463"/>
                </a:lnTo>
                <a:lnTo>
                  <a:pt x="8466" y="405"/>
                </a:lnTo>
                <a:lnTo>
                  <a:pt x="8563" y="352"/>
                </a:lnTo>
                <a:lnTo>
                  <a:pt x="8660" y="326"/>
                </a:lnTo>
                <a:lnTo>
                  <a:pt x="8757" y="299"/>
                </a:lnTo>
                <a:lnTo>
                  <a:pt x="8859" y="242"/>
                </a:lnTo>
                <a:lnTo>
                  <a:pt x="8920" y="326"/>
                </a:lnTo>
                <a:lnTo>
                  <a:pt x="9022" y="379"/>
                </a:lnTo>
                <a:lnTo>
                  <a:pt x="9119" y="405"/>
                </a:lnTo>
                <a:lnTo>
                  <a:pt x="9216" y="463"/>
                </a:lnTo>
                <a:lnTo>
                  <a:pt x="9313" y="489"/>
                </a:lnTo>
                <a:lnTo>
                  <a:pt x="9410" y="543"/>
                </a:lnTo>
                <a:lnTo>
                  <a:pt x="9507" y="543"/>
                </a:lnTo>
                <a:lnTo>
                  <a:pt x="9604" y="569"/>
                </a:lnTo>
                <a:lnTo>
                  <a:pt x="9705" y="569"/>
                </a:lnTo>
                <a:lnTo>
                  <a:pt x="9802" y="627"/>
                </a:lnTo>
                <a:lnTo>
                  <a:pt x="9930" y="653"/>
                </a:lnTo>
                <a:lnTo>
                  <a:pt x="10027" y="653"/>
                </a:lnTo>
                <a:lnTo>
                  <a:pt x="10129" y="653"/>
                </a:lnTo>
                <a:lnTo>
                  <a:pt x="10226" y="680"/>
                </a:lnTo>
                <a:lnTo>
                  <a:pt x="10354" y="680"/>
                </a:lnTo>
                <a:lnTo>
                  <a:pt x="10451" y="653"/>
                </a:lnTo>
                <a:lnTo>
                  <a:pt x="10583" y="627"/>
                </a:lnTo>
                <a:lnTo>
                  <a:pt x="10680" y="569"/>
                </a:lnTo>
                <a:lnTo>
                  <a:pt x="10777" y="569"/>
                </a:lnTo>
                <a:lnTo>
                  <a:pt x="10874" y="515"/>
                </a:lnTo>
                <a:lnTo>
                  <a:pt x="10975" y="489"/>
                </a:lnTo>
                <a:lnTo>
                  <a:pt x="11073" y="489"/>
                </a:lnTo>
                <a:lnTo>
                  <a:pt x="11170" y="463"/>
                </a:lnTo>
                <a:lnTo>
                  <a:pt x="11298" y="432"/>
                </a:lnTo>
                <a:lnTo>
                  <a:pt x="11400" y="432"/>
                </a:lnTo>
                <a:lnTo>
                  <a:pt x="11563" y="379"/>
                </a:lnTo>
                <a:lnTo>
                  <a:pt x="11691" y="352"/>
                </a:lnTo>
                <a:lnTo>
                  <a:pt x="11788" y="273"/>
                </a:lnTo>
                <a:lnTo>
                  <a:pt x="11885" y="216"/>
                </a:lnTo>
                <a:lnTo>
                  <a:pt x="11986" y="189"/>
                </a:lnTo>
                <a:lnTo>
                  <a:pt x="12048" y="273"/>
                </a:lnTo>
                <a:lnTo>
                  <a:pt x="12083" y="352"/>
                </a:lnTo>
                <a:lnTo>
                  <a:pt x="12180" y="405"/>
                </a:lnTo>
                <a:lnTo>
                  <a:pt x="12211" y="489"/>
                </a:lnTo>
                <a:lnTo>
                  <a:pt x="12308" y="543"/>
                </a:lnTo>
                <a:lnTo>
                  <a:pt x="12409" y="543"/>
                </a:lnTo>
                <a:lnTo>
                  <a:pt x="12537" y="653"/>
                </a:lnTo>
                <a:lnTo>
                  <a:pt x="12670" y="26"/>
                </a:lnTo>
                <a:lnTo>
                  <a:pt x="12731" y="653"/>
                </a:lnTo>
                <a:lnTo>
                  <a:pt x="12833" y="627"/>
                </a:lnTo>
                <a:lnTo>
                  <a:pt x="12930" y="569"/>
                </a:lnTo>
                <a:lnTo>
                  <a:pt x="13027" y="543"/>
                </a:lnTo>
                <a:lnTo>
                  <a:pt x="13124" y="463"/>
                </a:lnTo>
                <a:lnTo>
                  <a:pt x="13221" y="405"/>
                </a:lnTo>
                <a:lnTo>
                  <a:pt x="13318" y="352"/>
                </a:lnTo>
                <a:lnTo>
                  <a:pt x="13384" y="273"/>
                </a:lnTo>
                <a:lnTo>
                  <a:pt x="13481" y="216"/>
                </a:lnTo>
                <a:lnTo>
                  <a:pt x="13578" y="273"/>
                </a:lnTo>
                <a:lnTo>
                  <a:pt x="13644" y="352"/>
                </a:lnTo>
                <a:lnTo>
                  <a:pt x="13741" y="405"/>
                </a:lnTo>
                <a:lnTo>
                  <a:pt x="13838" y="432"/>
                </a:lnTo>
                <a:lnTo>
                  <a:pt x="13940" y="463"/>
                </a:lnTo>
                <a:lnTo>
                  <a:pt x="14037" y="463"/>
                </a:lnTo>
                <a:lnTo>
                  <a:pt x="14200" y="463"/>
                </a:lnTo>
                <a:lnTo>
                  <a:pt x="14297" y="463"/>
                </a:lnTo>
                <a:lnTo>
                  <a:pt x="14394" y="463"/>
                </a:lnTo>
                <a:lnTo>
                  <a:pt x="14491" y="463"/>
                </a:lnTo>
                <a:lnTo>
                  <a:pt x="14588" y="463"/>
                </a:lnTo>
                <a:lnTo>
                  <a:pt x="14685" y="463"/>
                </a:lnTo>
                <a:lnTo>
                  <a:pt x="14817" y="515"/>
                </a:lnTo>
                <a:lnTo>
                  <a:pt x="14914" y="515"/>
                </a:lnTo>
                <a:lnTo>
                  <a:pt x="15011" y="543"/>
                </a:lnTo>
                <a:lnTo>
                  <a:pt x="15108" y="543"/>
                </a:lnTo>
                <a:lnTo>
                  <a:pt x="15241" y="569"/>
                </a:lnTo>
                <a:lnTo>
                  <a:pt x="15338" y="569"/>
                </a:lnTo>
                <a:lnTo>
                  <a:pt x="15470" y="569"/>
                </a:lnTo>
                <a:lnTo>
                  <a:pt x="15598" y="569"/>
                </a:lnTo>
                <a:lnTo>
                  <a:pt x="15695" y="596"/>
                </a:lnTo>
                <a:lnTo>
                  <a:pt x="15827" y="627"/>
                </a:lnTo>
                <a:lnTo>
                  <a:pt x="15924" y="627"/>
                </a:lnTo>
                <a:lnTo>
                  <a:pt x="16021" y="653"/>
                </a:lnTo>
                <a:lnTo>
                  <a:pt x="16118" y="653"/>
                </a:lnTo>
                <a:lnTo>
                  <a:pt x="16219" y="680"/>
                </a:lnTo>
                <a:lnTo>
                  <a:pt x="16316" y="706"/>
                </a:lnTo>
                <a:lnTo>
                  <a:pt x="16413" y="680"/>
                </a:lnTo>
                <a:lnTo>
                  <a:pt x="16511" y="653"/>
                </a:lnTo>
                <a:lnTo>
                  <a:pt x="16608" y="627"/>
                </a:lnTo>
                <a:lnTo>
                  <a:pt x="16705" y="596"/>
                </a:lnTo>
                <a:lnTo>
                  <a:pt x="16868" y="543"/>
                </a:lnTo>
                <a:lnTo>
                  <a:pt x="17000" y="489"/>
                </a:lnTo>
                <a:lnTo>
                  <a:pt x="17097" y="463"/>
                </a:lnTo>
                <a:lnTo>
                  <a:pt x="17194" y="405"/>
                </a:lnTo>
                <a:lnTo>
                  <a:pt x="17291" y="379"/>
                </a:lnTo>
                <a:lnTo>
                  <a:pt x="17388" y="299"/>
                </a:lnTo>
                <a:lnTo>
                  <a:pt x="17489" y="242"/>
                </a:lnTo>
                <a:lnTo>
                  <a:pt x="17586" y="216"/>
                </a:lnTo>
                <a:lnTo>
                  <a:pt x="17683" y="189"/>
                </a:lnTo>
                <a:lnTo>
                  <a:pt x="17781" y="189"/>
                </a:lnTo>
                <a:lnTo>
                  <a:pt x="17878" y="273"/>
                </a:lnTo>
                <a:lnTo>
                  <a:pt x="17975" y="352"/>
                </a:lnTo>
                <a:lnTo>
                  <a:pt x="18072" y="405"/>
                </a:lnTo>
                <a:lnTo>
                  <a:pt x="18173" y="432"/>
                </a:lnTo>
                <a:lnTo>
                  <a:pt x="18270" y="463"/>
                </a:lnTo>
                <a:lnTo>
                  <a:pt x="18367" y="515"/>
                </a:lnTo>
                <a:lnTo>
                  <a:pt x="18464" y="543"/>
                </a:lnTo>
                <a:lnTo>
                  <a:pt x="18561" y="569"/>
                </a:lnTo>
                <a:lnTo>
                  <a:pt x="18658" y="596"/>
                </a:lnTo>
                <a:lnTo>
                  <a:pt x="18759" y="627"/>
                </a:lnTo>
                <a:lnTo>
                  <a:pt x="18856" y="627"/>
                </a:lnTo>
                <a:lnTo>
                  <a:pt x="18953" y="627"/>
                </a:lnTo>
                <a:lnTo>
                  <a:pt x="19051" y="627"/>
                </a:lnTo>
                <a:lnTo>
                  <a:pt x="19148" y="627"/>
                </a:lnTo>
                <a:lnTo>
                  <a:pt x="19245" y="596"/>
                </a:lnTo>
                <a:lnTo>
                  <a:pt x="19342" y="569"/>
                </a:lnTo>
                <a:lnTo>
                  <a:pt x="19443" y="543"/>
                </a:lnTo>
                <a:lnTo>
                  <a:pt x="19540" y="515"/>
                </a:lnTo>
                <a:lnTo>
                  <a:pt x="19668" y="463"/>
                </a:lnTo>
                <a:lnTo>
                  <a:pt x="19765" y="432"/>
                </a:lnTo>
                <a:lnTo>
                  <a:pt x="19897" y="405"/>
                </a:lnTo>
                <a:lnTo>
                  <a:pt x="19994" y="352"/>
                </a:lnTo>
                <a:lnTo>
                  <a:pt x="20091" y="352"/>
                </a:lnTo>
                <a:lnTo>
                  <a:pt x="20223" y="326"/>
                </a:lnTo>
                <a:lnTo>
                  <a:pt x="20453" y="326"/>
                </a:lnTo>
                <a:lnTo>
                  <a:pt x="20550" y="326"/>
                </a:lnTo>
                <a:lnTo>
                  <a:pt x="20647" y="326"/>
                </a:lnTo>
                <a:lnTo>
                  <a:pt x="20744" y="326"/>
                </a:lnTo>
                <a:lnTo>
                  <a:pt x="20841" y="352"/>
                </a:lnTo>
                <a:lnTo>
                  <a:pt x="20973" y="352"/>
                </a:lnTo>
                <a:lnTo>
                  <a:pt x="21070" y="352"/>
                </a:lnTo>
                <a:lnTo>
                  <a:pt x="21233" y="379"/>
                </a:lnTo>
                <a:lnTo>
                  <a:pt x="21330" y="405"/>
                </a:lnTo>
                <a:lnTo>
                  <a:pt x="21427" y="405"/>
                </a:lnTo>
                <a:lnTo>
                  <a:pt x="21524" y="379"/>
                </a:lnTo>
                <a:lnTo>
                  <a:pt x="21621" y="326"/>
                </a:lnTo>
                <a:lnTo>
                  <a:pt x="21723" y="299"/>
                </a:lnTo>
                <a:lnTo>
                  <a:pt x="21820" y="242"/>
                </a:lnTo>
                <a:lnTo>
                  <a:pt x="21917" y="189"/>
                </a:lnTo>
                <a:lnTo>
                  <a:pt x="22014" y="163"/>
                </a:lnTo>
                <a:lnTo>
                  <a:pt x="22014" y="1059"/>
                </a:lnTo>
                <a:lnTo>
                  <a:pt x="30" y="1006"/>
                </a:lnTo>
                <a:lnTo>
                  <a:pt x="0" y="73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961920" y="315900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42880" y="917640"/>
            <a:ext cx="7827840" cy="15447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FFFF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FROG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AFTER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BEFORE INITIAL 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Q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495360" y="851040"/>
            <a:ext cx="7925040" cy="444960"/>
          </a:xfrm>
          <a:custGeom>
            <a:avLst/>
            <a:gdLst/>
            <a:ahLst/>
            <a:rect l="0" t="0" r="r" b="b"/>
            <a:pathLst>
              <a:path w="22014" h="1236">
                <a:moveTo>
                  <a:pt x="66" y="1095"/>
                </a:moveTo>
                <a:lnTo>
                  <a:pt x="1005" y="318"/>
                </a:lnTo>
                <a:lnTo>
                  <a:pt x="1071" y="424"/>
                </a:lnTo>
                <a:lnTo>
                  <a:pt x="1102" y="530"/>
                </a:lnTo>
                <a:lnTo>
                  <a:pt x="1199" y="600"/>
                </a:lnTo>
                <a:lnTo>
                  <a:pt x="1265" y="706"/>
                </a:lnTo>
                <a:lnTo>
                  <a:pt x="1331" y="812"/>
                </a:lnTo>
                <a:lnTo>
                  <a:pt x="1428" y="812"/>
                </a:lnTo>
                <a:lnTo>
                  <a:pt x="1459" y="706"/>
                </a:lnTo>
                <a:lnTo>
                  <a:pt x="1556" y="600"/>
                </a:lnTo>
                <a:lnTo>
                  <a:pt x="1591" y="494"/>
                </a:lnTo>
                <a:lnTo>
                  <a:pt x="1688" y="424"/>
                </a:lnTo>
                <a:lnTo>
                  <a:pt x="1785" y="389"/>
                </a:lnTo>
                <a:lnTo>
                  <a:pt x="1852" y="530"/>
                </a:lnTo>
                <a:lnTo>
                  <a:pt x="1913" y="636"/>
                </a:lnTo>
                <a:lnTo>
                  <a:pt x="2010" y="706"/>
                </a:lnTo>
                <a:lnTo>
                  <a:pt x="2112" y="706"/>
                </a:lnTo>
                <a:lnTo>
                  <a:pt x="2209" y="741"/>
                </a:lnTo>
                <a:lnTo>
                  <a:pt x="2306" y="812"/>
                </a:lnTo>
                <a:lnTo>
                  <a:pt x="2403" y="812"/>
                </a:lnTo>
                <a:lnTo>
                  <a:pt x="2500" y="741"/>
                </a:lnTo>
                <a:lnTo>
                  <a:pt x="2597" y="741"/>
                </a:lnTo>
                <a:lnTo>
                  <a:pt x="2725" y="741"/>
                </a:lnTo>
                <a:lnTo>
                  <a:pt x="2826" y="741"/>
                </a:lnTo>
                <a:lnTo>
                  <a:pt x="2923" y="812"/>
                </a:lnTo>
                <a:lnTo>
                  <a:pt x="3474" y="706"/>
                </a:lnTo>
                <a:lnTo>
                  <a:pt x="3571" y="671"/>
                </a:lnTo>
                <a:lnTo>
                  <a:pt x="3668" y="636"/>
                </a:lnTo>
                <a:lnTo>
                  <a:pt x="3796" y="600"/>
                </a:lnTo>
                <a:lnTo>
                  <a:pt x="3898" y="565"/>
                </a:lnTo>
                <a:lnTo>
                  <a:pt x="4026" y="565"/>
                </a:lnTo>
                <a:lnTo>
                  <a:pt x="4123" y="530"/>
                </a:lnTo>
                <a:lnTo>
                  <a:pt x="4220" y="530"/>
                </a:lnTo>
                <a:lnTo>
                  <a:pt x="4317" y="494"/>
                </a:lnTo>
                <a:lnTo>
                  <a:pt x="4414" y="494"/>
                </a:lnTo>
                <a:lnTo>
                  <a:pt x="4480" y="600"/>
                </a:lnTo>
                <a:lnTo>
                  <a:pt x="4577" y="671"/>
                </a:lnTo>
                <a:lnTo>
                  <a:pt x="4674" y="741"/>
                </a:lnTo>
                <a:lnTo>
                  <a:pt x="4806" y="812"/>
                </a:lnTo>
                <a:lnTo>
                  <a:pt x="4903" y="812"/>
                </a:lnTo>
                <a:lnTo>
                  <a:pt x="5000" y="812"/>
                </a:lnTo>
                <a:lnTo>
                  <a:pt x="5097" y="741"/>
                </a:lnTo>
                <a:lnTo>
                  <a:pt x="5194" y="741"/>
                </a:lnTo>
                <a:lnTo>
                  <a:pt x="5291" y="777"/>
                </a:lnTo>
                <a:lnTo>
                  <a:pt x="5520" y="812"/>
                </a:lnTo>
                <a:lnTo>
                  <a:pt x="5617" y="812"/>
                </a:lnTo>
                <a:lnTo>
                  <a:pt x="5715" y="777"/>
                </a:lnTo>
                <a:lnTo>
                  <a:pt x="5812" y="741"/>
                </a:lnTo>
                <a:lnTo>
                  <a:pt x="5909" y="706"/>
                </a:lnTo>
                <a:lnTo>
                  <a:pt x="6006" y="706"/>
                </a:lnTo>
                <a:lnTo>
                  <a:pt x="6103" y="671"/>
                </a:lnTo>
                <a:lnTo>
                  <a:pt x="6235" y="600"/>
                </a:lnTo>
                <a:lnTo>
                  <a:pt x="6332" y="600"/>
                </a:lnTo>
                <a:lnTo>
                  <a:pt x="6460" y="565"/>
                </a:lnTo>
                <a:lnTo>
                  <a:pt x="6557" y="530"/>
                </a:lnTo>
                <a:lnTo>
                  <a:pt x="6654" y="494"/>
                </a:lnTo>
                <a:lnTo>
                  <a:pt x="6751" y="459"/>
                </a:lnTo>
                <a:lnTo>
                  <a:pt x="6852" y="424"/>
                </a:lnTo>
                <a:lnTo>
                  <a:pt x="6980" y="353"/>
                </a:lnTo>
                <a:lnTo>
                  <a:pt x="7077" y="318"/>
                </a:lnTo>
                <a:lnTo>
                  <a:pt x="7174" y="318"/>
                </a:lnTo>
                <a:lnTo>
                  <a:pt x="7271" y="246"/>
                </a:lnTo>
                <a:lnTo>
                  <a:pt x="7368" y="954"/>
                </a:lnTo>
                <a:lnTo>
                  <a:pt x="7500" y="282"/>
                </a:lnTo>
                <a:lnTo>
                  <a:pt x="7597" y="318"/>
                </a:lnTo>
                <a:lnTo>
                  <a:pt x="7694" y="318"/>
                </a:lnTo>
                <a:lnTo>
                  <a:pt x="7791" y="389"/>
                </a:lnTo>
                <a:lnTo>
                  <a:pt x="7924" y="459"/>
                </a:lnTo>
                <a:lnTo>
                  <a:pt x="8021" y="565"/>
                </a:lnTo>
                <a:lnTo>
                  <a:pt x="8118" y="565"/>
                </a:lnTo>
                <a:lnTo>
                  <a:pt x="8215" y="636"/>
                </a:lnTo>
                <a:lnTo>
                  <a:pt x="8343" y="706"/>
                </a:lnTo>
                <a:lnTo>
                  <a:pt x="8440" y="741"/>
                </a:lnTo>
                <a:lnTo>
                  <a:pt x="8537" y="741"/>
                </a:lnTo>
                <a:lnTo>
                  <a:pt x="8638" y="741"/>
                </a:lnTo>
                <a:lnTo>
                  <a:pt x="8735" y="741"/>
                </a:lnTo>
                <a:lnTo>
                  <a:pt x="8863" y="812"/>
                </a:lnTo>
                <a:lnTo>
                  <a:pt x="8960" y="812"/>
                </a:lnTo>
                <a:lnTo>
                  <a:pt x="9057" y="741"/>
                </a:lnTo>
                <a:lnTo>
                  <a:pt x="9154" y="706"/>
                </a:lnTo>
                <a:lnTo>
                  <a:pt x="9251" y="671"/>
                </a:lnTo>
                <a:lnTo>
                  <a:pt x="9348" y="671"/>
                </a:lnTo>
                <a:lnTo>
                  <a:pt x="9450" y="600"/>
                </a:lnTo>
                <a:lnTo>
                  <a:pt x="9547" y="671"/>
                </a:lnTo>
                <a:lnTo>
                  <a:pt x="9644" y="706"/>
                </a:lnTo>
                <a:lnTo>
                  <a:pt x="9741" y="706"/>
                </a:lnTo>
                <a:lnTo>
                  <a:pt x="9838" y="741"/>
                </a:lnTo>
                <a:lnTo>
                  <a:pt x="9935" y="777"/>
                </a:lnTo>
                <a:lnTo>
                  <a:pt x="10032" y="847"/>
                </a:lnTo>
                <a:lnTo>
                  <a:pt x="10062" y="954"/>
                </a:lnTo>
                <a:lnTo>
                  <a:pt x="10164" y="989"/>
                </a:lnTo>
                <a:lnTo>
                  <a:pt x="10292" y="989"/>
                </a:lnTo>
                <a:lnTo>
                  <a:pt x="10420" y="954"/>
                </a:lnTo>
                <a:lnTo>
                  <a:pt x="10521" y="882"/>
                </a:lnTo>
                <a:lnTo>
                  <a:pt x="10649" y="812"/>
                </a:lnTo>
                <a:lnTo>
                  <a:pt x="10975" y="741"/>
                </a:lnTo>
                <a:lnTo>
                  <a:pt x="11364" y="706"/>
                </a:lnTo>
                <a:lnTo>
                  <a:pt x="11752" y="671"/>
                </a:lnTo>
                <a:lnTo>
                  <a:pt x="11885" y="600"/>
                </a:lnTo>
                <a:lnTo>
                  <a:pt x="11982" y="530"/>
                </a:lnTo>
                <a:lnTo>
                  <a:pt x="12079" y="530"/>
                </a:lnTo>
                <a:lnTo>
                  <a:pt x="12176" y="530"/>
                </a:lnTo>
                <a:lnTo>
                  <a:pt x="12273" y="494"/>
                </a:lnTo>
                <a:lnTo>
                  <a:pt x="12370" y="459"/>
                </a:lnTo>
                <a:lnTo>
                  <a:pt x="12533" y="565"/>
                </a:lnTo>
                <a:lnTo>
                  <a:pt x="12630" y="636"/>
                </a:lnTo>
                <a:lnTo>
                  <a:pt x="12727" y="706"/>
                </a:lnTo>
                <a:lnTo>
                  <a:pt x="12824" y="812"/>
                </a:lnTo>
                <a:lnTo>
                  <a:pt x="12921" y="812"/>
                </a:lnTo>
                <a:lnTo>
                  <a:pt x="13018" y="847"/>
                </a:lnTo>
                <a:lnTo>
                  <a:pt x="13119" y="812"/>
                </a:lnTo>
                <a:lnTo>
                  <a:pt x="13313" y="741"/>
                </a:lnTo>
                <a:lnTo>
                  <a:pt x="13410" y="706"/>
                </a:lnTo>
                <a:lnTo>
                  <a:pt x="13507" y="671"/>
                </a:lnTo>
                <a:lnTo>
                  <a:pt x="13635" y="600"/>
                </a:lnTo>
                <a:lnTo>
                  <a:pt x="13732" y="530"/>
                </a:lnTo>
                <a:lnTo>
                  <a:pt x="13834" y="459"/>
                </a:lnTo>
                <a:lnTo>
                  <a:pt x="13931" y="459"/>
                </a:lnTo>
                <a:lnTo>
                  <a:pt x="13993" y="565"/>
                </a:lnTo>
                <a:lnTo>
                  <a:pt x="14059" y="671"/>
                </a:lnTo>
                <a:lnTo>
                  <a:pt x="14125" y="812"/>
                </a:lnTo>
                <a:lnTo>
                  <a:pt x="14222" y="812"/>
                </a:lnTo>
                <a:lnTo>
                  <a:pt x="14319" y="741"/>
                </a:lnTo>
                <a:lnTo>
                  <a:pt x="14447" y="741"/>
                </a:lnTo>
                <a:lnTo>
                  <a:pt x="14579" y="741"/>
                </a:lnTo>
                <a:lnTo>
                  <a:pt x="14676" y="706"/>
                </a:lnTo>
                <a:lnTo>
                  <a:pt x="14804" y="671"/>
                </a:lnTo>
                <a:lnTo>
                  <a:pt x="14905" y="636"/>
                </a:lnTo>
                <a:lnTo>
                  <a:pt x="15002" y="671"/>
                </a:lnTo>
                <a:lnTo>
                  <a:pt x="15130" y="706"/>
                </a:lnTo>
                <a:lnTo>
                  <a:pt x="15263" y="741"/>
                </a:lnTo>
                <a:lnTo>
                  <a:pt x="15360" y="741"/>
                </a:lnTo>
                <a:lnTo>
                  <a:pt x="15518" y="741"/>
                </a:lnTo>
                <a:lnTo>
                  <a:pt x="15651" y="741"/>
                </a:lnTo>
                <a:lnTo>
                  <a:pt x="15814" y="706"/>
                </a:lnTo>
                <a:lnTo>
                  <a:pt x="15977" y="671"/>
                </a:lnTo>
                <a:lnTo>
                  <a:pt x="16105" y="600"/>
                </a:lnTo>
                <a:lnTo>
                  <a:pt x="16202" y="600"/>
                </a:lnTo>
                <a:lnTo>
                  <a:pt x="16299" y="565"/>
                </a:lnTo>
                <a:lnTo>
                  <a:pt x="16431" y="530"/>
                </a:lnTo>
                <a:lnTo>
                  <a:pt x="16528" y="530"/>
                </a:lnTo>
                <a:lnTo>
                  <a:pt x="16625" y="459"/>
                </a:lnTo>
                <a:lnTo>
                  <a:pt x="16722" y="424"/>
                </a:lnTo>
                <a:lnTo>
                  <a:pt x="16819" y="530"/>
                </a:lnTo>
                <a:lnTo>
                  <a:pt x="16947" y="565"/>
                </a:lnTo>
                <a:lnTo>
                  <a:pt x="17013" y="671"/>
                </a:lnTo>
                <a:lnTo>
                  <a:pt x="17110" y="671"/>
                </a:lnTo>
                <a:lnTo>
                  <a:pt x="17207" y="671"/>
                </a:lnTo>
                <a:lnTo>
                  <a:pt x="17340" y="671"/>
                </a:lnTo>
                <a:lnTo>
                  <a:pt x="17564" y="600"/>
                </a:lnTo>
                <a:lnTo>
                  <a:pt x="17661" y="600"/>
                </a:lnTo>
                <a:lnTo>
                  <a:pt x="17758" y="600"/>
                </a:lnTo>
                <a:lnTo>
                  <a:pt x="17860" y="600"/>
                </a:lnTo>
                <a:lnTo>
                  <a:pt x="17957" y="600"/>
                </a:lnTo>
                <a:lnTo>
                  <a:pt x="18054" y="565"/>
                </a:lnTo>
                <a:lnTo>
                  <a:pt x="18151" y="600"/>
                </a:lnTo>
                <a:lnTo>
                  <a:pt x="18248" y="671"/>
                </a:lnTo>
                <a:lnTo>
                  <a:pt x="18345" y="706"/>
                </a:lnTo>
                <a:lnTo>
                  <a:pt x="18442" y="741"/>
                </a:lnTo>
                <a:lnTo>
                  <a:pt x="18539" y="812"/>
                </a:lnTo>
                <a:lnTo>
                  <a:pt x="18636" y="847"/>
                </a:lnTo>
                <a:lnTo>
                  <a:pt x="18733" y="847"/>
                </a:lnTo>
                <a:lnTo>
                  <a:pt x="18830" y="812"/>
                </a:lnTo>
                <a:lnTo>
                  <a:pt x="18931" y="741"/>
                </a:lnTo>
                <a:lnTo>
                  <a:pt x="19028" y="671"/>
                </a:lnTo>
                <a:lnTo>
                  <a:pt x="19156" y="600"/>
                </a:lnTo>
                <a:lnTo>
                  <a:pt x="19544" y="424"/>
                </a:lnTo>
                <a:lnTo>
                  <a:pt x="19646" y="389"/>
                </a:lnTo>
                <a:lnTo>
                  <a:pt x="19743" y="389"/>
                </a:lnTo>
                <a:lnTo>
                  <a:pt x="19840" y="353"/>
                </a:lnTo>
                <a:lnTo>
                  <a:pt x="19937" y="424"/>
                </a:lnTo>
                <a:lnTo>
                  <a:pt x="20034" y="530"/>
                </a:lnTo>
                <a:lnTo>
                  <a:pt x="20131" y="565"/>
                </a:lnTo>
                <a:lnTo>
                  <a:pt x="20228" y="565"/>
                </a:lnTo>
                <a:lnTo>
                  <a:pt x="20325" y="565"/>
                </a:lnTo>
                <a:lnTo>
                  <a:pt x="20457" y="636"/>
                </a:lnTo>
                <a:lnTo>
                  <a:pt x="20554" y="671"/>
                </a:lnTo>
                <a:lnTo>
                  <a:pt x="20651" y="706"/>
                </a:lnTo>
                <a:lnTo>
                  <a:pt x="20748" y="706"/>
                </a:lnTo>
                <a:lnTo>
                  <a:pt x="20845" y="706"/>
                </a:lnTo>
                <a:lnTo>
                  <a:pt x="20942" y="741"/>
                </a:lnTo>
                <a:lnTo>
                  <a:pt x="21039" y="812"/>
                </a:lnTo>
                <a:lnTo>
                  <a:pt x="21136" y="882"/>
                </a:lnTo>
                <a:lnTo>
                  <a:pt x="21233" y="954"/>
                </a:lnTo>
                <a:lnTo>
                  <a:pt x="21330" y="989"/>
                </a:lnTo>
                <a:lnTo>
                  <a:pt x="21427" y="1025"/>
                </a:lnTo>
                <a:lnTo>
                  <a:pt x="21591" y="1095"/>
                </a:lnTo>
                <a:lnTo>
                  <a:pt x="21688" y="1130"/>
                </a:lnTo>
                <a:lnTo>
                  <a:pt x="21785" y="1166"/>
                </a:lnTo>
                <a:lnTo>
                  <a:pt x="21886" y="1166"/>
                </a:lnTo>
                <a:lnTo>
                  <a:pt x="21983" y="1236"/>
                </a:lnTo>
                <a:lnTo>
                  <a:pt x="22014" y="0"/>
                </a:lnTo>
                <a:lnTo>
                  <a:pt x="0" y="0"/>
                </a:lnTo>
                <a:lnTo>
                  <a:pt x="66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44600" y="2235240"/>
            <a:ext cx="7925040" cy="381240"/>
          </a:xfrm>
          <a:custGeom>
            <a:avLst/>
            <a:gdLst/>
            <a:ahLst/>
            <a:rect l="0" t="0" r="r" b="b"/>
            <a:pathLst>
              <a:path w="22014" h="1059">
                <a:moveTo>
                  <a:pt x="0" y="733"/>
                </a:moveTo>
                <a:lnTo>
                  <a:pt x="97" y="680"/>
                </a:lnTo>
                <a:lnTo>
                  <a:pt x="163" y="596"/>
                </a:lnTo>
                <a:lnTo>
                  <a:pt x="260" y="543"/>
                </a:lnTo>
                <a:lnTo>
                  <a:pt x="357" y="515"/>
                </a:lnTo>
                <a:lnTo>
                  <a:pt x="423" y="432"/>
                </a:lnTo>
                <a:lnTo>
                  <a:pt x="489" y="352"/>
                </a:lnTo>
                <a:lnTo>
                  <a:pt x="586" y="299"/>
                </a:lnTo>
                <a:lnTo>
                  <a:pt x="683" y="242"/>
                </a:lnTo>
                <a:lnTo>
                  <a:pt x="749" y="163"/>
                </a:lnTo>
                <a:lnTo>
                  <a:pt x="815" y="79"/>
                </a:lnTo>
                <a:lnTo>
                  <a:pt x="877" y="0"/>
                </a:lnTo>
                <a:lnTo>
                  <a:pt x="1009" y="110"/>
                </a:lnTo>
                <a:lnTo>
                  <a:pt x="1106" y="136"/>
                </a:lnTo>
                <a:lnTo>
                  <a:pt x="1137" y="216"/>
                </a:lnTo>
                <a:lnTo>
                  <a:pt x="1239" y="299"/>
                </a:lnTo>
                <a:lnTo>
                  <a:pt x="1270" y="379"/>
                </a:lnTo>
                <a:lnTo>
                  <a:pt x="1402" y="405"/>
                </a:lnTo>
                <a:lnTo>
                  <a:pt x="1402" y="489"/>
                </a:lnTo>
                <a:lnTo>
                  <a:pt x="1499" y="515"/>
                </a:lnTo>
                <a:lnTo>
                  <a:pt x="1596" y="515"/>
                </a:lnTo>
                <a:lnTo>
                  <a:pt x="1759" y="489"/>
                </a:lnTo>
                <a:lnTo>
                  <a:pt x="1922" y="463"/>
                </a:lnTo>
                <a:lnTo>
                  <a:pt x="2019" y="463"/>
                </a:lnTo>
                <a:lnTo>
                  <a:pt x="2182" y="463"/>
                </a:lnTo>
                <a:lnTo>
                  <a:pt x="2248" y="379"/>
                </a:lnTo>
                <a:lnTo>
                  <a:pt x="2345" y="379"/>
                </a:lnTo>
                <a:lnTo>
                  <a:pt x="2407" y="463"/>
                </a:lnTo>
                <a:lnTo>
                  <a:pt x="2509" y="543"/>
                </a:lnTo>
                <a:lnTo>
                  <a:pt x="2606" y="543"/>
                </a:lnTo>
                <a:lnTo>
                  <a:pt x="2703" y="515"/>
                </a:lnTo>
                <a:lnTo>
                  <a:pt x="2831" y="515"/>
                </a:lnTo>
                <a:lnTo>
                  <a:pt x="2963" y="463"/>
                </a:lnTo>
                <a:lnTo>
                  <a:pt x="3095" y="432"/>
                </a:lnTo>
                <a:lnTo>
                  <a:pt x="3192" y="405"/>
                </a:lnTo>
                <a:lnTo>
                  <a:pt x="3223" y="543"/>
                </a:lnTo>
                <a:lnTo>
                  <a:pt x="3223" y="627"/>
                </a:lnTo>
                <a:lnTo>
                  <a:pt x="3355" y="596"/>
                </a:lnTo>
                <a:lnTo>
                  <a:pt x="3452" y="569"/>
                </a:lnTo>
                <a:lnTo>
                  <a:pt x="3549" y="543"/>
                </a:lnTo>
                <a:lnTo>
                  <a:pt x="3646" y="543"/>
                </a:lnTo>
                <a:lnTo>
                  <a:pt x="3743" y="543"/>
                </a:lnTo>
                <a:lnTo>
                  <a:pt x="3810" y="627"/>
                </a:lnTo>
                <a:lnTo>
                  <a:pt x="3907" y="627"/>
                </a:lnTo>
                <a:lnTo>
                  <a:pt x="4004" y="627"/>
                </a:lnTo>
                <a:lnTo>
                  <a:pt x="4136" y="627"/>
                </a:lnTo>
                <a:lnTo>
                  <a:pt x="4233" y="596"/>
                </a:lnTo>
                <a:lnTo>
                  <a:pt x="4396" y="569"/>
                </a:lnTo>
                <a:lnTo>
                  <a:pt x="4493" y="515"/>
                </a:lnTo>
                <a:lnTo>
                  <a:pt x="4590" y="489"/>
                </a:lnTo>
                <a:lnTo>
                  <a:pt x="4687" y="463"/>
                </a:lnTo>
                <a:lnTo>
                  <a:pt x="4788" y="405"/>
                </a:lnTo>
                <a:lnTo>
                  <a:pt x="4916" y="379"/>
                </a:lnTo>
                <a:lnTo>
                  <a:pt x="5013" y="352"/>
                </a:lnTo>
                <a:lnTo>
                  <a:pt x="5146" y="432"/>
                </a:lnTo>
                <a:lnTo>
                  <a:pt x="5243" y="489"/>
                </a:lnTo>
                <a:lnTo>
                  <a:pt x="5340" y="543"/>
                </a:lnTo>
                <a:lnTo>
                  <a:pt x="5437" y="569"/>
                </a:lnTo>
                <a:lnTo>
                  <a:pt x="5534" y="627"/>
                </a:lnTo>
                <a:lnTo>
                  <a:pt x="5666" y="627"/>
                </a:lnTo>
                <a:lnTo>
                  <a:pt x="5763" y="596"/>
                </a:lnTo>
                <a:lnTo>
                  <a:pt x="5860" y="569"/>
                </a:lnTo>
                <a:lnTo>
                  <a:pt x="5957" y="515"/>
                </a:lnTo>
                <a:lnTo>
                  <a:pt x="6058" y="515"/>
                </a:lnTo>
                <a:lnTo>
                  <a:pt x="6186" y="463"/>
                </a:lnTo>
                <a:lnTo>
                  <a:pt x="6283" y="432"/>
                </a:lnTo>
                <a:lnTo>
                  <a:pt x="6380" y="405"/>
                </a:lnTo>
                <a:lnTo>
                  <a:pt x="6482" y="379"/>
                </a:lnTo>
                <a:lnTo>
                  <a:pt x="6610" y="352"/>
                </a:lnTo>
                <a:lnTo>
                  <a:pt x="6707" y="326"/>
                </a:lnTo>
                <a:lnTo>
                  <a:pt x="6804" y="299"/>
                </a:lnTo>
                <a:lnTo>
                  <a:pt x="6905" y="299"/>
                </a:lnTo>
                <a:lnTo>
                  <a:pt x="7002" y="273"/>
                </a:lnTo>
                <a:lnTo>
                  <a:pt x="7099" y="242"/>
                </a:lnTo>
                <a:lnTo>
                  <a:pt x="7196" y="326"/>
                </a:lnTo>
                <a:lnTo>
                  <a:pt x="7262" y="405"/>
                </a:lnTo>
                <a:lnTo>
                  <a:pt x="7359" y="432"/>
                </a:lnTo>
                <a:lnTo>
                  <a:pt x="7456" y="515"/>
                </a:lnTo>
                <a:lnTo>
                  <a:pt x="7553" y="515"/>
                </a:lnTo>
                <a:lnTo>
                  <a:pt x="7650" y="543"/>
                </a:lnTo>
                <a:lnTo>
                  <a:pt x="7752" y="569"/>
                </a:lnTo>
                <a:lnTo>
                  <a:pt x="7849" y="596"/>
                </a:lnTo>
                <a:lnTo>
                  <a:pt x="7946" y="627"/>
                </a:lnTo>
                <a:lnTo>
                  <a:pt x="8043" y="627"/>
                </a:lnTo>
                <a:lnTo>
                  <a:pt x="8175" y="569"/>
                </a:lnTo>
                <a:lnTo>
                  <a:pt x="8272" y="543"/>
                </a:lnTo>
                <a:lnTo>
                  <a:pt x="8369" y="463"/>
                </a:lnTo>
                <a:lnTo>
                  <a:pt x="8466" y="405"/>
                </a:lnTo>
                <a:lnTo>
                  <a:pt x="8563" y="352"/>
                </a:lnTo>
                <a:lnTo>
                  <a:pt x="8660" y="326"/>
                </a:lnTo>
                <a:lnTo>
                  <a:pt x="8757" y="299"/>
                </a:lnTo>
                <a:lnTo>
                  <a:pt x="8859" y="242"/>
                </a:lnTo>
                <a:lnTo>
                  <a:pt x="8920" y="326"/>
                </a:lnTo>
                <a:lnTo>
                  <a:pt x="9022" y="379"/>
                </a:lnTo>
                <a:lnTo>
                  <a:pt x="9119" y="405"/>
                </a:lnTo>
                <a:lnTo>
                  <a:pt x="9216" y="463"/>
                </a:lnTo>
                <a:lnTo>
                  <a:pt x="9313" y="489"/>
                </a:lnTo>
                <a:lnTo>
                  <a:pt x="9410" y="543"/>
                </a:lnTo>
                <a:lnTo>
                  <a:pt x="9507" y="543"/>
                </a:lnTo>
                <a:lnTo>
                  <a:pt x="9604" y="569"/>
                </a:lnTo>
                <a:lnTo>
                  <a:pt x="9705" y="569"/>
                </a:lnTo>
                <a:lnTo>
                  <a:pt x="9802" y="627"/>
                </a:lnTo>
                <a:lnTo>
                  <a:pt x="9930" y="653"/>
                </a:lnTo>
                <a:lnTo>
                  <a:pt x="10027" y="653"/>
                </a:lnTo>
                <a:lnTo>
                  <a:pt x="10129" y="653"/>
                </a:lnTo>
                <a:lnTo>
                  <a:pt x="10226" y="680"/>
                </a:lnTo>
                <a:lnTo>
                  <a:pt x="10354" y="680"/>
                </a:lnTo>
                <a:lnTo>
                  <a:pt x="10451" y="653"/>
                </a:lnTo>
                <a:lnTo>
                  <a:pt x="10583" y="627"/>
                </a:lnTo>
                <a:lnTo>
                  <a:pt x="10680" y="569"/>
                </a:lnTo>
                <a:lnTo>
                  <a:pt x="10777" y="569"/>
                </a:lnTo>
                <a:lnTo>
                  <a:pt x="10874" y="515"/>
                </a:lnTo>
                <a:lnTo>
                  <a:pt x="10975" y="489"/>
                </a:lnTo>
                <a:lnTo>
                  <a:pt x="11073" y="489"/>
                </a:lnTo>
                <a:lnTo>
                  <a:pt x="11170" y="463"/>
                </a:lnTo>
                <a:lnTo>
                  <a:pt x="11298" y="432"/>
                </a:lnTo>
                <a:lnTo>
                  <a:pt x="11400" y="432"/>
                </a:lnTo>
                <a:lnTo>
                  <a:pt x="11563" y="379"/>
                </a:lnTo>
                <a:lnTo>
                  <a:pt x="11691" y="352"/>
                </a:lnTo>
                <a:lnTo>
                  <a:pt x="11788" y="273"/>
                </a:lnTo>
                <a:lnTo>
                  <a:pt x="11885" y="216"/>
                </a:lnTo>
                <a:lnTo>
                  <a:pt x="11986" y="189"/>
                </a:lnTo>
                <a:lnTo>
                  <a:pt x="12048" y="273"/>
                </a:lnTo>
                <a:lnTo>
                  <a:pt x="12083" y="352"/>
                </a:lnTo>
                <a:lnTo>
                  <a:pt x="12180" y="405"/>
                </a:lnTo>
                <a:lnTo>
                  <a:pt x="12211" y="489"/>
                </a:lnTo>
                <a:lnTo>
                  <a:pt x="12308" y="543"/>
                </a:lnTo>
                <a:lnTo>
                  <a:pt x="12409" y="543"/>
                </a:lnTo>
                <a:lnTo>
                  <a:pt x="12537" y="653"/>
                </a:lnTo>
                <a:lnTo>
                  <a:pt x="12670" y="26"/>
                </a:lnTo>
                <a:lnTo>
                  <a:pt x="12731" y="653"/>
                </a:lnTo>
                <a:lnTo>
                  <a:pt x="12833" y="627"/>
                </a:lnTo>
                <a:lnTo>
                  <a:pt x="12930" y="569"/>
                </a:lnTo>
                <a:lnTo>
                  <a:pt x="13027" y="543"/>
                </a:lnTo>
                <a:lnTo>
                  <a:pt x="13124" y="463"/>
                </a:lnTo>
                <a:lnTo>
                  <a:pt x="13221" y="405"/>
                </a:lnTo>
                <a:lnTo>
                  <a:pt x="13318" y="352"/>
                </a:lnTo>
                <a:lnTo>
                  <a:pt x="13384" y="273"/>
                </a:lnTo>
                <a:lnTo>
                  <a:pt x="13481" y="216"/>
                </a:lnTo>
                <a:lnTo>
                  <a:pt x="13578" y="273"/>
                </a:lnTo>
                <a:lnTo>
                  <a:pt x="13644" y="352"/>
                </a:lnTo>
                <a:lnTo>
                  <a:pt x="13741" y="405"/>
                </a:lnTo>
                <a:lnTo>
                  <a:pt x="13838" y="432"/>
                </a:lnTo>
                <a:lnTo>
                  <a:pt x="13940" y="463"/>
                </a:lnTo>
                <a:lnTo>
                  <a:pt x="14037" y="463"/>
                </a:lnTo>
                <a:lnTo>
                  <a:pt x="14200" y="463"/>
                </a:lnTo>
                <a:lnTo>
                  <a:pt x="14297" y="463"/>
                </a:lnTo>
                <a:lnTo>
                  <a:pt x="14394" y="463"/>
                </a:lnTo>
                <a:lnTo>
                  <a:pt x="14491" y="463"/>
                </a:lnTo>
                <a:lnTo>
                  <a:pt x="14588" y="463"/>
                </a:lnTo>
                <a:lnTo>
                  <a:pt x="14685" y="463"/>
                </a:lnTo>
                <a:lnTo>
                  <a:pt x="14817" y="515"/>
                </a:lnTo>
                <a:lnTo>
                  <a:pt x="14914" y="515"/>
                </a:lnTo>
                <a:lnTo>
                  <a:pt x="15011" y="543"/>
                </a:lnTo>
                <a:lnTo>
                  <a:pt x="15108" y="543"/>
                </a:lnTo>
                <a:lnTo>
                  <a:pt x="15241" y="569"/>
                </a:lnTo>
                <a:lnTo>
                  <a:pt x="15338" y="569"/>
                </a:lnTo>
                <a:lnTo>
                  <a:pt x="15470" y="569"/>
                </a:lnTo>
                <a:lnTo>
                  <a:pt x="15598" y="569"/>
                </a:lnTo>
                <a:lnTo>
                  <a:pt x="15695" y="596"/>
                </a:lnTo>
                <a:lnTo>
                  <a:pt x="15827" y="627"/>
                </a:lnTo>
                <a:lnTo>
                  <a:pt x="15924" y="627"/>
                </a:lnTo>
                <a:lnTo>
                  <a:pt x="16021" y="653"/>
                </a:lnTo>
                <a:lnTo>
                  <a:pt x="16118" y="653"/>
                </a:lnTo>
                <a:lnTo>
                  <a:pt x="16219" y="680"/>
                </a:lnTo>
                <a:lnTo>
                  <a:pt x="16316" y="706"/>
                </a:lnTo>
                <a:lnTo>
                  <a:pt x="16413" y="680"/>
                </a:lnTo>
                <a:lnTo>
                  <a:pt x="16511" y="653"/>
                </a:lnTo>
                <a:lnTo>
                  <a:pt x="16608" y="627"/>
                </a:lnTo>
                <a:lnTo>
                  <a:pt x="16705" y="596"/>
                </a:lnTo>
                <a:lnTo>
                  <a:pt x="16868" y="543"/>
                </a:lnTo>
                <a:lnTo>
                  <a:pt x="17000" y="489"/>
                </a:lnTo>
                <a:lnTo>
                  <a:pt x="17097" y="463"/>
                </a:lnTo>
                <a:lnTo>
                  <a:pt x="17194" y="405"/>
                </a:lnTo>
                <a:lnTo>
                  <a:pt x="17291" y="379"/>
                </a:lnTo>
                <a:lnTo>
                  <a:pt x="17388" y="299"/>
                </a:lnTo>
                <a:lnTo>
                  <a:pt x="17489" y="242"/>
                </a:lnTo>
                <a:lnTo>
                  <a:pt x="17586" y="216"/>
                </a:lnTo>
                <a:lnTo>
                  <a:pt x="17683" y="189"/>
                </a:lnTo>
                <a:lnTo>
                  <a:pt x="17781" y="189"/>
                </a:lnTo>
                <a:lnTo>
                  <a:pt x="17878" y="273"/>
                </a:lnTo>
                <a:lnTo>
                  <a:pt x="17975" y="352"/>
                </a:lnTo>
                <a:lnTo>
                  <a:pt x="18072" y="405"/>
                </a:lnTo>
                <a:lnTo>
                  <a:pt x="18173" y="432"/>
                </a:lnTo>
                <a:lnTo>
                  <a:pt x="18270" y="463"/>
                </a:lnTo>
                <a:lnTo>
                  <a:pt x="18367" y="515"/>
                </a:lnTo>
                <a:lnTo>
                  <a:pt x="18464" y="543"/>
                </a:lnTo>
                <a:lnTo>
                  <a:pt x="18561" y="569"/>
                </a:lnTo>
                <a:lnTo>
                  <a:pt x="18658" y="596"/>
                </a:lnTo>
                <a:lnTo>
                  <a:pt x="18759" y="627"/>
                </a:lnTo>
                <a:lnTo>
                  <a:pt x="18856" y="627"/>
                </a:lnTo>
                <a:lnTo>
                  <a:pt x="18953" y="627"/>
                </a:lnTo>
                <a:lnTo>
                  <a:pt x="19051" y="627"/>
                </a:lnTo>
                <a:lnTo>
                  <a:pt x="19148" y="627"/>
                </a:lnTo>
                <a:lnTo>
                  <a:pt x="19245" y="596"/>
                </a:lnTo>
                <a:lnTo>
                  <a:pt x="19342" y="569"/>
                </a:lnTo>
                <a:lnTo>
                  <a:pt x="19443" y="543"/>
                </a:lnTo>
                <a:lnTo>
                  <a:pt x="19540" y="515"/>
                </a:lnTo>
                <a:lnTo>
                  <a:pt x="19668" y="463"/>
                </a:lnTo>
                <a:lnTo>
                  <a:pt x="19765" y="432"/>
                </a:lnTo>
                <a:lnTo>
                  <a:pt x="19897" y="405"/>
                </a:lnTo>
                <a:lnTo>
                  <a:pt x="19994" y="352"/>
                </a:lnTo>
                <a:lnTo>
                  <a:pt x="20091" y="352"/>
                </a:lnTo>
                <a:lnTo>
                  <a:pt x="20223" y="326"/>
                </a:lnTo>
                <a:lnTo>
                  <a:pt x="20453" y="326"/>
                </a:lnTo>
                <a:lnTo>
                  <a:pt x="20550" y="326"/>
                </a:lnTo>
                <a:lnTo>
                  <a:pt x="20647" y="326"/>
                </a:lnTo>
                <a:lnTo>
                  <a:pt x="20744" y="326"/>
                </a:lnTo>
                <a:lnTo>
                  <a:pt x="20841" y="352"/>
                </a:lnTo>
                <a:lnTo>
                  <a:pt x="20973" y="352"/>
                </a:lnTo>
                <a:lnTo>
                  <a:pt x="21070" y="352"/>
                </a:lnTo>
                <a:lnTo>
                  <a:pt x="21233" y="379"/>
                </a:lnTo>
                <a:lnTo>
                  <a:pt x="21330" y="405"/>
                </a:lnTo>
                <a:lnTo>
                  <a:pt x="21427" y="405"/>
                </a:lnTo>
                <a:lnTo>
                  <a:pt x="21524" y="379"/>
                </a:lnTo>
                <a:lnTo>
                  <a:pt x="21621" y="326"/>
                </a:lnTo>
                <a:lnTo>
                  <a:pt x="21723" y="299"/>
                </a:lnTo>
                <a:lnTo>
                  <a:pt x="21820" y="242"/>
                </a:lnTo>
                <a:lnTo>
                  <a:pt x="21917" y="189"/>
                </a:lnTo>
                <a:lnTo>
                  <a:pt x="22014" y="163"/>
                </a:lnTo>
                <a:lnTo>
                  <a:pt x="22014" y="1059"/>
                </a:lnTo>
                <a:lnTo>
                  <a:pt x="30" y="1006"/>
                </a:lnTo>
                <a:lnTo>
                  <a:pt x="0" y="73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 txBox="1"/>
          <p:nvPr/>
        </p:nvSpPr>
        <p:spPr>
          <a:xfrm>
            <a:off x="1625760" y="95400"/>
            <a:ext cx="4808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Syntax - Format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"/>
          <p:cNvPicPr/>
          <p:nvPr/>
        </p:nvPicPr>
        <p:blipFill>
          <a:blip r:embed="rId1"/>
          <a:stretch/>
        </p:blipFill>
        <p:spPr>
          <a:xfrm>
            <a:off x="220680" y="1471680"/>
            <a:ext cx="8377200" cy="355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 txBox="1"/>
          <p:nvPr/>
        </p:nvSpPr>
        <p:spPr>
          <a:xfrm>
            <a:off x="2819520" y="133200"/>
            <a:ext cx="4808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Syntax - Format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"/>
          <p:cNvPicPr/>
          <p:nvPr/>
        </p:nvPicPr>
        <p:blipFill>
          <a:blip r:embed="rId1"/>
          <a:stretch/>
        </p:blipFill>
        <p:spPr>
          <a:xfrm>
            <a:off x="1344600" y="1119240"/>
            <a:ext cx="6200640" cy="227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"/>
          <p:cNvSpPr txBox="1"/>
          <p:nvPr/>
        </p:nvSpPr>
        <p:spPr>
          <a:xfrm>
            <a:off x="1066680" y="3886200"/>
            <a:ext cx="6489720" cy="149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INSPECT TextLine CONVERTING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"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0123456789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 TO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5298317046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AFTER  INITIAL "codeon"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BEFORE INITIAL "codeoff".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49400" y="1019160"/>
            <a:ext cx="8926560" cy="10396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CONVERTING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FXTD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TO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zyab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127080" y="965160"/>
            <a:ext cx="8966520" cy="444960"/>
          </a:xfrm>
          <a:custGeom>
            <a:avLst/>
            <a:gdLst/>
            <a:ahLst/>
            <a:rect l="0" t="0" r="r" b="b"/>
            <a:pathLst>
              <a:path w="24907" h="1236">
                <a:moveTo>
                  <a:pt x="74" y="1095"/>
                </a:moveTo>
                <a:lnTo>
                  <a:pt x="1137" y="318"/>
                </a:lnTo>
                <a:lnTo>
                  <a:pt x="1212" y="424"/>
                </a:lnTo>
                <a:lnTo>
                  <a:pt x="1247" y="530"/>
                </a:lnTo>
                <a:lnTo>
                  <a:pt x="1358" y="600"/>
                </a:lnTo>
                <a:lnTo>
                  <a:pt x="1433" y="706"/>
                </a:lnTo>
                <a:lnTo>
                  <a:pt x="1508" y="812"/>
                </a:lnTo>
                <a:lnTo>
                  <a:pt x="1618" y="812"/>
                </a:lnTo>
                <a:lnTo>
                  <a:pt x="1653" y="706"/>
                </a:lnTo>
                <a:lnTo>
                  <a:pt x="1763" y="600"/>
                </a:lnTo>
                <a:lnTo>
                  <a:pt x="1799" y="494"/>
                </a:lnTo>
                <a:lnTo>
                  <a:pt x="1909" y="424"/>
                </a:lnTo>
                <a:lnTo>
                  <a:pt x="2019" y="389"/>
                </a:lnTo>
                <a:lnTo>
                  <a:pt x="2094" y="530"/>
                </a:lnTo>
                <a:lnTo>
                  <a:pt x="2165" y="636"/>
                </a:lnTo>
                <a:lnTo>
                  <a:pt x="2275" y="706"/>
                </a:lnTo>
                <a:lnTo>
                  <a:pt x="2385" y="706"/>
                </a:lnTo>
                <a:lnTo>
                  <a:pt x="2495" y="741"/>
                </a:lnTo>
                <a:lnTo>
                  <a:pt x="2606" y="812"/>
                </a:lnTo>
                <a:lnTo>
                  <a:pt x="2716" y="812"/>
                </a:lnTo>
                <a:lnTo>
                  <a:pt x="2826" y="741"/>
                </a:lnTo>
                <a:lnTo>
                  <a:pt x="2936" y="741"/>
                </a:lnTo>
                <a:lnTo>
                  <a:pt x="3086" y="741"/>
                </a:lnTo>
                <a:lnTo>
                  <a:pt x="3197" y="741"/>
                </a:lnTo>
                <a:lnTo>
                  <a:pt x="3307" y="812"/>
                </a:lnTo>
                <a:lnTo>
                  <a:pt x="3929" y="706"/>
                </a:lnTo>
                <a:lnTo>
                  <a:pt x="4039" y="671"/>
                </a:lnTo>
                <a:lnTo>
                  <a:pt x="4149" y="636"/>
                </a:lnTo>
                <a:lnTo>
                  <a:pt x="4299" y="600"/>
                </a:lnTo>
                <a:lnTo>
                  <a:pt x="4409" y="565"/>
                </a:lnTo>
                <a:lnTo>
                  <a:pt x="4555" y="565"/>
                </a:lnTo>
                <a:lnTo>
                  <a:pt x="4665" y="530"/>
                </a:lnTo>
                <a:lnTo>
                  <a:pt x="4775" y="530"/>
                </a:lnTo>
                <a:lnTo>
                  <a:pt x="4885" y="494"/>
                </a:lnTo>
                <a:lnTo>
                  <a:pt x="4996" y="494"/>
                </a:lnTo>
                <a:lnTo>
                  <a:pt x="5071" y="600"/>
                </a:lnTo>
                <a:lnTo>
                  <a:pt x="5181" y="671"/>
                </a:lnTo>
                <a:lnTo>
                  <a:pt x="5291" y="741"/>
                </a:lnTo>
                <a:lnTo>
                  <a:pt x="5437" y="812"/>
                </a:lnTo>
                <a:lnTo>
                  <a:pt x="5547" y="812"/>
                </a:lnTo>
                <a:lnTo>
                  <a:pt x="5657" y="812"/>
                </a:lnTo>
                <a:lnTo>
                  <a:pt x="5767" y="741"/>
                </a:lnTo>
                <a:lnTo>
                  <a:pt x="5878" y="741"/>
                </a:lnTo>
                <a:lnTo>
                  <a:pt x="5988" y="777"/>
                </a:lnTo>
                <a:lnTo>
                  <a:pt x="6244" y="812"/>
                </a:lnTo>
                <a:lnTo>
                  <a:pt x="6354" y="812"/>
                </a:lnTo>
                <a:lnTo>
                  <a:pt x="6464" y="777"/>
                </a:lnTo>
                <a:lnTo>
                  <a:pt x="6574" y="741"/>
                </a:lnTo>
                <a:lnTo>
                  <a:pt x="6685" y="706"/>
                </a:lnTo>
                <a:lnTo>
                  <a:pt x="6795" y="706"/>
                </a:lnTo>
                <a:lnTo>
                  <a:pt x="6905" y="671"/>
                </a:lnTo>
                <a:lnTo>
                  <a:pt x="7051" y="600"/>
                </a:lnTo>
                <a:lnTo>
                  <a:pt x="7161" y="600"/>
                </a:lnTo>
                <a:lnTo>
                  <a:pt x="7311" y="565"/>
                </a:lnTo>
                <a:lnTo>
                  <a:pt x="7421" y="530"/>
                </a:lnTo>
                <a:lnTo>
                  <a:pt x="7531" y="494"/>
                </a:lnTo>
                <a:lnTo>
                  <a:pt x="7642" y="459"/>
                </a:lnTo>
                <a:lnTo>
                  <a:pt x="7752" y="424"/>
                </a:lnTo>
                <a:lnTo>
                  <a:pt x="7897" y="353"/>
                </a:lnTo>
                <a:lnTo>
                  <a:pt x="8008" y="318"/>
                </a:lnTo>
                <a:lnTo>
                  <a:pt x="8118" y="318"/>
                </a:lnTo>
                <a:lnTo>
                  <a:pt x="8228" y="246"/>
                </a:lnTo>
                <a:lnTo>
                  <a:pt x="8338" y="954"/>
                </a:lnTo>
                <a:lnTo>
                  <a:pt x="8484" y="282"/>
                </a:lnTo>
                <a:lnTo>
                  <a:pt x="8594" y="318"/>
                </a:lnTo>
                <a:lnTo>
                  <a:pt x="8704" y="318"/>
                </a:lnTo>
                <a:lnTo>
                  <a:pt x="8815" y="389"/>
                </a:lnTo>
                <a:lnTo>
                  <a:pt x="8964" y="459"/>
                </a:lnTo>
                <a:lnTo>
                  <a:pt x="9075" y="565"/>
                </a:lnTo>
                <a:lnTo>
                  <a:pt x="9185" y="565"/>
                </a:lnTo>
                <a:lnTo>
                  <a:pt x="9295" y="636"/>
                </a:lnTo>
                <a:lnTo>
                  <a:pt x="9441" y="706"/>
                </a:lnTo>
                <a:lnTo>
                  <a:pt x="9551" y="741"/>
                </a:lnTo>
                <a:lnTo>
                  <a:pt x="9661" y="741"/>
                </a:lnTo>
                <a:lnTo>
                  <a:pt x="9771" y="741"/>
                </a:lnTo>
                <a:lnTo>
                  <a:pt x="9882" y="741"/>
                </a:lnTo>
                <a:lnTo>
                  <a:pt x="10027" y="812"/>
                </a:lnTo>
                <a:lnTo>
                  <a:pt x="10137" y="812"/>
                </a:lnTo>
                <a:lnTo>
                  <a:pt x="10248" y="741"/>
                </a:lnTo>
                <a:lnTo>
                  <a:pt x="10358" y="706"/>
                </a:lnTo>
                <a:lnTo>
                  <a:pt x="10468" y="671"/>
                </a:lnTo>
                <a:lnTo>
                  <a:pt x="10578" y="671"/>
                </a:lnTo>
                <a:lnTo>
                  <a:pt x="10689" y="600"/>
                </a:lnTo>
                <a:lnTo>
                  <a:pt x="10799" y="671"/>
                </a:lnTo>
                <a:lnTo>
                  <a:pt x="10909" y="706"/>
                </a:lnTo>
                <a:lnTo>
                  <a:pt x="11019" y="706"/>
                </a:lnTo>
                <a:lnTo>
                  <a:pt x="11130" y="741"/>
                </a:lnTo>
                <a:lnTo>
                  <a:pt x="11240" y="777"/>
                </a:lnTo>
                <a:lnTo>
                  <a:pt x="11350" y="847"/>
                </a:lnTo>
                <a:lnTo>
                  <a:pt x="11385" y="954"/>
                </a:lnTo>
                <a:lnTo>
                  <a:pt x="11496" y="989"/>
                </a:lnTo>
                <a:lnTo>
                  <a:pt x="11646" y="989"/>
                </a:lnTo>
                <a:lnTo>
                  <a:pt x="11791" y="954"/>
                </a:lnTo>
                <a:lnTo>
                  <a:pt x="11901" y="882"/>
                </a:lnTo>
                <a:lnTo>
                  <a:pt x="12047" y="812"/>
                </a:lnTo>
                <a:lnTo>
                  <a:pt x="12417" y="741"/>
                </a:lnTo>
                <a:lnTo>
                  <a:pt x="12859" y="706"/>
                </a:lnTo>
                <a:lnTo>
                  <a:pt x="13300" y="671"/>
                </a:lnTo>
                <a:lnTo>
                  <a:pt x="13446" y="600"/>
                </a:lnTo>
                <a:lnTo>
                  <a:pt x="13556" y="530"/>
                </a:lnTo>
                <a:lnTo>
                  <a:pt x="13666" y="530"/>
                </a:lnTo>
                <a:lnTo>
                  <a:pt x="13776" y="530"/>
                </a:lnTo>
                <a:lnTo>
                  <a:pt x="13887" y="494"/>
                </a:lnTo>
                <a:lnTo>
                  <a:pt x="13997" y="459"/>
                </a:lnTo>
                <a:lnTo>
                  <a:pt x="14182" y="565"/>
                </a:lnTo>
                <a:lnTo>
                  <a:pt x="14292" y="636"/>
                </a:lnTo>
                <a:lnTo>
                  <a:pt x="14403" y="706"/>
                </a:lnTo>
                <a:lnTo>
                  <a:pt x="14513" y="812"/>
                </a:lnTo>
                <a:lnTo>
                  <a:pt x="14619" y="812"/>
                </a:lnTo>
                <a:lnTo>
                  <a:pt x="14729" y="847"/>
                </a:lnTo>
                <a:lnTo>
                  <a:pt x="14839" y="812"/>
                </a:lnTo>
                <a:lnTo>
                  <a:pt x="15060" y="741"/>
                </a:lnTo>
                <a:lnTo>
                  <a:pt x="15170" y="706"/>
                </a:lnTo>
                <a:lnTo>
                  <a:pt x="15280" y="671"/>
                </a:lnTo>
                <a:lnTo>
                  <a:pt x="15430" y="600"/>
                </a:lnTo>
                <a:lnTo>
                  <a:pt x="15540" y="530"/>
                </a:lnTo>
                <a:lnTo>
                  <a:pt x="15651" y="459"/>
                </a:lnTo>
                <a:lnTo>
                  <a:pt x="15761" y="459"/>
                </a:lnTo>
                <a:lnTo>
                  <a:pt x="15831" y="565"/>
                </a:lnTo>
                <a:lnTo>
                  <a:pt x="15906" y="671"/>
                </a:lnTo>
                <a:lnTo>
                  <a:pt x="15981" y="812"/>
                </a:lnTo>
                <a:lnTo>
                  <a:pt x="16092" y="812"/>
                </a:lnTo>
                <a:lnTo>
                  <a:pt x="16202" y="741"/>
                </a:lnTo>
                <a:lnTo>
                  <a:pt x="16347" y="741"/>
                </a:lnTo>
                <a:lnTo>
                  <a:pt x="16493" y="741"/>
                </a:lnTo>
                <a:lnTo>
                  <a:pt x="16603" y="706"/>
                </a:lnTo>
                <a:lnTo>
                  <a:pt x="16753" y="671"/>
                </a:lnTo>
                <a:lnTo>
                  <a:pt x="16863" y="636"/>
                </a:lnTo>
                <a:lnTo>
                  <a:pt x="16974" y="671"/>
                </a:lnTo>
                <a:lnTo>
                  <a:pt x="17119" y="706"/>
                </a:lnTo>
                <a:lnTo>
                  <a:pt x="17265" y="741"/>
                </a:lnTo>
                <a:lnTo>
                  <a:pt x="17375" y="741"/>
                </a:lnTo>
                <a:lnTo>
                  <a:pt x="17560" y="741"/>
                </a:lnTo>
                <a:lnTo>
                  <a:pt x="17706" y="741"/>
                </a:lnTo>
                <a:lnTo>
                  <a:pt x="17891" y="706"/>
                </a:lnTo>
                <a:lnTo>
                  <a:pt x="18076" y="671"/>
                </a:lnTo>
                <a:lnTo>
                  <a:pt x="18221" y="600"/>
                </a:lnTo>
                <a:lnTo>
                  <a:pt x="18332" y="600"/>
                </a:lnTo>
                <a:lnTo>
                  <a:pt x="18442" y="565"/>
                </a:lnTo>
                <a:lnTo>
                  <a:pt x="18587" y="530"/>
                </a:lnTo>
                <a:lnTo>
                  <a:pt x="18698" y="530"/>
                </a:lnTo>
                <a:lnTo>
                  <a:pt x="18808" y="459"/>
                </a:lnTo>
                <a:lnTo>
                  <a:pt x="18918" y="424"/>
                </a:lnTo>
                <a:lnTo>
                  <a:pt x="19028" y="530"/>
                </a:lnTo>
                <a:lnTo>
                  <a:pt x="19174" y="565"/>
                </a:lnTo>
                <a:lnTo>
                  <a:pt x="19249" y="671"/>
                </a:lnTo>
                <a:lnTo>
                  <a:pt x="19359" y="671"/>
                </a:lnTo>
                <a:lnTo>
                  <a:pt x="19469" y="671"/>
                </a:lnTo>
                <a:lnTo>
                  <a:pt x="19615" y="671"/>
                </a:lnTo>
                <a:lnTo>
                  <a:pt x="19875" y="600"/>
                </a:lnTo>
                <a:lnTo>
                  <a:pt x="19985" y="600"/>
                </a:lnTo>
                <a:lnTo>
                  <a:pt x="20096" y="600"/>
                </a:lnTo>
                <a:lnTo>
                  <a:pt x="20206" y="600"/>
                </a:lnTo>
                <a:lnTo>
                  <a:pt x="20316" y="600"/>
                </a:lnTo>
                <a:lnTo>
                  <a:pt x="20426" y="565"/>
                </a:lnTo>
                <a:lnTo>
                  <a:pt x="20537" y="600"/>
                </a:lnTo>
                <a:lnTo>
                  <a:pt x="20647" y="671"/>
                </a:lnTo>
                <a:lnTo>
                  <a:pt x="20757" y="706"/>
                </a:lnTo>
                <a:lnTo>
                  <a:pt x="20867" y="741"/>
                </a:lnTo>
                <a:lnTo>
                  <a:pt x="20978" y="812"/>
                </a:lnTo>
                <a:lnTo>
                  <a:pt x="21088" y="847"/>
                </a:lnTo>
                <a:lnTo>
                  <a:pt x="21198" y="847"/>
                </a:lnTo>
                <a:lnTo>
                  <a:pt x="21308" y="812"/>
                </a:lnTo>
                <a:lnTo>
                  <a:pt x="21419" y="741"/>
                </a:lnTo>
                <a:lnTo>
                  <a:pt x="21529" y="671"/>
                </a:lnTo>
                <a:lnTo>
                  <a:pt x="21674" y="600"/>
                </a:lnTo>
                <a:lnTo>
                  <a:pt x="22115" y="424"/>
                </a:lnTo>
                <a:lnTo>
                  <a:pt x="22226" y="389"/>
                </a:lnTo>
                <a:lnTo>
                  <a:pt x="22336" y="389"/>
                </a:lnTo>
                <a:lnTo>
                  <a:pt x="22446" y="353"/>
                </a:lnTo>
                <a:lnTo>
                  <a:pt x="22556" y="424"/>
                </a:lnTo>
                <a:lnTo>
                  <a:pt x="22666" y="530"/>
                </a:lnTo>
                <a:lnTo>
                  <a:pt x="22777" y="565"/>
                </a:lnTo>
                <a:lnTo>
                  <a:pt x="22887" y="565"/>
                </a:lnTo>
                <a:lnTo>
                  <a:pt x="22997" y="565"/>
                </a:lnTo>
                <a:lnTo>
                  <a:pt x="23143" y="636"/>
                </a:lnTo>
                <a:lnTo>
                  <a:pt x="23253" y="671"/>
                </a:lnTo>
                <a:lnTo>
                  <a:pt x="23363" y="706"/>
                </a:lnTo>
                <a:lnTo>
                  <a:pt x="23473" y="706"/>
                </a:lnTo>
                <a:lnTo>
                  <a:pt x="23584" y="706"/>
                </a:lnTo>
                <a:lnTo>
                  <a:pt x="23694" y="741"/>
                </a:lnTo>
                <a:lnTo>
                  <a:pt x="23804" y="812"/>
                </a:lnTo>
                <a:lnTo>
                  <a:pt x="23914" y="882"/>
                </a:lnTo>
                <a:lnTo>
                  <a:pt x="24025" y="954"/>
                </a:lnTo>
                <a:lnTo>
                  <a:pt x="24135" y="989"/>
                </a:lnTo>
                <a:lnTo>
                  <a:pt x="24245" y="1025"/>
                </a:lnTo>
                <a:lnTo>
                  <a:pt x="24430" y="1095"/>
                </a:lnTo>
                <a:lnTo>
                  <a:pt x="24541" y="1130"/>
                </a:lnTo>
                <a:lnTo>
                  <a:pt x="24651" y="1166"/>
                </a:lnTo>
                <a:lnTo>
                  <a:pt x="24761" y="1166"/>
                </a:lnTo>
                <a:lnTo>
                  <a:pt x="24871" y="1236"/>
                </a:lnTo>
                <a:lnTo>
                  <a:pt x="24907" y="0"/>
                </a:lnTo>
                <a:lnTo>
                  <a:pt x="0" y="0"/>
                </a:lnTo>
                <a:lnTo>
                  <a:pt x="74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01520" y="1739880"/>
            <a:ext cx="8979120" cy="495720"/>
          </a:xfrm>
          <a:custGeom>
            <a:avLst/>
            <a:gdLst/>
            <a:ahLst/>
            <a:rect l="0" t="0" r="r" b="b"/>
            <a:pathLst>
              <a:path w="24942" h="1377">
                <a:moveTo>
                  <a:pt x="0" y="953"/>
                </a:moveTo>
                <a:lnTo>
                  <a:pt x="110" y="882"/>
                </a:lnTo>
                <a:lnTo>
                  <a:pt x="185" y="777"/>
                </a:lnTo>
                <a:lnTo>
                  <a:pt x="295" y="706"/>
                </a:lnTo>
                <a:lnTo>
                  <a:pt x="405" y="671"/>
                </a:lnTo>
                <a:lnTo>
                  <a:pt x="480" y="565"/>
                </a:lnTo>
                <a:lnTo>
                  <a:pt x="555" y="459"/>
                </a:lnTo>
                <a:lnTo>
                  <a:pt x="665" y="389"/>
                </a:lnTo>
                <a:lnTo>
                  <a:pt x="776" y="317"/>
                </a:lnTo>
                <a:lnTo>
                  <a:pt x="846" y="211"/>
                </a:lnTo>
                <a:lnTo>
                  <a:pt x="921" y="105"/>
                </a:lnTo>
                <a:lnTo>
                  <a:pt x="996" y="0"/>
                </a:lnTo>
                <a:lnTo>
                  <a:pt x="1142" y="141"/>
                </a:lnTo>
                <a:lnTo>
                  <a:pt x="1252" y="176"/>
                </a:lnTo>
                <a:lnTo>
                  <a:pt x="1292" y="282"/>
                </a:lnTo>
                <a:lnTo>
                  <a:pt x="1402" y="389"/>
                </a:lnTo>
                <a:lnTo>
                  <a:pt x="1437" y="494"/>
                </a:lnTo>
                <a:lnTo>
                  <a:pt x="1587" y="530"/>
                </a:lnTo>
                <a:lnTo>
                  <a:pt x="1587" y="636"/>
                </a:lnTo>
                <a:lnTo>
                  <a:pt x="1697" y="671"/>
                </a:lnTo>
                <a:lnTo>
                  <a:pt x="1807" y="671"/>
                </a:lnTo>
                <a:lnTo>
                  <a:pt x="1993" y="636"/>
                </a:lnTo>
                <a:lnTo>
                  <a:pt x="2178" y="600"/>
                </a:lnTo>
                <a:lnTo>
                  <a:pt x="2288" y="600"/>
                </a:lnTo>
                <a:lnTo>
                  <a:pt x="2473" y="600"/>
                </a:lnTo>
                <a:lnTo>
                  <a:pt x="2544" y="494"/>
                </a:lnTo>
                <a:lnTo>
                  <a:pt x="2654" y="494"/>
                </a:lnTo>
                <a:lnTo>
                  <a:pt x="2729" y="600"/>
                </a:lnTo>
                <a:lnTo>
                  <a:pt x="2839" y="706"/>
                </a:lnTo>
                <a:lnTo>
                  <a:pt x="2950" y="706"/>
                </a:lnTo>
                <a:lnTo>
                  <a:pt x="3060" y="671"/>
                </a:lnTo>
                <a:lnTo>
                  <a:pt x="3210" y="671"/>
                </a:lnTo>
                <a:lnTo>
                  <a:pt x="3355" y="600"/>
                </a:lnTo>
                <a:lnTo>
                  <a:pt x="3505" y="565"/>
                </a:lnTo>
                <a:lnTo>
                  <a:pt x="3615" y="530"/>
                </a:lnTo>
                <a:lnTo>
                  <a:pt x="3651" y="706"/>
                </a:lnTo>
                <a:lnTo>
                  <a:pt x="3651" y="812"/>
                </a:lnTo>
                <a:lnTo>
                  <a:pt x="3801" y="777"/>
                </a:lnTo>
                <a:lnTo>
                  <a:pt x="3911" y="741"/>
                </a:lnTo>
                <a:lnTo>
                  <a:pt x="4021" y="706"/>
                </a:lnTo>
                <a:lnTo>
                  <a:pt x="4131" y="706"/>
                </a:lnTo>
                <a:lnTo>
                  <a:pt x="4242" y="706"/>
                </a:lnTo>
                <a:lnTo>
                  <a:pt x="4317" y="812"/>
                </a:lnTo>
                <a:lnTo>
                  <a:pt x="4427" y="812"/>
                </a:lnTo>
                <a:lnTo>
                  <a:pt x="4537" y="812"/>
                </a:lnTo>
                <a:lnTo>
                  <a:pt x="4687" y="812"/>
                </a:lnTo>
                <a:lnTo>
                  <a:pt x="4797" y="777"/>
                </a:lnTo>
                <a:lnTo>
                  <a:pt x="4982" y="741"/>
                </a:lnTo>
                <a:lnTo>
                  <a:pt x="5093" y="671"/>
                </a:lnTo>
                <a:lnTo>
                  <a:pt x="5203" y="636"/>
                </a:lnTo>
                <a:lnTo>
                  <a:pt x="5313" y="600"/>
                </a:lnTo>
                <a:lnTo>
                  <a:pt x="5423" y="530"/>
                </a:lnTo>
                <a:lnTo>
                  <a:pt x="5569" y="494"/>
                </a:lnTo>
                <a:lnTo>
                  <a:pt x="5679" y="459"/>
                </a:lnTo>
                <a:lnTo>
                  <a:pt x="5829" y="565"/>
                </a:lnTo>
                <a:lnTo>
                  <a:pt x="5939" y="636"/>
                </a:lnTo>
                <a:lnTo>
                  <a:pt x="6050" y="706"/>
                </a:lnTo>
                <a:lnTo>
                  <a:pt x="6160" y="741"/>
                </a:lnTo>
                <a:lnTo>
                  <a:pt x="6270" y="812"/>
                </a:lnTo>
                <a:lnTo>
                  <a:pt x="6420" y="812"/>
                </a:lnTo>
                <a:lnTo>
                  <a:pt x="6530" y="777"/>
                </a:lnTo>
                <a:lnTo>
                  <a:pt x="6641" y="741"/>
                </a:lnTo>
                <a:lnTo>
                  <a:pt x="6751" y="671"/>
                </a:lnTo>
                <a:lnTo>
                  <a:pt x="6861" y="671"/>
                </a:lnTo>
                <a:lnTo>
                  <a:pt x="7011" y="600"/>
                </a:lnTo>
                <a:lnTo>
                  <a:pt x="7121" y="565"/>
                </a:lnTo>
                <a:lnTo>
                  <a:pt x="7231" y="530"/>
                </a:lnTo>
                <a:lnTo>
                  <a:pt x="7342" y="494"/>
                </a:lnTo>
                <a:lnTo>
                  <a:pt x="7487" y="459"/>
                </a:lnTo>
                <a:lnTo>
                  <a:pt x="7602" y="424"/>
                </a:lnTo>
                <a:lnTo>
                  <a:pt x="7712" y="389"/>
                </a:lnTo>
                <a:lnTo>
                  <a:pt x="7822" y="389"/>
                </a:lnTo>
                <a:lnTo>
                  <a:pt x="7933" y="353"/>
                </a:lnTo>
                <a:lnTo>
                  <a:pt x="8043" y="317"/>
                </a:lnTo>
                <a:lnTo>
                  <a:pt x="8153" y="424"/>
                </a:lnTo>
                <a:lnTo>
                  <a:pt x="8228" y="530"/>
                </a:lnTo>
                <a:lnTo>
                  <a:pt x="8338" y="565"/>
                </a:lnTo>
                <a:lnTo>
                  <a:pt x="8449" y="671"/>
                </a:lnTo>
                <a:lnTo>
                  <a:pt x="8559" y="671"/>
                </a:lnTo>
                <a:lnTo>
                  <a:pt x="8669" y="706"/>
                </a:lnTo>
                <a:lnTo>
                  <a:pt x="8779" y="741"/>
                </a:lnTo>
                <a:lnTo>
                  <a:pt x="8890" y="777"/>
                </a:lnTo>
                <a:lnTo>
                  <a:pt x="9004" y="812"/>
                </a:lnTo>
                <a:lnTo>
                  <a:pt x="9114" y="812"/>
                </a:lnTo>
                <a:lnTo>
                  <a:pt x="9260" y="741"/>
                </a:lnTo>
                <a:lnTo>
                  <a:pt x="9370" y="706"/>
                </a:lnTo>
                <a:lnTo>
                  <a:pt x="9480" y="600"/>
                </a:lnTo>
                <a:lnTo>
                  <a:pt x="9591" y="530"/>
                </a:lnTo>
                <a:lnTo>
                  <a:pt x="9701" y="459"/>
                </a:lnTo>
                <a:lnTo>
                  <a:pt x="9816" y="424"/>
                </a:lnTo>
                <a:lnTo>
                  <a:pt x="9926" y="389"/>
                </a:lnTo>
                <a:lnTo>
                  <a:pt x="10036" y="317"/>
                </a:lnTo>
                <a:lnTo>
                  <a:pt x="10111" y="424"/>
                </a:lnTo>
                <a:lnTo>
                  <a:pt x="10221" y="494"/>
                </a:lnTo>
                <a:lnTo>
                  <a:pt x="10331" y="530"/>
                </a:lnTo>
                <a:lnTo>
                  <a:pt x="10442" y="600"/>
                </a:lnTo>
                <a:lnTo>
                  <a:pt x="10552" y="636"/>
                </a:lnTo>
                <a:lnTo>
                  <a:pt x="10662" y="706"/>
                </a:lnTo>
                <a:lnTo>
                  <a:pt x="10772" y="706"/>
                </a:lnTo>
                <a:lnTo>
                  <a:pt x="10883" y="741"/>
                </a:lnTo>
                <a:lnTo>
                  <a:pt x="10993" y="741"/>
                </a:lnTo>
                <a:lnTo>
                  <a:pt x="11103" y="812"/>
                </a:lnTo>
                <a:lnTo>
                  <a:pt x="11253" y="847"/>
                </a:lnTo>
                <a:lnTo>
                  <a:pt x="11363" y="847"/>
                </a:lnTo>
                <a:lnTo>
                  <a:pt x="11474" y="847"/>
                </a:lnTo>
                <a:lnTo>
                  <a:pt x="11584" y="882"/>
                </a:lnTo>
                <a:lnTo>
                  <a:pt x="11734" y="882"/>
                </a:lnTo>
                <a:lnTo>
                  <a:pt x="11844" y="847"/>
                </a:lnTo>
                <a:lnTo>
                  <a:pt x="11990" y="812"/>
                </a:lnTo>
                <a:lnTo>
                  <a:pt x="12100" y="741"/>
                </a:lnTo>
                <a:lnTo>
                  <a:pt x="12210" y="741"/>
                </a:lnTo>
                <a:lnTo>
                  <a:pt x="12325" y="671"/>
                </a:lnTo>
                <a:lnTo>
                  <a:pt x="12435" y="636"/>
                </a:lnTo>
                <a:lnTo>
                  <a:pt x="12546" y="636"/>
                </a:lnTo>
                <a:lnTo>
                  <a:pt x="12656" y="600"/>
                </a:lnTo>
                <a:lnTo>
                  <a:pt x="12802" y="565"/>
                </a:lnTo>
                <a:lnTo>
                  <a:pt x="12912" y="565"/>
                </a:lnTo>
                <a:lnTo>
                  <a:pt x="13097" y="494"/>
                </a:lnTo>
                <a:lnTo>
                  <a:pt x="13247" y="459"/>
                </a:lnTo>
                <a:lnTo>
                  <a:pt x="13358" y="353"/>
                </a:lnTo>
                <a:lnTo>
                  <a:pt x="13468" y="282"/>
                </a:lnTo>
                <a:lnTo>
                  <a:pt x="13578" y="246"/>
                </a:lnTo>
                <a:lnTo>
                  <a:pt x="13653" y="353"/>
                </a:lnTo>
                <a:lnTo>
                  <a:pt x="13688" y="459"/>
                </a:lnTo>
                <a:lnTo>
                  <a:pt x="13799" y="530"/>
                </a:lnTo>
                <a:lnTo>
                  <a:pt x="13838" y="636"/>
                </a:lnTo>
                <a:lnTo>
                  <a:pt x="13948" y="706"/>
                </a:lnTo>
                <a:lnTo>
                  <a:pt x="14059" y="706"/>
                </a:lnTo>
                <a:lnTo>
                  <a:pt x="14204" y="847"/>
                </a:lnTo>
                <a:lnTo>
                  <a:pt x="14354" y="35"/>
                </a:lnTo>
                <a:lnTo>
                  <a:pt x="14425" y="847"/>
                </a:lnTo>
                <a:lnTo>
                  <a:pt x="14539" y="812"/>
                </a:lnTo>
                <a:lnTo>
                  <a:pt x="14650" y="741"/>
                </a:lnTo>
                <a:lnTo>
                  <a:pt x="14760" y="706"/>
                </a:lnTo>
                <a:lnTo>
                  <a:pt x="14870" y="600"/>
                </a:lnTo>
                <a:lnTo>
                  <a:pt x="14980" y="530"/>
                </a:lnTo>
                <a:lnTo>
                  <a:pt x="15091" y="459"/>
                </a:lnTo>
                <a:lnTo>
                  <a:pt x="15166" y="353"/>
                </a:lnTo>
                <a:lnTo>
                  <a:pt x="15276" y="282"/>
                </a:lnTo>
                <a:lnTo>
                  <a:pt x="15386" y="353"/>
                </a:lnTo>
                <a:lnTo>
                  <a:pt x="15461" y="459"/>
                </a:lnTo>
                <a:lnTo>
                  <a:pt x="15571" y="530"/>
                </a:lnTo>
                <a:lnTo>
                  <a:pt x="15681" y="565"/>
                </a:lnTo>
                <a:lnTo>
                  <a:pt x="15792" y="600"/>
                </a:lnTo>
                <a:lnTo>
                  <a:pt x="15902" y="600"/>
                </a:lnTo>
                <a:lnTo>
                  <a:pt x="16087" y="600"/>
                </a:lnTo>
                <a:lnTo>
                  <a:pt x="16197" y="600"/>
                </a:lnTo>
                <a:lnTo>
                  <a:pt x="16308" y="600"/>
                </a:lnTo>
                <a:lnTo>
                  <a:pt x="16418" y="600"/>
                </a:lnTo>
                <a:lnTo>
                  <a:pt x="16528" y="600"/>
                </a:lnTo>
                <a:lnTo>
                  <a:pt x="16638" y="600"/>
                </a:lnTo>
                <a:lnTo>
                  <a:pt x="16788" y="671"/>
                </a:lnTo>
                <a:lnTo>
                  <a:pt x="16899" y="671"/>
                </a:lnTo>
                <a:lnTo>
                  <a:pt x="17009" y="706"/>
                </a:lnTo>
                <a:lnTo>
                  <a:pt x="17119" y="706"/>
                </a:lnTo>
                <a:lnTo>
                  <a:pt x="17269" y="741"/>
                </a:lnTo>
                <a:lnTo>
                  <a:pt x="17379" y="741"/>
                </a:lnTo>
                <a:lnTo>
                  <a:pt x="17525" y="741"/>
                </a:lnTo>
                <a:lnTo>
                  <a:pt x="17675" y="741"/>
                </a:lnTo>
                <a:lnTo>
                  <a:pt x="17785" y="777"/>
                </a:lnTo>
                <a:lnTo>
                  <a:pt x="17930" y="812"/>
                </a:lnTo>
                <a:lnTo>
                  <a:pt x="18041" y="812"/>
                </a:lnTo>
                <a:lnTo>
                  <a:pt x="18151" y="847"/>
                </a:lnTo>
                <a:lnTo>
                  <a:pt x="18266" y="847"/>
                </a:lnTo>
                <a:lnTo>
                  <a:pt x="18376" y="882"/>
                </a:lnTo>
                <a:lnTo>
                  <a:pt x="18486" y="918"/>
                </a:lnTo>
                <a:lnTo>
                  <a:pt x="18596" y="882"/>
                </a:lnTo>
                <a:lnTo>
                  <a:pt x="18707" y="847"/>
                </a:lnTo>
                <a:lnTo>
                  <a:pt x="18817" y="812"/>
                </a:lnTo>
                <a:lnTo>
                  <a:pt x="18927" y="777"/>
                </a:lnTo>
                <a:lnTo>
                  <a:pt x="19112" y="706"/>
                </a:lnTo>
                <a:lnTo>
                  <a:pt x="19262" y="636"/>
                </a:lnTo>
                <a:lnTo>
                  <a:pt x="19372" y="600"/>
                </a:lnTo>
                <a:lnTo>
                  <a:pt x="19483" y="530"/>
                </a:lnTo>
                <a:lnTo>
                  <a:pt x="19593" y="494"/>
                </a:lnTo>
                <a:lnTo>
                  <a:pt x="19703" y="389"/>
                </a:lnTo>
                <a:lnTo>
                  <a:pt x="19813" y="317"/>
                </a:lnTo>
                <a:lnTo>
                  <a:pt x="19924" y="282"/>
                </a:lnTo>
                <a:lnTo>
                  <a:pt x="20034" y="246"/>
                </a:lnTo>
                <a:lnTo>
                  <a:pt x="20144" y="246"/>
                </a:lnTo>
                <a:lnTo>
                  <a:pt x="20254" y="353"/>
                </a:lnTo>
                <a:lnTo>
                  <a:pt x="20369" y="459"/>
                </a:lnTo>
                <a:lnTo>
                  <a:pt x="20479" y="530"/>
                </a:lnTo>
                <a:lnTo>
                  <a:pt x="20589" y="565"/>
                </a:lnTo>
                <a:lnTo>
                  <a:pt x="20700" y="600"/>
                </a:lnTo>
                <a:lnTo>
                  <a:pt x="20810" y="671"/>
                </a:lnTo>
                <a:lnTo>
                  <a:pt x="20920" y="706"/>
                </a:lnTo>
                <a:lnTo>
                  <a:pt x="21030" y="741"/>
                </a:lnTo>
                <a:lnTo>
                  <a:pt x="21141" y="777"/>
                </a:lnTo>
                <a:lnTo>
                  <a:pt x="21251" y="812"/>
                </a:lnTo>
                <a:lnTo>
                  <a:pt x="21361" y="812"/>
                </a:lnTo>
                <a:lnTo>
                  <a:pt x="21476" y="812"/>
                </a:lnTo>
                <a:lnTo>
                  <a:pt x="21586" y="812"/>
                </a:lnTo>
                <a:lnTo>
                  <a:pt x="21696" y="812"/>
                </a:lnTo>
                <a:lnTo>
                  <a:pt x="21807" y="777"/>
                </a:lnTo>
                <a:lnTo>
                  <a:pt x="21917" y="741"/>
                </a:lnTo>
                <a:lnTo>
                  <a:pt x="22027" y="706"/>
                </a:lnTo>
                <a:lnTo>
                  <a:pt x="22137" y="671"/>
                </a:lnTo>
                <a:lnTo>
                  <a:pt x="22287" y="600"/>
                </a:lnTo>
                <a:lnTo>
                  <a:pt x="22397" y="565"/>
                </a:lnTo>
                <a:lnTo>
                  <a:pt x="22543" y="530"/>
                </a:lnTo>
                <a:lnTo>
                  <a:pt x="22653" y="459"/>
                </a:lnTo>
                <a:lnTo>
                  <a:pt x="22763" y="459"/>
                </a:lnTo>
                <a:lnTo>
                  <a:pt x="22913" y="424"/>
                </a:lnTo>
                <a:lnTo>
                  <a:pt x="23169" y="424"/>
                </a:lnTo>
                <a:lnTo>
                  <a:pt x="23279" y="424"/>
                </a:lnTo>
                <a:lnTo>
                  <a:pt x="23394" y="424"/>
                </a:lnTo>
                <a:lnTo>
                  <a:pt x="23504" y="424"/>
                </a:lnTo>
                <a:lnTo>
                  <a:pt x="23615" y="459"/>
                </a:lnTo>
                <a:lnTo>
                  <a:pt x="23760" y="459"/>
                </a:lnTo>
                <a:lnTo>
                  <a:pt x="23870" y="459"/>
                </a:lnTo>
                <a:lnTo>
                  <a:pt x="24056" y="494"/>
                </a:lnTo>
                <a:lnTo>
                  <a:pt x="24166" y="530"/>
                </a:lnTo>
                <a:lnTo>
                  <a:pt x="24276" y="530"/>
                </a:lnTo>
                <a:lnTo>
                  <a:pt x="24386" y="494"/>
                </a:lnTo>
                <a:lnTo>
                  <a:pt x="24501" y="424"/>
                </a:lnTo>
                <a:lnTo>
                  <a:pt x="24611" y="389"/>
                </a:lnTo>
                <a:lnTo>
                  <a:pt x="24721" y="317"/>
                </a:lnTo>
                <a:lnTo>
                  <a:pt x="24832" y="246"/>
                </a:lnTo>
                <a:lnTo>
                  <a:pt x="24942" y="211"/>
                </a:lnTo>
                <a:lnTo>
                  <a:pt x="24942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49400" y="1019160"/>
            <a:ext cx="8926560" cy="10396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CONVERTING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FXTD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TO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zyab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27080" y="965160"/>
            <a:ext cx="8966520" cy="444960"/>
          </a:xfrm>
          <a:custGeom>
            <a:avLst/>
            <a:gdLst/>
            <a:ahLst/>
            <a:rect l="0" t="0" r="r" b="b"/>
            <a:pathLst>
              <a:path w="24907" h="1236">
                <a:moveTo>
                  <a:pt x="74" y="1095"/>
                </a:moveTo>
                <a:lnTo>
                  <a:pt x="1137" y="318"/>
                </a:lnTo>
                <a:lnTo>
                  <a:pt x="1212" y="424"/>
                </a:lnTo>
                <a:lnTo>
                  <a:pt x="1247" y="530"/>
                </a:lnTo>
                <a:lnTo>
                  <a:pt x="1358" y="600"/>
                </a:lnTo>
                <a:lnTo>
                  <a:pt x="1433" y="706"/>
                </a:lnTo>
                <a:lnTo>
                  <a:pt x="1508" y="812"/>
                </a:lnTo>
                <a:lnTo>
                  <a:pt x="1618" y="812"/>
                </a:lnTo>
                <a:lnTo>
                  <a:pt x="1653" y="706"/>
                </a:lnTo>
                <a:lnTo>
                  <a:pt x="1763" y="600"/>
                </a:lnTo>
                <a:lnTo>
                  <a:pt x="1799" y="494"/>
                </a:lnTo>
                <a:lnTo>
                  <a:pt x="1909" y="424"/>
                </a:lnTo>
                <a:lnTo>
                  <a:pt x="2019" y="389"/>
                </a:lnTo>
                <a:lnTo>
                  <a:pt x="2094" y="530"/>
                </a:lnTo>
                <a:lnTo>
                  <a:pt x="2165" y="636"/>
                </a:lnTo>
                <a:lnTo>
                  <a:pt x="2275" y="706"/>
                </a:lnTo>
                <a:lnTo>
                  <a:pt x="2385" y="706"/>
                </a:lnTo>
                <a:lnTo>
                  <a:pt x="2495" y="741"/>
                </a:lnTo>
                <a:lnTo>
                  <a:pt x="2606" y="812"/>
                </a:lnTo>
                <a:lnTo>
                  <a:pt x="2716" y="812"/>
                </a:lnTo>
                <a:lnTo>
                  <a:pt x="2826" y="741"/>
                </a:lnTo>
                <a:lnTo>
                  <a:pt x="2936" y="741"/>
                </a:lnTo>
                <a:lnTo>
                  <a:pt x="3086" y="741"/>
                </a:lnTo>
                <a:lnTo>
                  <a:pt x="3197" y="741"/>
                </a:lnTo>
                <a:lnTo>
                  <a:pt x="3307" y="812"/>
                </a:lnTo>
                <a:lnTo>
                  <a:pt x="3929" y="706"/>
                </a:lnTo>
                <a:lnTo>
                  <a:pt x="4039" y="671"/>
                </a:lnTo>
                <a:lnTo>
                  <a:pt x="4149" y="636"/>
                </a:lnTo>
                <a:lnTo>
                  <a:pt x="4299" y="600"/>
                </a:lnTo>
                <a:lnTo>
                  <a:pt x="4409" y="565"/>
                </a:lnTo>
                <a:lnTo>
                  <a:pt x="4555" y="565"/>
                </a:lnTo>
                <a:lnTo>
                  <a:pt x="4665" y="530"/>
                </a:lnTo>
                <a:lnTo>
                  <a:pt x="4775" y="530"/>
                </a:lnTo>
                <a:lnTo>
                  <a:pt x="4885" y="494"/>
                </a:lnTo>
                <a:lnTo>
                  <a:pt x="4996" y="494"/>
                </a:lnTo>
                <a:lnTo>
                  <a:pt x="5071" y="600"/>
                </a:lnTo>
                <a:lnTo>
                  <a:pt x="5181" y="671"/>
                </a:lnTo>
                <a:lnTo>
                  <a:pt x="5291" y="741"/>
                </a:lnTo>
                <a:lnTo>
                  <a:pt x="5437" y="812"/>
                </a:lnTo>
                <a:lnTo>
                  <a:pt x="5547" y="812"/>
                </a:lnTo>
                <a:lnTo>
                  <a:pt x="5657" y="812"/>
                </a:lnTo>
                <a:lnTo>
                  <a:pt x="5767" y="741"/>
                </a:lnTo>
                <a:lnTo>
                  <a:pt x="5878" y="741"/>
                </a:lnTo>
                <a:lnTo>
                  <a:pt x="5988" y="777"/>
                </a:lnTo>
                <a:lnTo>
                  <a:pt x="6244" y="812"/>
                </a:lnTo>
                <a:lnTo>
                  <a:pt x="6354" y="812"/>
                </a:lnTo>
                <a:lnTo>
                  <a:pt x="6464" y="777"/>
                </a:lnTo>
                <a:lnTo>
                  <a:pt x="6574" y="741"/>
                </a:lnTo>
                <a:lnTo>
                  <a:pt x="6685" y="706"/>
                </a:lnTo>
                <a:lnTo>
                  <a:pt x="6795" y="706"/>
                </a:lnTo>
                <a:lnTo>
                  <a:pt x="6905" y="671"/>
                </a:lnTo>
                <a:lnTo>
                  <a:pt x="7051" y="600"/>
                </a:lnTo>
                <a:lnTo>
                  <a:pt x="7161" y="600"/>
                </a:lnTo>
                <a:lnTo>
                  <a:pt x="7311" y="565"/>
                </a:lnTo>
                <a:lnTo>
                  <a:pt x="7421" y="530"/>
                </a:lnTo>
                <a:lnTo>
                  <a:pt x="7531" y="494"/>
                </a:lnTo>
                <a:lnTo>
                  <a:pt x="7642" y="459"/>
                </a:lnTo>
                <a:lnTo>
                  <a:pt x="7752" y="424"/>
                </a:lnTo>
                <a:lnTo>
                  <a:pt x="7897" y="353"/>
                </a:lnTo>
                <a:lnTo>
                  <a:pt x="8008" y="318"/>
                </a:lnTo>
                <a:lnTo>
                  <a:pt x="8118" y="318"/>
                </a:lnTo>
                <a:lnTo>
                  <a:pt x="8228" y="246"/>
                </a:lnTo>
                <a:lnTo>
                  <a:pt x="8338" y="954"/>
                </a:lnTo>
                <a:lnTo>
                  <a:pt x="8484" y="282"/>
                </a:lnTo>
                <a:lnTo>
                  <a:pt x="8594" y="318"/>
                </a:lnTo>
                <a:lnTo>
                  <a:pt x="8704" y="318"/>
                </a:lnTo>
                <a:lnTo>
                  <a:pt x="8815" y="389"/>
                </a:lnTo>
                <a:lnTo>
                  <a:pt x="8964" y="459"/>
                </a:lnTo>
                <a:lnTo>
                  <a:pt x="9075" y="565"/>
                </a:lnTo>
                <a:lnTo>
                  <a:pt x="9185" y="565"/>
                </a:lnTo>
                <a:lnTo>
                  <a:pt x="9295" y="636"/>
                </a:lnTo>
                <a:lnTo>
                  <a:pt x="9441" y="706"/>
                </a:lnTo>
                <a:lnTo>
                  <a:pt x="9551" y="741"/>
                </a:lnTo>
                <a:lnTo>
                  <a:pt x="9661" y="741"/>
                </a:lnTo>
                <a:lnTo>
                  <a:pt x="9771" y="741"/>
                </a:lnTo>
                <a:lnTo>
                  <a:pt x="9882" y="741"/>
                </a:lnTo>
                <a:lnTo>
                  <a:pt x="10027" y="812"/>
                </a:lnTo>
                <a:lnTo>
                  <a:pt x="10137" y="812"/>
                </a:lnTo>
                <a:lnTo>
                  <a:pt x="10248" y="741"/>
                </a:lnTo>
                <a:lnTo>
                  <a:pt x="10358" y="706"/>
                </a:lnTo>
                <a:lnTo>
                  <a:pt x="10468" y="671"/>
                </a:lnTo>
                <a:lnTo>
                  <a:pt x="10578" y="671"/>
                </a:lnTo>
                <a:lnTo>
                  <a:pt x="10689" y="600"/>
                </a:lnTo>
                <a:lnTo>
                  <a:pt x="10799" y="671"/>
                </a:lnTo>
                <a:lnTo>
                  <a:pt x="10909" y="706"/>
                </a:lnTo>
                <a:lnTo>
                  <a:pt x="11019" y="706"/>
                </a:lnTo>
                <a:lnTo>
                  <a:pt x="11130" y="741"/>
                </a:lnTo>
                <a:lnTo>
                  <a:pt x="11240" y="777"/>
                </a:lnTo>
                <a:lnTo>
                  <a:pt x="11350" y="847"/>
                </a:lnTo>
                <a:lnTo>
                  <a:pt x="11385" y="954"/>
                </a:lnTo>
                <a:lnTo>
                  <a:pt x="11496" y="989"/>
                </a:lnTo>
                <a:lnTo>
                  <a:pt x="11646" y="989"/>
                </a:lnTo>
                <a:lnTo>
                  <a:pt x="11791" y="954"/>
                </a:lnTo>
                <a:lnTo>
                  <a:pt x="11901" y="882"/>
                </a:lnTo>
                <a:lnTo>
                  <a:pt x="12047" y="812"/>
                </a:lnTo>
                <a:lnTo>
                  <a:pt x="12417" y="741"/>
                </a:lnTo>
                <a:lnTo>
                  <a:pt x="12859" y="706"/>
                </a:lnTo>
                <a:lnTo>
                  <a:pt x="13300" y="671"/>
                </a:lnTo>
                <a:lnTo>
                  <a:pt x="13446" y="600"/>
                </a:lnTo>
                <a:lnTo>
                  <a:pt x="13556" y="530"/>
                </a:lnTo>
                <a:lnTo>
                  <a:pt x="13666" y="530"/>
                </a:lnTo>
                <a:lnTo>
                  <a:pt x="13776" y="530"/>
                </a:lnTo>
                <a:lnTo>
                  <a:pt x="13887" y="494"/>
                </a:lnTo>
                <a:lnTo>
                  <a:pt x="13997" y="459"/>
                </a:lnTo>
                <a:lnTo>
                  <a:pt x="14182" y="565"/>
                </a:lnTo>
                <a:lnTo>
                  <a:pt x="14292" y="636"/>
                </a:lnTo>
                <a:lnTo>
                  <a:pt x="14403" y="706"/>
                </a:lnTo>
                <a:lnTo>
                  <a:pt x="14513" y="812"/>
                </a:lnTo>
                <a:lnTo>
                  <a:pt x="14619" y="812"/>
                </a:lnTo>
                <a:lnTo>
                  <a:pt x="14729" y="847"/>
                </a:lnTo>
                <a:lnTo>
                  <a:pt x="14839" y="812"/>
                </a:lnTo>
                <a:lnTo>
                  <a:pt x="15060" y="741"/>
                </a:lnTo>
                <a:lnTo>
                  <a:pt x="15170" y="706"/>
                </a:lnTo>
                <a:lnTo>
                  <a:pt x="15280" y="671"/>
                </a:lnTo>
                <a:lnTo>
                  <a:pt x="15430" y="600"/>
                </a:lnTo>
                <a:lnTo>
                  <a:pt x="15540" y="530"/>
                </a:lnTo>
                <a:lnTo>
                  <a:pt x="15651" y="459"/>
                </a:lnTo>
                <a:lnTo>
                  <a:pt x="15761" y="459"/>
                </a:lnTo>
                <a:lnTo>
                  <a:pt x="15831" y="565"/>
                </a:lnTo>
                <a:lnTo>
                  <a:pt x="15906" y="671"/>
                </a:lnTo>
                <a:lnTo>
                  <a:pt x="15981" y="812"/>
                </a:lnTo>
                <a:lnTo>
                  <a:pt x="16092" y="812"/>
                </a:lnTo>
                <a:lnTo>
                  <a:pt x="16202" y="741"/>
                </a:lnTo>
                <a:lnTo>
                  <a:pt x="16347" y="741"/>
                </a:lnTo>
                <a:lnTo>
                  <a:pt x="16493" y="741"/>
                </a:lnTo>
                <a:lnTo>
                  <a:pt x="16603" y="706"/>
                </a:lnTo>
                <a:lnTo>
                  <a:pt x="16753" y="671"/>
                </a:lnTo>
                <a:lnTo>
                  <a:pt x="16863" y="636"/>
                </a:lnTo>
                <a:lnTo>
                  <a:pt x="16974" y="671"/>
                </a:lnTo>
                <a:lnTo>
                  <a:pt x="17119" y="706"/>
                </a:lnTo>
                <a:lnTo>
                  <a:pt x="17265" y="741"/>
                </a:lnTo>
                <a:lnTo>
                  <a:pt x="17375" y="741"/>
                </a:lnTo>
                <a:lnTo>
                  <a:pt x="17560" y="741"/>
                </a:lnTo>
                <a:lnTo>
                  <a:pt x="17706" y="741"/>
                </a:lnTo>
                <a:lnTo>
                  <a:pt x="17891" y="706"/>
                </a:lnTo>
                <a:lnTo>
                  <a:pt x="18076" y="671"/>
                </a:lnTo>
                <a:lnTo>
                  <a:pt x="18221" y="600"/>
                </a:lnTo>
                <a:lnTo>
                  <a:pt x="18332" y="600"/>
                </a:lnTo>
                <a:lnTo>
                  <a:pt x="18442" y="565"/>
                </a:lnTo>
                <a:lnTo>
                  <a:pt x="18587" y="530"/>
                </a:lnTo>
                <a:lnTo>
                  <a:pt x="18698" y="530"/>
                </a:lnTo>
                <a:lnTo>
                  <a:pt x="18808" y="459"/>
                </a:lnTo>
                <a:lnTo>
                  <a:pt x="18918" y="424"/>
                </a:lnTo>
                <a:lnTo>
                  <a:pt x="19028" y="530"/>
                </a:lnTo>
                <a:lnTo>
                  <a:pt x="19174" y="565"/>
                </a:lnTo>
                <a:lnTo>
                  <a:pt x="19249" y="671"/>
                </a:lnTo>
                <a:lnTo>
                  <a:pt x="19359" y="671"/>
                </a:lnTo>
                <a:lnTo>
                  <a:pt x="19469" y="671"/>
                </a:lnTo>
                <a:lnTo>
                  <a:pt x="19615" y="671"/>
                </a:lnTo>
                <a:lnTo>
                  <a:pt x="19875" y="600"/>
                </a:lnTo>
                <a:lnTo>
                  <a:pt x="19985" y="600"/>
                </a:lnTo>
                <a:lnTo>
                  <a:pt x="20096" y="600"/>
                </a:lnTo>
                <a:lnTo>
                  <a:pt x="20206" y="600"/>
                </a:lnTo>
                <a:lnTo>
                  <a:pt x="20316" y="600"/>
                </a:lnTo>
                <a:lnTo>
                  <a:pt x="20426" y="565"/>
                </a:lnTo>
                <a:lnTo>
                  <a:pt x="20537" y="600"/>
                </a:lnTo>
                <a:lnTo>
                  <a:pt x="20647" y="671"/>
                </a:lnTo>
                <a:lnTo>
                  <a:pt x="20757" y="706"/>
                </a:lnTo>
                <a:lnTo>
                  <a:pt x="20867" y="741"/>
                </a:lnTo>
                <a:lnTo>
                  <a:pt x="20978" y="812"/>
                </a:lnTo>
                <a:lnTo>
                  <a:pt x="21088" y="847"/>
                </a:lnTo>
                <a:lnTo>
                  <a:pt x="21198" y="847"/>
                </a:lnTo>
                <a:lnTo>
                  <a:pt x="21308" y="812"/>
                </a:lnTo>
                <a:lnTo>
                  <a:pt x="21419" y="741"/>
                </a:lnTo>
                <a:lnTo>
                  <a:pt x="21529" y="671"/>
                </a:lnTo>
                <a:lnTo>
                  <a:pt x="21674" y="600"/>
                </a:lnTo>
                <a:lnTo>
                  <a:pt x="22115" y="424"/>
                </a:lnTo>
                <a:lnTo>
                  <a:pt x="22226" y="389"/>
                </a:lnTo>
                <a:lnTo>
                  <a:pt x="22336" y="389"/>
                </a:lnTo>
                <a:lnTo>
                  <a:pt x="22446" y="353"/>
                </a:lnTo>
                <a:lnTo>
                  <a:pt x="22556" y="424"/>
                </a:lnTo>
                <a:lnTo>
                  <a:pt x="22666" y="530"/>
                </a:lnTo>
                <a:lnTo>
                  <a:pt x="22777" y="565"/>
                </a:lnTo>
                <a:lnTo>
                  <a:pt x="22887" y="565"/>
                </a:lnTo>
                <a:lnTo>
                  <a:pt x="22997" y="565"/>
                </a:lnTo>
                <a:lnTo>
                  <a:pt x="23143" y="636"/>
                </a:lnTo>
                <a:lnTo>
                  <a:pt x="23253" y="671"/>
                </a:lnTo>
                <a:lnTo>
                  <a:pt x="23363" y="706"/>
                </a:lnTo>
                <a:lnTo>
                  <a:pt x="23473" y="706"/>
                </a:lnTo>
                <a:lnTo>
                  <a:pt x="23584" y="706"/>
                </a:lnTo>
                <a:lnTo>
                  <a:pt x="23694" y="741"/>
                </a:lnTo>
                <a:lnTo>
                  <a:pt x="23804" y="812"/>
                </a:lnTo>
                <a:lnTo>
                  <a:pt x="23914" y="882"/>
                </a:lnTo>
                <a:lnTo>
                  <a:pt x="24025" y="954"/>
                </a:lnTo>
                <a:lnTo>
                  <a:pt x="24135" y="989"/>
                </a:lnTo>
                <a:lnTo>
                  <a:pt x="24245" y="1025"/>
                </a:lnTo>
                <a:lnTo>
                  <a:pt x="24430" y="1095"/>
                </a:lnTo>
                <a:lnTo>
                  <a:pt x="24541" y="1130"/>
                </a:lnTo>
                <a:lnTo>
                  <a:pt x="24651" y="1166"/>
                </a:lnTo>
                <a:lnTo>
                  <a:pt x="24761" y="1166"/>
                </a:lnTo>
                <a:lnTo>
                  <a:pt x="24871" y="1236"/>
                </a:lnTo>
                <a:lnTo>
                  <a:pt x="24907" y="0"/>
                </a:lnTo>
                <a:lnTo>
                  <a:pt x="0" y="0"/>
                </a:lnTo>
                <a:lnTo>
                  <a:pt x="74" y="109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27" name=""/>
          <p:cNvGrpSpPr/>
          <p:nvPr/>
        </p:nvGrpSpPr>
        <p:grpSpPr>
          <a:xfrm>
            <a:off x="6057720" y="711360"/>
            <a:ext cx="2349720" cy="713160"/>
            <a:chOff x="6057720" y="711360"/>
            <a:chExt cx="2349720" cy="713160"/>
          </a:xfrm>
        </p:grpSpPr>
        <p:sp>
          <p:nvSpPr>
            <p:cNvPr id="328" name=""/>
            <p:cNvSpPr/>
            <p:nvPr/>
          </p:nvSpPr>
          <p:spPr>
            <a:xfrm>
              <a:off x="6057720" y="939960"/>
              <a:ext cx="1816560" cy="454320"/>
            </a:xfrm>
            <a:custGeom>
              <a:avLst/>
              <a:gdLst/>
              <a:ahLst/>
              <a:rect l="0" t="0" r="r" b="b"/>
              <a:pathLst>
                <a:path fill="none" w="5046" h="1262">
                  <a:moveTo>
                    <a:pt x="5046" y="1262"/>
                  </a:moveTo>
                  <a:lnTo>
                    <a:pt x="5046" y="1262"/>
                  </a:lnTo>
                  <a:lnTo>
                    <a:pt x="5046" y="1262"/>
                  </a:lnTo>
                  <a:cubicBezTo>
                    <a:pt x="5046" y="1040"/>
                    <a:pt x="4929" y="823"/>
                    <a:pt x="4708" y="631"/>
                  </a:cubicBezTo>
                  <a:cubicBezTo>
                    <a:pt x="4487" y="439"/>
                    <a:pt x="4168" y="280"/>
                    <a:pt x="3784" y="169"/>
                  </a:cubicBezTo>
                  <a:cubicBezTo>
                    <a:pt x="3401" y="58"/>
                    <a:pt x="2966" y="0"/>
                    <a:pt x="2523" y="0"/>
                  </a:cubicBezTo>
                  <a:cubicBezTo>
                    <a:pt x="2080" y="0"/>
                    <a:pt x="1645" y="58"/>
                    <a:pt x="1261" y="169"/>
                  </a:cubicBezTo>
                  <a:cubicBezTo>
                    <a:pt x="878" y="280"/>
                    <a:pt x="559" y="439"/>
                    <a:pt x="338" y="631"/>
                  </a:cubicBezTo>
                  <a:cubicBezTo>
                    <a:pt x="117" y="823"/>
                    <a:pt x="0" y="1040"/>
                    <a:pt x="0" y="1262"/>
                  </a:cubicBezTo>
                </a:path>
              </a:pathLst>
            </a:custGeom>
            <a:ln w="12600">
              <a:solidFill>
                <a:srgbClr val="FC0128"/>
              </a:solidFill>
              <a:round/>
              <a:tail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6222960" y="851040"/>
              <a:ext cx="1829160" cy="573480"/>
            </a:xfrm>
            <a:custGeom>
              <a:avLst/>
              <a:gdLst/>
              <a:ahLst/>
              <a:rect l="0" t="0" r="r" b="b"/>
              <a:pathLst>
                <a:path fill="none" w="5081" h="1593">
                  <a:moveTo>
                    <a:pt x="5081" y="1593"/>
                  </a:moveTo>
                  <a:lnTo>
                    <a:pt x="5081" y="1593"/>
                  </a:lnTo>
                  <a:cubicBezTo>
                    <a:pt x="5081" y="1583"/>
                    <a:pt x="5081" y="1572"/>
                    <a:pt x="5081" y="1562"/>
                  </a:cubicBezTo>
                  <a:cubicBezTo>
                    <a:pt x="5081" y="1288"/>
                    <a:pt x="4964" y="1018"/>
                    <a:pt x="4741" y="781"/>
                  </a:cubicBezTo>
                  <a:cubicBezTo>
                    <a:pt x="4518" y="544"/>
                    <a:pt x="4197" y="346"/>
                    <a:pt x="3811" y="209"/>
                  </a:cubicBezTo>
                  <a:cubicBezTo>
                    <a:pt x="3425" y="72"/>
                    <a:pt x="2987" y="0"/>
                    <a:pt x="2541" y="0"/>
                  </a:cubicBezTo>
                  <a:cubicBezTo>
                    <a:pt x="2095" y="0"/>
                    <a:pt x="1657" y="72"/>
                    <a:pt x="1271" y="209"/>
                  </a:cubicBezTo>
                  <a:cubicBezTo>
                    <a:pt x="885" y="346"/>
                    <a:pt x="564" y="544"/>
                    <a:pt x="341" y="781"/>
                  </a:cubicBezTo>
                  <a:cubicBezTo>
                    <a:pt x="118" y="1018"/>
                    <a:pt x="0" y="1288"/>
                    <a:pt x="0" y="1562"/>
                  </a:cubicBezTo>
                  <a:cubicBezTo>
                    <a:pt x="0" y="1572"/>
                    <a:pt x="1" y="1583"/>
                    <a:pt x="1" y="1593"/>
                  </a:cubicBezTo>
                </a:path>
              </a:pathLst>
            </a:custGeom>
            <a:ln w="12600">
              <a:solidFill>
                <a:srgbClr val="FC0128"/>
              </a:solidFill>
              <a:round/>
              <a:tail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6426360" y="711360"/>
              <a:ext cx="1829160" cy="698760"/>
            </a:xfrm>
            <a:custGeom>
              <a:avLst/>
              <a:gdLst/>
              <a:ahLst/>
              <a:rect l="0" t="0" r="r" b="b"/>
              <a:pathLst>
                <a:path fill="none" w="5081" h="1941">
                  <a:moveTo>
                    <a:pt x="5081" y="1941"/>
                  </a:moveTo>
                  <a:lnTo>
                    <a:pt x="5081" y="1941"/>
                  </a:lnTo>
                  <a:cubicBezTo>
                    <a:pt x="5081" y="1928"/>
                    <a:pt x="5081" y="1916"/>
                    <a:pt x="5081" y="1903"/>
                  </a:cubicBezTo>
                  <a:cubicBezTo>
                    <a:pt x="5081" y="1569"/>
                    <a:pt x="4964" y="1241"/>
                    <a:pt x="4741" y="952"/>
                  </a:cubicBezTo>
                  <a:cubicBezTo>
                    <a:pt x="4518" y="662"/>
                    <a:pt x="4197" y="422"/>
                    <a:pt x="3811" y="255"/>
                  </a:cubicBezTo>
                  <a:cubicBezTo>
                    <a:pt x="3425" y="88"/>
                    <a:pt x="2987" y="0"/>
                    <a:pt x="2541" y="0"/>
                  </a:cubicBezTo>
                  <a:cubicBezTo>
                    <a:pt x="2095" y="0"/>
                    <a:pt x="1657" y="88"/>
                    <a:pt x="1271" y="255"/>
                  </a:cubicBezTo>
                  <a:cubicBezTo>
                    <a:pt x="885" y="422"/>
                    <a:pt x="564" y="662"/>
                    <a:pt x="341" y="952"/>
                  </a:cubicBezTo>
                  <a:cubicBezTo>
                    <a:pt x="118" y="1241"/>
                    <a:pt x="0" y="1569"/>
                    <a:pt x="0" y="1903"/>
                  </a:cubicBezTo>
                  <a:cubicBezTo>
                    <a:pt x="0" y="1916"/>
                    <a:pt x="1" y="1928"/>
                    <a:pt x="1" y="1941"/>
                  </a:cubicBezTo>
                </a:path>
              </a:pathLst>
            </a:custGeom>
            <a:ln w="12600">
              <a:solidFill>
                <a:srgbClr val="FC0128"/>
              </a:solidFill>
              <a:round/>
              <a:tail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6603840" y="711360"/>
              <a:ext cx="1803600" cy="662400"/>
            </a:xfrm>
            <a:custGeom>
              <a:avLst/>
              <a:gdLst/>
              <a:ahLst/>
              <a:rect l="0" t="0" r="r" b="b"/>
              <a:pathLst>
                <a:path fill="none" w="5010" h="1840">
                  <a:moveTo>
                    <a:pt x="5010" y="1840"/>
                  </a:moveTo>
                  <a:lnTo>
                    <a:pt x="5010" y="1840"/>
                  </a:lnTo>
                  <a:lnTo>
                    <a:pt x="5010" y="1840"/>
                  </a:lnTo>
                  <a:cubicBezTo>
                    <a:pt x="5010" y="1517"/>
                    <a:pt x="4894" y="1200"/>
                    <a:pt x="4674" y="920"/>
                  </a:cubicBezTo>
                  <a:cubicBezTo>
                    <a:pt x="4455" y="640"/>
                    <a:pt x="4138" y="408"/>
                    <a:pt x="3757" y="246"/>
                  </a:cubicBezTo>
                  <a:cubicBezTo>
                    <a:pt x="3377" y="85"/>
                    <a:pt x="2945" y="0"/>
                    <a:pt x="2505" y="0"/>
                  </a:cubicBezTo>
                  <a:cubicBezTo>
                    <a:pt x="2065" y="0"/>
                    <a:pt x="1633" y="85"/>
                    <a:pt x="1252" y="246"/>
                  </a:cubicBezTo>
                  <a:cubicBezTo>
                    <a:pt x="872" y="408"/>
                    <a:pt x="555" y="640"/>
                    <a:pt x="336" y="920"/>
                  </a:cubicBezTo>
                  <a:cubicBezTo>
                    <a:pt x="116" y="1200"/>
                    <a:pt x="0" y="1517"/>
                    <a:pt x="0" y="1840"/>
                  </a:cubicBezTo>
                </a:path>
              </a:pathLst>
            </a:custGeom>
            <a:ln w="12600">
              <a:solidFill>
                <a:srgbClr val="FC0128"/>
              </a:solidFill>
              <a:round/>
              <a:tail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2" name=""/>
          <p:cNvSpPr/>
          <p:nvPr/>
        </p:nvSpPr>
        <p:spPr>
          <a:xfrm>
            <a:off x="101520" y="1739880"/>
            <a:ext cx="8979120" cy="495720"/>
          </a:xfrm>
          <a:custGeom>
            <a:avLst/>
            <a:gdLst/>
            <a:ahLst/>
            <a:rect l="0" t="0" r="r" b="b"/>
            <a:pathLst>
              <a:path w="24942" h="1377">
                <a:moveTo>
                  <a:pt x="0" y="953"/>
                </a:moveTo>
                <a:lnTo>
                  <a:pt x="110" y="882"/>
                </a:lnTo>
                <a:lnTo>
                  <a:pt x="185" y="777"/>
                </a:lnTo>
                <a:lnTo>
                  <a:pt x="295" y="706"/>
                </a:lnTo>
                <a:lnTo>
                  <a:pt x="405" y="671"/>
                </a:lnTo>
                <a:lnTo>
                  <a:pt x="480" y="565"/>
                </a:lnTo>
                <a:lnTo>
                  <a:pt x="555" y="459"/>
                </a:lnTo>
                <a:lnTo>
                  <a:pt x="665" y="389"/>
                </a:lnTo>
                <a:lnTo>
                  <a:pt x="776" y="317"/>
                </a:lnTo>
                <a:lnTo>
                  <a:pt x="846" y="211"/>
                </a:lnTo>
                <a:lnTo>
                  <a:pt x="921" y="105"/>
                </a:lnTo>
                <a:lnTo>
                  <a:pt x="996" y="0"/>
                </a:lnTo>
                <a:lnTo>
                  <a:pt x="1142" y="141"/>
                </a:lnTo>
                <a:lnTo>
                  <a:pt x="1252" y="176"/>
                </a:lnTo>
                <a:lnTo>
                  <a:pt x="1292" y="282"/>
                </a:lnTo>
                <a:lnTo>
                  <a:pt x="1402" y="389"/>
                </a:lnTo>
                <a:lnTo>
                  <a:pt x="1437" y="494"/>
                </a:lnTo>
                <a:lnTo>
                  <a:pt x="1587" y="530"/>
                </a:lnTo>
                <a:lnTo>
                  <a:pt x="1587" y="636"/>
                </a:lnTo>
                <a:lnTo>
                  <a:pt x="1697" y="671"/>
                </a:lnTo>
                <a:lnTo>
                  <a:pt x="1807" y="671"/>
                </a:lnTo>
                <a:lnTo>
                  <a:pt x="1993" y="636"/>
                </a:lnTo>
                <a:lnTo>
                  <a:pt x="2178" y="600"/>
                </a:lnTo>
                <a:lnTo>
                  <a:pt x="2288" y="600"/>
                </a:lnTo>
                <a:lnTo>
                  <a:pt x="2473" y="600"/>
                </a:lnTo>
                <a:lnTo>
                  <a:pt x="2544" y="494"/>
                </a:lnTo>
                <a:lnTo>
                  <a:pt x="2654" y="494"/>
                </a:lnTo>
                <a:lnTo>
                  <a:pt x="2729" y="600"/>
                </a:lnTo>
                <a:lnTo>
                  <a:pt x="2839" y="706"/>
                </a:lnTo>
                <a:lnTo>
                  <a:pt x="2950" y="706"/>
                </a:lnTo>
                <a:lnTo>
                  <a:pt x="3060" y="671"/>
                </a:lnTo>
                <a:lnTo>
                  <a:pt x="3210" y="671"/>
                </a:lnTo>
                <a:lnTo>
                  <a:pt x="3355" y="600"/>
                </a:lnTo>
                <a:lnTo>
                  <a:pt x="3505" y="565"/>
                </a:lnTo>
                <a:lnTo>
                  <a:pt x="3615" y="530"/>
                </a:lnTo>
                <a:lnTo>
                  <a:pt x="3651" y="706"/>
                </a:lnTo>
                <a:lnTo>
                  <a:pt x="3651" y="812"/>
                </a:lnTo>
                <a:lnTo>
                  <a:pt x="3801" y="777"/>
                </a:lnTo>
                <a:lnTo>
                  <a:pt x="3911" y="741"/>
                </a:lnTo>
                <a:lnTo>
                  <a:pt x="4021" y="706"/>
                </a:lnTo>
                <a:lnTo>
                  <a:pt x="4131" y="706"/>
                </a:lnTo>
                <a:lnTo>
                  <a:pt x="4242" y="706"/>
                </a:lnTo>
                <a:lnTo>
                  <a:pt x="4317" y="812"/>
                </a:lnTo>
                <a:lnTo>
                  <a:pt x="4427" y="812"/>
                </a:lnTo>
                <a:lnTo>
                  <a:pt x="4537" y="812"/>
                </a:lnTo>
                <a:lnTo>
                  <a:pt x="4687" y="812"/>
                </a:lnTo>
                <a:lnTo>
                  <a:pt x="4797" y="777"/>
                </a:lnTo>
                <a:lnTo>
                  <a:pt x="4982" y="741"/>
                </a:lnTo>
                <a:lnTo>
                  <a:pt x="5093" y="671"/>
                </a:lnTo>
                <a:lnTo>
                  <a:pt x="5203" y="636"/>
                </a:lnTo>
                <a:lnTo>
                  <a:pt x="5313" y="600"/>
                </a:lnTo>
                <a:lnTo>
                  <a:pt x="5423" y="530"/>
                </a:lnTo>
                <a:lnTo>
                  <a:pt x="5569" y="494"/>
                </a:lnTo>
                <a:lnTo>
                  <a:pt x="5679" y="459"/>
                </a:lnTo>
                <a:lnTo>
                  <a:pt x="5829" y="565"/>
                </a:lnTo>
                <a:lnTo>
                  <a:pt x="5939" y="636"/>
                </a:lnTo>
                <a:lnTo>
                  <a:pt x="6050" y="706"/>
                </a:lnTo>
                <a:lnTo>
                  <a:pt x="6160" y="741"/>
                </a:lnTo>
                <a:lnTo>
                  <a:pt x="6270" y="812"/>
                </a:lnTo>
                <a:lnTo>
                  <a:pt x="6420" y="812"/>
                </a:lnTo>
                <a:lnTo>
                  <a:pt x="6530" y="777"/>
                </a:lnTo>
                <a:lnTo>
                  <a:pt x="6641" y="741"/>
                </a:lnTo>
                <a:lnTo>
                  <a:pt x="6751" y="671"/>
                </a:lnTo>
                <a:lnTo>
                  <a:pt x="6861" y="671"/>
                </a:lnTo>
                <a:lnTo>
                  <a:pt x="7011" y="600"/>
                </a:lnTo>
                <a:lnTo>
                  <a:pt x="7121" y="565"/>
                </a:lnTo>
                <a:lnTo>
                  <a:pt x="7231" y="530"/>
                </a:lnTo>
                <a:lnTo>
                  <a:pt x="7342" y="494"/>
                </a:lnTo>
                <a:lnTo>
                  <a:pt x="7487" y="459"/>
                </a:lnTo>
                <a:lnTo>
                  <a:pt x="7602" y="424"/>
                </a:lnTo>
                <a:lnTo>
                  <a:pt x="7712" y="389"/>
                </a:lnTo>
                <a:lnTo>
                  <a:pt x="7822" y="389"/>
                </a:lnTo>
                <a:lnTo>
                  <a:pt x="7933" y="353"/>
                </a:lnTo>
                <a:lnTo>
                  <a:pt x="8043" y="317"/>
                </a:lnTo>
                <a:lnTo>
                  <a:pt x="8153" y="424"/>
                </a:lnTo>
                <a:lnTo>
                  <a:pt x="8228" y="530"/>
                </a:lnTo>
                <a:lnTo>
                  <a:pt x="8338" y="565"/>
                </a:lnTo>
                <a:lnTo>
                  <a:pt x="8449" y="671"/>
                </a:lnTo>
                <a:lnTo>
                  <a:pt x="8559" y="671"/>
                </a:lnTo>
                <a:lnTo>
                  <a:pt x="8669" y="706"/>
                </a:lnTo>
                <a:lnTo>
                  <a:pt x="8779" y="741"/>
                </a:lnTo>
                <a:lnTo>
                  <a:pt x="8890" y="777"/>
                </a:lnTo>
                <a:lnTo>
                  <a:pt x="9004" y="812"/>
                </a:lnTo>
                <a:lnTo>
                  <a:pt x="9114" y="812"/>
                </a:lnTo>
                <a:lnTo>
                  <a:pt x="9260" y="741"/>
                </a:lnTo>
                <a:lnTo>
                  <a:pt x="9370" y="706"/>
                </a:lnTo>
                <a:lnTo>
                  <a:pt x="9480" y="600"/>
                </a:lnTo>
                <a:lnTo>
                  <a:pt x="9591" y="530"/>
                </a:lnTo>
                <a:lnTo>
                  <a:pt x="9701" y="459"/>
                </a:lnTo>
                <a:lnTo>
                  <a:pt x="9816" y="424"/>
                </a:lnTo>
                <a:lnTo>
                  <a:pt x="9926" y="389"/>
                </a:lnTo>
                <a:lnTo>
                  <a:pt x="10036" y="317"/>
                </a:lnTo>
                <a:lnTo>
                  <a:pt x="10111" y="424"/>
                </a:lnTo>
                <a:lnTo>
                  <a:pt x="10221" y="494"/>
                </a:lnTo>
                <a:lnTo>
                  <a:pt x="10331" y="530"/>
                </a:lnTo>
                <a:lnTo>
                  <a:pt x="10442" y="600"/>
                </a:lnTo>
                <a:lnTo>
                  <a:pt x="10552" y="636"/>
                </a:lnTo>
                <a:lnTo>
                  <a:pt x="10662" y="706"/>
                </a:lnTo>
                <a:lnTo>
                  <a:pt x="10772" y="706"/>
                </a:lnTo>
                <a:lnTo>
                  <a:pt x="10883" y="741"/>
                </a:lnTo>
                <a:lnTo>
                  <a:pt x="10993" y="741"/>
                </a:lnTo>
                <a:lnTo>
                  <a:pt x="11103" y="812"/>
                </a:lnTo>
                <a:lnTo>
                  <a:pt x="11253" y="847"/>
                </a:lnTo>
                <a:lnTo>
                  <a:pt x="11363" y="847"/>
                </a:lnTo>
                <a:lnTo>
                  <a:pt x="11474" y="847"/>
                </a:lnTo>
                <a:lnTo>
                  <a:pt x="11584" y="882"/>
                </a:lnTo>
                <a:lnTo>
                  <a:pt x="11734" y="882"/>
                </a:lnTo>
                <a:lnTo>
                  <a:pt x="11844" y="847"/>
                </a:lnTo>
                <a:lnTo>
                  <a:pt x="11990" y="812"/>
                </a:lnTo>
                <a:lnTo>
                  <a:pt x="12100" y="741"/>
                </a:lnTo>
                <a:lnTo>
                  <a:pt x="12210" y="741"/>
                </a:lnTo>
                <a:lnTo>
                  <a:pt x="12325" y="671"/>
                </a:lnTo>
                <a:lnTo>
                  <a:pt x="12435" y="636"/>
                </a:lnTo>
                <a:lnTo>
                  <a:pt x="12546" y="636"/>
                </a:lnTo>
                <a:lnTo>
                  <a:pt x="12656" y="600"/>
                </a:lnTo>
                <a:lnTo>
                  <a:pt x="12802" y="565"/>
                </a:lnTo>
                <a:lnTo>
                  <a:pt x="12912" y="565"/>
                </a:lnTo>
                <a:lnTo>
                  <a:pt x="13097" y="494"/>
                </a:lnTo>
                <a:lnTo>
                  <a:pt x="13247" y="459"/>
                </a:lnTo>
                <a:lnTo>
                  <a:pt x="13358" y="353"/>
                </a:lnTo>
                <a:lnTo>
                  <a:pt x="13468" y="282"/>
                </a:lnTo>
                <a:lnTo>
                  <a:pt x="13578" y="246"/>
                </a:lnTo>
                <a:lnTo>
                  <a:pt x="13653" y="353"/>
                </a:lnTo>
                <a:lnTo>
                  <a:pt x="13688" y="459"/>
                </a:lnTo>
                <a:lnTo>
                  <a:pt x="13799" y="530"/>
                </a:lnTo>
                <a:lnTo>
                  <a:pt x="13838" y="636"/>
                </a:lnTo>
                <a:lnTo>
                  <a:pt x="13948" y="706"/>
                </a:lnTo>
                <a:lnTo>
                  <a:pt x="14059" y="706"/>
                </a:lnTo>
                <a:lnTo>
                  <a:pt x="14204" y="847"/>
                </a:lnTo>
                <a:lnTo>
                  <a:pt x="14354" y="35"/>
                </a:lnTo>
                <a:lnTo>
                  <a:pt x="14425" y="847"/>
                </a:lnTo>
                <a:lnTo>
                  <a:pt x="14539" y="812"/>
                </a:lnTo>
                <a:lnTo>
                  <a:pt x="14650" y="741"/>
                </a:lnTo>
                <a:lnTo>
                  <a:pt x="14760" y="706"/>
                </a:lnTo>
                <a:lnTo>
                  <a:pt x="14870" y="600"/>
                </a:lnTo>
                <a:lnTo>
                  <a:pt x="14980" y="530"/>
                </a:lnTo>
                <a:lnTo>
                  <a:pt x="15091" y="459"/>
                </a:lnTo>
                <a:lnTo>
                  <a:pt x="15166" y="353"/>
                </a:lnTo>
                <a:lnTo>
                  <a:pt x="15276" y="282"/>
                </a:lnTo>
                <a:lnTo>
                  <a:pt x="15386" y="353"/>
                </a:lnTo>
                <a:lnTo>
                  <a:pt x="15461" y="459"/>
                </a:lnTo>
                <a:lnTo>
                  <a:pt x="15571" y="530"/>
                </a:lnTo>
                <a:lnTo>
                  <a:pt x="15681" y="565"/>
                </a:lnTo>
                <a:lnTo>
                  <a:pt x="15792" y="600"/>
                </a:lnTo>
                <a:lnTo>
                  <a:pt x="15902" y="600"/>
                </a:lnTo>
                <a:lnTo>
                  <a:pt x="16087" y="600"/>
                </a:lnTo>
                <a:lnTo>
                  <a:pt x="16197" y="600"/>
                </a:lnTo>
                <a:lnTo>
                  <a:pt x="16308" y="600"/>
                </a:lnTo>
                <a:lnTo>
                  <a:pt x="16418" y="600"/>
                </a:lnTo>
                <a:lnTo>
                  <a:pt x="16528" y="600"/>
                </a:lnTo>
                <a:lnTo>
                  <a:pt x="16638" y="600"/>
                </a:lnTo>
                <a:lnTo>
                  <a:pt x="16788" y="671"/>
                </a:lnTo>
                <a:lnTo>
                  <a:pt x="16899" y="671"/>
                </a:lnTo>
                <a:lnTo>
                  <a:pt x="17009" y="706"/>
                </a:lnTo>
                <a:lnTo>
                  <a:pt x="17119" y="706"/>
                </a:lnTo>
                <a:lnTo>
                  <a:pt x="17269" y="741"/>
                </a:lnTo>
                <a:lnTo>
                  <a:pt x="17379" y="741"/>
                </a:lnTo>
                <a:lnTo>
                  <a:pt x="17525" y="741"/>
                </a:lnTo>
                <a:lnTo>
                  <a:pt x="17675" y="741"/>
                </a:lnTo>
                <a:lnTo>
                  <a:pt x="17785" y="777"/>
                </a:lnTo>
                <a:lnTo>
                  <a:pt x="17930" y="812"/>
                </a:lnTo>
                <a:lnTo>
                  <a:pt x="18041" y="812"/>
                </a:lnTo>
                <a:lnTo>
                  <a:pt x="18151" y="847"/>
                </a:lnTo>
                <a:lnTo>
                  <a:pt x="18266" y="847"/>
                </a:lnTo>
                <a:lnTo>
                  <a:pt x="18376" y="882"/>
                </a:lnTo>
                <a:lnTo>
                  <a:pt x="18486" y="918"/>
                </a:lnTo>
                <a:lnTo>
                  <a:pt x="18596" y="882"/>
                </a:lnTo>
                <a:lnTo>
                  <a:pt x="18707" y="847"/>
                </a:lnTo>
                <a:lnTo>
                  <a:pt x="18817" y="812"/>
                </a:lnTo>
                <a:lnTo>
                  <a:pt x="18927" y="777"/>
                </a:lnTo>
                <a:lnTo>
                  <a:pt x="19112" y="706"/>
                </a:lnTo>
                <a:lnTo>
                  <a:pt x="19262" y="636"/>
                </a:lnTo>
                <a:lnTo>
                  <a:pt x="19372" y="600"/>
                </a:lnTo>
                <a:lnTo>
                  <a:pt x="19483" y="530"/>
                </a:lnTo>
                <a:lnTo>
                  <a:pt x="19593" y="494"/>
                </a:lnTo>
                <a:lnTo>
                  <a:pt x="19703" y="389"/>
                </a:lnTo>
                <a:lnTo>
                  <a:pt x="19813" y="317"/>
                </a:lnTo>
                <a:lnTo>
                  <a:pt x="19924" y="282"/>
                </a:lnTo>
                <a:lnTo>
                  <a:pt x="20034" y="246"/>
                </a:lnTo>
                <a:lnTo>
                  <a:pt x="20144" y="246"/>
                </a:lnTo>
                <a:lnTo>
                  <a:pt x="20254" y="353"/>
                </a:lnTo>
                <a:lnTo>
                  <a:pt x="20369" y="459"/>
                </a:lnTo>
                <a:lnTo>
                  <a:pt x="20479" y="530"/>
                </a:lnTo>
                <a:lnTo>
                  <a:pt x="20589" y="565"/>
                </a:lnTo>
                <a:lnTo>
                  <a:pt x="20700" y="600"/>
                </a:lnTo>
                <a:lnTo>
                  <a:pt x="20810" y="671"/>
                </a:lnTo>
                <a:lnTo>
                  <a:pt x="20920" y="706"/>
                </a:lnTo>
                <a:lnTo>
                  <a:pt x="21030" y="741"/>
                </a:lnTo>
                <a:lnTo>
                  <a:pt x="21141" y="777"/>
                </a:lnTo>
                <a:lnTo>
                  <a:pt x="21251" y="812"/>
                </a:lnTo>
                <a:lnTo>
                  <a:pt x="21361" y="812"/>
                </a:lnTo>
                <a:lnTo>
                  <a:pt x="21476" y="812"/>
                </a:lnTo>
                <a:lnTo>
                  <a:pt x="21586" y="812"/>
                </a:lnTo>
                <a:lnTo>
                  <a:pt x="21696" y="812"/>
                </a:lnTo>
                <a:lnTo>
                  <a:pt x="21807" y="777"/>
                </a:lnTo>
                <a:lnTo>
                  <a:pt x="21917" y="741"/>
                </a:lnTo>
                <a:lnTo>
                  <a:pt x="22027" y="706"/>
                </a:lnTo>
                <a:lnTo>
                  <a:pt x="22137" y="671"/>
                </a:lnTo>
                <a:lnTo>
                  <a:pt x="22287" y="600"/>
                </a:lnTo>
                <a:lnTo>
                  <a:pt x="22397" y="565"/>
                </a:lnTo>
                <a:lnTo>
                  <a:pt x="22543" y="530"/>
                </a:lnTo>
                <a:lnTo>
                  <a:pt x="22653" y="459"/>
                </a:lnTo>
                <a:lnTo>
                  <a:pt x="22763" y="459"/>
                </a:lnTo>
                <a:lnTo>
                  <a:pt x="22913" y="424"/>
                </a:lnTo>
                <a:lnTo>
                  <a:pt x="23169" y="424"/>
                </a:lnTo>
                <a:lnTo>
                  <a:pt x="23279" y="424"/>
                </a:lnTo>
                <a:lnTo>
                  <a:pt x="23394" y="424"/>
                </a:lnTo>
                <a:lnTo>
                  <a:pt x="23504" y="424"/>
                </a:lnTo>
                <a:lnTo>
                  <a:pt x="23615" y="459"/>
                </a:lnTo>
                <a:lnTo>
                  <a:pt x="23760" y="459"/>
                </a:lnTo>
                <a:lnTo>
                  <a:pt x="23870" y="459"/>
                </a:lnTo>
                <a:lnTo>
                  <a:pt x="24056" y="494"/>
                </a:lnTo>
                <a:lnTo>
                  <a:pt x="24166" y="530"/>
                </a:lnTo>
                <a:lnTo>
                  <a:pt x="24276" y="530"/>
                </a:lnTo>
                <a:lnTo>
                  <a:pt x="24386" y="494"/>
                </a:lnTo>
                <a:lnTo>
                  <a:pt x="24501" y="424"/>
                </a:lnTo>
                <a:lnTo>
                  <a:pt x="24611" y="389"/>
                </a:lnTo>
                <a:lnTo>
                  <a:pt x="24721" y="317"/>
                </a:lnTo>
                <a:lnTo>
                  <a:pt x="24832" y="246"/>
                </a:lnTo>
                <a:lnTo>
                  <a:pt x="24942" y="211"/>
                </a:lnTo>
                <a:lnTo>
                  <a:pt x="24942" y="1377"/>
                </a:lnTo>
                <a:lnTo>
                  <a:pt x="35" y="1307"/>
                </a:lnTo>
                <a:lnTo>
                  <a:pt x="0" y="95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49400" y="1019160"/>
            <a:ext cx="8744040" cy="10396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FXTD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zyab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88920" y="977760"/>
            <a:ext cx="8852400" cy="419400"/>
          </a:xfrm>
          <a:custGeom>
            <a:avLst/>
            <a:gdLst/>
            <a:ahLst/>
            <a:rect l="0" t="0" r="r" b="b"/>
            <a:pathLst>
              <a:path w="24590" h="1165">
                <a:moveTo>
                  <a:pt x="0" y="0"/>
                </a:moveTo>
                <a:lnTo>
                  <a:pt x="35" y="105"/>
                </a:lnTo>
                <a:lnTo>
                  <a:pt x="35" y="211"/>
                </a:lnTo>
                <a:lnTo>
                  <a:pt x="35" y="317"/>
                </a:lnTo>
                <a:lnTo>
                  <a:pt x="35" y="423"/>
                </a:lnTo>
                <a:lnTo>
                  <a:pt x="35" y="529"/>
                </a:lnTo>
                <a:lnTo>
                  <a:pt x="70" y="636"/>
                </a:lnTo>
                <a:lnTo>
                  <a:pt x="105" y="741"/>
                </a:lnTo>
                <a:lnTo>
                  <a:pt x="211" y="777"/>
                </a:lnTo>
                <a:lnTo>
                  <a:pt x="352" y="706"/>
                </a:lnTo>
                <a:lnTo>
                  <a:pt x="458" y="671"/>
                </a:lnTo>
                <a:lnTo>
                  <a:pt x="564" y="600"/>
                </a:lnTo>
                <a:lnTo>
                  <a:pt x="670" y="564"/>
                </a:lnTo>
                <a:lnTo>
                  <a:pt x="740" y="458"/>
                </a:lnTo>
                <a:lnTo>
                  <a:pt x="811" y="352"/>
                </a:lnTo>
                <a:lnTo>
                  <a:pt x="917" y="282"/>
                </a:lnTo>
                <a:lnTo>
                  <a:pt x="1023" y="352"/>
                </a:lnTo>
                <a:lnTo>
                  <a:pt x="1093" y="458"/>
                </a:lnTo>
                <a:lnTo>
                  <a:pt x="1093" y="564"/>
                </a:lnTo>
                <a:lnTo>
                  <a:pt x="1199" y="706"/>
                </a:lnTo>
                <a:lnTo>
                  <a:pt x="1234" y="812"/>
                </a:lnTo>
                <a:lnTo>
                  <a:pt x="1375" y="847"/>
                </a:lnTo>
                <a:lnTo>
                  <a:pt x="1481" y="777"/>
                </a:lnTo>
                <a:lnTo>
                  <a:pt x="1587" y="706"/>
                </a:lnTo>
                <a:lnTo>
                  <a:pt x="1658" y="600"/>
                </a:lnTo>
                <a:lnTo>
                  <a:pt x="1763" y="529"/>
                </a:lnTo>
                <a:lnTo>
                  <a:pt x="1869" y="458"/>
                </a:lnTo>
                <a:lnTo>
                  <a:pt x="1975" y="423"/>
                </a:lnTo>
                <a:lnTo>
                  <a:pt x="2081" y="423"/>
                </a:lnTo>
                <a:lnTo>
                  <a:pt x="2222" y="423"/>
                </a:lnTo>
                <a:lnTo>
                  <a:pt x="2328" y="352"/>
                </a:lnTo>
                <a:lnTo>
                  <a:pt x="2434" y="352"/>
                </a:lnTo>
                <a:lnTo>
                  <a:pt x="2575" y="352"/>
                </a:lnTo>
                <a:lnTo>
                  <a:pt x="2681" y="317"/>
                </a:lnTo>
                <a:lnTo>
                  <a:pt x="2786" y="317"/>
                </a:lnTo>
                <a:lnTo>
                  <a:pt x="2928" y="317"/>
                </a:lnTo>
                <a:lnTo>
                  <a:pt x="3069" y="282"/>
                </a:lnTo>
                <a:lnTo>
                  <a:pt x="3175" y="352"/>
                </a:lnTo>
                <a:lnTo>
                  <a:pt x="3280" y="423"/>
                </a:lnTo>
                <a:lnTo>
                  <a:pt x="3351" y="529"/>
                </a:lnTo>
                <a:lnTo>
                  <a:pt x="3457" y="564"/>
                </a:lnTo>
                <a:lnTo>
                  <a:pt x="3598" y="600"/>
                </a:lnTo>
                <a:lnTo>
                  <a:pt x="3739" y="600"/>
                </a:lnTo>
                <a:lnTo>
                  <a:pt x="3845" y="706"/>
                </a:lnTo>
                <a:lnTo>
                  <a:pt x="3951" y="812"/>
                </a:lnTo>
                <a:lnTo>
                  <a:pt x="4056" y="847"/>
                </a:lnTo>
                <a:lnTo>
                  <a:pt x="4198" y="812"/>
                </a:lnTo>
                <a:lnTo>
                  <a:pt x="4339" y="777"/>
                </a:lnTo>
                <a:lnTo>
                  <a:pt x="4445" y="741"/>
                </a:lnTo>
                <a:lnTo>
                  <a:pt x="4550" y="706"/>
                </a:lnTo>
                <a:lnTo>
                  <a:pt x="4656" y="636"/>
                </a:lnTo>
                <a:lnTo>
                  <a:pt x="4762" y="564"/>
                </a:lnTo>
                <a:lnTo>
                  <a:pt x="4903" y="493"/>
                </a:lnTo>
                <a:lnTo>
                  <a:pt x="5044" y="458"/>
                </a:lnTo>
                <a:lnTo>
                  <a:pt x="5185" y="423"/>
                </a:lnTo>
                <a:lnTo>
                  <a:pt x="5326" y="352"/>
                </a:lnTo>
                <a:lnTo>
                  <a:pt x="5468" y="317"/>
                </a:lnTo>
                <a:lnTo>
                  <a:pt x="5573" y="423"/>
                </a:lnTo>
                <a:lnTo>
                  <a:pt x="5679" y="493"/>
                </a:lnTo>
                <a:lnTo>
                  <a:pt x="5820" y="529"/>
                </a:lnTo>
                <a:lnTo>
                  <a:pt x="5961" y="493"/>
                </a:lnTo>
                <a:lnTo>
                  <a:pt x="6067" y="458"/>
                </a:lnTo>
                <a:lnTo>
                  <a:pt x="6174" y="423"/>
                </a:lnTo>
                <a:lnTo>
                  <a:pt x="6315" y="352"/>
                </a:lnTo>
                <a:lnTo>
                  <a:pt x="6421" y="317"/>
                </a:lnTo>
                <a:lnTo>
                  <a:pt x="6527" y="317"/>
                </a:lnTo>
                <a:lnTo>
                  <a:pt x="6633" y="282"/>
                </a:lnTo>
                <a:lnTo>
                  <a:pt x="6739" y="282"/>
                </a:lnTo>
                <a:lnTo>
                  <a:pt x="6844" y="246"/>
                </a:lnTo>
                <a:lnTo>
                  <a:pt x="6950" y="246"/>
                </a:lnTo>
                <a:lnTo>
                  <a:pt x="7056" y="246"/>
                </a:lnTo>
                <a:lnTo>
                  <a:pt x="7162" y="282"/>
                </a:lnTo>
                <a:lnTo>
                  <a:pt x="7303" y="352"/>
                </a:lnTo>
                <a:lnTo>
                  <a:pt x="7409" y="352"/>
                </a:lnTo>
                <a:lnTo>
                  <a:pt x="7515" y="423"/>
                </a:lnTo>
                <a:lnTo>
                  <a:pt x="7656" y="493"/>
                </a:lnTo>
                <a:lnTo>
                  <a:pt x="7762" y="493"/>
                </a:lnTo>
                <a:lnTo>
                  <a:pt x="7867" y="529"/>
                </a:lnTo>
                <a:lnTo>
                  <a:pt x="8009" y="529"/>
                </a:lnTo>
                <a:lnTo>
                  <a:pt x="8150" y="564"/>
                </a:lnTo>
                <a:lnTo>
                  <a:pt x="8256" y="529"/>
                </a:lnTo>
                <a:lnTo>
                  <a:pt x="8361" y="458"/>
                </a:lnTo>
                <a:lnTo>
                  <a:pt x="8502" y="388"/>
                </a:lnTo>
                <a:lnTo>
                  <a:pt x="8608" y="317"/>
                </a:lnTo>
                <a:lnTo>
                  <a:pt x="8714" y="282"/>
                </a:lnTo>
                <a:lnTo>
                  <a:pt x="8820" y="282"/>
                </a:lnTo>
                <a:lnTo>
                  <a:pt x="8926" y="246"/>
                </a:lnTo>
                <a:lnTo>
                  <a:pt x="9032" y="317"/>
                </a:lnTo>
                <a:lnTo>
                  <a:pt x="9137" y="317"/>
                </a:lnTo>
                <a:lnTo>
                  <a:pt x="9279" y="352"/>
                </a:lnTo>
                <a:lnTo>
                  <a:pt x="9420" y="317"/>
                </a:lnTo>
                <a:lnTo>
                  <a:pt x="9526" y="282"/>
                </a:lnTo>
                <a:lnTo>
                  <a:pt x="9667" y="176"/>
                </a:lnTo>
                <a:lnTo>
                  <a:pt x="9772" y="176"/>
                </a:lnTo>
                <a:lnTo>
                  <a:pt x="9843" y="282"/>
                </a:lnTo>
                <a:lnTo>
                  <a:pt x="9949" y="282"/>
                </a:lnTo>
                <a:lnTo>
                  <a:pt x="10055" y="352"/>
                </a:lnTo>
                <a:lnTo>
                  <a:pt x="10161" y="423"/>
                </a:lnTo>
                <a:lnTo>
                  <a:pt x="10266" y="423"/>
                </a:lnTo>
                <a:lnTo>
                  <a:pt x="10407" y="423"/>
                </a:lnTo>
                <a:lnTo>
                  <a:pt x="10513" y="423"/>
                </a:lnTo>
                <a:lnTo>
                  <a:pt x="10619" y="458"/>
                </a:lnTo>
                <a:lnTo>
                  <a:pt x="10760" y="564"/>
                </a:lnTo>
                <a:lnTo>
                  <a:pt x="10866" y="564"/>
                </a:lnTo>
                <a:lnTo>
                  <a:pt x="10972" y="564"/>
                </a:lnTo>
                <a:lnTo>
                  <a:pt x="11078" y="600"/>
                </a:lnTo>
                <a:lnTo>
                  <a:pt x="11184" y="600"/>
                </a:lnTo>
                <a:lnTo>
                  <a:pt x="11289" y="564"/>
                </a:lnTo>
                <a:lnTo>
                  <a:pt x="11395" y="564"/>
                </a:lnTo>
                <a:lnTo>
                  <a:pt x="11536" y="493"/>
                </a:lnTo>
                <a:lnTo>
                  <a:pt x="11642" y="493"/>
                </a:lnTo>
                <a:lnTo>
                  <a:pt x="11783" y="458"/>
                </a:lnTo>
                <a:lnTo>
                  <a:pt x="11889" y="423"/>
                </a:lnTo>
                <a:lnTo>
                  <a:pt x="11995" y="423"/>
                </a:lnTo>
                <a:lnTo>
                  <a:pt x="12101" y="388"/>
                </a:lnTo>
                <a:lnTo>
                  <a:pt x="12242" y="352"/>
                </a:lnTo>
                <a:lnTo>
                  <a:pt x="12348" y="317"/>
                </a:lnTo>
                <a:lnTo>
                  <a:pt x="12454" y="317"/>
                </a:lnTo>
                <a:lnTo>
                  <a:pt x="12559" y="317"/>
                </a:lnTo>
                <a:lnTo>
                  <a:pt x="12665" y="317"/>
                </a:lnTo>
                <a:lnTo>
                  <a:pt x="12771" y="317"/>
                </a:lnTo>
                <a:lnTo>
                  <a:pt x="12912" y="317"/>
                </a:lnTo>
                <a:lnTo>
                  <a:pt x="13018" y="317"/>
                </a:lnTo>
                <a:lnTo>
                  <a:pt x="13159" y="317"/>
                </a:lnTo>
                <a:lnTo>
                  <a:pt x="13265" y="282"/>
                </a:lnTo>
                <a:lnTo>
                  <a:pt x="13371" y="282"/>
                </a:lnTo>
                <a:lnTo>
                  <a:pt x="13512" y="282"/>
                </a:lnTo>
                <a:lnTo>
                  <a:pt x="13618" y="282"/>
                </a:lnTo>
                <a:lnTo>
                  <a:pt x="13724" y="282"/>
                </a:lnTo>
                <a:lnTo>
                  <a:pt x="13829" y="211"/>
                </a:lnTo>
                <a:lnTo>
                  <a:pt x="13935" y="211"/>
                </a:lnTo>
                <a:lnTo>
                  <a:pt x="13935" y="317"/>
                </a:lnTo>
                <a:lnTo>
                  <a:pt x="13935" y="423"/>
                </a:lnTo>
                <a:lnTo>
                  <a:pt x="13971" y="529"/>
                </a:lnTo>
                <a:lnTo>
                  <a:pt x="13971" y="636"/>
                </a:lnTo>
                <a:lnTo>
                  <a:pt x="13971" y="741"/>
                </a:lnTo>
                <a:lnTo>
                  <a:pt x="14006" y="847"/>
                </a:lnTo>
                <a:lnTo>
                  <a:pt x="14006" y="953"/>
                </a:lnTo>
                <a:lnTo>
                  <a:pt x="14006" y="1059"/>
                </a:lnTo>
                <a:lnTo>
                  <a:pt x="14041" y="1165"/>
                </a:lnTo>
                <a:lnTo>
                  <a:pt x="14147" y="282"/>
                </a:lnTo>
                <a:lnTo>
                  <a:pt x="14288" y="282"/>
                </a:lnTo>
                <a:lnTo>
                  <a:pt x="14394" y="317"/>
                </a:lnTo>
                <a:lnTo>
                  <a:pt x="14500" y="423"/>
                </a:lnTo>
                <a:lnTo>
                  <a:pt x="14606" y="423"/>
                </a:lnTo>
                <a:lnTo>
                  <a:pt x="14711" y="423"/>
                </a:lnTo>
                <a:lnTo>
                  <a:pt x="14817" y="423"/>
                </a:lnTo>
                <a:lnTo>
                  <a:pt x="14923" y="423"/>
                </a:lnTo>
                <a:lnTo>
                  <a:pt x="15029" y="388"/>
                </a:lnTo>
                <a:lnTo>
                  <a:pt x="15135" y="352"/>
                </a:lnTo>
                <a:lnTo>
                  <a:pt x="15241" y="352"/>
                </a:lnTo>
                <a:lnTo>
                  <a:pt x="15346" y="317"/>
                </a:lnTo>
                <a:lnTo>
                  <a:pt x="15452" y="282"/>
                </a:lnTo>
                <a:lnTo>
                  <a:pt x="15558" y="282"/>
                </a:lnTo>
                <a:lnTo>
                  <a:pt x="15734" y="317"/>
                </a:lnTo>
                <a:lnTo>
                  <a:pt x="15840" y="388"/>
                </a:lnTo>
                <a:lnTo>
                  <a:pt x="15981" y="493"/>
                </a:lnTo>
                <a:lnTo>
                  <a:pt x="16087" y="564"/>
                </a:lnTo>
                <a:lnTo>
                  <a:pt x="16193" y="600"/>
                </a:lnTo>
                <a:lnTo>
                  <a:pt x="16334" y="636"/>
                </a:lnTo>
                <a:lnTo>
                  <a:pt x="16475" y="706"/>
                </a:lnTo>
                <a:lnTo>
                  <a:pt x="16616" y="741"/>
                </a:lnTo>
                <a:lnTo>
                  <a:pt x="16722" y="777"/>
                </a:lnTo>
                <a:lnTo>
                  <a:pt x="16828" y="812"/>
                </a:lnTo>
                <a:lnTo>
                  <a:pt x="16969" y="847"/>
                </a:lnTo>
                <a:lnTo>
                  <a:pt x="17075" y="777"/>
                </a:lnTo>
                <a:lnTo>
                  <a:pt x="17181" y="741"/>
                </a:lnTo>
                <a:lnTo>
                  <a:pt x="17287" y="706"/>
                </a:lnTo>
                <a:lnTo>
                  <a:pt x="17428" y="636"/>
                </a:lnTo>
                <a:lnTo>
                  <a:pt x="17569" y="564"/>
                </a:lnTo>
                <a:lnTo>
                  <a:pt x="17675" y="564"/>
                </a:lnTo>
                <a:lnTo>
                  <a:pt x="17816" y="564"/>
                </a:lnTo>
                <a:lnTo>
                  <a:pt x="17922" y="529"/>
                </a:lnTo>
                <a:lnTo>
                  <a:pt x="18027" y="493"/>
                </a:lnTo>
                <a:lnTo>
                  <a:pt x="18133" y="493"/>
                </a:lnTo>
                <a:lnTo>
                  <a:pt x="18310" y="458"/>
                </a:lnTo>
                <a:lnTo>
                  <a:pt x="18522" y="423"/>
                </a:lnTo>
                <a:lnTo>
                  <a:pt x="18663" y="388"/>
                </a:lnTo>
                <a:lnTo>
                  <a:pt x="18805" y="352"/>
                </a:lnTo>
                <a:lnTo>
                  <a:pt x="18946" y="352"/>
                </a:lnTo>
                <a:lnTo>
                  <a:pt x="19052" y="352"/>
                </a:lnTo>
                <a:lnTo>
                  <a:pt x="19157" y="317"/>
                </a:lnTo>
                <a:lnTo>
                  <a:pt x="19298" y="317"/>
                </a:lnTo>
                <a:lnTo>
                  <a:pt x="19440" y="317"/>
                </a:lnTo>
                <a:lnTo>
                  <a:pt x="19545" y="352"/>
                </a:lnTo>
                <a:lnTo>
                  <a:pt x="19651" y="352"/>
                </a:lnTo>
                <a:lnTo>
                  <a:pt x="19792" y="352"/>
                </a:lnTo>
                <a:lnTo>
                  <a:pt x="19898" y="388"/>
                </a:lnTo>
                <a:lnTo>
                  <a:pt x="20004" y="388"/>
                </a:lnTo>
                <a:lnTo>
                  <a:pt x="20145" y="423"/>
                </a:lnTo>
                <a:lnTo>
                  <a:pt x="20321" y="388"/>
                </a:lnTo>
                <a:lnTo>
                  <a:pt x="20427" y="388"/>
                </a:lnTo>
                <a:lnTo>
                  <a:pt x="20568" y="388"/>
                </a:lnTo>
                <a:lnTo>
                  <a:pt x="20674" y="352"/>
                </a:lnTo>
                <a:lnTo>
                  <a:pt x="20815" y="352"/>
                </a:lnTo>
                <a:lnTo>
                  <a:pt x="20921" y="352"/>
                </a:lnTo>
                <a:lnTo>
                  <a:pt x="21027" y="352"/>
                </a:lnTo>
                <a:lnTo>
                  <a:pt x="21133" y="352"/>
                </a:lnTo>
                <a:lnTo>
                  <a:pt x="21274" y="352"/>
                </a:lnTo>
                <a:lnTo>
                  <a:pt x="21380" y="352"/>
                </a:lnTo>
                <a:lnTo>
                  <a:pt x="21486" y="352"/>
                </a:lnTo>
                <a:lnTo>
                  <a:pt x="21592" y="423"/>
                </a:lnTo>
                <a:lnTo>
                  <a:pt x="21697" y="423"/>
                </a:lnTo>
                <a:lnTo>
                  <a:pt x="21838" y="423"/>
                </a:lnTo>
                <a:lnTo>
                  <a:pt x="21944" y="423"/>
                </a:lnTo>
                <a:lnTo>
                  <a:pt x="22050" y="458"/>
                </a:lnTo>
                <a:lnTo>
                  <a:pt x="22227" y="458"/>
                </a:lnTo>
                <a:lnTo>
                  <a:pt x="22403" y="458"/>
                </a:lnTo>
                <a:lnTo>
                  <a:pt x="22509" y="458"/>
                </a:lnTo>
                <a:lnTo>
                  <a:pt x="22650" y="458"/>
                </a:lnTo>
                <a:lnTo>
                  <a:pt x="22791" y="458"/>
                </a:lnTo>
                <a:lnTo>
                  <a:pt x="22897" y="458"/>
                </a:lnTo>
                <a:lnTo>
                  <a:pt x="23003" y="458"/>
                </a:lnTo>
                <a:lnTo>
                  <a:pt x="23108" y="458"/>
                </a:lnTo>
                <a:lnTo>
                  <a:pt x="23214" y="458"/>
                </a:lnTo>
                <a:lnTo>
                  <a:pt x="23320" y="458"/>
                </a:lnTo>
                <a:lnTo>
                  <a:pt x="23426" y="458"/>
                </a:lnTo>
                <a:lnTo>
                  <a:pt x="23532" y="423"/>
                </a:lnTo>
                <a:lnTo>
                  <a:pt x="23638" y="423"/>
                </a:lnTo>
                <a:lnTo>
                  <a:pt x="23743" y="388"/>
                </a:lnTo>
                <a:lnTo>
                  <a:pt x="23849" y="317"/>
                </a:lnTo>
                <a:lnTo>
                  <a:pt x="23955" y="317"/>
                </a:lnTo>
                <a:lnTo>
                  <a:pt x="24061" y="317"/>
                </a:lnTo>
                <a:lnTo>
                  <a:pt x="24132" y="423"/>
                </a:lnTo>
                <a:lnTo>
                  <a:pt x="24237" y="493"/>
                </a:lnTo>
                <a:lnTo>
                  <a:pt x="24343" y="493"/>
                </a:lnTo>
                <a:lnTo>
                  <a:pt x="24590" y="282"/>
                </a:lnTo>
                <a:lnTo>
                  <a:pt x="24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88920" y="1689120"/>
            <a:ext cx="8865000" cy="457560"/>
          </a:xfrm>
          <a:custGeom>
            <a:avLst/>
            <a:gdLst/>
            <a:ahLst/>
            <a:rect l="0" t="0" r="r" b="b"/>
            <a:pathLst>
              <a:path w="24625" h="1271">
                <a:moveTo>
                  <a:pt x="0" y="812"/>
                </a:moveTo>
                <a:lnTo>
                  <a:pt x="105" y="777"/>
                </a:lnTo>
                <a:lnTo>
                  <a:pt x="246" y="777"/>
                </a:lnTo>
                <a:lnTo>
                  <a:pt x="388" y="741"/>
                </a:lnTo>
                <a:lnTo>
                  <a:pt x="493" y="706"/>
                </a:lnTo>
                <a:lnTo>
                  <a:pt x="635" y="635"/>
                </a:lnTo>
                <a:lnTo>
                  <a:pt x="740" y="599"/>
                </a:lnTo>
                <a:lnTo>
                  <a:pt x="846" y="493"/>
                </a:lnTo>
                <a:lnTo>
                  <a:pt x="952" y="493"/>
                </a:lnTo>
                <a:lnTo>
                  <a:pt x="1058" y="423"/>
                </a:lnTo>
                <a:lnTo>
                  <a:pt x="1164" y="423"/>
                </a:lnTo>
                <a:lnTo>
                  <a:pt x="1270" y="493"/>
                </a:lnTo>
                <a:lnTo>
                  <a:pt x="1375" y="599"/>
                </a:lnTo>
                <a:lnTo>
                  <a:pt x="1481" y="706"/>
                </a:lnTo>
                <a:lnTo>
                  <a:pt x="1622" y="777"/>
                </a:lnTo>
                <a:lnTo>
                  <a:pt x="1728" y="847"/>
                </a:lnTo>
                <a:lnTo>
                  <a:pt x="1834" y="847"/>
                </a:lnTo>
                <a:lnTo>
                  <a:pt x="1975" y="847"/>
                </a:lnTo>
                <a:lnTo>
                  <a:pt x="2081" y="882"/>
                </a:lnTo>
                <a:lnTo>
                  <a:pt x="2222" y="882"/>
                </a:lnTo>
                <a:lnTo>
                  <a:pt x="2363" y="918"/>
                </a:lnTo>
                <a:lnTo>
                  <a:pt x="2469" y="918"/>
                </a:lnTo>
                <a:lnTo>
                  <a:pt x="2575" y="882"/>
                </a:lnTo>
                <a:lnTo>
                  <a:pt x="2716" y="882"/>
                </a:lnTo>
                <a:lnTo>
                  <a:pt x="2857" y="882"/>
                </a:lnTo>
                <a:lnTo>
                  <a:pt x="2963" y="882"/>
                </a:lnTo>
                <a:lnTo>
                  <a:pt x="3069" y="882"/>
                </a:lnTo>
                <a:lnTo>
                  <a:pt x="3210" y="847"/>
                </a:lnTo>
                <a:lnTo>
                  <a:pt x="3351" y="847"/>
                </a:lnTo>
                <a:lnTo>
                  <a:pt x="3492" y="882"/>
                </a:lnTo>
                <a:lnTo>
                  <a:pt x="3633" y="882"/>
                </a:lnTo>
                <a:lnTo>
                  <a:pt x="3774" y="882"/>
                </a:lnTo>
                <a:lnTo>
                  <a:pt x="3915" y="882"/>
                </a:lnTo>
                <a:lnTo>
                  <a:pt x="4021" y="882"/>
                </a:lnTo>
                <a:lnTo>
                  <a:pt x="4198" y="847"/>
                </a:lnTo>
                <a:lnTo>
                  <a:pt x="4339" y="812"/>
                </a:lnTo>
                <a:lnTo>
                  <a:pt x="4480" y="777"/>
                </a:lnTo>
                <a:lnTo>
                  <a:pt x="4586" y="777"/>
                </a:lnTo>
                <a:lnTo>
                  <a:pt x="4727" y="777"/>
                </a:lnTo>
                <a:lnTo>
                  <a:pt x="4833" y="777"/>
                </a:lnTo>
                <a:lnTo>
                  <a:pt x="4974" y="777"/>
                </a:lnTo>
                <a:lnTo>
                  <a:pt x="5185" y="777"/>
                </a:lnTo>
                <a:lnTo>
                  <a:pt x="5326" y="777"/>
                </a:lnTo>
                <a:lnTo>
                  <a:pt x="5432" y="777"/>
                </a:lnTo>
                <a:lnTo>
                  <a:pt x="5609" y="777"/>
                </a:lnTo>
                <a:lnTo>
                  <a:pt x="5785" y="777"/>
                </a:lnTo>
                <a:lnTo>
                  <a:pt x="5891" y="777"/>
                </a:lnTo>
                <a:lnTo>
                  <a:pt x="6032" y="741"/>
                </a:lnTo>
                <a:lnTo>
                  <a:pt x="6174" y="706"/>
                </a:lnTo>
                <a:lnTo>
                  <a:pt x="6280" y="706"/>
                </a:lnTo>
                <a:lnTo>
                  <a:pt x="6386" y="635"/>
                </a:lnTo>
                <a:lnTo>
                  <a:pt x="6527" y="599"/>
                </a:lnTo>
                <a:lnTo>
                  <a:pt x="6633" y="564"/>
                </a:lnTo>
                <a:lnTo>
                  <a:pt x="6739" y="564"/>
                </a:lnTo>
                <a:lnTo>
                  <a:pt x="6844" y="564"/>
                </a:lnTo>
                <a:lnTo>
                  <a:pt x="6950" y="671"/>
                </a:lnTo>
                <a:lnTo>
                  <a:pt x="7056" y="741"/>
                </a:lnTo>
                <a:lnTo>
                  <a:pt x="7162" y="777"/>
                </a:lnTo>
                <a:lnTo>
                  <a:pt x="7268" y="847"/>
                </a:lnTo>
                <a:lnTo>
                  <a:pt x="7797" y="0"/>
                </a:lnTo>
                <a:lnTo>
                  <a:pt x="7444" y="847"/>
                </a:lnTo>
                <a:lnTo>
                  <a:pt x="7585" y="847"/>
                </a:lnTo>
                <a:lnTo>
                  <a:pt x="7691" y="847"/>
                </a:lnTo>
                <a:lnTo>
                  <a:pt x="7797" y="812"/>
                </a:lnTo>
                <a:lnTo>
                  <a:pt x="7903" y="777"/>
                </a:lnTo>
                <a:lnTo>
                  <a:pt x="8009" y="777"/>
                </a:lnTo>
                <a:lnTo>
                  <a:pt x="8114" y="777"/>
                </a:lnTo>
                <a:lnTo>
                  <a:pt x="8220" y="777"/>
                </a:lnTo>
                <a:lnTo>
                  <a:pt x="8326" y="777"/>
                </a:lnTo>
                <a:lnTo>
                  <a:pt x="8432" y="741"/>
                </a:lnTo>
                <a:lnTo>
                  <a:pt x="8573" y="706"/>
                </a:lnTo>
                <a:lnTo>
                  <a:pt x="8714" y="635"/>
                </a:lnTo>
                <a:lnTo>
                  <a:pt x="8855" y="599"/>
                </a:lnTo>
                <a:lnTo>
                  <a:pt x="8961" y="599"/>
                </a:lnTo>
                <a:lnTo>
                  <a:pt x="9067" y="635"/>
                </a:lnTo>
                <a:lnTo>
                  <a:pt x="9173" y="671"/>
                </a:lnTo>
                <a:lnTo>
                  <a:pt x="9279" y="706"/>
                </a:lnTo>
                <a:lnTo>
                  <a:pt x="9420" y="741"/>
                </a:lnTo>
                <a:lnTo>
                  <a:pt x="9526" y="777"/>
                </a:lnTo>
                <a:lnTo>
                  <a:pt x="9631" y="777"/>
                </a:lnTo>
                <a:lnTo>
                  <a:pt x="9772" y="777"/>
                </a:lnTo>
                <a:lnTo>
                  <a:pt x="9878" y="812"/>
                </a:lnTo>
                <a:lnTo>
                  <a:pt x="9984" y="847"/>
                </a:lnTo>
                <a:lnTo>
                  <a:pt x="10125" y="847"/>
                </a:lnTo>
                <a:lnTo>
                  <a:pt x="10266" y="847"/>
                </a:lnTo>
                <a:lnTo>
                  <a:pt x="10407" y="847"/>
                </a:lnTo>
                <a:lnTo>
                  <a:pt x="10513" y="847"/>
                </a:lnTo>
                <a:lnTo>
                  <a:pt x="10654" y="847"/>
                </a:lnTo>
                <a:lnTo>
                  <a:pt x="10831" y="847"/>
                </a:lnTo>
                <a:lnTo>
                  <a:pt x="10972" y="847"/>
                </a:lnTo>
                <a:lnTo>
                  <a:pt x="11078" y="847"/>
                </a:lnTo>
                <a:lnTo>
                  <a:pt x="11219" y="847"/>
                </a:lnTo>
                <a:lnTo>
                  <a:pt x="11325" y="812"/>
                </a:lnTo>
                <a:lnTo>
                  <a:pt x="11431" y="777"/>
                </a:lnTo>
                <a:lnTo>
                  <a:pt x="11536" y="777"/>
                </a:lnTo>
                <a:lnTo>
                  <a:pt x="11677" y="741"/>
                </a:lnTo>
                <a:lnTo>
                  <a:pt x="11783" y="706"/>
                </a:lnTo>
                <a:lnTo>
                  <a:pt x="11889" y="635"/>
                </a:lnTo>
                <a:lnTo>
                  <a:pt x="12030" y="599"/>
                </a:lnTo>
                <a:lnTo>
                  <a:pt x="12136" y="564"/>
                </a:lnTo>
                <a:lnTo>
                  <a:pt x="12242" y="599"/>
                </a:lnTo>
                <a:lnTo>
                  <a:pt x="12383" y="671"/>
                </a:lnTo>
                <a:lnTo>
                  <a:pt x="12524" y="741"/>
                </a:lnTo>
                <a:lnTo>
                  <a:pt x="12665" y="777"/>
                </a:lnTo>
                <a:lnTo>
                  <a:pt x="12806" y="812"/>
                </a:lnTo>
                <a:lnTo>
                  <a:pt x="12912" y="847"/>
                </a:lnTo>
                <a:lnTo>
                  <a:pt x="13018" y="777"/>
                </a:lnTo>
                <a:lnTo>
                  <a:pt x="13124" y="706"/>
                </a:lnTo>
                <a:lnTo>
                  <a:pt x="13230" y="706"/>
                </a:lnTo>
                <a:lnTo>
                  <a:pt x="13336" y="706"/>
                </a:lnTo>
                <a:lnTo>
                  <a:pt x="13441" y="635"/>
                </a:lnTo>
                <a:lnTo>
                  <a:pt x="13547" y="599"/>
                </a:lnTo>
                <a:lnTo>
                  <a:pt x="13653" y="564"/>
                </a:lnTo>
                <a:lnTo>
                  <a:pt x="13759" y="564"/>
                </a:lnTo>
                <a:lnTo>
                  <a:pt x="13900" y="564"/>
                </a:lnTo>
                <a:lnTo>
                  <a:pt x="14006" y="564"/>
                </a:lnTo>
                <a:lnTo>
                  <a:pt x="14112" y="564"/>
                </a:lnTo>
                <a:lnTo>
                  <a:pt x="14217" y="564"/>
                </a:lnTo>
                <a:lnTo>
                  <a:pt x="14359" y="635"/>
                </a:lnTo>
                <a:lnTo>
                  <a:pt x="14500" y="635"/>
                </a:lnTo>
                <a:lnTo>
                  <a:pt x="14641" y="635"/>
                </a:lnTo>
                <a:lnTo>
                  <a:pt x="14817" y="706"/>
                </a:lnTo>
                <a:lnTo>
                  <a:pt x="14923" y="706"/>
                </a:lnTo>
                <a:lnTo>
                  <a:pt x="15064" y="706"/>
                </a:lnTo>
                <a:lnTo>
                  <a:pt x="15241" y="741"/>
                </a:lnTo>
                <a:lnTo>
                  <a:pt x="15346" y="741"/>
                </a:lnTo>
                <a:lnTo>
                  <a:pt x="15487" y="741"/>
                </a:lnTo>
                <a:lnTo>
                  <a:pt x="15629" y="741"/>
                </a:lnTo>
                <a:lnTo>
                  <a:pt x="15770" y="706"/>
                </a:lnTo>
                <a:lnTo>
                  <a:pt x="15911" y="706"/>
                </a:lnTo>
                <a:lnTo>
                  <a:pt x="16052" y="706"/>
                </a:lnTo>
                <a:lnTo>
                  <a:pt x="16193" y="706"/>
                </a:lnTo>
                <a:lnTo>
                  <a:pt x="16334" y="706"/>
                </a:lnTo>
                <a:lnTo>
                  <a:pt x="16475" y="706"/>
                </a:lnTo>
                <a:lnTo>
                  <a:pt x="16581" y="741"/>
                </a:lnTo>
                <a:lnTo>
                  <a:pt x="16757" y="741"/>
                </a:lnTo>
                <a:lnTo>
                  <a:pt x="16899" y="741"/>
                </a:lnTo>
                <a:lnTo>
                  <a:pt x="17040" y="777"/>
                </a:lnTo>
                <a:lnTo>
                  <a:pt x="17146" y="777"/>
                </a:lnTo>
                <a:lnTo>
                  <a:pt x="17251" y="777"/>
                </a:lnTo>
                <a:lnTo>
                  <a:pt x="17357" y="777"/>
                </a:lnTo>
                <a:lnTo>
                  <a:pt x="17463" y="777"/>
                </a:lnTo>
                <a:lnTo>
                  <a:pt x="17604" y="777"/>
                </a:lnTo>
                <a:lnTo>
                  <a:pt x="17710" y="777"/>
                </a:lnTo>
                <a:lnTo>
                  <a:pt x="17816" y="777"/>
                </a:lnTo>
                <a:lnTo>
                  <a:pt x="17922" y="777"/>
                </a:lnTo>
                <a:lnTo>
                  <a:pt x="18027" y="777"/>
                </a:lnTo>
                <a:lnTo>
                  <a:pt x="18169" y="777"/>
                </a:lnTo>
                <a:lnTo>
                  <a:pt x="18274" y="777"/>
                </a:lnTo>
                <a:lnTo>
                  <a:pt x="18380" y="777"/>
                </a:lnTo>
                <a:lnTo>
                  <a:pt x="18487" y="777"/>
                </a:lnTo>
                <a:lnTo>
                  <a:pt x="18593" y="777"/>
                </a:lnTo>
                <a:lnTo>
                  <a:pt x="18734" y="777"/>
                </a:lnTo>
                <a:lnTo>
                  <a:pt x="18840" y="777"/>
                </a:lnTo>
                <a:lnTo>
                  <a:pt x="18946" y="777"/>
                </a:lnTo>
                <a:lnTo>
                  <a:pt x="19052" y="777"/>
                </a:lnTo>
                <a:lnTo>
                  <a:pt x="19157" y="777"/>
                </a:lnTo>
                <a:lnTo>
                  <a:pt x="19298" y="777"/>
                </a:lnTo>
                <a:lnTo>
                  <a:pt x="19440" y="777"/>
                </a:lnTo>
                <a:lnTo>
                  <a:pt x="19545" y="777"/>
                </a:lnTo>
                <a:lnTo>
                  <a:pt x="19722" y="777"/>
                </a:lnTo>
                <a:lnTo>
                  <a:pt x="19863" y="777"/>
                </a:lnTo>
                <a:lnTo>
                  <a:pt x="20004" y="741"/>
                </a:lnTo>
                <a:lnTo>
                  <a:pt x="20110" y="741"/>
                </a:lnTo>
                <a:lnTo>
                  <a:pt x="20251" y="741"/>
                </a:lnTo>
                <a:lnTo>
                  <a:pt x="20357" y="812"/>
                </a:lnTo>
                <a:lnTo>
                  <a:pt x="20463" y="847"/>
                </a:lnTo>
                <a:lnTo>
                  <a:pt x="20568" y="847"/>
                </a:lnTo>
                <a:lnTo>
                  <a:pt x="20710" y="882"/>
                </a:lnTo>
                <a:lnTo>
                  <a:pt x="20815" y="882"/>
                </a:lnTo>
                <a:lnTo>
                  <a:pt x="20957" y="882"/>
                </a:lnTo>
                <a:lnTo>
                  <a:pt x="21062" y="882"/>
                </a:lnTo>
                <a:lnTo>
                  <a:pt x="21203" y="847"/>
                </a:lnTo>
                <a:lnTo>
                  <a:pt x="21309" y="847"/>
                </a:lnTo>
                <a:lnTo>
                  <a:pt x="21415" y="847"/>
                </a:lnTo>
                <a:lnTo>
                  <a:pt x="21521" y="777"/>
                </a:lnTo>
                <a:lnTo>
                  <a:pt x="21697" y="706"/>
                </a:lnTo>
                <a:lnTo>
                  <a:pt x="22050" y="671"/>
                </a:lnTo>
                <a:lnTo>
                  <a:pt x="22403" y="635"/>
                </a:lnTo>
                <a:lnTo>
                  <a:pt x="22756" y="564"/>
                </a:lnTo>
                <a:lnTo>
                  <a:pt x="22897" y="564"/>
                </a:lnTo>
                <a:lnTo>
                  <a:pt x="22897" y="671"/>
                </a:lnTo>
                <a:lnTo>
                  <a:pt x="22826" y="777"/>
                </a:lnTo>
                <a:lnTo>
                  <a:pt x="22932" y="847"/>
                </a:lnTo>
                <a:lnTo>
                  <a:pt x="23038" y="812"/>
                </a:lnTo>
                <a:lnTo>
                  <a:pt x="23144" y="777"/>
                </a:lnTo>
                <a:lnTo>
                  <a:pt x="23250" y="812"/>
                </a:lnTo>
                <a:lnTo>
                  <a:pt x="23355" y="777"/>
                </a:lnTo>
                <a:lnTo>
                  <a:pt x="23461" y="777"/>
                </a:lnTo>
                <a:lnTo>
                  <a:pt x="23567" y="777"/>
                </a:lnTo>
                <a:lnTo>
                  <a:pt x="23708" y="847"/>
                </a:lnTo>
                <a:lnTo>
                  <a:pt x="23814" y="847"/>
                </a:lnTo>
                <a:lnTo>
                  <a:pt x="23920" y="847"/>
                </a:lnTo>
                <a:lnTo>
                  <a:pt x="24026" y="847"/>
                </a:lnTo>
                <a:lnTo>
                  <a:pt x="24132" y="812"/>
                </a:lnTo>
                <a:lnTo>
                  <a:pt x="24237" y="706"/>
                </a:lnTo>
                <a:lnTo>
                  <a:pt x="24343" y="706"/>
                </a:lnTo>
                <a:lnTo>
                  <a:pt x="24449" y="635"/>
                </a:lnTo>
                <a:lnTo>
                  <a:pt x="24625" y="599"/>
                </a:lnTo>
                <a:lnTo>
                  <a:pt x="24625" y="1129"/>
                </a:lnTo>
                <a:lnTo>
                  <a:pt x="35" y="1271"/>
                </a:lnTo>
                <a:lnTo>
                  <a:pt x="0" y="812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49400" y="1019160"/>
            <a:ext cx="8744040" cy="10396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FXTD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zyab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25560" y="1765440"/>
            <a:ext cx="9004680" cy="457560"/>
          </a:xfrm>
          <a:custGeom>
            <a:avLst/>
            <a:gdLst/>
            <a:ahLst/>
            <a:rect l="0" t="0" r="r" b="b"/>
            <a:pathLst>
              <a:path w="25013" h="1271">
                <a:moveTo>
                  <a:pt x="564" y="989"/>
                </a:moveTo>
                <a:lnTo>
                  <a:pt x="211" y="317"/>
                </a:lnTo>
                <a:lnTo>
                  <a:pt x="0" y="317"/>
                </a:lnTo>
                <a:lnTo>
                  <a:pt x="35" y="1271"/>
                </a:lnTo>
                <a:lnTo>
                  <a:pt x="25013" y="1130"/>
                </a:lnTo>
                <a:lnTo>
                  <a:pt x="25013" y="0"/>
                </a:lnTo>
                <a:lnTo>
                  <a:pt x="24731" y="246"/>
                </a:lnTo>
                <a:lnTo>
                  <a:pt x="24520" y="847"/>
                </a:lnTo>
                <a:lnTo>
                  <a:pt x="564" y="989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88920" y="977760"/>
            <a:ext cx="8852400" cy="419400"/>
          </a:xfrm>
          <a:custGeom>
            <a:avLst/>
            <a:gdLst/>
            <a:ahLst/>
            <a:rect l="0" t="0" r="r" b="b"/>
            <a:pathLst>
              <a:path w="24590" h="1165">
                <a:moveTo>
                  <a:pt x="0" y="0"/>
                </a:moveTo>
                <a:lnTo>
                  <a:pt x="35" y="105"/>
                </a:lnTo>
                <a:lnTo>
                  <a:pt x="35" y="211"/>
                </a:lnTo>
                <a:lnTo>
                  <a:pt x="35" y="317"/>
                </a:lnTo>
                <a:lnTo>
                  <a:pt x="35" y="423"/>
                </a:lnTo>
                <a:lnTo>
                  <a:pt x="35" y="529"/>
                </a:lnTo>
                <a:lnTo>
                  <a:pt x="70" y="636"/>
                </a:lnTo>
                <a:lnTo>
                  <a:pt x="105" y="741"/>
                </a:lnTo>
                <a:lnTo>
                  <a:pt x="211" y="777"/>
                </a:lnTo>
                <a:lnTo>
                  <a:pt x="352" y="706"/>
                </a:lnTo>
                <a:lnTo>
                  <a:pt x="458" y="671"/>
                </a:lnTo>
                <a:lnTo>
                  <a:pt x="564" y="600"/>
                </a:lnTo>
                <a:lnTo>
                  <a:pt x="670" y="564"/>
                </a:lnTo>
                <a:lnTo>
                  <a:pt x="740" y="458"/>
                </a:lnTo>
                <a:lnTo>
                  <a:pt x="811" y="352"/>
                </a:lnTo>
                <a:lnTo>
                  <a:pt x="917" y="282"/>
                </a:lnTo>
                <a:lnTo>
                  <a:pt x="1023" y="352"/>
                </a:lnTo>
                <a:lnTo>
                  <a:pt x="1093" y="458"/>
                </a:lnTo>
                <a:lnTo>
                  <a:pt x="1093" y="564"/>
                </a:lnTo>
                <a:lnTo>
                  <a:pt x="1199" y="706"/>
                </a:lnTo>
                <a:lnTo>
                  <a:pt x="1234" y="812"/>
                </a:lnTo>
                <a:lnTo>
                  <a:pt x="1375" y="847"/>
                </a:lnTo>
                <a:lnTo>
                  <a:pt x="1481" y="777"/>
                </a:lnTo>
                <a:lnTo>
                  <a:pt x="1587" y="706"/>
                </a:lnTo>
                <a:lnTo>
                  <a:pt x="1658" y="600"/>
                </a:lnTo>
                <a:lnTo>
                  <a:pt x="1763" y="529"/>
                </a:lnTo>
                <a:lnTo>
                  <a:pt x="1869" y="458"/>
                </a:lnTo>
                <a:lnTo>
                  <a:pt x="1975" y="423"/>
                </a:lnTo>
                <a:lnTo>
                  <a:pt x="2081" y="423"/>
                </a:lnTo>
                <a:lnTo>
                  <a:pt x="2222" y="423"/>
                </a:lnTo>
                <a:lnTo>
                  <a:pt x="2328" y="352"/>
                </a:lnTo>
                <a:lnTo>
                  <a:pt x="2434" y="352"/>
                </a:lnTo>
                <a:lnTo>
                  <a:pt x="2575" y="352"/>
                </a:lnTo>
                <a:lnTo>
                  <a:pt x="2681" y="317"/>
                </a:lnTo>
                <a:lnTo>
                  <a:pt x="2786" y="317"/>
                </a:lnTo>
                <a:lnTo>
                  <a:pt x="2928" y="317"/>
                </a:lnTo>
                <a:lnTo>
                  <a:pt x="3069" y="282"/>
                </a:lnTo>
                <a:lnTo>
                  <a:pt x="3175" y="352"/>
                </a:lnTo>
                <a:lnTo>
                  <a:pt x="3280" y="423"/>
                </a:lnTo>
                <a:lnTo>
                  <a:pt x="3351" y="529"/>
                </a:lnTo>
                <a:lnTo>
                  <a:pt x="3457" y="564"/>
                </a:lnTo>
                <a:lnTo>
                  <a:pt x="3598" y="600"/>
                </a:lnTo>
                <a:lnTo>
                  <a:pt x="3739" y="600"/>
                </a:lnTo>
                <a:lnTo>
                  <a:pt x="3845" y="706"/>
                </a:lnTo>
                <a:lnTo>
                  <a:pt x="3951" y="812"/>
                </a:lnTo>
                <a:lnTo>
                  <a:pt x="4056" y="847"/>
                </a:lnTo>
                <a:lnTo>
                  <a:pt x="4198" y="812"/>
                </a:lnTo>
                <a:lnTo>
                  <a:pt x="4339" y="777"/>
                </a:lnTo>
                <a:lnTo>
                  <a:pt x="4445" y="741"/>
                </a:lnTo>
                <a:lnTo>
                  <a:pt x="4550" y="706"/>
                </a:lnTo>
                <a:lnTo>
                  <a:pt x="4656" y="636"/>
                </a:lnTo>
                <a:lnTo>
                  <a:pt x="4762" y="564"/>
                </a:lnTo>
                <a:lnTo>
                  <a:pt x="4903" y="493"/>
                </a:lnTo>
                <a:lnTo>
                  <a:pt x="5044" y="458"/>
                </a:lnTo>
                <a:lnTo>
                  <a:pt x="5185" y="423"/>
                </a:lnTo>
                <a:lnTo>
                  <a:pt x="5326" y="352"/>
                </a:lnTo>
                <a:lnTo>
                  <a:pt x="5468" y="317"/>
                </a:lnTo>
                <a:lnTo>
                  <a:pt x="5573" y="423"/>
                </a:lnTo>
                <a:lnTo>
                  <a:pt x="5679" y="493"/>
                </a:lnTo>
                <a:lnTo>
                  <a:pt x="5820" y="529"/>
                </a:lnTo>
                <a:lnTo>
                  <a:pt x="5961" y="493"/>
                </a:lnTo>
                <a:lnTo>
                  <a:pt x="6067" y="458"/>
                </a:lnTo>
                <a:lnTo>
                  <a:pt x="6174" y="423"/>
                </a:lnTo>
                <a:lnTo>
                  <a:pt x="6315" y="352"/>
                </a:lnTo>
                <a:lnTo>
                  <a:pt x="6421" y="317"/>
                </a:lnTo>
                <a:lnTo>
                  <a:pt x="6527" y="317"/>
                </a:lnTo>
                <a:lnTo>
                  <a:pt x="6633" y="282"/>
                </a:lnTo>
                <a:lnTo>
                  <a:pt x="6739" y="282"/>
                </a:lnTo>
                <a:lnTo>
                  <a:pt x="6844" y="246"/>
                </a:lnTo>
                <a:lnTo>
                  <a:pt x="6950" y="246"/>
                </a:lnTo>
                <a:lnTo>
                  <a:pt x="7056" y="246"/>
                </a:lnTo>
                <a:lnTo>
                  <a:pt x="7162" y="282"/>
                </a:lnTo>
                <a:lnTo>
                  <a:pt x="7303" y="352"/>
                </a:lnTo>
                <a:lnTo>
                  <a:pt x="7409" y="352"/>
                </a:lnTo>
                <a:lnTo>
                  <a:pt x="7515" y="423"/>
                </a:lnTo>
                <a:lnTo>
                  <a:pt x="7656" y="493"/>
                </a:lnTo>
                <a:lnTo>
                  <a:pt x="7762" y="493"/>
                </a:lnTo>
                <a:lnTo>
                  <a:pt x="7867" y="529"/>
                </a:lnTo>
                <a:lnTo>
                  <a:pt x="8009" y="529"/>
                </a:lnTo>
                <a:lnTo>
                  <a:pt x="8150" y="564"/>
                </a:lnTo>
                <a:lnTo>
                  <a:pt x="8256" y="529"/>
                </a:lnTo>
                <a:lnTo>
                  <a:pt x="8361" y="458"/>
                </a:lnTo>
                <a:lnTo>
                  <a:pt x="8502" y="388"/>
                </a:lnTo>
                <a:lnTo>
                  <a:pt x="8608" y="317"/>
                </a:lnTo>
                <a:lnTo>
                  <a:pt x="8714" y="282"/>
                </a:lnTo>
                <a:lnTo>
                  <a:pt x="8820" y="282"/>
                </a:lnTo>
                <a:lnTo>
                  <a:pt x="8926" y="246"/>
                </a:lnTo>
                <a:lnTo>
                  <a:pt x="9032" y="317"/>
                </a:lnTo>
                <a:lnTo>
                  <a:pt x="9137" y="317"/>
                </a:lnTo>
                <a:lnTo>
                  <a:pt x="9279" y="352"/>
                </a:lnTo>
                <a:lnTo>
                  <a:pt x="9420" y="317"/>
                </a:lnTo>
                <a:lnTo>
                  <a:pt x="9526" y="282"/>
                </a:lnTo>
                <a:lnTo>
                  <a:pt x="9667" y="176"/>
                </a:lnTo>
                <a:lnTo>
                  <a:pt x="9772" y="176"/>
                </a:lnTo>
                <a:lnTo>
                  <a:pt x="9843" y="282"/>
                </a:lnTo>
                <a:lnTo>
                  <a:pt x="9949" y="282"/>
                </a:lnTo>
                <a:lnTo>
                  <a:pt x="10055" y="352"/>
                </a:lnTo>
                <a:lnTo>
                  <a:pt x="10161" y="423"/>
                </a:lnTo>
                <a:lnTo>
                  <a:pt x="10266" y="423"/>
                </a:lnTo>
                <a:lnTo>
                  <a:pt x="10407" y="423"/>
                </a:lnTo>
                <a:lnTo>
                  <a:pt x="10513" y="423"/>
                </a:lnTo>
                <a:lnTo>
                  <a:pt x="10619" y="458"/>
                </a:lnTo>
                <a:lnTo>
                  <a:pt x="10760" y="564"/>
                </a:lnTo>
                <a:lnTo>
                  <a:pt x="10866" y="564"/>
                </a:lnTo>
                <a:lnTo>
                  <a:pt x="10972" y="564"/>
                </a:lnTo>
                <a:lnTo>
                  <a:pt x="11078" y="600"/>
                </a:lnTo>
                <a:lnTo>
                  <a:pt x="11184" y="600"/>
                </a:lnTo>
                <a:lnTo>
                  <a:pt x="11289" y="564"/>
                </a:lnTo>
                <a:lnTo>
                  <a:pt x="11395" y="564"/>
                </a:lnTo>
                <a:lnTo>
                  <a:pt x="11536" y="493"/>
                </a:lnTo>
                <a:lnTo>
                  <a:pt x="11642" y="493"/>
                </a:lnTo>
                <a:lnTo>
                  <a:pt x="11783" y="458"/>
                </a:lnTo>
                <a:lnTo>
                  <a:pt x="11889" y="423"/>
                </a:lnTo>
                <a:lnTo>
                  <a:pt x="11995" y="423"/>
                </a:lnTo>
                <a:lnTo>
                  <a:pt x="12101" y="388"/>
                </a:lnTo>
                <a:lnTo>
                  <a:pt x="12242" y="352"/>
                </a:lnTo>
                <a:lnTo>
                  <a:pt x="12348" y="317"/>
                </a:lnTo>
                <a:lnTo>
                  <a:pt x="12454" y="317"/>
                </a:lnTo>
                <a:lnTo>
                  <a:pt x="12559" y="317"/>
                </a:lnTo>
                <a:lnTo>
                  <a:pt x="12665" y="317"/>
                </a:lnTo>
                <a:lnTo>
                  <a:pt x="12771" y="317"/>
                </a:lnTo>
                <a:lnTo>
                  <a:pt x="12912" y="317"/>
                </a:lnTo>
                <a:lnTo>
                  <a:pt x="13018" y="317"/>
                </a:lnTo>
                <a:lnTo>
                  <a:pt x="13159" y="317"/>
                </a:lnTo>
                <a:lnTo>
                  <a:pt x="13265" y="282"/>
                </a:lnTo>
                <a:lnTo>
                  <a:pt x="13371" y="282"/>
                </a:lnTo>
                <a:lnTo>
                  <a:pt x="13512" y="282"/>
                </a:lnTo>
                <a:lnTo>
                  <a:pt x="13618" y="282"/>
                </a:lnTo>
                <a:lnTo>
                  <a:pt x="13724" y="282"/>
                </a:lnTo>
                <a:lnTo>
                  <a:pt x="13829" y="211"/>
                </a:lnTo>
                <a:lnTo>
                  <a:pt x="13935" y="211"/>
                </a:lnTo>
                <a:lnTo>
                  <a:pt x="13935" y="317"/>
                </a:lnTo>
                <a:lnTo>
                  <a:pt x="13935" y="423"/>
                </a:lnTo>
                <a:lnTo>
                  <a:pt x="13971" y="529"/>
                </a:lnTo>
                <a:lnTo>
                  <a:pt x="13971" y="636"/>
                </a:lnTo>
                <a:lnTo>
                  <a:pt x="13971" y="741"/>
                </a:lnTo>
                <a:lnTo>
                  <a:pt x="14006" y="847"/>
                </a:lnTo>
                <a:lnTo>
                  <a:pt x="14006" y="953"/>
                </a:lnTo>
                <a:lnTo>
                  <a:pt x="14006" y="1059"/>
                </a:lnTo>
                <a:lnTo>
                  <a:pt x="14041" y="1165"/>
                </a:lnTo>
                <a:lnTo>
                  <a:pt x="14147" y="282"/>
                </a:lnTo>
                <a:lnTo>
                  <a:pt x="14288" y="282"/>
                </a:lnTo>
                <a:lnTo>
                  <a:pt x="14394" y="317"/>
                </a:lnTo>
                <a:lnTo>
                  <a:pt x="14500" y="423"/>
                </a:lnTo>
                <a:lnTo>
                  <a:pt x="14606" y="423"/>
                </a:lnTo>
                <a:lnTo>
                  <a:pt x="14711" y="423"/>
                </a:lnTo>
                <a:lnTo>
                  <a:pt x="14817" y="423"/>
                </a:lnTo>
                <a:lnTo>
                  <a:pt x="14923" y="423"/>
                </a:lnTo>
                <a:lnTo>
                  <a:pt x="15029" y="388"/>
                </a:lnTo>
                <a:lnTo>
                  <a:pt x="15135" y="352"/>
                </a:lnTo>
                <a:lnTo>
                  <a:pt x="15241" y="352"/>
                </a:lnTo>
                <a:lnTo>
                  <a:pt x="15346" y="317"/>
                </a:lnTo>
                <a:lnTo>
                  <a:pt x="15452" y="282"/>
                </a:lnTo>
                <a:lnTo>
                  <a:pt x="15558" y="282"/>
                </a:lnTo>
                <a:lnTo>
                  <a:pt x="15734" y="317"/>
                </a:lnTo>
                <a:lnTo>
                  <a:pt x="15840" y="388"/>
                </a:lnTo>
                <a:lnTo>
                  <a:pt x="15981" y="493"/>
                </a:lnTo>
                <a:lnTo>
                  <a:pt x="16087" y="564"/>
                </a:lnTo>
                <a:lnTo>
                  <a:pt x="16193" y="600"/>
                </a:lnTo>
                <a:lnTo>
                  <a:pt x="16334" y="636"/>
                </a:lnTo>
                <a:lnTo>
                  <a:pt x="16475" y="706"/>
                </a:lnTo>
                <a:lnTo>
                  <a:pt x="16616" y="741"/>
                </a:lnTo>
                <a:lnTo>
                  <a:pt x="16722" y="777"/>
                </a:lnTo>
                <a:lnTo>
                  <a:pt x="16828" y="812"/>
                </a:lnTo>
                <a:lnTo>
                  <a:pt x="16969" y="847"/>
                </a:lnTo>
                <a:lnTo>
                  <a:pt x="17075" y="777"/>
                </a:lnTo>
                <a:lnTo>
                  <a:pt x="17181" y="741"/>
                </a:lnTo>
                <a:lnTo>
                  <a:pt x="17287" y="706"/>
                </a:lnTo>
                <a:lnTo>
                  <a:pt x="17428" y="636"/>
                </a:lnTo>
                <a:lnTo>
                  <a:pt x="17569" y="564"/>
                </a:lnTo>
                <a:lnTo>
                  <a:pt x="17675" y="564"/>
                </a:lnTo>
                <a:lnTo>
                  <a:pt x="17816" y="564"/>
                </a:lnTo>
                <a:lnTo>
                  <a:pt x="17922" y="529"/>
                </a:lnTo>
                <a:lnTo>
                  <a:pt x="18027" y="493"/>
                </a:lnTo>
                <a:lnTo>
                  <a:pt x="18133" y="493"/>
                </a:lnTo>
                <a:lnTo>
                  <a:pt x="18310" y="458"/>
                </a:lnTo>
                <a:lnTo>
                  <a:pt x="18522" y="423"/>
                </a:lnTo>
                <a:lnTo>
                  <a:pt x="18663" y="388"/>
                </a:lnTo>
                <a:lnTo>
                  <a:pt x="18805" y="352"/>
                </a:lnTo>
                <a:lnTo>
                  <a:pt x="18946" y="352"/>
                </a:lnTo>
                <a:lnTo>
                  <a:pt x="19052" y="352"/>
                </a:lnTo>
                <a:lnTo>
                  <a:pt x="19157" y="317"/>
                </a:lnTo>
                <a:lnTo>
                  <a:pt x="19298" y="317"/>
                </a:lnTo>
                <a:lnTo>
                  <a:pt x="19440" y="317"/>
                </a:lnTo>
                <a:lnTo>
                  <a:pt x="19545" y="352"/>
                </a:lnTo>
                <a:lnTo>
                  <a:pt x="19651" y="352"/>
                </a:lnTo>
                <a:lnTo>
                  <a:pt x="19792" y="352"/>
                </a:lnTo>
                <a:lnTo>
                  <a:pt x="19898" y="388"/>
                </a:lnTo>
                <a:lnTo>
                  <a:pt x="20004" y="388"/>
                </a:lnTo>
                <a:lnTo>
                  <a:pt x="20145" y="423"/>
                </a:lnTo>
                <a:lnTo>
                  <a:pt x="20321" y="388"/>
                </a:lnTo>
                <a:lnTo>
                  <a:pt x="20427" y="388"/>
                </a:lnTo>
                <a:lnTo>
                  <a:pt x="20568" y="388"/>
                </a:lnTo>
                <a:lnTo>
                  <a:pt x="20674" y="352"/>
                </a:lnTo>
                <a:lnTo>
                  <a:pt x="20815" y="352"/>
                </a:lnTo>
                <a:lnTo>
                  <a:pt x="20921" y="352"/>
                </a:lnTo>
                <a:lnTo>
                  <a:pt x="21027" y="352"/>
                </a:lnTo>
                <a:lnTo>
                  <a:pt x="21133" y="352"/>
                </a:lnTo>
                <a:lnTo>
                  <a:pt x="21274" y="352"/>
                </a:lnTo>
                <a:lnTo>
                  <a:pt x="21380" y="352"/>
                </a:lnTo>
                <a:lnTo>
                  <a:pt x="21486" y="352"/>
                </a:lnTo>
                <a:lnTo>
                  <a:pt x="21592" y="423"/>
                </a:lnTo>
                <a:lnTo>
                  <a:pt x="21697" y="423"/>
                </a:lnTo>
                <a:lnTo>
                  <a:pt x="21838" y="423"/>
                </a:lnTo>
                <a:lnTo>
                  <a:pt x="21944" y="423"/>
                </a:lnTo>
                <a:lnTo>
                  <a:pt x="22050" y="458"/>
                </a:lnTo>
                <a:lnTo>
                  <a:pt x="22227" y="458"/>
                </a:lnTo>
                <a:lnTo>
                  <a:pt x="22403" y="458"/>
                </a:lnTo>
                <a:lnTo>
                  <a:pt x="22509" y="458"/>
                </a:lnTo>
                <a:lnTo>
                  <a:pt x="22650" y="458"/>
                </a:lnTo>
                <a:lnTo>
                  <a:pt x="22791" y="458"/>
                </a:lnTo>
                <a:lnTo>
                  <a:pt x="22897" y="458"/>
                </a:lnTo>
                <a:lnTo>
                  <a:pt x="23003" y="458"/>
                </a:lnTo>
                <a:lnTo>
                  <a:pt x="23108" y="458"/>
                </a:lnTo>
                <a:lnTo>
                  <a:pt x="23214" y="458"/>
                </a:lnTo>
                <a:lnTo>
                  <a:pt x="23320" y="458"/>
                </a:lnTo>
                <a:lnTo>
                  <a:pt x="23426" y="458"/>
                </a:lnTo>
                <a:lnTo>
                  <a:pt x="23532" y="423"/>
                </a:lnTo>
                <a:lnTo>
                  <a:pt x="23638" y="423"/>
                </a:lnTo>
                <a:lnTo>
                  <a:pt x="23743" y="388"/>
                </a:lnTo>
                <a:lnTo>
                  <a:pt x="23849" y="317"/>
                </a:lnTo>
                <a:lnTo>
                  <a:pt x="23955" y="317"/>
                </a:lnTo>
                <a:lnTo>
                  <a:pt x="24061" y="317"/>
                </a:lnTo>
                <a:lnTo>
                  <a:pt x="24132" y="423"/>
                </a:lnTo>
                <a:lnTo>
                  <a:pt x="24237" y="493"/>
                </a:lnTo>
                <a:lnTo>
                  <a:pt x="24343" y="493"/>
                </a:lnTo>
                <a:lnTo>
                  <a:pt x="24590" y="282"/>
                </a:lnTo>
                <a:lnTo>
                  <a:pt x="24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88920" y="1689120"/>
            <a:ext cx="8865000" cy="457560"/>
          </a:xfrm>
          <a:custGeom>
            <a:avLst/>
            <a:gdLst/>
            <a:ahLst/>
            <a:rect l="0" t="0" r="r" b="b"/>
            <a:pathLst>
              <a:path w="24625" h="1271">
                <a:moveTo>
                  <a:pt x="0" y="812"/>
                </a:moveTo>
                <a:lnTo>
                  <a:pt x="105" y="777"/>
                </a:lnTo>
                <a:lnTo>
                  <a:pt x="246" y="777"/>
                </a:lnTo>
                <a:lnTo>
                  <a:pt x="388" y="741"/>
                </a:lnTo>
                <a:lnTo>
                  <a:pt x="493" y="706"/>
                </a:lnTo>
                <a:lnTo>
                  <a:pt x="635" y="635"/>
                </a:lnTo>
                <a:lnTo>
                  <a:pt x="740" y="599"/>
                </a:lnTo>
                <a:lnTo>
                  <a:pt x="846" y="493"/>
                </a:lnTo>
                <a:lnTo>
                  <a:pt x="952" y="493"/>
                </a:lnTo>
                <a:lnTo>
                  <a:pt x="1058" y="423"/>
                </a:lnTo>
                <a:lnTo>
                  <a:pt x="1164" y="423"/>
                </a:lnTo>
                <a:lnTo>
                  <a:pt x="1270" y="493"/>
                </a:lnTo>
                <a:lnTo>
                  <a:pt x="1375" y="599"/>
                </a:lnTo>
                <a:lnTo>
                  <a:pt x="1481" y="706"/>
                </a:lnTo>
                <a:lnTo>
                  <a:pt x="1622" y="777"/>
                </a:lnTo>
                <a:lnTo>
                  <a:pt x="1728" y="847"/>
                </a:lnTo>
                <a:lnTo>
                  <a:pt x="1834" y="847"/>
                </a:lnTo>
                <a:lnTo>
                  <a:pt x="1975" y="847"/>
                </a:lnTo>
                <a:lnTo>
                  <a:pt x="2081" y="882"/>
                </a:lnTo>
                <a:lnTo>
                  <a:pt x="2222" y="882"/>
                </a:lnTo>
                <a:lnTo>
                  <a:pt x="2363" y="918"/>
                </a:lnTo>
                <a:lnTo>
                  <a:pt x="2469" y="918"/>
                </a:lnTo>
                <a:lnTo>
                  <a:pt x="2575" y="882"/>
                </a:lnTo>
                <a:lnTo>
                  <a:pt x="2716" y="882"/>
                </a:lnTo>
                <a:lnTo>
                  <a:pt x="2857" y="882"/>
                </a:lnTo>
                <a:lnTo>
                  <a:pt x="2963" y="882"/>
                </a:lnTo>
                <a:lnTo>
                  <a:pt x="3069" y="882"/>
                </a:lnTo>
                <a:lnTo>
                  <a:pt x="3210" y="847"/>
                </a:lnTo>
                <a:lnTo>
                  <a:pt x="3351" y="847"/>
                </a:lnTo>
                <a:lnTo>
                  <a:pt x="3492" y="882"/>
                </a:lnTo>
                <a:lnTo>
                  <a:pt x="3633" y="882"/>
                </a:lnTo>
                <a:lnTo>
                  <a:pt x="3774" y="882"/>
                </a:lnTo>
                <a:lnTo>
                  <a:pt x="3915" y="882"/>
                </a:lnTo>
                <a:lnTo>
                  <a:pt x="4021" y="882"/>
                </a:lnTo>
                <a:lnTo>
                  <a:pt x="4198" y="847"/>
                </a:lnTo>
                <a:lnTo>
                  <a:pt x="4339" y="812"/>
                </a:lnTo>
                <a:lnTo>
                  <a:pt x="4480" y="777"/>
                </a:lnTo>
                <a:lnTo>
                  <a:pt x="4586" y="777"/>
                </a:lnTo>
                <a:lnTo>
                  <a:pt x="4727" y="777"/>
                </a:lnTo>
                <a:lnTo>
                  <a:pt x="4833" y="777"/>
                </a:lnTo>
                <a:lnTo>
                  <a:pt x="4974" y="777"/>
                </a:lnTo>
                <a:lnTo>
                  <a:pt x="5185" y="777"/>
                </a:lnTo>
                <a:lnTo>
                  <a:pt x="5326" y="777"/>
                </a:lnTo>
                <a:lnTo>
                  <a:pt x="5432" y="777"/>
                </a:lnTo>
                <a:lnTo>
                  <a:pt x="5609" y="777"/>
                </a:lnTo>
                <a:lnTo>
                  <a:pt x="5785" y="777"/>
                </a:lnTo>
                <a:lnTo>
                  <a:pt x="5891" y="777"/>
                </a:lnTo>
                <a:lnTo>
                  <a:pt x="6032" y="741"/>
                </a:lnTo>
                <a:lnTo>
                  <a:pt x="6174" y="706"/>
                </a:lnTo>
                <a:lnTo>
                  <a:pt x="6280" y="706"/>
                </a:lnTo>
                <a:lnTo>
                  <a:pt x="6386" y="635"/>
                </a:lnTo>
                <a:lnTo>
                  <a:pt x="6527" y="599"/>
                </a:lnTo>
                <a:lnTo>
                  <a:pt x="6633" y="564"/>
                </a:lnTo>
                <a:lnTo>
                  <a:pt x="6739" y="564"/>
                </a:lnTo>
                <a:lnTo>
                  <a:pt x="6844" y="564"/>
                </a:lnTo>
                <a:lnTo>
                  <a:pt x="6950" y="671"/>
                </a:lnTo>
                <a:lnTo>
                  <a:pt x="7056" y="741"/>
                </a:lnTo>
                <a:lnTo>
                  <a:pt x="7162" y="777"/>
                </a:lnTo>
                <a:lnTo>
                  <a:pt x="7268" y="847"/>
                </a:lnTo>
                <a:lnTo>
                  <a:pt x="7797" y="0"/>
                </a:lnTo>
                <a:lnTo>
                  <a:pt x="7444" y="847"/>
                </a:lnTo>
                <a:lnTo>
                  <a:pt x="7585" y="847"/>
                </a:lnTo>
                <a:lnTo>
                  <a:pt x="7691" y="847"/>
                </a:lnTo>
                <a:lnTo>
                  <a:pt x="7797" y="812"/>
                </a:lnTo>
                <a:lnTo>
                  <a:pt x="7903" y="777"/>
                </a:lnTo>
                <a:lnTo>
                  <a:pt x="8009" y="777"/>
                </a:lnTo>
                <a:lnTo>
                  <a:pt x="8114" y="777"/>
                </a:lnTo>
                <a:lnTo>
                  <a:pt x="8220" y="777"/>
                </a:lnTo>
                <a:lnTo>
                  <a:pt x="8326" y="777"/>
                </a:lnTo>
                <a:lnTo>
                  <a:pt x="8432" y="741"/>
                </a:lnTo>
                <a:lnTo>
                  <a:pt x="8573" y="706"/>
                </a:lnTo>
                <a:lnTo>
                  <a:pt x="8714" y="635"/>
                </a:lnTo>
                <a:lnTo>
                  <a:pt x="8855" y="599"/>
                </a:lnTo>
                <a:lnTo>
                  <a:pt x="8961" y="599"/>
                </a:lnTo>
                <a:lnTo>
                  <a:pt x="9067" y="635"/>
                </a:lnTo>
                <a:lnTo>
                  <a:pt x="9173" y="671"/>
                </a:lnTo>
                <a:lnTo>
                  <a:pt x="9279" y="706"/>
                </a:lnTo>
                <a:lnTo>
                  <a:pt x="9420" y="741"/>
                </a:lnTo>
                <a:lnTo>
                  <a:pt x="9526" y="777"/>
                </a:lnTo>
                <a:lnTo>
                  <a:pt x="9631" y="777"/>
                </a:lnTo>
                <a:lnTo>
                  <a:pt x="9772" y="777"/>
                </a:lnTo>
                <a:lnTo>
                  <a:pt x="9878" y="812"/>
                </a:lnTo>
                <a:lnTo>
                  <a:pt x="9984" y="847"/>
                </a:lnTo>
                <a:lnTo>
                  <a:pt x="10125" y="847"/>
                </a:lnTo>
                <a:lnTo>
                  <a:pt x="10266" y="847"/>
                </a:lnTo>
                <a:lnTo>
                  <a:pt x="10407" y="847"/>
                </a:lnTo>
                <a:lnTo>
                  <a:pt x="10513" y="847"/>
                </a:lnTo>
                <a:lnTo>
                  <a:pt x="10654" y="847"/>
                </a:lnTo>
                <a:lnTo>
                  <a:pt x="10831" y="847"/>
                </a:lnTo>
                <a:lnTo>
                  <a:pt x="10972" y="847"/>
                </a:lnTo>
                <a:lnTo>
                  <a:pt x="11078" y="847"/>
                </a:lnTo>
                <a:lnTo>
                  <a:pt x="11219" y="847"/>
                </a:lnTo>
                <a:lnTo>
                  <a:pt x="11325" y="812"/>
                </a:lnTo>
                <a:lnTo>
                  <a:pt x="11431" y="777"/>
                </a:lnTo>
                <a:lnTo>
                  <a:pt x="11536" y="777"/>
                </a:lnTo>
                <a:lnTo>
                  <a:pt x="11677" y="741"/>
                </a:lnTo>
                <a:lnTo>
                  <a:pt x="11783" y="706"/>
                </a:lnTo>
                <a:lnTo>
                  <a:pt x="11889" y="635"/>
                </a:lnTo>
                <a:lnTo>
                  <a:pt x="12030" y="599"/>
                </a:lnTo>
                <a:lnTo>
                  <a:pt x="12136" y="564"/>
                </a:lnTo>
                <a:lnTo>
                  <a:pt x="12242" y="599"/>
                </a:lnTo>
                <a:lnTo>
                  <a:pt x="12383" y="671"/>
                </a:lnTo>
                <a:lnTo>
                  <a:pt x="12524" y="741"/>
                </a:lnTo>
                <a:lnTo>
                  <a:pt x="12665" y="777"/>
                </a:lnTo>
                <a:lnTo>
                  <a:pt x="12806" y="812"/>
                </a:lnTo>
                <a:lnTo>
                  <a:pt x="12912" y="847"/>
                </a:lnTo>
                <a:lnTo>
                  <a:pt x="13018" y="777"/>
                </a:lnTo>
                <a:lnTo>
                  <a:pt x="13124" y="706"/>
                </a:lnTo>
                <a:lnTo>
                  <a:pt x="13230" y="706"/>
                </a:lnTo>
                <a:lnTo>
                  <a:pt x="13336" y="706"/>
                </a:lnTo>
                <a:lnTo>
                  <a:pt x="13441" y="635"/>
                </a:lnTo>
                <a:lnTo>
                  <a:pt x="13547" y="599"/>
                </a:lnTo>
                <a:lnTo>
                  <a:pt x="13653" y="564"/>
                </a:lnTo>
                <a:lnTo>
                  <a:pt x="13759" y="564"/>
                </a:lnTo>
                <a:lnTo>
                  <a:pt x="13900" y="564"/>
                </a:lnTo>
                <a:lnTo>
                  <a:pt x="14006" y="564"/>
                </a:lnTo>
                <a:lnTo>
                  <a:pt x="14112" y="564"/>
                </a:lnTo>
                <a:lnTo>
                  <a:pt x="14217" y="564"/>
                </a:lnTo>
                <a:lnTo>
                  <a:pt x="14359" y="635"/>
                </a:lnTo>
                <a:lnTo>
                  <a:pt x="14500" y="635"/>
                </a:lnTo>
                <a:lnTo>
                  <a:pt x="14641" y="635"/>
                </a:lnTo>
                <a:lnTo>
                  <a:pt x="14817" y="706"/>
                </a:lnTo>
                <a:lnTo>
                  <a:pt x="14923" y="706"/>
                </a:lnTo>
                <a:lnTo>
                  <a:pt x="15064" y="706"/>
                </a:lnTo>
                <a:lnTo>
                  <a:pt x="15241" y="741"/>
                </a:lnTo>
                <a:lnTo>
                  <a:pt x="15346" y="741"/>
                </a:lnTo>
                <a:lnTo>
                  <a:pt x="15487" y="741"/>
                </a:lnTo>
                <a:lnTo>
                  <a:pt x="15629" y="741"/>
                </a:lnTo>
                <a:lnTo>
                  <a:pt x="15770" y="706"/>
                </a:lnTo>
                <a:lnTo>
                  <a:pt x="15911" y="706"/>
                </a:lnTo>
                <a:lnTo>
                  <a:pt x="16052" y="706"/>
                </a:lnTo>
                <a:lnTo>
                  <a:pt x="16193" y="706"/>
                </a:lnTo>
                <a:lnTo>
                  <a:pt x="16334" y="706"/>
                </a:lnTo>
                <a:lnTo>
                  <a:pt x="16475" y="706"/>
                </a:lnTo>
                <a:lnTo>
                  <a:pt x="16581" y="741"/>
                </a:lnTo>
                <a:lnTo>
                  <a:pt x="16757" y="741"/>
                </a:lnTo>
                <a:lnTo>
                  <a:pt x="16899" y="741"/>
                </a:lnTo>
                <a:lnTo>
                  <a:pt x="17040" y="777"/>
                </a:lnTo>
                <a:lnTo>
                  <a:pt x="17146" y="777"/>
                </a:lnTo>
                <a:lnTo>
                  <a:pt x="17251" y="777"/>
                </a:lnTo>
                <a:lnTo>
                  <a:pt x="17357" y="777"/>
                </a:lnTo>
                <a:lnTo>
                  <a:pt x="17463" y="777"/>
                </a:lnTo>
                <a:lnTo>
                  <a:pt x="17604" y="777"/>
                </a:lnTo>
                <a:lnTo>
                  <a:pt x="17710" y="777"/>
                </a:lnTo>
                <a:lnTo>
                  <a:pt x="17816" y="777"/>
                </a:lnTo>
                <a:lnTo>
                  <a:pt x="17922" y="777"/>
                </a:lnTo>
                <a:lnTo>
                  <a:pt x="18027" y="777"/>
                </a:lnTo>
                <a:lnTo>
                  <a:pt x="18169" y="777"/>
                </a:lnTo>
                <a:lnTo>
                  <a:pt x="18274" y="777"/>
                </a:lnTo>
                <a:lnTo>
                  <a:pt x="18380" y="777"/>
                </a:lnTo>
                <a:lnTo>
                  <a:pt x="18487" y="777"/>
                </a:lnTo>
                <a:lnTo>
                  <a:pt x="18593" y="777"/>
                </a:lnTo>
                <a:lnTo>
                  <a:pt x="18734" y="777"/>
                </a:lnTo>
                <a:lnTo>
                  <a:pt x="18840" y="777"/>
                </a:lnTo>
                <a:lnTo>
                  <a:pt x="18946" y="777"/>
                </a:lnTo>
                <a:lnTo>
                  <a:pt x="19052" y="777"/>
                </a:lnTo>
                <a:lnTo>
                  <a:pt x="19157" y="777"/>
                </a:lnTo>
                <a:lnTo>
                  <a:pt x="19298" y="777"/>
                </a:lnTo>
                <a:lnTo>
                  <a:pt x="19440" y="777"/>
                </a:lnTo>
                <a:lnTo>
                  <a:pt x="19545" y="777"/>
                </a:lnTo>
                <a:lnTo>
                  <a:pt x="19722" y="777"/>
                </a:lnTo>
                <a:lnTo>
                  <a:pt x="19863" y="777"/>
                </a:lnTo>
                <a:lnTo>
                  <a:pt x="20004" y="741"/>
                </a:lnTo>
                <a:lnTo>
                  <a:pt x="20110" y="741"/>
                </a:lnTo>
                <a:lnTo>
                  <a:pt x="20251" y="741"/>
                </a:lnTo>
                <a:lnTo>
                  <a:pt x="20357" y="812"/>
                </a:lnTo>
                <a:lnTo>
                  <a:pt x="20463" y="847"/>
                </a:lnTo>
                <a:lnTo>
                  <a:pt x="20568" y="847"/>
                </a:lnTo>
                <a:lnTo>
                  <a:pt x="20710" y="882"/>
                </a:lnTo>
                <a:lnTo>
                  <a:pt x="20815" y="882"/>
                </a:lnTo>
                <a:lnTo>
                  <a:pt x="20957" y="882"/>
                </a:lnTo>
                <a:lnTo>
                  <a:pt x="21062" y="882"/>
                </a:lnTo>
                <a:lnTo>
                  <a:pt x="21203" y="847"/>
                </a:lnTo>
                <a:lnTo>
                  <a:pt x="21309" y="847"/>
                </a:lnTo>
                <a:lnTo>
                  <a:pt x="21415" y="847"/>
                </a:lnTo>
                <a:lnTo>
                  <a:pt x="21521" y="777"/>
                </a:lnTo>
                <a:lnTo>
                  <a:pt x="21697" y="706"/>
                </a:lnTo>
                <a:lnTo>
                  <a:pt x="22050" y="671"/>
                </a:lnTo>
                <a:lnTo>
                  <a:pt x="22403" y="635"/>
                </a:lnTo>
                <a:lnTo>
                  <a:pt x="22756" y="564"/>
                </a:lnTo>
                <a:lnTo>
                  <a:pt x="22897" y="564"/>
                </a:lnTo>
                <a:lnTo>
                  <a:pt x="22897" y="671"/>
                </a:lnTo>
                <a:lnTo>
                  <a:pt x="22826" y="777"/>
                </a:lnTo>
                <a:lnTo>
                  <a:pt x="22932" y="847"/>
                </a:lnTo>
                <a:lnTo>
                  <a:pt x="23038" y="812"/>
                </a:lnTo>
                <a:lnTo>
                  <a:pt x="23144" y="777"/>
                </a:lnTo>
                <a:lnTo>
                  <a:pt x="23250" y="812"/>
                </a:lnTo>
                <a:lnTo>
                  <a:pt x="23355" y="777"/>
                </a:lnTo>
                <a:lnTo>
                  <a:pt x="23461" y="777"/>
                </a:lnTo>
                <a:lnTo>
                  <a:pt x="23567" y="777"/>
                </a:lnTo>
                <a:lnTo>
                  <a:pt x="23708" y="847"/>
                </a:lnTo>
                <a:lnTo>
                  <a:pt x="23814" y="847"/>
                </a:lnTo>
                <a:lnTo>
                  <a:pt x="23920" y="847"/>
                </a:lnTo>
                <a:lnTo>
                  <a:pt x="24026" y="847"/>
                </a:lnTo>
                <a:lnTo>
                  <a:pt x="24132" y="812"/>
                </a:lnTo>
                <a:lnTo>
                  <a:pt x="24237" y="706"/>
                </a:lnTo>
                <a:lnTo>
                  <a:pt x="24343" y="706"/>
                </a:lnTo>
                <a:lnTo>
                  <a:pt x="24449" y="635"/>
                </a:lnTo>
                <a:lnTo>
                  <a:pt x="24625" y="599"/>
                </a:lnTo>
                <a:lnTo>
                  <a:pt x="24625" y="1129"/>
                </a:lnTo>
                <a:lnTo>
                  <a:pt x="35" y="1271"/>
                </a:lnTo>
                <a:lnTo>
                  <a:pt x="0" y="812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365040" y="1019160"/>
            <a:ext cx="8375760" cy="1697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x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241200" y="952560"/>
            <a:ext cx="8547480" cy="381240"/>
          </a:xfrm>
          <a:custGeom>
            <a:avLst/>
            <a:gdLst/>
            <a:ahLst/>
            <a:rect l="0" t="0" r="r" b="b"/>
            <a:pathLst>
              <a:path w="23743" h="1059">
                <a:moveTo>
                  <a:pt x="211" y="1059"/>
                </a:moveTo>
                <a:lnTo>
                  <a:pt x="317" y="988"/>
                </a:lnTo>
                <a:lnTo>
                  <a:pt x="493" y="918"/>
                </a:lnTo>
                <a:lnTo>
                  <a:pt x="599" y="882"/>
                </a:lnTo>
                <a:lnTo>
                  <a:pt x="705" y="812"/>
                </a:lnTo>
                <a:lnTo>
                  <a:pt x="811" y="777"/>
                </a:lnTo>
                <a:lnTo>
                  <a:pt x="917" y="741"/>
                </a:lnTo>
                <a:lnTo>
                  <a:pt x="1023" y="671"/>
                </a:lnTo>
                <a:lnTo>
                  <a:pt x="1128" y="636"/>
                </a:lnTo>
                <a:lnTo>
                  <a:pt x="1199" y="530"/>
                </a:lnTo>
                <a:lnTo>
                  <a:pt x="1305" y="493"/>
                </a:lnTo>
                <a:lnTo>
                  <a:pt x="1340" y="388"/>
                </a:lnTo>
                <a:lnTo>
                  <a:pt x="1446" y="352"/>
                </a:lnTo>
                <a:lnTo>
                  <a:pt x="1552" y="352"/>
                </a:lnTo>
                <a:lnTo>
                  <a:pt x="1658" y="493"/>
                </a:lnTo>
                <a:lnTo>
                  <a:pt x="1763" y="565"/>
                </a:lnTo>
                <a:lnTo>
                  <a:pt x="1834" y="671"/>
                </a:lnTo>
                <a:lnTo>
                  <a:pt x="1905" y="777"/>
                </a:lnTo>
                <a:lnTo>
                  <a:pt x="2046" y="777"/>
                </a:lnTo>
                <a:lnTo>
                  <a:pt x="2187" y="812"/>
                </a:lnTo>
                <a:lnTo>
                  <a:pt x="2293" y="812"/>
                </a:lnTo>
                <a:lnTo>
                  <a:pt x="2398" y="777"/>
                </a:lnTo>
                <a:lnTo>
                  <a:pt x="2540" y="741"/>
                </a:lnTo>
                <a:lnTo>
                  <a:pt x="2645" y="671"/>
                </a:lnTo>
                <a:lnTo>
                  <a:pt x="2751" y="636"/>
                </a:lnTo>
                <a:lnTo>
                  <a:pt x="2857" y="600"/>
                </a:lnTo>
                <a:lnTo>
                  <a:pt x="2998" y="565"/>
                </a:lnTo>
                <a:lnTo>
                  <a:pt x="3104" y="530"/>
                </a:lnTo>
                <a:lnTo>
                  <a:pt x="3210" y="493"/>
                </a:lnTo>
                <a:lnTo>
                  <a:pt x="3316" y="493"/>
                </a:lnTo>
                <a:lnTo>
                  <a:pt x="3421" y="493"/>
                </a:lnTo>
                <a:lnTo>
                  <a:pt x="3527" y="493"/>
                </a:lnTo>
                <a:lnTo>
                  <a:pt x="3633" y="493"/>
                </a:lnTo>
                <a:lnTo>
                  <a:pt x="3739" y="493"/>
                </a:lnTo>
                <a:lnTo>
                  <a:pt x="3845" y="530"/>
                </a:lnTo>
                <a:lnTo>
                  <a:pt x="4021" y="530"/>
                </a:lnTo>
                <a:lnTo>
                  <a:pt x="4127" y="530"/>
                </a:lnTo>
                <a:lnTo>
                  <a:pt x="4268" y="530"/>
                </a:lnTo>
                <a:lnTo>
                  <a:pt x="4374" y="530"/>
                </a:lnTo>
                <a:lnTo>
                  <a:pt x="4515" y="530"/>
                </a:lnTo>
                <a:lnTo>
                  <a:pt x="4621" y="530"/>
                </a:lnTo>
                <a:lnTo>
                  <a:pt x="4727" y="530"/>
                </a:lnTo>
                <a:lnTo>
                  <a:pt x="4868" y="493"/>
                </a:lnTo>
                <a:lnTo>
                  <a:pt x="4974" y="493"/>
                </a:lnTo>
                <a:lnTo>
                  <a:pt x="5115" y="423"/>
                </a:lnTo>
                <a:lnTo>
                  <a:pt x="5256" y="423"/>
                </a:lnTo>
                <a:lnTo>
                  <a:pt x="5397" y="423"/>
                </a:lnTo>
                <a:lnTo>
                  <a:pt x="5538" y="388"/>
                </a:lnTo>
                <a:lnTo>
                  <a:pt x="5679" y="352"/>
                </a:lnTo>
                <a:lnTo>
                  <a:pt x="5785" y="352"/>
                </a:lnTo>
                <a:lnTo>
                  <a:pt x="5891" y="352"/>
                </a:lnTo>
                <a:lnTo>
                  <a:pt x="5998" y="352"/>
                </a:lnTo>
                <a:lnTo>
                  <a:pt x="6104" y="352"/>
                </a:lnTo>
                <a:lnTo>
                  <a:pt x="6209" y="423"/>
                </a:lnTo>
                <a:lnTo>
                  <a:pt x="6421" y="493"/>
                </a:lnTo>
                <a:lnTo>
                  <a:pt x="6774" y="493"/>
                </a:lnTo>
                <a:lnTo>
                  <a:pt x="6915" y="530"/>
                </a:lnTo>
                <a:lnTo>
                  <a:pt x="7021" y="530"/>
                </a:lnTo>
                <a:lnTo>
                  <a:pt x="7127" y="530"/>
                </a:lnTo>
                <a:lnTo>
                  <a:pt x="7232" y="530"/>
                </a:lnTo>
                <a:lnTo>
                  <a:pt x="7338" y="530"/>
                </a:lnTo>
                <a:lnTo>
                  <a:pt x="7409" y="636"/>
                </a:lnTo>
                <a:lnTo>
                  <a:pt x="7515" y="777"/>
                </a:lnTo>
                <a:lnTo>
                  <a:pt x="7621" y="847"/>
                </a:lnTo>
                <a:lnTo>
                  <a:pt x="7726" y="777"/>
                </a:lnTo>
                <a:lnTo>
                  <a:pt x="7832" y="777"/>
                </a:lnTo>
                <a:lnTo>
                  <a:pt x="7938" y="706"/>
                </a:lnTo>
                <a:lnTo>
                  <a:pt x="8079" y="671"/>
                </a:lnTo>
                <a:lnTo>
                  <a:pt x="8220" y="636"/>
                </a:lnTo>
                <a:lnTo>
                  <a:pt x="8361" y="600"/>
                </a:lnTo>
                <a:lnTo>
                  <a:pt x="8467" y="565"/>
                </a:lnTo>
                <a:lnTo>
                  <a:pt x="8573" y="565"/>
                </a:lnTo>
                <a:lnTo>
                  <a:pt x="8714" y="530"/>
                </a:lnTo>
                <a:lnTo>
                  <a:pt x="8820" y="493"/>
                </a:lnTo>
                <a:lnTo>
                  <a:pt x="8926" y="458"/>
                </a:lnTo>
                <a:lnTo>
                  <a:pt x="9032" y="388"/>
                </a:lnTo>
                <a:lnTo>
                  <a:pt x="9137" y="388"/>
                </a:lnTo>
                <a:lnTo>
                  <a:pt x="9279" y="388"/>
                </a:lnTo>
                <a:lnTo>
                  <a:pt x="9384" y="423"/>
                </a:lnTo>
                <a:lnTo>
                  <a:pt x="9490" y="458"/>
                </a:lnTo>
                <a:lnTo>
                  <a:pt x="9596" y="493"/>
                </a:lnTo>
                <a:lnTo>
                  <a:pt x="9702" y="493"/>
                </a:lnTo>
                <a:lnTo>
                  <a:pt x="9808" y="493"/>
                </a:lnTo>
                <a:lnTo>
                  <a:pt x="9949" y="530"/>
                </a:lnTo>
                <a:lnTo>
                  <a:pt x="10055" y="530"/>
                </a:lnTo>
                <a:lnTo>
                  <a:pt x="10231" y="530"/>
                </a:lnTo>
                <a:lnTo>
                  <a:pt x="10337" y="530"/>
                </a:lnTo>
                <a:lnTo>
                  <a:pt x="10443" y="493"/>
                </a:lnTo>
                <a:lnTo>
                  <a:pt x="10584" y="493"/>
                </a:lnTo>
                <a:lnTo>
                  <a:pt x="10690" y="458"/>
                </a:lnTo>
                <a:lnTo>
                  <a:pt x="10866" y="423"/>
                </a:lnTo>
                <a:lnTo>
                  <a:pt x="11007" y="423"/>
                </a:lnTo>
                <a:lnTo>
                  <a:pt x="11113" y="388"/>
                </a:lnTo>
                <a:lnTo>
                  <a:pt x="11148" y="493"/>
                </a:lnTo>
                <a:lnTo>
                  <a:pt x="11254" y="530"/>
                </a:lnTo>
                <a:lnTo>
                  <a:pt x="11395" y="530"/>
                </a:lnTo>
                <a:lnTo>
                  <a:pt x="11501" y="493"/>
                </a:lnTo>
                <a:lnTo>
                  <a:pt x="11642" y="493"/>
                </a:lnTo>
                <a:lnTo>
                  <a:pt x="11783" y="493"/>
                </a:lnTo>
                <a:lnTo>
                  <a:pt x="11889" y="423"/>
                </a:lnTo>
                <a:lnTo>
                  <a:pt x="11995" y="423"/>
                </a:lnTo>
                <a:lnTo>
                  <a:pt x="12101" y="423"/>
                </a:lnTo>
                <a:lnTo>
                  <a:pt x="12242" y="388"/>
                </a:lnTo>
                <a:lnTo>
                  <a:pt x="12348" y="352"/>
                </a:lnTo>
                <a:lnTo>
                  <a:pt x="12454" y="352"/>
                </a:lnTo>
                <a:lnTo>
                  <a:pt x="12559" y="352"/>
                </a:lnTo>
                <a:lnTo>
                  <a:pt x="12665" y="352"/>
                </a:lnTo>
                <a:lnTo>
                  <a:pt x="12806" y="352"/>
                </a:lnTo>
                <a:lnTo>
                  <a:pt x="12912" y="352"/>
                </a:lnTo>
                <a:lnTo>
                  <a:pt x="13089" y="388"/>
                </a:lnTo>
                <a:lnTo>
                  <a:pt x="13265" y="388"/>
                </a:lnTo>
                <a:lnTo>
                  <a:pt x="13371" y="388"/>
                </a:lnTo>
                <a:lnTo>
                  <a:pt x="13512" y="388"/>
                </a:lnTo>
                <a:lnTo>
                  <a:pt x="13653" y="388"/>
                </a:lnTo>
                <a:lnTo>
                  <a:pt x="13759" y="423"/>
                </a:lnTo>
                <a:lnTo>
                  <a:pt x="13900" y="493"/>
                </a:lnTo>
                <a:lnTo>
                  <a:pt x="14041" y="493"/>
                </a:lnTo>
                <a:lnTo>
                  <a:pt x="14147" y="530"/>
                </a:lnTo>
                <a:lnTo>
                  <a:pt x="14253" y="565"/>
                </a:lnTo>
                <a:lnTo>
                  <a:pt x="14359" y="636"/>
                </a:lnTo>
                <a:lnTo>
                  <a:pt x="14464" y="636"/>
                </a:lnTo>
                <a:lnTo>
                  <a:pt x="14641" y="706"/>
                </a:lnTo>
                <a:lnTo>
                  <a:pt x="14782" y="741"/>
                </a:lnTo>
                <a:lnTo>
                  <a:pt x="14923" y="777"/>
                </a:lnTo>
                <a:lnTo>
                  <a:pt x="15029" y="812"/>
                </a:lnTo>
                <a:lnTo>
                  <a:pt x="15135" y="847"/>
                </a:lnTo>
                <a:lnTo>
                  <a:pt x="15241" y="882"/>
                </a:lnTo>
                <a:lnTo>
                  <a:pt x="15417" y="918"/>
                </a:lnTo>
                <a:lnTo>
                  <a:pt x="15593" y="918"/>
                </a:lnTo>
                <a:lnTo>
                  <a:pt x="15770" y="918"/>
                </a:lnTo>
                <a:lnTo>
                  <a:pt x="15876" y="918"/>
                </a:lnTo>
                <a:lnTo>
                  <a:pt x="16052" y="918"/>
                </a:lnTo>
                <a:lnTo>
                  <a:pt x="16193" y="882"/>
                </a:lnTo>
                <a:lnTo>
                  <a:pt x="16299" y="812"/>
                </a:lnTo>
                <a:lnTo>
                  <a:pt x="16405" y="777"/>
                </a:lnTo>
                <a:lnTo>
                  <a:pt x="16511" y="706"/>
                </a:lnTo>
                <a:lnTo>
                  <a:pt x="16616" y="706"/>
                </a:lnTo>
                <a:lnTo>
                  <a:pt x="16722" y="671"/>
                </a:lnTo>
                <a:lnTo>
                  <a:pt x="16828" y="671"/>
                </a:lnTo>
                <a:lnTo>
                  <a:pt x="16934" y="636"/>
                </a:lnTo>
                <a:lnTo>
                  <a:pt x="17040" y="636"/>
                </a:lnTo>
                <a:lnTo>
                  <a:pt x="17146" y="565"/>
                </a:lnTo>
                <a:lnTo>
                  <a:pt x="17287" y="530"/>
                </a:lnTo>
                <a:lnTo>
                  <a:pt x="17463" y="493"/>
                </a:lnTo>
                <a:lnTo>
                  <a:pt x="17604" y="493"/>
                </a:lnTo>
                <a:lnTo>
                  <a:pt x="17745" y="458"/>
                </a:lnTo>
                <a:lnTo>
                  <a:pt x="17887" y="423"/>
                </a:lnTo>
                <a:lnTo>
                  <a:pt x="18028" y="423"/>
                </a:lnTo>
                <a:lnTo>
                  <a:pt x="18170" y="388"/>
                </a:lnTo>
                <a:lnTo>
                  <a:pt x="18275" y="388"/>
                </a:lnTo>
                <a:lnTo>
                  <a:pt x="18452" y="388"/>
                </a:lnTo>
                <a:lnTo>
                  <a:pt x="18628" y="423"/>
                </a:lnTo>
                <a:lnTo>
                  <a:pt x="18734" y="423"/>
                </a:lnTo>
                <a:lnTo>
                  <a:pt x="18875" y="423"/>
                </a:lnTo>
                <a:lnTo>
                  <a:pt x="19016" y="388"/>
                </a:lnTo>
                <a:lnTo>
                  <a:pt x="19157" y="388"/>
                </a:lnTo>
                <a:lnTo>
                  <a:pt x="19298" y="352"/>
                </a:lnTo>
                <a:lnTo>
                  <a:pt x="19404" y="317"/>
                </a:lnTo>
                <a:lnTo>
                  <a:pt x="19545" y="282"/>
                </a:lnTo>
                <a:lnTo>
                  <a:pt x="19651" y="352"/>
                </a:lnTo>
                <a:lnTo>
                  <a:pt x="19828" y="388"/>
                </a:lnTo>
                <a:lnTo>
                  <a:pt x="20004" y="423"/>
                </a:lnTo>
                <a:lnTo>
                  <a:pt x="20145" y="423"/>
                </a:lnTo>
                <a:lnTo>
                  <a:pt x="20286" y="458"/>
                </a:lnTo>
                <a:lnTo>
                  <a:pt x="20427" y="493"/>
                </a:lnTo>
                <a:lnTo>
                  <a:pt x="20568" y="493"/>
                </a:lnTo>
                <a:lnTo>
                  <a:pt x="20710" y="565"/>
                </a:lnTo>
                <a:lnTo>
                  <a:pt x="20851" y="565"/>
                </a:lnTo>
                <a:lnTo>
                  <a:pt x="20957" y="636"/>
                </a:lnTo>
                <a:lnTo>
                  <a:pt x="21062" y="636"/>
                </a:lnTo>
                <a:lnTo>
                  <a:pt x="21274" y="706"/>
                </a:lnTo>
                <a:lnTo>
                  <a:pt x="21415" y="706"/>
                </a:lnTo>
                <a:lnTo>
                  <a:pt x="21556" y="706"/>
                </a:lnTo>
                <a:lnTo>
                  <a:pt x="21697" y="706"/>
                </a:lnTo>
                <a:lnTo>
                  <a:pt x="21803" y="706"/>
                </a:lnTo>
                <a:lnTo>
                  <a:pt x="21909" y="706"/>
                </a:lnTo>
                <a:lnTo>
                  <a:pt x="22085" y="706"/>
                </a:lnTo>
                <a:lnTo>
                  <a:pt x="22191" y="706"/>
                </a:lnTo>
                <a:lnTo>
                  <a:pt x="22297" y="706"/>
                </a:lnTo>
                <a:lnTo>
                  <a:pt x="22403" y="741"/>
                </a:lnTo>
                <a:lnTo>
                  <a:pt x="22509" y="741"/>
                </a:lnTo>
                <a:lnTo>
                  <a:pt x="22650" y="706"/>
                </a:lnTo>
                <a:lnTo>
                  <a:pt x="22756" y="706"/>
                </a:lnTo>
                <a:lnTo>
                  <a:pt x="22862" y="741"/>
                </a:lnTo>
                <a:lnTo>
                  <a:pt x="22967" y="777"/>
                </a:lnTo>
                <a:lnTo>
                  <a:pt x="23073" y="777"/>
                </a:lnTo>
                <a:lnTo>
                  <a:pt x="23214" y="812"/>
                </a:lnTo>
                <a:lnTo>
                  <a:pt x="23320" y="847"/>
                </a:lnTo>
                <a:lnTo>
                  <a:pt x="23426" y="918"/>
                </a:lnTo>
                <a:lnTo>
                  <a:pt x="23532" y="918"/>
                </a:lnTo>
                <a:lnTo>
                  <a:pt x="23638" y="918"/>
                </a:lnTo>
                <a:lnTo>
                  <a:pt x="23743" y="953"/>
                </a:lnTo>
                <a:lnTo>
                  <a:pt x="23743" y="0"/>
                </a:lnTo>
                <a:lnTo>
                  <a:pt x="0" y="0"/>
                </a:lnTo>
                <a:lnTo>
                  <a:pt x="211" y="1059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291960" y="2006640"/>
            <a:ext cx="8509320" cy="787680"/>
          </a:xfrm>
          <a:custGeom>
            <a:avLst/>
            <a:gdLst/>
            <a:ahLst/>
            <a:rect l="0" t="0" r="r" b="b"/>
            <a:pathLst>
              <a:path w="23637" h="2188">
                <a:moveTo>
                  <a:pt x="70" y="1835"/>
                </a:moveTo>
                <a:lnTo>
                  <a:pt x="211" y="1800"/>
                </a:lnTo>
                <a:lnTo>
                  <a:pt x="317" y="1729"/>
                </a:lnTo>
                <a:lnTo>
                  <a:pt x="423" y="1729"/>
                </a:lnTo>
                <a:lnTo>
                  <a:pt x="529" y="1659"/>
                </a:lnTo>
                <a:lnTo>
                  <a:pt x="635" y="1659"/>
                </a:lnTo>
                <a:lnTo>
                  <a:pt x="740" y="1588"/>
                </a:lnTo>
                <a:lnTo>
                  <a:pt x="846" y="1553"/>
                </a:lnTo>
                <a:lnTo>
                  <a:pt x="952" y="1517"/>
                </a:lnTo>
                <a:lnTo>
                  <a:pt x="1058" y="1517"/>
                </a:lnTo>
                <a:lnTo>
                  <a:pt x="1164" y="1553"/>
                </a:lnTo>
                <a:lnTo>
                  <a:pt x="1270" y="1553"/>
                </a:lnTo>
                <a:lnTo>
                  <a:pt x="1340" y="1659"/>
                </a:lnTo>
                <a:lnTo>
                  <a:pt x="1446" y="1729"/>
                </a:lnTo>
                <a:lnTo>
                  <a:pt x="1552" y="1764"/>
                </a:lnTo>
                <a:lnTo>
                  <a:pt x="1728" y="0"/>
                </a:lnTo>
                <a:lnTo>
                  <a:pt x="1728" y="1764"/>
                </a:lnTo>
                <a:lnTo>
                  <a:pt x="1869" y="1729"/>
                </a:lnTo>
                <a:lnTo>
                  <a:pt x="1975" y="1694"/>
                </a:lnTo>
                <a:lnTo>
                  <a:pt x="2081" y="1659"/>
                </a:lnTo>
                <a:lnTo>
                  <a:pt x="2187" y="1553"/>
                </a:lnTo>
                <a:lnTo>
                  <a:pt x="2257" y="1447"/>
                </a:lnTo>
                <a:lnTo>
                  <a:pt x="2363" y="1341"/>
                </a:lnTo>
                <a:lnTo>
                  <a:pt x="2398" y="1235"/>
                </a:lnTo>
                <a:lnTo>
                  <a:pt x="2469" y="1129"/>
                </a:lnTo>
                <a:lnTo>
                  <a:pt x="2540" y="1023"/>
                </a:lnTo>
                <a:lnTo>
                  <a:pt x="2610" y="917"/>
                </a:lnTo>
                <a:lnTo>
                  <a:pt x="2681" y="811"/>
                </a:lnTo>
                <a:lnTo>
                  <a:pt x="2751" y="917"/>
                </a:lnTo>
                <a:lnTo>
                  <a:pt x="2822" y="1023"/>
                </a:lnTo>
                <a:lnTo>
                  <a:pt x="2928" y="1129"/>
                </a:lnTo>
                <a:lnTo>
                  <a:pt x="2963" y="1235"/>
                </a:lnTo>
                <a:lnTo>
                  <a:pt x="3069" y="1341"/>
                </a:lnTo>
                <a:lnTo>
                  <a:pt x="3104" y="1447"/>
                </a:lnTo>
                <a:lnTo>
                  <a:pt x="3210" y="1517"/>
                </a:lnTo>
                <a:lnTo>
                  <a:pt x="3316" y="1517"/>
                </a:lnTo>
                <a:lnTo>
                  <a:pt x="3421" y="1553"/>
                </a:lnTo>
                <a:lnTo>
                  <a:pt x="3527" y="1553"/>
                </a:lnTo>
                <a:lnTo>
                  <a:pt x="3633" y="1517"/>
                </a:lnTo>
                <a:lnTo>
                  <a:pt x="3668" y="1412"/>
                </a:lnTo>
                <a:lnTo>
                  <a:pt x="3774" y="1376"/>
                </a:lnTo>
                <a:lnTo>
                  <a:pt x="3810" y="1271"/>
                </a:lnTo>
                <a:lnTo>
                  <a:pt x="3915" y="1200"/>
                </a:lnTo>
                <a:lnTo>
                  <a:pt x="4021" y="1306"/>
                </a:lnTo>
                <a:lnTo>
                  <a:pt x="4092" y="1412"/>
                </a:lnTo>
                <a:lnTo>
                  <a:pt x="4198" y="1447"/>
                </a:lnTo>
                <a:lnTo>
                  <a:pt x="4303" y="1553"/>
                </a:lnTo>
                <a:lnTo>
                  <a:pt x="4409" y="1553"/>
                </a:lnTo>
                <a:lnTo>
                  <a:pt x="4515" y="1588"/>
                </a:lnTo>
                <a:lnTo>
                  <a:pt x="4621" y="1588"/>
                </a:lnTo>
                <a:lnTo>
                  <a:pt x="4727" y="1553"/>
                </a:lnTo>
                <a:lnTo>
                  <a:pt x="4833" y="1553"/>
                </a:lnTo>
                <a:lnTo>
                  <a:pt x="4938" y="1588"/>
                </a:lnTo>
                <a:lnTo>
                  <a:pt x="5080" y="1588"/>
                </a:lnTo>
                <a:lnTo>
                  <a:pt x="5185" y="1623"/>
                </a:lnTo>
                <a:lnTo>
                  <a:pt x="5291" y="1659"/>
                </a:lnTo>
                <a:lnTo>
                  <a:pt x="5397" y="1694"/>
                </a:lnTo>
                <a:lnTo>
                  <a:pt x="5503" y="1694"/>
                </a:lnTo>
                <a:lnTo>
                  <a:pt x="5609" y="1659"/>
                </a:lnTo>
                <a:lnTo>
                  <a:pt x="5750" y="1553"/>
                </a:lnTo>
                <a:lnTo>
                  <a:pt x="5856" y="1588"/>
                </a:lnTo>
                <a:lnTo>
                  <a:pt x="5961" y="1659"/>
                </a:lnTo>
                <a:lnTo>
                  <a:pt x="6067" y="1659"/>
                </a:lnTo>
                <a:lnTo>
                  <a:pt x="6173" y="1659"/>
                </a:lnTo>
                <a:lnTo>
                  <a:pt x="6314" y="1023"/>
                </a:lnTo>
                <a:lnTo>
                  <a:pt x="6314" y="1623"/>
                </a:lnTo>
                <a:lnTo>
                  <a:pt x="6420" y="1623"/>
                </a:lnTo>
                <a:lnTo>
                  <a:pt x="6526" y="1659"/>
                </a:lnTo>
                <a:lnTo>
                  <a:pt x="6632" y="1659"/>
                </a:lnTo>
                <a:lnTo>
                  <a:pt x="6738" y="1659"/>
                </a:lnTo>
                <a:lnTo>
                  <a:pt x="6843" y="1659"/>
                </a:lnTo>
                <a:lnTo>
                  <a:pt x="6985" y="1659"/>
                </a:lnTo>
                <a:lnTo>
                  <a:pt x="7126" y="1659"/>
                </a:lnTo>
                <a:lnTo>
                  <a:pt x="7231" y="1659"/>
                </a:lnTo>
                <a:lnTo>
                  <a:pt x="7337" y="1729"/>
                </a:lnTo>
                <a:lnTo>
                  <a:pt x="7478" y="1800"/>
                </a:lnTo>
                <a:lnTo>
                  <a:pt x="7620" y="1835"/>
                </a:lnTo>
                <a:lnTo>
                  <a:pt x="7725" y="1835"/>
                </a:lnTo>
                <a:lnTo>
                  <a:pt x="7831" y="1835"/>
                </a:lnTo>
                <a:lnTo>
                  <a:pt x="7937" y="1800"/>
                </a:lnTo>
                <a:lnTo>
                  <a:pt x="8043" y="1800"/>
                </a:lnTo>
                <a:lnTo>
                  <a:pt x="8184" y="1764"/>
                </a:lnTo>
                <a:lnTo>
                  <a:pt x="8290" y="1729"/>
                </a:lnTo>
                <a:lnTo>
                  <a:pt x="8396" y="1800"/>
                </a:lnTo>
                <a:lnTo>
                  <a:pt x="8501" y="1835"/>
                </a:lnTo>
                <a:lnTo>
                  <a:pt x="8607" y="1835"/>
                </a:lnTo>
                <a:lnTo>
                  <a:pt x="8713" y="1835"/>
                </a:lnTo>
                <a:lnTo>
                  <a:pt x="8854" y="1835"/>
                </a:lnTo>
                <a:lnTo>
                  <a:pt x="8995" y="1800"/>
                </a:lnTo>
                <a:lnTo>
                  <a:pt x="9101" y="1800"/>
                </a:lnTo>
                <a:lnTo>
                  <a:pt x="9207" y="1729"/>
                </a:lnTo>
                <a:lnTo>
                  <a:pt x="9313" y="1729"/>
                </a:lnTo>
                <a:lnTo>
                  <a:pt x="9454" y="1694"/>
                </a:lnTo>
                <a:lnTo>
                  <a:pt x="9560" y="1659"/>
                </a:lnTo>
                <a:lnTo>
                  <a:pt x="9666" y="1588"/>
                </a:lnTo>
                <a:lnTo>
                  <a:pt x="9771" y="1517"/>
                </a:lnTo>
                <a:lnTo>
                  <a:pt x="9877" y="1447"/>
                </a:lnTo>
                <a:lnTo>
                  <a:pt x="9983" y="1376"/>
                </a:lnTo>
                <a:lnTo>
                  <a:pt x="10089" y="1306"/>
                </a:lnTo>
                <a:lnTo>
                  <a:pt x="10195" y="1235"/>
                </a:lnTo>
                <a:lnTo>
                  <a:pt x="10301" y="1165"/>
                </a:lnTo>
                <a:lnTo>
                  <a:pt x="10336" y="1058"/>
                </a:lnTo>
                <a:lnTo>
                  <a:pt x="10442" y="1093"/>
                </a:lnTo>
                <a:lnTo>
                  <a:pt x="10512" y="1235"/>
                </a:lnTo>
                <a:lnTo>
                  <a:pt x="10618" y="1235"/>
                </a:lnTo>
                <a:lnTo>
                  <a:pt x="10724" y="1165"/>
                </a:lnTo>
                <a:lnTo>
                  <a:pt x="10795" y="1058"/>
                </a:lnTo>
                <a:lnTo>
                  <a:pt x="10936" y="952"/>
                </a:lnTo>
                <a:lnTo>
                  <a:pt x="11041" y="881"/>
                </a:lnTo>
                <a:lnTo>
                  <a:pt x="11147" y="846"/>
                </a:lnTo>
                <a:lnTo>
                  <a:pt x="11253" y="811"/>
                </a:lnTo>
                <a:lnTo>
                  <a:pt x="11359" y="881"/>
                </a:lnTo>
                <a:lnTo>
                  <a:pt x="11465" y="846"/>
                </a:lnTo>
                <a:lnTo>
                  <a:pt x="11571" y="846"/>
                </a:lnTo>
                <a:lnTo>
                  <a:pt x="11782" y="776"/>
                </a:lnTo>
                <a:lnTo>
                  <a:pt x="12136" y="740"/>
                </a:lnTo>
                <a:lnTo>
                  <a:pt x="12559" y="670"/>
                </a:lnTo>
                <a:lnTo>
                  <a:pt x="12983" y="635"/>
                </a:lnTo>
                <a:lnTo>
                  <a:pt x="13336" y="564"/>
                </a:lnTo>
                <a:lnTo>
                  <a:pt x="13477" y="529"/>
                </a:lnTo>
                <a:lnTo>
                  <a:pt x="13618" y="458"/>
                </a:lnTo>
                <a:lnTo>
                  <a:pt x="13547" y="564"/>
                </a:lnTo>
                <a:lnTo>
                  <a:pt x="13547" y="670"/>
                </a:lnTo>
                <a:lnTo>
                  <a:pt x="13547" y="811"/>
                </a:lnTo>
                <a:lnTo>
                  <a:pt x="13653" y="811"/>
                </a:lnTo>
                <a:lnTo>
                  <a:pt x="13759" y="740"/>
                </a:lnTo>
                <a:lnTo>
                  <a:pt x="13900" y="705"/>
                </a:lnTo>
                <a:lnTo>
                  <a:pt x="14041" y="705"/>
                </a:lnTo>
                <a:lnTo>
                  <a:pt x="14147" y="740"/>
                </a:lnTo>
                <a:lnTo>
                  <a:pt x="14288" y="740"/>
                </a:lnTo>
                <a:lnTo>
                  <a:pt x="14429" y="740"/>
                </a:lnTo>
                <a:lnTo>
                  <a:pt x="14535" y="705"/>
                </a:lnTo>
                <a:lnTo>
                  <a:pt x="14641" y="705"/>
                </a:lnTo>
                <a:lnTo>
                  <a:pt x="14747" y="740"/>
                </a:lnTo>
                <a:lnTo>
                  <a:pt x="14852" y="740"/>
                </a:lnTo>
                <a:lnTo>
                  <a:pt x="14958" y="740"/>
                </a:lnTo>
                <a:lnTo>
                  <a:pt x="15064" y="705"/>
                </a:lnTo>
                <a:lnTo>
                  <a:pt x="15170" y="705"/>
                </a:lnTo>
                <a:lnTo>
                  <a:pt x="15276" y="705"/>
                </a:lnTo>
                <a:lnTo>
                  <a:pt x="15311" y="811"/>
                </a:lnTo>
                <a:lnTo>
                  <a:pt x="15417" y="811"/>
                </a:lnTo>
                <a:lnTo>
                  <a:pt x="15558" y="881"/>
                </a:lnTo>
                <a:lnTo>
                  <a:pt x="15664" y="987"/>
                </a:lnTo>
                <a:lnTo>
                  <a:pt x="15734" y="1093"/>
                </a:lnTo>
                <a:lnTo>
                  <a:pt x="15840" y="1165"/>
                </a:lnTo>
                <a:lnTo>
                  <a:pt x="15981" y="1235"/>
                </a:lnTo>
                <a:lnTo>
                  <a:pt x="16122" y="1306"/>
                </a:lnTo>
                <a:lnTo>
                  <a:pt x="16264" y="1376"/>
                </a:lnTo>
                <a:lnTo>
                  <a:pt x="16369" y="1376"/>
                </a:lnTo>
                <a:lnTo>
                  <a:pt x="16475" y="1412"/>
                </a:lnTo>
                <a:lnTo>
                  <a:pt x="16581" y="1482"/>
                </a:lnTo>
                <a:lnTo>
                  <a:pt x="16722" y="1517"/>
                </a:lnTo>
                <a:lnTo>
                  <a:pt x="16828" y="1517"/>
                </a:lnTo>
                <a:lnTo>
                  <a:pt x="16934" y="1588"/>
                </a:lnTo>
                <a:lnTo>
                  <a:pt x="17040" y="1623"/>
                </a:lnTo>
                <a:lnTo>
                  <a:pt x="17181" y="1623"/>
                </a:lnTo>
                <a:lnTo>
                  <a:pt x="17287" y="1623"/>
                </a:lnTo>
                <a:lnTo>
                  <a:pt x="17392" y="1659"/>
                </a:lnTo>
                <a:lnTo>
                  <a:pt x="17534" y="1588"/>
                </a:lnTo>
                <a:lnTo>
                  <a:pt x="17639" y="1588"/>
                </a:lnTo>
                <a:lnTo>
                  <a:pt x="17745" y="1588"/>
                </a:lnTo>
                <a:lnTo>
                  <a:pt x="17851" y="1588"/>
                </a:lnTo>
                <a:lnTo>
                  <a:pt x="17992" y="1623"/>
                </a:lnTo>
                <a:lnTo>
                  <a:pt x="18098" y="1694"/>
                </a:lnTo>
                <a:lnTo>
                  <a:pt x="18239" y="1729"/>
                </a:lnTo>
                <a:lnTo>
                  <a:pt x="18345" y="1764"/>
                </a:lnTo>
                <a:lnTo>
                  <a:pt x="18486" y="1800"/>
                </a:lnTo>
                <a:lnTo>
                  <a:pt x="18627" y="1800"/>
                </a:lnTo>
                <a:lnTo>
                  <a:pt x="18733" y="1800"/>
                </a:lnTo>
                <a:lnTo>
                  <a:pt x="18839" y="1800"/>
                </a:lnTo>
                <a:lnTo>
                  <a:pt x="18945" y="1800"/>
                </a:lnTo>
                <a:lnTo>
                  <a:pt x="19051" y="1764"/>
                </a:lnTo>
                <a:lnTo>
                  <a:pt x="19156" y="1694"/>
                </a:lnTo>
                <a:lnTo>
                  <a:pt x="19262" y="1659"/>
                </a:lnTo>
                <a:lnTo>
                  <a:pt x="19368" y="1623"/>
                </a:lnTo>
                <a:lnTo>
                  <a:pt x="19544" y="1588"/>
                </a:lnTo>
                <a:lnTo>
                  <a:pt x="19650" y="1588"/>
                </a:lnTo>
                <a:lnTo>
                  <a:pt x="19791" y="1588"/>
                </a:lnTo>
                <a:lnTo>
                  <a:pt x="19827" y="1694"/>
                </a:lnTo>
                <a:lnTo>
                  <a:pt x="19968" y="1800"/>
                </a:lnTo>
                <a:lnTo>
                  <a:pt x="20109" y="1800"/>
                </a:lnTo>
                <a:lnTo>
                  <a:pt x="20215" y="1800"/>
                </a:lnTo>
                <a:lnTo>
                  <a:pt x="20391" y="1800"/>
                </a:lnTo>
                <a:lnTo>
                  <a:pt x="20532" y="1835"/>
                </a:lnTo>
                <a:lnTo>
                  <a:pt x="20673" y="1835"/>
                </a:lnTo>
                <a:lnTo>
                  <a:pt x="20814" y="1870"/>
                </a:lnTo>
                <a:lnTo>
                  <a:pt x="20956" y="1870"/>
                </a:lnTo>
                <a:lnTo>
                  <a:pt x="21061" y="1870"/>
                </a:lnTo>
                <a:lnTo>
                  <a:pt x="21202" y="1835"/>
                </a:lnTo>
                <a:lnTo>
                  <a:pt x="21308" y="1835"/>
                </a:lnTo>
                <a:lnTo>
                  <a:pt x="21414" y="1835"/>
                </a:lnTo>
                <a:lnTo>
                  <a:pt x="21520" y="1800"/>
                </a:lnTo>
                <a:lnTo>
                  <a:pt x="21626" y="1800"/>
                </a:lnTo>
                <a:lnTo>
                  <a:pt x="21732" y="1764"/>
                </a:lnTo>
                <a:lnTo>
                  <a:pt x="21837" y="1764"/>
                </a:lnTo>
                <a:lnTo>
                  <a:pt x="21943" y="1764"/>
                </a:lnTo>
                <a:lnTo>
                  <a:pt x="22049" y="1729"/>
                </a:lnTo>
                <a:lnTo>
                  <a:pt x="22155" y="1729"/>
                </a:lnTo>
                <a:lnTo>
                  <a:pt x="22261" y="1729"/>
                </a:lnTo>
                <a:lnTo>
                  <a:pt x="22367" y="1729"/>
                </a:lnTo>
                <a:lnTo>
                  <a:pt x="22472" y="1729"/>
                </a:lnTo>
                <a:lnTo>
                  <a:pt x="22578" y="1800"/>
                </a:lnTo>
                <a:lnTo>
                  <a:pt x="22684" y="1800"/>
                </a:lnTo>
                <a:lnTo>
                  <a:pt x="22790" y="1800"/>
                </a:lnTo>
                <a:lnTo>
                  <a:pt x="22896" y="1729"/>
                </a:lnTo>
                <a:lnTo>
                  <a:pt x="23002" y="1659"/>
                </a:lnTo>
                <a:lnTo>
                  <a:pt x="23107" y="1659"/>
                </a:lnTo>
                <a:lnTo>
                  <a:pt x="23213" y="1659"/>
                </a:lnTo>
                <a:lnTo>
                  <a:pt x="23319" y="1659"/>
                </a:lnTo>
                <a:lnTo>
                  <a:pt x="23637" y="1659"/>
                </a:lnTo>
                <a:lnTo>
                  <a:pt x="23637" y="2152"/>
                </a:lnTo>
                <a:lnTo>
                  <a:pt x="0" y="2188"/>
                </a:lnTo>
                <a:lnTo>
                  <a:pt x="70" y="183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365040" y="1019160"/>
            <a:ext cx="8375760" cy="1697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StringData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X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 BY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65160" y="3492360"/>
            <a:ext cx="7289640" cy="723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1520" algn="l"/>
                <a:tab pos="571680" algn="l"/>
                <a:tab pos="1054080" algn="l"/>
                <a:tab pos="1523880" algn="l"/>
                <a:tab pos="2006640" algn="l"/>
                <a:tab pos="2476440" algn="l"/>
                <a:tab pos="2959200" algn="l"/>
                <a:tab pos="3429000" algn="l"/>
                <a:tab pos="3911760" algn="l"/>
                <a:tab pos="4381560" algn="l"/>
                <a:tab pos="4863960" algn="l"/>
                <a:tab pos="5334120" algn="l"/>
                <a:tab pos="5816520" algn="l"/>
                <a:tab pos="6286680" algn="l"/>
                <a:tab pos="67690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47312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98108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247644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29718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342900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388620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435600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4838760" y="35053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7696080" y="34923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7226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67564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629928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580392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5321160" y="35179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923760" y="3168720"/>
            <a:ext cx="13399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StringData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241200" y="952560"/>
            <a:ext cx="8547480" cy="381240"/>
          </a:xfrm>
          <a:custGeom>
            <a:avLst/>
            <a:gdLst/>
            <a:ahLst/>
            <a:rect l="0" t="0" r="r" b="b"/>
            <a:pathLst>
              <a:path w="23743" h="1059">
                <a:moveTo>
                  <a:pt x="211" y="1059"/>
                </a:moveTo>
                <a:lnTo>
                  <a:pt x="317" y="988"/>
                </a:lnTo>
                <a:lnTo>
                  <a:pt x="493" y="918"/>
                </a:lnTo>
                <a:lnTo>
                  <a:pt x="599" y="882"/>
                </a:lnTo>
                <a:lnTo>
                  <a:pt x="705" y="812"/>
                </a:lnTo>
                <a:lnTo>
                  <a:pt x="811" y="777"/>
                </a:lnTo>
                <a:lnTo>
                  <a:pt x="917" y="741"/>
                </a:lnTo>
                <a:lnTo>
                  <a:pt x="1023" y="671"/>
                </a:lnTo>
                <a:lnTo>
                  <a:pt x="1128" y="636"/>
                </a:lnTo>
                <a:lnTo>
                  <a:pt x="1199" y="530"/>
                </a:lnTo>
                <a:lnTo>
                  <a:pt x="1305" y="493"/>
                </a:lnTo>
                <a:lnTo>
                  <a:pt x="1340" y="388"/>
                </a:lnTo>
                <a:lnTo>
                  <a:pt x="1446" y="352"/>
                </a:lnTo>
                <a:lnTo>
                  <a:pt x="1552" y="352"/>
                </a:lnTo>
                <a:lnTo>
                  <a:pt x="1658" y="493"/>
                </a:lnTo>
                <a:lnTo>
                  <a:pt x="1763" y="565"/>
                </a:lnTo>
                <a:lnTo>
                  <a:pt x="1834" y="671"/>
                </a:lnTo>
                <a:lnTo>
                  <a:pt x="1905" y="777"/>
                </a:lnTo>
                <a:lnTo>
                  <a:pt x="2046" y="777"/>
                </a:lnTo>
                <a:lnTo>
                  <a:pt x="2187" y="812"/>
                </a:lnTo>
                <a:lnTo>
                  <a:pt x="2293" y="812"/>
                </a:lnTo>
                <a:lnTo>
                  <a:pt x="2398" y="777"/>
                </a:lnTo>
                <a:lnTo>
                  <a:pt x="2540" y="741"/>
                </a:lnTo>
                <a:lnTo>
                  <a:pt x="2645" y="671"/>
                </a:lnTo>
                <a:lnTo>
                  <a:pt x="2751" y="636"/>
                </a:lnTo>
                <a:lnTo>
                  <a:pt x="2857" y="600"/>
                </a:lnTo>
                <a:lnTo>
                  <a:pt x="2998" y="565"/>
                </a:lnTo>
                <a:lnTo>
                  <a:pt x="3104" y="530"/>
                </a:lnTo>
                <a:lnTo>
                  <a:pt x="3210" y="493"/>
                </a:lnTo>
                <a:lnTo>
                  <a:pt x="3316" y="493"/>
                </a:lnTo>
                <a:lnTo>
                  <a:pt x="3421" y="493"/>
                </a:lnTo>
                <a:lnTo>
                  <a:pt x="3527" y="493"/>
                </a:lnTo>
                <a:lnTo>
                  <a:pt x="3633" y="493"/>
                </a:lnTo>
                <a:lnTo>
                  <a:pt x="3739" y="493"/>
                </a:lnTo>
                <a:lnTo>
                  <a:pt x="3845" y="530"/>
                </a:lnTo>
                <a:lnTo>
                  <a:pt x="4021" y="530"/>
                </a:lnTo>
                <a:lnTo>
                  <a:pt x="4127" y="530"/>
                </a:lnTo>
                <a:lnTo>
                  <a:pt x="4268" y="530"/>
                </a:lnTo>
                <a:lnTo>
                  <a:pt x="4374" y="530"/>
                </a:lnTo>
                <a:lnTo>
                  <a:pt x="4515" y="530"/>
                </a:lnTo>
                <a:lnTo>
                  <a:pt x="4621" y="530"/>
                </a:lnTo>
                <a:lnTo>
                  <a:pt x="4727" y="530"/>
                </a:lnTo>
                <a:lnTo>
                  <a:pt x="4868" y="493"/>
                </a:lnTo>
                <a:lnTo>
                  <a:pt x="4974" y="493"/>
                </a:lnTo>
                <a:lnTo>
                  <a:pt x="5115" y="423"/>
                </a:lnTo>
                <a:lnTo>
                  <a:pt x="5256" y="423"/>
                </a:lnTo>
                <a:lnTo>
                  <a:pt x="5397" y="423"/>
                </a:lnTo>
                <a:lnTo>
                  <a:pt x="5538" y="388"/>
                </a:lnTo>
                <a:lnTo>
                  <a:pt x="5679" y="352"/>
                </a:lnTo>
                <a:lnTo>
                  <a:pt x="5785" y="352"/>
                </a:lnTo>
                <a:lnTo>
                  <a:pt x="5891" y="352"/>
                </a:lnTo>
                <a:lnTo>
                  <a:pt x="5998" y="352"/>
                </a:lnTo>
                <a:lnTo>
                  <a:pt x="6104" y="352"/>
                </a:lnTo>
                <a:lnTo>
                  <a:pt x="6209" y="423"/>
                </a:lnTo>
                <a:lnTo>
                  <a:pt x="6421" y="493"/>
                </a:lnTo>
                <a:lnTo>
                  <a:pt x="6774" y="493"/>
                </a:lnTo>
                <a:lnTo>
                  <a:pt x="6915" y="530"/>
                </a:lnTo>
                <a:lnTo>
                  <a:pt x="7021" y="530"/>
                </a:lnTo>
                <a:lnTo>
                  <a:pt x="7127" y="530"/>
                </a:lnTo>
                <a:lnTo>
                  <a:pt x="7232" y="530"/>
                </a:lnTo>
                <a:lnTo>
                  <a:pt x="7338" y="530"/>
                </a:lnTo>
                <a:lnTo>
                  <a:pt x="7409" y="636"/>
                </a:lnTo>
                <a:lnTo>
                  <a:pt x="7515" y="777"/>
                </a:lnTo>
                <a:lnTo>
                  <a:pt x="7621" y="847"/>
                </a:lnTo>
                <a:lnTo>
                  <a:pt x="7726" y="777"/>
                </a:lnTo>
                <a:lnTo>
                  <a:pt x="7832" y="777"/>
                </a:lnTo>
                <a:lnTo>
                  <a:pt x="7938" y="706"/>
                </a:lnTo>
                <a:lnTo>
                  <a:pt x="8079" y="671"/>
                </a:lnTo>
                <a:lnTo>
                  <a:pt x="8220" y="636"/>
                </a:lnTo>
                <a:lnTo>
                  <a:pt x="8361" y="600"/>
                </a:lnTo>
                <a:lnTo>
                  <a:pt x="8467" y="565"/>
                </a:lnTo>
                <a:lnTo>
                  <a:pt x="8573" y="565"/>
                </a:lnTo>
                <a:lnTo>
                  <a:pt x="8714" y="530"/>
                </a:lnTo>
                <a:lnTo>
                  <a:pt x="8820" y="493"/>
                </a:lnTo>
                <a:lnTo>
                  <a:pt x="8926" y="458"/>
                </a:lnTo>
                <a:lnTo>
                  <a:pt x="9032" y="388"/>
                </a:lnTo>
                <a:lnTo>
                  <a:pt x="9137" y="388"/>
                </a:lnTo>
                <a:lnTo>
                  <a:pt x="9279" y="388"/>
                </a:lnTo>
                <a:lnTo>
                  <a:pt x="9384" y="423"/>
                </a:lnTo>
                <a:lnTo>
                  <a:pt x="9490" y="458"/>
                </a:lnTo>
                <a:lnTo>
                  <a:pt x="9596" y="493"/>
                </a:lnTo>
                <a:lnTo>
                  <a:pt x="9702" y="493"/>
                </a:lnTo>
                <a:lnTo>
                  <a:pt x="9808" y="493"/>
                </a:lnTo>
                <a:lnTo>
                  <a:pt x="9949" y="530"/>
                </a:lnTo>
                <a:lnTo>
                  <a:pt x="10055" y="530"/>
                </a:lnTo>
                <a:lnTo>
                  <a:pt x="10231" y="530"/>
                </a:lnTo>
                <a:lnTo>
                  <a:pt x="10337" y="530"/>
                </a:lnTo>
                <a:lnTo>
                  <a:pt x="10443" y="493"/>
                </a:lnTo>
                <a:lnTo>
                  <a:pt x="10584" y="493"/>
                </a:lnTo>
                <a:lnTo>
                  <a:pt x="10690" y="458"/>
                </a:lnTo>
                <a:lnTo>
                  <a:pt x="10866" y="423"/>
                </a:lnTo>
                <a:lnTo>
                  <a:pt x="11007" y="423"/>
                </a:lnTo>
                <a:lnTo>
                  <a:pt x="11113" y="388"/>
                </a:lnTo>
                <a:lnTo>
                  <a:pt x="11148" y="493"/>
                </a:lnTo>
                <a:lnTo>
                  <a:pt x="11254" y="530"/>
                </a:lnTo>
                <a:lnTo>
                  <a:pt x="11395" y="530"/>
                </a:lnTo>
                <a:lnTo>
                  <a:pt x="11501" y="493"/>
                </a:lnTo>
                <a:lnTo>
                  <a:pt x="11642" y="493"/>
                </a:lnTo>
                <a:lnTo>
                  <a:pt x="11783" y="493"/>
                </a:lnTo>
                <a:lnTo>
                  <a:pt x="11889" y="423"/>
                </a:lnTo>
                <a:lnTo>
                  <a:pt x="11995" y="423"/>
                </a:lnTo>
                <a:lnTo>
                  <a:pt x="12101" y="423"/>
                </a:lnTo>
                <a:lnTo>
                  <a:pt x="12242" y="388"/>
                </a:lnTo>
                <a:lnTo>
                  <a:pt x="12348" y="352"/>
                </a:lnTo>
                <a:lnTo>
                  <a:pt x="12454" y="352"/>
                </a:lnTo>
                <a:lnTo>
                  <a:pt x="12559" y="352"/>
                </a:lnTo>
                <a:lnTo>
                  <a:pt x="12665" y="352"/>
                </a:lnTo>
                <a:lnTo>
                  <a:pt x="12806" y="352"/>
                </a:lnTo>
                <a:lnTo>
                  <a:pt x="12912" y="352"/>
                </a:lnTo>
                <a:lnTo>
                  <a:pt x="13089" y="388"/>
                </a:lnTo>
                <a:lnTo>
                  <a:pt x="13265" y="388"/>
                </a:lnTo>
                <a:lnTo>
                  <a:pt x="13371" y="388"/>
                </a:lnTo>
                <a:lnTo>
                  <a:pt x="13512" y="388"/>
                </a:lnTo>
                <a:lnTo>
                  <a:pt x="13653" y="388"/>
                </a:lnTo>
                <a:lnTo>
                  <a:pt x="13759" y="423"/>
                </a:lnTo>
                <a:lnTo>
                  <a:pt x="13900" y="493"/>
                </a:lnTo>
                <a:lnTo>
                  <a:pt x="14041" y="493"/>
                </a:lnTo>
                <a:lnTo>
                  <a:pt x="14147" y="530"/>
                </a:lnTo>
                <a:lnTo>
                  <a:pt x="14253" y="565"/>
                </a:lnTo>
                <a:lnTo>
                  <a:pt x="14359" y="636"/>
                </a:lnTo>
                <a:lnTo>
                  <a:pt x="14464" y="636"/>
                </a:lnTo>
                <a:lnTo>
                  <a:pt x="14641" y="706"/>
                </a:lnTo>
                <a:lnTo>
                  <a:pt x="14782" y="741"/>
                </a:lnTo>
                <a:lnTo>
                  <a:pt x="14923" y="777"/>
                </a:lnTo>
                <a:lnTo>
                  <a:pt x="15029" y="812"/>
                </a:lnTo>
                <a:lnTo>
                  <a:pt x="15135" y="847"/>
                </a:lnTo>
                <a:lnTo>
                  <a:pt x="15241" y="882"/>
                </a:lnTo>
                <a:lnTo>
                  <a:pt x="15417" y="918"/>
                </a:lnTo>
                <a:lnTo>
                  <a:pt x="15593" y="918"/>
                </a:lnTo>
                <a:lnTo>
                  <a:pt x="15770" y="918"/>
                </a:lnTo>
                <a:lnTo>
                  <a:pt x="15876" y="918"/>
                </a:lnTo>
                <a:lnTo>
                  <a:pt x="16052" y="918"/>
                </a:lnTo>
                <a:lnTo>
                  <a:pt x="16193" y="882"/>
                </a:lnTo>
                <a:lnTo>
                  <a:pt x="16299" y="812"/>
                </a:lnTo>
                <a:lnTo>
                  <a:pt x="16405" y="777"/>
                </a:lnTo>
                <a:lnTo>
                  <a:pt x="16511" y="706"/>
                </a:lnTo>
                <a:lnTo>
                  <a:pt x="16616" y="706"/>
                </a:lnTo>
                <a:lnTo>
                  <a:pt x="16722" y="671"/>
                </a:lnTo>
                <a:lnTo>
                  <a:pt x="16828" y="671"/>
                </a:lnTo>
                <a:lnTo>
                  <a:pt x="16934" y="636"/>
                </a:lnTo>
                <a:lnTo>
                  <a:pt x="17040" y="636"/>
                </a:lnTo>
                <a:lnTo>
                  <a:pt x="17146" y="565"/>
                </a:lnTo>
                <a:lnTo>
                  <a:pt x="17287" y="530"/>
                </a:lnTo>
                <a:lnTo>
                  <a:pt x="17463" y="493"/>
                </a:lnTo>
                <a:lnTo>
                  <a:pt x="17604" y="493"/>
                </a:lnTo>
                <a:lnTo>
                  <a:pt x="17745" y="458"/>
                </a:lnTo>
                <a:lnTo>
                  <a:pt x="17887" y="423"/>
                </a:lnTo>
                <a:lnTo>
                  <a:pt x="18028" y="423"/>
                </a:lnTo>
                <a:lnTo>
                  <a:pt x="18170" y="388"/>
                </a:lnTo>
                <a:lnTo>
                  <a:pt x="18275" y="388"/>
                </a:lnTo>
                <a:lnTo>
                  <a:pt x="18452" y="388"/>
                </a:lnTo>
                <a:lnTo>
                  <a:pt x="18628" y="423"/>
                </a:lnTo>
                <a:lnTo>
                  <a:pt x="18734" y="423"/>
                </a:lnTo>
                <a:lnTo>
                  <a:pt x="18875" y="423"/>
                </a:lnTo>
                <a:lnTo>
                  <a:pt x="19016" y="388"/>
                </a:lnTo>
                <a:lnTo>
                  <a:pt x="19157" y="388"/>
                </a:lnTo>
                <a:lnTo>
                  <a:pt x="19298" y="352"/>
                </a:lnTo>
                <a:lnTo>
                  <a:pt x="19404" y="317"/>
                </a:lnTo>
                <a:lnTo>
                  <a:pt x="19545" y="282"/>
                </a:lnTo>
                <a:lnTo>
                  <a:pt x="19651" y="352"/>
                </a:lnTo>
                <a:lnTo>
                  <a:pt x="19828" y="388"/>
                </a:lnTo>
                <a:lnTo>
                  <a:pt x="20004" y="423"/>
                </a:lnTo>
                <a:lnTo>
                  <a:pt x="20145" y="423"/>
                </a:lnTo>
                <a:lnTo>
                  <a:pt x="20286" y="458"/>
                </a:lnTo>
                <a:lnTo>
                  <a:pt x="20427" y="493"/>
                </a:lnTo>
                <a:lnTo>
                  <a:pt x="20568" y="493"/>
                </a:lnTo>
                <a:lnTo>
                  <a:pt x="20710" y="565"/>
                </a:lnTo>
                <a:lnTo>
                  <a:pt x="20851" y="565"/>
                </a:lnTo>
                <a:lnTo>
                  <a:pt x="20957" y="636"/>
                </a:lnTo>
                <a:lnTo>
                  <a:pt x="21062" y="636"/>
                </a:lnTo>
                <a:lnTo>
                  <a:pt x="21274" y="706"/>
                </a:lnTo>
                <a:lnTo>
                  <a:pt x="21415" y="706"/>
                </a:lnTo>
                <a:lnTo>
                  <a:pt x="21556" y="706"/>
                </a:lnTo>
                <a:lnTo>
                  <a:pt x="21697" y="706"/>
                </a:lnTo>
                <a:lnTo>
                  <a:pt x="21803" y="706"/>
                </a:lnTo>
                <a:lnTo>
                  <a:pt x="21909" y="706"/>
                </a:lnTo>
                <a:lnTo>
                  <a:pt x="22085" y="706"/>
                </a:lnTo>
                <a:lnTo>
                  <a:pt x="22191" y="706"/>
                </a:lnTo>
                <a:lnTo>
                  <a:pt x="22297" y="706"/>
                </a:lnTo>
                <a:lnTo>
                  <a:pt x="22403" y="741"/>
                </a:lnTo>
                <a:lnTo>
                  <a:pt x="22509" y="741"/>
                </a:lnTo>
                <a:lnTo>
                  <a:pt x="22650" y="706"/>
                </a:lnTo>
                <a:lnTo>
                  <a:pt x="22756" y="706"/>
                </a:lnTo>
                <a:lnTo>
                  <a:pt x="22862" y="741"/>
                </a:lnTo>
                <a:lnTo>
                  <a:pt x="22967" y="777"/>
                </a:lnTo>
                <a:lnTo>
                  <a:pt x="23073" y="777"/>
                </a:lnTo>
                <a:lnTo>
                  <a:pt x="23214" y="812"/>
                </a:lnTo>
                <a:lnTo>
                  <a:pt x="23320" y="847"/>
                </a:lnTo>
                <a:lnTo>
                  <a:pt x="23426" y="918"/>
                </a:lnTo>
                <a:lnTo>
                  <a:pt x="23532" y="918"/>
                </a:lnTo>
                <a:lnTo>
                  <a:pt x="23638" y="918"/>
                </a:lnTo>
                <a:lnTo>
                  <a:pt x="23743" y="953"/>
                </a:lnTo>
                <a:lnTo>
                  <a:pt x="23743" y="0"/>
                </a:lnTo>
                <a:lnTo>
                  <a:pt x="0" y="0"/>
                </a:lnTo>
                <a:lnTo>
                  <a:pt x="211" y="1059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291960" y="2006640"/>
            <a:ext cx="8509320" cy="787680"/>
          </a:xfrm>
          <a:custGeom>
            <a:avLst/>
            <a:gdLst/>
            <a:ahLst/>
            <a:rect l="0" t="0" r="r" b="b"/>
            <a:pathLst>
              <a:path w="23637" h="2188">
                <a:moveTo>
                  <a:pt x="70" y="1835"/>
                </a:moveTo>
                <a:lnTo>
                  <a:pt x="211" y="1800"/>
                </a:lnTo>
                <a:lnTo>
                  <a:pt x="317" y="1729"/>
                </a:lnTo>
                <a:lnTo>
                  <a:pt x="423" y="1729"/>
                </a:lnTo>
                <a:lnTo>
                  <a:pt x="529" y="1659"/>
                </a:lnTo>
                <a:lnTo>
                  <a:pt x="635" y="1659"/>
                </a:lnTo>
                <a:lnTo>
                  <a:pt x="740" y="1588"/>
                </a:lnTo>
                <a:lnTo>
                  <a:pt x="846" y="1553"/>
                </a:lnTo>
                <a:lnTo>
                  <a:pt x="952" y="1517"/>
                </a:lnTo>
                <a:lnTo>
                  <a:pt x="1058" y="1517"/>
                </a:lnTo>
                <a:lnTo>
                  <a:pt x="1164" y="1553"/>
                </a:lnTo>
                <a:lnTo>
                  <a:pt x="1270" y="1553"/>
                </a:lnTo>
                <a:lnTo>
                  <a:pt x="1340" y="1659"/>
                </a:lnTo>
                <a:lnTo>
                  <a:pt x="1446" y="1729"/>
                </a:lnTo>
                <a:lnTo>
                  <a:pt x="1552" y="1764"/>
                </a:lnTo>
                <a:lnTo>
                  <a:pt x="1728" y="0"/>
                </a:lnTo>
                <a:lnTo>
                  <a:pt x="1728" y="1764"/>
                </a:lnTo>
                <a:lnTo>
                  <a:pt x="1869" y="1729"/>
                </a:lnTo>
                <a:lnTo>
                  <a:pt x="1975" y="1694"/>
                </a:lnTo>
                <a:lnTo>
                  <a:pt x="2081" y="1659"/>
                </a:lnTo>
                <a:lnTo>
                  <a:pt x="2187" y="1553"/>
                </a:lnTo>
                <a:lnTo>
                  <a:pt x="2257" y="1447"/>
                </a:lnTo>
                <a:lnTo>
                  <a:pt x="2363" y="1341"/>
                </a:lnTo>
                <a:lnTo>
                  <a:pt x="2398" y="1235"/>
                </a:lnTo>
                <a:lnTo>
                  <a:pt x="2469" y="1129"/>
                </a:lnTo>
                <a:lnTo>
                  <a:pt x="2540" y="1023"/>
                </a:lnTo>
                <a:lnTo>
                  <a:pt x="2610" y="917"/>
                </a:lnTo>
                <a:lnTo>
                  <a:pt x="2681" y="811"/>
                </a:lnTo>
                <a:lnTo>
                  <a:pt x="2751" y="917"/>
                </a:lnTo>
                <a:lnTo>
                  <a:pt x="2822" y="1023"/>
                </a:lnTo>
                <a:lnTo>
                  <a:pt x="2928" y="1129"/>
                </a:lnTo>
                <a:lnTo>
                  <a:pt x="2963" y="1235"/>
                </a:lnTo>
                <a:lnTo>
                  <a:pt x="3069" y="1341"/>
                </a:lnTo>
                <a:lnTo>
                  <a:pt x="3104" y="1447"/>
                </a:lnTo>
                <a:lnTo>
                  <a:pt x="3210" y="1517"/>
                </a:lnTo>
                <a:lnTo>
                  <a:pt x="3316" y="1517"/>
                </a:lnTo>
                <a:lnTo>
                  <a:pt x="3421" y="1553"/>
                </a:lnTo>
                <a:lnTo>
                  <a:pt x="3527" y="1553"/>
                </a:lnTo>
                <a:lnTo>
                  <a:pt x="3633" y="1517"/>
                </a:lnTo>
                <a:lnTo>
                  <a:pt x="3668" y="1412"/>
                </a:lnTo>
                <a:lnTo>
                  <a:pt x="3774" y="1376"/>
                </a:lnTo>
                <a:lnTo>
                  <a:pt x="3810" y="1271"/>
                </a:lnTo>
                <a:lnTo>
                  <a:pt x="3915" y="1200"/>
                </a:lnTo>
                <a:lnTo>
                  <a:pt x="4021" y="1306"/>
                </a:lnTo>
                <a:lnTo>
                  <a:pt x="4092" y="1412"/>
                </a:lnTo>
                <a:lnTo>
                  <a:pt x="4198" y="1447"/>
                </a:lnTo>
                <a:lnTo>
                  <a:pt x="4303" y="1553"/>
                </a:lnTo>
                <a:lnTo>
                  <a:pt x="4409" y="1553"/>
                </a:lnTo>
                <a:lnTo>
                  <a:pt x="4515" y="1588"/>
                </a:lnTo>
                <a:lnTo>
                  <a:pt x="4621" y="1588"/>
                </a:lnTo>
                <a:lnTo>
                  <a:pt x="4727" y="1553"/>
                </a:lnTo>
                <a:lnTo>
                  <a:pt x="4833" y="1553"/>
                </a:lnTo>
                <a:lnTo>
                  <a:pt x="4938" y="1588"/>
                </a:lnTo>
                <a:lnTo>
                  <a:pt x="5080" y="1588"/>
                </a:lnTo>
                <a:lnTo>
                  <a:pt x="5185" y="1623"/>
                </a:lnTo>
                <a:lnTo>
                  <a:pt x="5291" y="1659"/>
                </a:lnTo>
                <a:lnTo>
                  <a:pt x="5397" y="1694"/>
                </a:lnTo>
                <a:lnTo>
                  <a:pt x="5503" y="1694"/>
                </a:lnTo>
                <a:lnTo>
                  <a:pt x="5609" y="1659"/>
                </a:lnTo>
                <a:lnTo>
                  <a:pt x="5750" y="1553"/>
                </a:lnTo>
                <a:lnTo>
                  <a:pt x="5856" y="1588"/>
                </a:lnTo>
                <a:lnTo>
                  <a:pt x="5961" y="1659"/>
                </a:lnTo>
                <a:lnTo>
                  <a:pt x="6067" y="1659"/>
                </a:lnTo>
                <a:lnTo>
                  <a:pt x="6173" y="1659"/>
                </a:lnTo>
                <a:lnTo>
                  <a:pt x="6314" y="1023"/>
                </a:lnTo>
                <a:lnTo>
                  <a:pt x="6314" y="1623"/>
                </a:lnTo>
                <a:lnTo>
                  <a:pt x="6420" y="1623"/>
                </a:lnTo>
                <a:lnTo>
                  <a:pt x="6526" y="1659"/>
                </a:lnTo>
                <a:lnTo>
                  <a:pt x="6632" y="1659"/>
                </a:lnTo>
                <a:lnTo>
                  <a:pt x="6738" y="1659"/>
                </a:lnTo>
                <a:lnTo>
                  <a:pt x="6843" y="1659"/>
                </a:lnTo>
                <a:lnTo>
                  <a:pt x="6985" y="1659"/>
                </a:lnTo>
                <a:lnTo>
                  <a:pt x="7126" y="1659"/>
                </a:lnTo>
                <a:lnTo>
                  <a:pt x="7231" y="1659"/>
                </a:lnTo>
                <a:lnTo>
                  <a:pt x="7337" y="1729"/>
                </a:lnTo>
                <a:lnTo>
                  <a:pt x="7478" y="1800"/>
                </a:lnTo>
                <a:lnTo>
                  <a:pt x="7620" y="1835"/>
                </a:lnTo>
                <a:lnTo>
                  <a:pt x="7725" y="1835"/>
                </a:lnTo>
                <a:lnTo>
                  <a:pt x="7831" y="1835"/>
                </a:lnTo>
                <a:lnTo>
                  <a:pt x="7937" y="1800"/>
                </a:lnTo>
                <a:lnTo>
                  <a:pt x="8043" y="1800"/>
                </a:lnTo>
                <a:lnTo>
                  <a:pt x="8184" y="1764"/>
                </a:lnTo>
                <a:lnTo>
                  <a:pt x="8290" y="1729"/>
                </a:lnTo>
                <a:lnTo>
                  <a:pt x="8396" y="1800"/>
                </a:lnTo>
                <a:lnTo>
                  <a:pt x="8501" y="1835"/>
                </a:lnTo>
                <a:lnTo>
                  <a:pt x="8607" y="1835"/>
                </a:lnTo>
                <a:lnTo>
                  <a:pt x="8713" y="1835"/>
                </a:lnTo>
                <a:lnTo>
                  <a:pt x="8854" y="1835"/>
                </a:lnTo>
                <a:lnTo>
                  <a:pt x="8995" y="1800"/>
                </a:lnTo>
                <a:lnTo>
                  <a:pt x="9101" y="1800"/>
                </a:lnTo>
                <a:lnTo>
                  <a:pt x="9207" y="1729"/>
                </a:lnTo>
                <a:lnTo>
                  <a:pt x="9313" y="1729"/>
                </a:lnTo>
                <a:lnTo>
                  <a:pt x="9454" y="1694"/>
                </a:lnTo>
                <a:lnTo>
                  <a:pt x="9560" y="1659"/>
                </a:lnTo>
                <a:lnTo>
                  <a:pt x="9666" y="1588"/>
                </a:lnTo>
                <a:lnTo>
                  <a:pt x="9771" y="1517"/>
                </a:lnTo>
                <a:lnTo>
                  <a:pt x="9877" y="1447"/>
                </a:lnTo>
                <a:lnTo>
                  <a:pt x="9983" y="1376"/>
                </a:lnTo>
                <a:lnTo>
                  <a:pt x="10089" y="1306"/>
                </a:lnTo>
                <a:lnTo>
                  <a:pt x="10195" y="1235"/>
                </a:lnTo>
                <a:lnTo>
                  <a:pt x="10301" y="1165"/>
                </a:lnTo>
                <a:lnTo>
                  <a:pt x="10336" y="1058"/>
                </a:lnTo>
                <a:lnTo>
                  <a:pt x="10442" y="1093"/>
                </a:lnTo>
                <a:lnTo>
                  <a:pt x="10512" y="1235"/>
                </a:lnTo>
                <a:lnTo>
                  <a:pt x="10618" y="1235"/>
                </a:lnTo>
                <a:lnTo>
                  <a:pt x="10724" y="1165"/>
                </a:lnTo>
                <a:lnTo>
                  <a:pt x="10795" y="1058"/>
                </a:lnTo>
                <a:lnTo>
                  <a:pt x="10936" y="952"/>
                </a:lnTo>
                <a:lnTo>
                  <a:pt x="11041" y="881"/>
                </a:lnTo>
                <a:lnTo>
                  <a:pt x="11147" y="846"/>
                </a:lnTo>
                <a:lnTo>
                  <a:pt x="11253" y="811"/>
                </a:lnTo>
                <a:lnTo>
                  <a:pt x="11359" y="881"/>
                </a:lnTo>
                <a:lnTo>
                  <a:pt x="11465" y="846"/>
                </a:lnTo>
                <a:lnTo>
                  <a:pt x="11571" y="846"/>
                </a:lnTo>
                <a:lnTo>
                  <a:pt x="11782" y="776"/>
                </a:lnTo>
                <a:lnTo>
                  <a:pt x="12136" y="740"/>
                </a:lnTo>
                <a:lnTo>
                  <a:pt x="12559" y="670"/>
                </a:lnTo>
                <a:lnTo>
                  <a:pt x="12983" y="635"/>
                </a:lnTo>
                <a:lnTo>
                  <a:pt x="13336" y="564"/>
                </a:lnTo>
                <a:lnTo>
                  <a:pt x="13477" y="529"/>
                </a:lnTo>
                <a:lnTo>
                  <a:pt x="13618" y="458"/>
                </a:lnTo>
                <a:lnTo>
                  <a:pt x="13547" y="564"/>
                </a:lnTo>
                <a:lnTo>
                  <a:pt x="13547" y="670"/>
                </a:lnTo>
                <a:lnTo>
                  <a:pt x="13547" y="811"/>
                </a:lnTo>
                <a:lnTo>
                  <a:pt x="13653" y="811"/>
                </a:lnTo>
                <a:lnTo>
                  <a:pt x="13759" y="740"/>
                </a:lnTo>
                <a:lnTo>
                  <a:pt x="13900" y="705"/>
                </a:lnTo>
                <a:lnTo>
                  <a:pt x="14041" y="705"/>
                </a:lnTo>
                <a:lnTo>
                  <a:pt x="14147" y="740"/>
                </a:lnTo>
                <a:lnTo>
                  <a:pt x="14288" y="740"/>
                </a:lnTo>
                <a:lnTo>
                  <a:pt x="14429" y="740"/>
                </a:lnTo>
                <a:lnTo>
                  <a:pt x="14535" y="705"/>
                </a:lnTo>
                <a:lnTo>
                  <a:pt x="14641" y="705"/>
                </a:lnTo>
                <a:lnTo>
                  <a:pt x="14747" y="740"/>
                </a:lnTo>
                <a:lnTo>
                  <a:pt x="14852" y="740"/>
                </a:lnTo>
                <a:lnTo>
                  <a:pt x="14958" y="740"/>
                </a:lnTo>
                <a:lnTo>
                  <a:pt x="15064" y="705"/>
                </a:lnTo>
                <a:lnTo>
                  <a:pt x="15170" y="705"/>
                </a:lnTo>
                <a:lnTo>
                  <a:pt x="15276" y="705"/>
                </a:lnTo>
                <a:lnTo>
                  <a:pt x="15311" y="811"/>
                </a:lnTo>
                <a:lnTo>
                  <a:pt x="15417" y="811"/>
                </a:lnTo>
                <a:lnTo>
                  <a:pt x="15558" y="881"/>
                </a:lnTo>
                <a:lnTo>
                  <a:pt x="15664" y="987"/>
                </a:lnTo>
                <a:lnTo>
                  <a:pt x="15734" y="1093"/>
                </a:lnTo>
                <a:lnTo>
                  <a:pt x="15840" y="1165"/>
                </a:lnTo>
                <a:lnTo>
                  <a:pt x="15981" y="1235"/>
                </a:lnTo>
                <a:lnTo>
                  <a:pt x="16122" y="1306"/>
                </a:lnTo>
                <a:lnTo>
                  <a:pt x="16264" y="1376"/>
                </a:lnTo>
                <a:lnTo>
                  <a:pt x="16369" y="1376"/>
                </a:lnTo>
                <a:lnTo>
                  <a:pt x="16475" y="1412"/>
                </a:lnTo>
                <a:lnTo>
                  <a:pt x="16581" y="1482"/>
                </a:lnTo>
                <a:lnTo>
                  <a:pt x="16722" y="1517"/>
                </a:lnTo>
                <a:lnTo>
                  <a:pt x="16828" y="1517"/>
                </a:lnTo>
                <a:lnTo>
                  <a:pt x="16934" y="1588"/>
                </a:lnTo>
                <a:lnTo>
                  <a:pt x="17040" y="1623"/>
                </a:lnTo>
                <a:lnTo>
                  <a:pt x="17181" y="1623"/>
                </a:lnTo>
                <a:lnTo>
                  <a:pt x="17287" y="1623"/>
                </a:lnTo>
                <a:lnTo>
                  <a:pt x="17392" y="1659"/>
                </a:lnTo>
                <a:lnTo>
                  <a:pt x="17534" y="1588"/>
                </a:lnTo>
                <a:lnTo>
                  <a:pt x="17639" y="1588"/>
                </a:lnTo>
                <a:lnTo>
                  <a:pt x="17745" y="1588"/>
                </a:lnTo>
                <a:lnTo>
                  <a:pt x="17851" y="1588"/>
                </a:lnTo>
                <a:lnTo>
                  <a:pt x="17992" y="1623"/>
                </a:lnTo>
                <a:lnTo>
                  <a:pt x="18098" y="1694"/>
                </a:lnTo>
                <a:lnTo>
                  <a:pt x="18239" y="1729"/>
                </a:lnTo>
                <a:lnTo>
                  <a:pt x="18345" y="1764"/>
                </a:lnTo>
                <a:lnTo>
                  <a:pt x="18486" y="1800"/>
                </a:lnTo>
                <a:lnTo>
                  <a:pt x="18627" y="1800"/>
                </a:lnTo>
                <a:lnTo>
                  <a:pt x="18733" y="1800"/>
                </a:lnTo>
                <a:lnTo>
                  <a:pt x="18839" y="1800"/>
                </a:lnTo>
                <a:lnTo>
                  <a:pt x="18945" y="1800"/>
                </a:lnTo>
                <a:lnTo>
                  <a:pt x="19051" y="1764"/>
                </a:lnTo>
                <a:lnTo>
                  <a:pt x="19156" y="1694"/>
                </a:lnTo>
                <a:lnTo>
                  <a:pt x="19262" y="1659"/>
                </a:lnTo>
                <a:lnTo>
                  <a:pt x="19368" y="1623"/>
                </a:lnTo>
                <a:lnTo>
                  <a:pt x="19544" y="1588"/>
                </a:lnTo>
                <a:lnTo>
                  <a:pt x="19650" y="1588"/>
                </a:lnTo>
                <a:lnTo>
                  <a:pt x="19791" y="1588"/>
                </a:lnTo>
                <a:lnTo>
                  <a:pt x="19827" y="1694"/>
                </a:lnTo>
                <a:lnTo>
                  <a:pt x="19968" y="1800"/>
                </a:lnTo>
                <a:lnTo>
                  <a:pt x="20109" y="1800"/>
                </a:lnTo>
                <a:lnTo>
                  <a:pt x="20215" y="1800"/>
                </a:lnTo>
                <a:lnTo>
                  <a:pt x="20391" y="1800"/>
                </a:lnTo>
                <a:lnTo>
                  <a:pt x="20532" y="1835"/>
                </a:lnTo>
                <a:lnTo>
                  <a:pt x="20673" y="1835"/>
                </a:lnTo>
                <a:lnTo>
                  <a:pt x="20814" y="1870"/>
                </a:lnTo>
                <a:lnTo>
                  <a:pt x="20956" y="1870"/>
                </a:lnTo>
                <a:lnTo>
                  <a:pt x="21061" y="1870"/>
                </a:lnTo>
                <a:lnTo>
                  <a:pt x="21202" y="1835"/>
                </a:lnTo>
                <a:lnTo>
                  <a:pt x="21308" y="1835"/>
                </a:lnTo>
                <a:lnTo>
                  <a:pt x="21414" y="1835"/>
                </a:lnTo>
                <a:lnTo>
                  <a:pt x="21520" y="1800"/>
                </a:lnTo>
                <a:lnTo>
                  <a:pt x="21626" y="1800"/>
                </a:lnTo>
                <a:lnTo>
                  <a:pt x="21732" y="1764"/>
                </a:lnTo>
                <a:lnTo>
                  <a:pt x="21837" y="1764"/>
                </a:lnTo>
                <a:lnTo>
                  <a:pt x="21943" y="1764"/>
                </a:lnTo>
                <a:lnTo>
                  <a:pt x="22049" y="1729"/>
                </a:lnTo>
                <a:lnTo>
                  <a:pt x="22155" y="1729"/>
                </a:lnTo>
                <a:lnTo>
                  <a:pt x="22261" y="1729"/>
                </a:lnTo>
                <a:lnTo>
                  <a:pt x="22367" y="1729"/>
                </a:lnTo>
                <a:lnTo>
                  <a:pt x="22472" y="1729"/>
                </a:lnTo>
                <a:lnTo>
                  <a:pt x="22578" y="1800"/>
                </a:lnTo>
                <a:lnTo>
                  <a:pt x="22684" y="1800"/>
                </a:lnTo>
                <a:lnTo>
                  <a:pt x="22790" y="1800"/>
                </a:lnTo>
                <a:lnTo>
                  <a:pt x="22896" y="1729"/>
                </a:lnTo>
                <a:lnTo>
                  <a:pt x="23002" y="1659"/>
                </a:lnTo>
                <a:lnTo>
                  <a:pt x="23107" y="1659"/>
                </a:lnTo>
                <a:lnTo>
                  <a:pt x="23213" y="1659"/>
                </a:lnTo>
                <a:lnTo>
                  <a:pt x="23319" y="1659"/>
                </a:lnTo>
                <a:lnTo>
                  <a:pt x="23637" y="1659"/>
                </a:lnTo>
                <a:lnTo>
                  <a:pt x="23637" y="2152"/>
                </a:lnTo>
                <a:lnTo>
                  <a:pt x="0" y="2188"/>
                </a:lnTo>
                <a:lnTo>
                  <a:pt x="70" y="183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 txBox="1"/>
          <p:nvPr/>
        </p:nvSpPr>
        <p:spPr>
          <a:xfrm>
            <a:off x="2489040" y="57240"/>
            <a:ext cx="3583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314280" y="676440"/>
            <a:ext cx="8194680" cy="1697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CustAddress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CONVERTING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abcdefghijklmnopqrstuvwxyz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TO    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ABCDEFGHIJKLMNOPQRSTUVWXYZ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17520" y="2571840"/>
            <a:ext cx="8178840" cy="39909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AlphaChars.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AlphaLower PIC X(26)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"abcdefghijklmnopqrstuvwxyz".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AlphaUpper PIC X(26)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"ABCDEFGHIJKLMNOPQRSTUVWXYZ".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CustAddress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CONVERTING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AlphaLower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TO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AlphaUpper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CustAddress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CONVERTING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AlphaUpper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TO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AlphaLower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291960" y="596880"/>
            <a:ext cx="8293320" cy="419400"/>
          </a:xfrm>
          <a:custGeom>
            <a:avLst/>
            <a:gdLst/>
            <a:ahLst/>
            <a:rect l="0" t="0" r="r" b="b"/>
            <a:pathLst>
              <a:path w="23037" h="1165">
                <a:moveTo>
                  <a:pt x="35" y="988"/>
                </a:moveTo>
                <a:lnTo>
                  <a:pt x="141" y="918"/>
                </a:lnTo>
                <a:lnTo>
                  <a:pt x="317" y="882"/>
                </a:lnTo>
                <a:lnTo>
                  <a:pt x="458" y="847"/>
                </a:lnTo>
                <a:lnTo>
                  <a:pt x="564" y="777"/>
                </a:lnTo>
                <a:lnTo>
                  <a:pt x="705" y="741"/>
                </a:lnTo>
                <a:lnTo>
                  <a:pt x="811" y="706"/>
                </a:lnTo>
                <a:lnTo>
                  <a:pt x="952" y="706"/>
                </a:lnTo>
                <a:lnTo>
                  <a:pt x="1093" y="636"/>
                </a:lnTo>
                <a:lnTo>
                  <a:pt x="1199" y="636"/>
                </a:lnTo>
                <a:lnTo>
                  <a:pt x="1305" y="600"/>
                </a:lnTo>
                <a:lnTo>
                  <a:pt x="1446" y="600"/>
                </a:lnTo>
                <a:lnTo>
                  <a:pt x="1587" y="564"/>
                </a:lnTo>
                <a:lnTo>
                  <a:pt x="1693" y="600"/>
                </a:lnTo>
                <a:lnTo>
                  <a:pt x="1728" y="706"/>
                </a:lnTo>
                <a:lnTo>
                  <a:pt x="1834" y="812"/>
                </a:lnTo>
                <a:lnTo>
                  <a:pt x="1940" y="882"/>
                </a:lnTo>
                <a:lnTo>
                  <a:pt x="2046" y="953"/>
                </a:lnTo>
                <a:lnTo>
                  <a:pt x="2151" y="953"/>
                </a:lnTo>
                <a:lnTo>
                  <a:pt x="2257" y="918"/>
                </a:lnTo>
                <a:lnTo>
                  <a:pt x="2363" y="847"/>
                </a:lnTo>
                <a:lnTo>
                  <a:pt x="2540" y="777"/>
                </a:lnTo>
                <a:lnTo>
                  <a:pt x="2645" y="706"/>
                </a:lnTo>
                <a:lnTo>
                  <a:pt x="2786" y="636"/>
                </a:lnTo>
                <a:lnTo>
                  <a:pt x="2928" y="600"/>
                </a:lnTo>
                <a:lnTo>
                  <a:pt x="3033" y="564"/>
                </a:lnTo>
                <a:lnTo>
                  <a:pt x="3139" y="564"/>
                </a:lnTo>
                <a:lnTo>
                  <a:pt x="3280" y="636"/>
                </a:lnTo>
                <a:lnTo>
                  <a:pt x="3386" y="741"/>
                </a:lnTo>
                <a:lnTo>
                  <a:pt x="3421" y="847"/>
                </a:lnTo>
                <a:lnTo>
                  <a:pt x="3563" y="882"/>
                </a:lnTo>
                <a:lnTo>
                  <a:pt x="3704" y="953"/>
                </a:lnTo>
                <a:lnTo>
                  <a:pt x="3810" y="988"/>
                </a:lnTo>
                <a:lnTo>
                  <a:pt x="3986" y="988"/>
                </a:lnTo>
                <a:lnTo>
                  <a:pt x="4127" y="918"/>
                </a:lnTo>
                <a:lnTo>
                  <a:pt x="4233" y="882"/>
                </a:lnTo>
                <a:lnTo>
                  <a:pt x="4339" y="847"/>
                </a:lnTo>
                <a:lnTo>
                  <a:pt x="4445" y="777"/>
                </a:lnTo>
                <a:lnTo>
                  <a:pt x="4550" y="741"/>
                </a:lnTo>
                <a:lnTo>
                  <a:pt x="4656" y="706"/>
                </a:lnTo>
                <a:lnTo>
                  <a:pt x="4762" y="671"/>
                </a:lnTo>
                <a:lnTo>
                  <a:pt x="4868" y="671"/>
                </a:lnTo>
                <a:lnTo>
                  <a:pt x="4974" y="636"/>
                </a:lnTo>
                <a:lnTo>
                  <a:pt x="5115" y="636"/>
                </a:lnTo>
                <a:lnTo>
                  <a:pt x="5221" y="636"/>
                </a:lnTo>
                <a:lnTo>
                  <a:pt x="5326" y="741"/>
                </a:lnTo>
                <a:lnTo>
                  <a:pt x="5432" y="706"/>
                </a:lnTo>
                <a:lnTo>
                  <a:pt x="5538" y="741"/>
                </a:lnTo>
                <a:lnTo>
                  <a:pt x="5679" y="777"/>
                </a:lnTo>
                <a:lnTo>
                  <a:pt x="5679" y="918"/>
                </a:lnTo>
                <a:lnTo>
                  <a:pt x="5785" y="988"/>
                </a:lnTo>
                <a:lnTo>
                  <a:pt x="5891" y="918"/>
                </a:lnTo>
                <a:lnTo>
                  <a:pt x="6032" y="847"/>
                </a:lnTo>
                <a:lnTo>
                  <a:pt x="6173" y="777"/>
                </a:lnTo>
                <a:lnTo>
                  <a:pt x="6314" y="741"/>
                </a:lnTo>
                <a:lnTo>
                  <a:pt x="6455" y="706"/>
                </a:lnTo>
                <a:lnTo>
                  <a:pt x="6632" y="636"/>
                </a:lnTo>
                <a:lnTo>
                  <a:pt x="6738" y="564"/>
                </a:lnTo>
                <a:lnTo>
                  <a:pt x="6843" y="564"/>
                </a:lnTo>
                <a:lnTo>
                  <a:pt x="6949" y="493"/>
                </a:lnTo>
                <a:lnTo>
                  <a:pt x="7090" y="458"/>
                </a:lnTo>
                <a:lnTo>
                  <a:pt x="7196" y="423"/>
                </a:lnTo>
                <a:lnTo>
                  <a:pt x="7302" y="423"/>
                </a:lnTo>
                <a:lnTo>
                  <a:pt x="7514" y="458"/>
                </a:lnTo>
                <a:lnTo>
                  <a:pt x="7620" y="493"/>
                </a:lnTo>
                <a:lnTo>
                  <a:pt x="7725" y="529"/>
                </a:lnTo>
                <a:lnTo>
                  <a:pt x="7866" y="564"/>
                </a:lnTo>
                <a:lnTo>
                  <a:pt x="8008" y="564"/>
                </a:lnTo>
                <a:lnTo>
                  <a:pt x="8219" y="564"/>
                </a:lnTo>
                <a:lnTo>
                  <a:pt x="8360" y="564"/>
                </a:lnTo>
                <a:lnTo>
                  <a:pt x="8466" y="564"/>
                </a:lnTo>
                <a:lnTo>
                  <a:pt x="8643" y="564"/>
                </a:lnTo>
                <a:lnTo>
                  <a:pt x="8784" y="600"/>
                </a:lnTo>
                <a:lnTo>
                  <a:pt x="8960" y="600"/>
                </a:lnTo>
                <a:lnTo>
                  <a:pt x="9172" y="600"/>
                </a:lnTo>
                <a:lnTo>
                  <a:pt x="9313" y="636"/>
                </a:lnTo>
                <a:lnTo>
                  <a:pt x="9666" y="636"/>
                </a:lnTo>
                <a:lnTo>
                  <a:pt x="9807" y="636"/>
                </a:lnTo>
                <a:lnTo>
                  <a:pt x="10230" y="636"/>
                </a:lnTo>
                <a:lnTo>
                  <a:pt x="10371" y="636"/>
                </a:lnTo>
                <a:lnTo>
                  <a:pt x="10477" y="636"/>
                </a:lnTo>
                <a:lnTo>
                  <a:pt x="10583" y="636"/>
                </a:lnTo>
                <a:lnTo>
                  <a:pt x="10724" y="636"/>
                </a:lnTo>
                <a:lnTo>
                  <a:pt x="10830" y="636"/>
                </a:lnTo>
                <a:lnTo>
                  <a:pt x="11006" y="636"/>
                </a:lnTo>
                <a:lnTo>
                  <a:pt x="11147" y="636"/>
                </a:lnTo>
                <a:lnTo>
                  <a:pt x="11288" y="671"/>
                </a:lnTo>
                <a:lnTo>
                  <a:pt x="11430" y="706"/>
                </a:lnTo>
                <a:lnTo>
                  <a:pt x="11572" y="741"/>
                </a:lnTo>
                <a:lnTo>
                  <a:pt x="11607" y="847"/>
                </a:lnTo>
                <a:lnTo>
                  <a:pt x="11713" y="953"/>
                </a:lnTo>
                <a:lnTo>
                  <a:pt x="11819" y="988"/>
                </a:lnTo>
                <a:lnTo>
                  <a:pt x="11924" y="988"/>
                </a:lnTo>
                <a:lnTo>
                  <a:pt x="12066" y="953"/>
                </a:lnTo>
                <a:lnTo>
                  <a:pt x="12171" y="918"/>
                </a:lnTo>
                <a:lnTo>
                  <a:pt x="12277" y="847"/>
                </a:lnTo>
                <a:lnTo>
                  <a:pt x="12383" y="812"/>
                </a:lnTo>
                <a:lnTo>
                  <a:pt x="12489" y="777"/>
                </a:lnTo>
                <a:lnTo>
                  <a:pt x="12595" y="706"/>
                </a:lnTo>
                <a:lnTo>
                  <a:pt x="12701" y="671"/>
                </a:lnTo>
                <a:lnTo>
                  <a:pt x="12806" y="636"/>
                </a:lnTo>
                <a:lnTo>
                  <a:pt x="12912" y="600"/>
                </a:lnTo>
                <a:lnTo>
                  <a:pt x="13053" y="600"/>
                </a:lnTo>
                <a:lnTo>
                  <a:pt x="13230" y="600"/>
                </a:lnTo>
                <a:lnTo>
                  <a:pt x="13371" y="600"/>
                </a:lnTo>
                <a:lnTo>
                  <a:pt x="13477" y="600"/>
                </a:lnTo>
                <a:lnTo>
                  <a:pt x="13618" y="636"/>
                </a:lnTo>
                <a:lnTo>
                  <a:pt x="13759" y="636"/>
                </a:lnTo>
                <a:lnTo>
                  <a:pt x="13865" y="636"/>
                </a:lnTo>
                <a:lnTo>
                  <a:pt x="13971" y="636"/>
                </a:lnTo>
                <a:lnTo>
                  <a:pt x="14112" y="636"/>
                </a:lnTo>
                <a:lnTo>
                  <a:pt x="14253" y="636"/>
                </a:lnTo>
                <a:lnTo>
                  <a:pt x="14394" y="600"/>
                </a:lnTo>
                <a:lnTo>
                  <a:pt x="14500" y="600"/>
                </a:lnTo>
                <a:lnTo>
                  <a:pt x="14641" y="600"/>
                </a:lnTo>
                <a:lnTo>
                  <a:pt x="14782" y="600"/>
                </a:lnTo>
                <a:lnTo>
                  <a:pt x="14888" y="600"/>
                </a:lnTo>
                <a:lnTo>
                  <a:pt x="15029" y="600"/>
                </a:lnTo>
                <a:lnTo>
                  <a:pt x="15135" y="600"/>
                </a:lnTo>
                <a:lnTo>
                  <a:pt x="15241" y="600"/>
                </a:lnTo>
                <a:lnTo>
                  <a:pt x="15382" y="636"/>
                </a:lnTo>
                <a:lnTo>
                  <a:pt x="15558" y="636"/>
                </a:lnTo>
                <a:lnTo>
                  <a:pt x="15664" y="636"/>
                </a:lnTo>
                <a:lnTo>
                  <a:pt x="15805" y="636"/>
                </a:lnTo>
                <a:lnTo>
                  <a:pt x="15946" y="636"/>
                </a:lnTo>
                <a:lnTo>
                  <a:pt x="16087" y="636"/>
                </a:lnTo>
                <a:lnTo>
                  <a:pt x="16228" y="671"/>
                </a:lnTo>
                <a:lnTo>
                  <a:pt x="16334" y="671"/>
                </a:lnTo>
                <a:lnTo>
                  <a:pt x="16475" y="706"/>
                </a:lnTo>
                <a:lnTo>
                  <a:pt x="16616" y="706"/>
                </a:lnTo>
                <a:lnTo>
                  <a:pt x="16969" y="706"/>
                </a:lnTo>
                <a:lnTo>
                  <a:pt x="17110" y="706"/>
                </a:lnTo>
                <a:lnTo>
                  <a:pt x="17463" y="706"/>
                </a:lnTo>
                <a:lnTo>
                  <a:pt x="17886" y="706"/>
                </a:lnTo>
                <a:lnTo>
                  <a:pt x="18239" y="706"/>
                </a:lnTo>
                <a:lnTo>
                  <a:pt x="18380" y="671"/>
                </a:lnTo>
                <a:lnTo>
                  <a:pt x="18486" y="671"/>
                </a:lnTo>
                <a:lnTo>
                  <a:pt x="18592" y="706"/>
                </a:lnTo>
                <a:lnTo>
                  <a:pt x="18733" y="706"/>
                </a:lnTo>
                <a:lnTo>
                  <a:pt x="18874" y="741"/>
                </a:lnTo>
                <a:lnTo>
                  <a:pt x="19015" y="777"/>
                </a:lnTo>
                <a:lnTo>
                  <a:pt x="19227" y="777"/>
                </a:lnTo>
                <a:lnTo>
                  <a:pt x="19368" y="777"/>
                </a:lnTo>
                <a:lnTo>
                  <a:pt x="19474" y="777"/>
                </a:lnTo>
                <a:lnTo>
                  <a:pt x="19580" y="777"/>
                </a:lnTo>
                <a:lnTo>
                  <a:pt x="19721" y="777"/>
                </a:lnTo>
                <a:lnTo>
                  <a:pt x="19897" y="882"/>
                </a:lnTo>
                <a:lnTo>
                  <a:pt x="20074" y="988"/>
                </a:lnTo>
                <a:lnTo>
                  <a:pt x="20215" y="1024"/>
                </a:lnTo>
                <a:lnTo>
                  <a:pt x="20321" y="1059"/>
                </a:lnTo>
                <a:lnTo>
                  <a:pt x="20426" y="1024"/>
                </a:lnTo>
                <a:lnTo>
                  <a:pt x="20532" y="1024"/>
                </a:lnTo>
                <a:lnTo>
                  <a:pt x="20638" y="1024"/>
                </a:lnTo>
                <a:lnTo>
                  <a:pt x="20779" y="1059"/>
                </a:lnTo>
                <a:lnTo>
                  <a:pt x="20885" y="1129"/>
                </a:lnTo>
                <a:lnTo>
                  <a:pt x="21026" y="1129"/>
                </a:lnTo>
                <a:lnTo>
                  <a:pt x="21132" y="1094"/>
                </a:lnTo>
                <a:lnTo>
                  <a:pt x="21238" y="1059"/>
                </a:lnTo>
                <a:lnTo>
                  <a:pt x="21344" y="1024"/>
                </a:lnTo>
                <a:lnTo>
                  <a:pt x="21485" y="953"/>
                </a:lnTo>
                <a:lnTo>
                  <a:pt x="21591" y="882"/>
                </a:lnTo>
                <a:lnTo>
                  <a:pt x="21696" y="847"/>
                </a:lnTo>
                <a:lnTo>
                  <a:pt x="21802" y="777"/>
                </a:lnTo>
                <a:lnTo>
                  <a:pt x="21908" y="777"/>
                </a:lnTo>
                <a:lnTo>
                  <a:pt x="22014" y="706"/>
                </a:lnTo>
                <a:lnTo>
                  <a:pt x="22155" y="741"/>
                </a:lnTo>
                <a:lnTo>
                  <a:pt x="22296" y="812"/>
                </a:lnTo>
                <a:lnTo>
                  <a:pt x="22437" y="847"/>
                </a:lnTo>
                <a:lnTo>
                  <a:pt x="22543" y="918"/>
                </a:lnTo>
                <a:lnTo>
                  <a:pt x="22684" y="988"/>
                </a:lnTo>
                <a:lnTo>
                  <a:pt x="22790" y="1024"/>
                </a:lnTo>
                <a:lnTo>
                  <a:pt x="22896" y="1059"/>
                </a:lnTo>
                <a:lnTo>
                  <a:pt x="22966" y="1165"/>
                </a:lnTo>
                <a:lnTo>
                  <a:pt x="23037" y="0"/>
                </a:lnTo>
                <a:lnTo>
                  <a:pt x="0" y="70"/>
                </a:lnTo>
                <a:lnTo>
                  <a:pt x="35" y="988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241200" y="2108160"/>
            <a:ext cx="8306280" cy="1168920"/>
          </a:xfrm>
          <a:custGeom>
            <a:avLst/>
            <a:gdLst/>
            <a:ahLst/>
            <a:rect l="0" t="0" r="r" b="b"/>
            <a:pathLst>
              <a:path w="23073" h="3247">
                <a:moveTo>
                  <a:pt x="35" y="388"/>
                </a:moveTo>
                <a:lnTo>
                  <a:pt x="141" y="388"/>
                </a:lnTo>
                <a:lnTo>
                  <a:pt x="282" y="352"/>
                </a:lnTo>
                <a:lnTo>
                  <a:pt x="423" y="317"/>
                </a:lnTo>
                <a:lnTo>
                  <a:pt x="529" y="317"/>
                </a:lnTo>
                <a:lnTo>
                  <a:pt x="634" y="282"/>
                </a:lnTo>
                <a:lnTo>
                  <a:pt x="740" y="176"/>
                </a:lnTo>
                <a:lnTo>
                  <a:pt x="846" y="105"/>
                </a:lnTo>
                <a:lnTo>
                  <a:pt x="917" y="0"/>
                </a:lnTo>
                <a:lnTo>
                  <a:pt x="1023" y="0"/>
                </a:lnTo>
                <a:lnTo>
                  <a:pt x="1058" y="105"/>
                </a:lnTo>
                <a:lnTo>
                  <a:pt x="1128" y="211"/>
                </a:lnTo>
                <a:lnTo>
                  <a:pt x="1164" y="317"/>
                </a:lnTo>
                <a:lnTo>
                  <a:pt x="1269" y="317"/>
                </a:lnTo>
                <a:lnTo>
                  <a:pt x="1375" y="317"/>
                </a:lnTo>
                <a:lnTo>
                  <a:pt x="1481" y="282"/>
                </a:lnTo>
                <a:lnTo>
                  <a:pt x="1587" y="317"/>
                </a:lnTo>
                <a:lnTo>
                  <a:pt x="1693" y="388"/>
                </a:lnTo>
                <a:lnTo>
                  <a:pt x="1834" y="423"/>
                </a:lnTo>
                <a:lnTo>
                  <a:pt x="1975" y="423"/>
                </a:lnTo>
                <a:lnTo>
                  <a:pt x="2081" y="388"/>
                </a:lnTo>
                <a:lnTo>
                  <a:pt x="2187" y="352"/>
                </a:lnTo>
                <a:lnTo>
                  <a:pt x="2293" y="317"/>
                </a:lnTo>
                <a:lnTo>
                  <a:pt x="2398" y="317"/>
                </a:lnTo>
                <a:lnTo>
                  <a:pt x="2504" y="317"/>
                </a:lnTo>
                <a:lnTo>
                  <a:pt x="2610" y="317"/>
                </a:lnTo>
                <a:lnTo>
                  <a:pt x="2716" y="317"/>
                </a:lnTo>
                <a:lnTo>
                  <a:pt x="2822" y="352"/>
                </a:lnTo>
                <a:lnTo>
                  <a:pt x="2963" y="352"/>
                </a:lnTo>
                <a:lnTo>
                  <a:pt x="3069" y="352"/>
                </a:lnTo>
                <a:lnTo>
                  <a:pt x="3175" y="352"/>
                </a:lnTo>
                <a:lnTo>
                  <a:pt x="3280" y="388"/>
                </a:lnTo>
                <a:lnTo>
                  <a:pt x="3386" y="388"/>
                </a:lnTo>
                <a:lnTo>
                  <a:pt x="3527" y="388"/>
                </a:lnTo>
                <a:lnTo>
                  <a:pt x="3633" y="388"/>
                </a:lnTo>
                <a:lnTo>
                  <a:pt x="3739" y="388"/>
                </a:lnTo>
                <a:lnTo>
                  <a:pt x="3845" y="352"/>
                </a:lnTo>
                <a:lnTo>
                  <a:pt x="3986" y="317"/>
                </a:lnTo>
                <a:lnTo>
                  <a:pt x="4092" y="246"/>
                </a:lnTo>
                <a:lnTo>
                  <a:pt x="4198" y="176"/>
                </a:lnTo>
                <a:lnTo>
                  <a:pt x="4303" y="176"/>
                </a:lnTo>
                <a:lnTo>
                  <a:pt x="4409" y="141"/>
                </a:lnTo>
                <a:lnTo>
                  <a:pt x="4515" y="176"/>
                </a:lnTo>
                <a:lnTo>
                  <a:pt x="4586" y="282"/>
                </a:lnTo>
                <a:lnTo>
                  <a:pt x="4656" y="388"/>
                </a:lnTo>
                <a:lnTo>
                  <a:pt x="4762" y="388"/>
                </a:lnTo>
                <a:lnTo>
                  <a:pt x="4868" y="458"/>
                </a:lnTo>
                <a:lnTo>
                  <a:pt x="4974" y="458"/>
                </a:lnTo>
                <a:lnTo>
                  <a:pt x="5080" y="529"/>
                </a:lnTo>
                <a:lnTo>
                  <a:pt x="5185" y="599"/>
                </a:lnTo>
                <a:lnTo>
                  <a:pt x="5291" y="670"/>
                </a:lnTo>
                <a:lnTo>
                  <a:pt x="5397" y="670"/>
                </a:lnTo>
                <a:lnTo>
                  <a:pt x="5503" y="670"/>
                </a:lnTo>
                <a:lnTo>
                  <a:pt x="5573" y="564"/>
                </a:lnTo>
                <a:lnTo>
                  <a:pt x="5644" y="458"/>
                </a:lnTo>
                <a:lnTo>
                  <a:pt x="5750" y="529"/>
                </a:lnTo>
                <a:lnTo>
                  <a:pt x="5857" y="529"/>
                </a:lnTo>
                <a:lnTo>
                  <a:pt x="5962" y="529"/>
                </a:lnTo>
                <a:lnTo>
                  <a:pt x="6068" y="599"/>
                </a:lnTo>
                <a:lnTo>
                  <a:pt x="6915" y="564"/>
                </a:lnTo>
                <a:lnTo>
                  <a:pt x="7056" y="529"/>
                </a:lnTo>
                <a:lnTo>
                  <a:pt x="7162" y="458"/>
                </a:lnTo>
                <a:lnTo>
                  <a:pt x="7268" y="458"/>
                </a:lnTo>
                <a:lnTo>
                  <a:pt x="7374" y="388"/>
                </a:lnTo>
                <a:lnTo>
                  <a:pt x="7479" y="352"/>
                </a:lnTo>
                <a:lnTo>
                  <a:pt x="7585" y="317"/>
                </a:lnTo>
                <a:lnTo>
                  <a:pt x="7691" y="317"/>
                </a:lnTo>
                <a:lnTo>
                  <a:pt x="7797" y="282"/>
                </a:lnTo>
                <a:lnTo>
                  <a:pt x="7938" y="282"/>
                </a:lnTo>
                <a:lnTo>
                  <a:pt x="8044" y="282"/>
                </a:lnTo>
                <a:lnTo>
                  <a:pt x="8150" y="282"/>
                </a:lnTo>
                <a:lnTo>
                  <a:pt x="8256" y="317"/>
                </a:lnTo>
                <a:lnTo>
                  <a:pt x="8397" y="352"/>
                </a:lnTo>
                <a:lnTo>
                  <a:pt x="8502" y="352"/>
                </a:lnTo>
                <a:lnTo>
                  <a:pt x="8608" y="388"/>
                </a:lnTo>
                <a:lnTo>
                  <a:pt x="8714" y="388"/>
                </a:lnTo>
                <a:lnTo>
                  <a:pt x="8820" y="388"/>
                </a:lnTo>
                <a:lnTo>
                  <a:pt x="8926" y="388"/>
                </a:lnTo>
                <a:lnTo>
                  <a:pt x="9032" y="388"/>
                </a:lnTo>
                <a:lnTo>
                  <a:pt x="9137" y="352"/>
                </a:lnTo>
                <a:lnTo>
                  <a:pt x="9243" y="317"/>
                </a:lnTo>
                <a:lnTo>
                  <a:pt x="9349" y="211"/>
                </a:lnTo>
                <a:lnTo>
                  <a:pt x="9455" y="176"/>
                </a:lnTo>
                <a:lnTo>
                  <a:pt x="9596" y="246"/>
                </a:lnTo>
                <a:lnTo>
                  <a:pt x="9737" y="317"/>
                </a:lnTo>
                <a:lnTo>
                  <a:pt x="9843" y="352"/>
                </a:lnTo>
                <a:lnTo>
                  <a:pt x="9949" y="388"/>
                </a:lnTo>
                <a:lnTo>
                  <a:pt x="10055" y="388"/>
                </a:lnTo>
                <a:lnTo>
                  <a:pt x="10231" y="423"/>
                </a:lnTo>
                <a:lnTo>
                  <a:pt x="10372" y="458"/>
                </a:lnTo>
                <a:lnTo>
                  <a:pt x="10478" y="458"/>
                </a:lnTo>
                <a:lnTo>
                  <a:pt x="10584" y="458"/>
                </a:lnTo>
                <a:lnTo>
                  <a:pt x="10725" y="458"/>
                </a:lnTo>
                <a:lnTo>
                  <a:pt x="10831" y="458"/>
                </a:lnTo>
                <a:lnTo>
                  <a:pt x="10937" y="458"/>
                </a:lnTo>
                <a:lnTo>
                  <a:pt x="11078" y="458"/>
                </a:lnTo>
                <a:lnTo>
                  <a:pt x="11219" y="458"/>
                </a:lnTo>
                <a:lnTo>
                  <a:pt x="11360" y="458"/>
                </a:lnTo>
                <a:lnTo>
                  <a:pt x="11466" y="458"/>
                </a:lnTo>
                <a:lnTo>
                  <a:pt x="11572" y="458"/>
                </a:lnTo>
                <a:lnTo>
                  <a:pt x="11677" y="458"/>
                </a:lnTo>
                <a:lnTo>
                  <a:pt x="11783" y="458"/>
                </a:lnTo>
                <a:lnTo>
                  <a:pt x="11889" y="458"/>
                </a:lnTo>
                <a:lnTo>
                  <a:pt x="12030" y="493"/>
                </a:lnTo>
                <a:lnTo>
                  <a:pt x="12207" y="529"/>
                </a:lnTo>
                <a:lnTo>
                  <a:pt x="12312" y="529"/>
                </a:lnTo>
                <a:lnTo>
                  <a:pt x="12418" y="529"/>
                </a:lnTo>
                <a:lnTo>
                  <a:pt x="12595" y="529"/>
                </a:lnTo>
                <a:lnTo>
                  <a:pt x="12771" y="529"/>
                </a:lnTo>
                <a:lnTo>
                  <a:pt x="12912" y="529"/>
                </a:lnTo>
                <a:lnTo>
                  <a:pt x="13053" y="493"/>
                </a:lnTo>
                <a:lnTo>
                  <a:pt x="13159" y="493"/>
                </a:lnTo>
                <a:lnTo>
                  <a:pt x="13300" y="458"/>
                </a:lnTo>
                <a:lnTo>
                  <a:pt x="13406" y="458"/>
                </a:lnTo>
                <a:lnTo>
                  <a:pt x="13512" y="458"/>
                </a:lnTo>
                <a:lnTo>
                  <a:pt x="13618" y="388"/>
                </a:lnTo>
                <a:lnTo>
                  <a:pt x="13759" y="388"/>
                </a:lnTo>
                <a:lnTo>
                  <a:pt x="13865" y="352"/>
                </a:lnTo>
                <a:lnTo>
                  <a:pt x="13971" y="352"/>
                </a:lnTo>
                <a:lnTo>
                  <a:pt x="14112" y="317"/>
                </a:lnTo>
                <a:lnTo>
                  <a:pt x="14217" y="317"/>
                </a:lnTo>
                <a:lnTo>
                  <a:pt x="14359" y="352"/>
                </a:lnTo>
                <a:lnTo>
                  <a:pt x="14464" y="388"/>
                </a:lnTo>
                <a:lnTo>
                  <a:pt x="14570" y="388"/>
                </a:lnTo>
                <a:lnTo>
                  <a:pt x="14747" y="458"/>
                </a:lnTo>
                <a:lnTo>
                  <a:pt x="14888" y="458"/>
                </a:lnTo>
                <a:lnTo>
                  <a:pt x="15029" y="493"/>
                </a:lnTo>
                <a:lnTo>
                  <a:pt x="15170" y="493"/>
                </a:lnTo>
                <a:lnTo>
                  <a:pt x="15311" y="493"/>
                </a:lnTo>
                <a:lnTo>
                  <a:pt x="15487" y="493"/>
                </a:lnTo>
                <a:lnTo>
                  <a:pt x="15593" y="458"/>
                </a:lnTo>
                <a:lnTo>
                  <a:pt x="15734" y="458"/>
                </a:lnTo>
                <a:lnTo>
                  <a:pt x="15876" y="458"/>
                </a:lnTo>
                <a:lnTo>
                  <a:pt x="16017" y="458"/>
                </a:lnTo>
                <a:lnTo>
                  <a:pt x="16158" y="458"/>
                </a:lnTo>
                <a:lnTo>
                  <a:pt x="16299" y="423"/>
                </a:lnTo>
                <a:lnTo>
                  <a:pt x="16440" y="423"/>
                </a:lnTo>
                <a:lnTo>
                  <a:pt x="16546" y="458"/>
                </a:lnTo>
                <a:lnTo>
                  <a:pt x="16652" y="458"/>
                </a:lnTo>
                <a:lnTo>
                  <a:pt x="16757" y="458"/>
                </a:lnTo>
                <a:lnTo>
                  <a:pt x="16863" y="458"/>
                </a:lnTo>
                <a:lnTo>
                  <a:pt x="16969" y="423"/>
                </a:lnTo>
                <a:lnTo>
                  <a:pt x="17146" y="388"/>
                </a:lnTo>
                <a:lnTo>
                  <a:pt x="17251" y="388"/>
                </a:lnTo>
                <a:lnTo>
                  <a:pt x="17429" y="352"/>
                </a:lnTo>
                <a:lnTo>
                  <a:pt x="17570" y="352"/>
                </a:lnTo>
                <a:lnTo>
                  <a:pt x="17746" y="317"/>
                </a:lnTo>
                <a:lnTo>
                  <a:pt x="17852" y="317"/>
                </a:lnTo>
                <a:lnTo>
                  <a:pt x="17958" y="282"/>
                </a:lnTo>
                <a:lnTo>
                  <a:pt x="18099" y="317"/>
                </a:lnTo>
                <a:lnTo>
                  <a:pt x="18240" y="317"/>
                </a:lnTo>
                <a:lnTo>
                  <a:pt x="18346" y="352"/>
                </a:lnTo>
                <a:lnTo>
                  <a:pt x="18452" y="388"/>
                </a:lnTo>
                <a:lnTo>
                  <a:pt x="18558" y="388"/>
                </a:lnTo>
                <a:lnTo>
                  <a:pt x="18699" y="458"/>
                </a:lnTo>
                <a:lnTo>
                  <a:pt x="18805" y="458"/>
                </a:lnTo>
                <a:lnTo>
                  <a:pt x="18910" y="458"/>
                </a:lnTo>
                <a:lnTo>
                  <a:pt x="19052" y="458"/>
                </a:lnTo>
                <a:lnTo>
                  <a:pt x="19263" y="458"/>
                </a:lnTo>
                <a:lnTo>
                  <a:pt x="19440" y="458"/>
                </a:lnTo>
                <a:lnTo>
                  <a:pt x="19545" y="458"/>
                </a:lnTo>
                <a:lnTo>
                  <a:pt x="19687" y="423"/>
                </a:lnTo>
                <a:lnTo>
                  <a:pt x="19828" y="388"/>
                </a:lnTo>
                <a:lnTo>
                  <a:pt x="19969" y="388"/>
                </a:lnTo>
                <a:lnTo>
                  <a:pt x="20075" y="388"/>
                </a:lnTo>
                <a:lnTo>
                  <a:pt x="20180" y="388"/>
                </a:lnTo>
                <a:lnTo>
                  <a:pt x="20286" y="388"/>
                </a:lnTo>
                <a:lnTo>
                  <a:pt x="20392" y="388"/>
                </a:lnTo>
                <a:lnTo>
                  <a:pt x="20498" y="388"/>
                </a:lnTo>
                <a:lnTo>
                  <a:pt x="20604" y="388"/>
                </a:lnTo>
                <a:lnTo>
                  <a:pt x="20710" y="352"/>
                </a:lnTo>
                <a:lnTo>
                  <a:pt x="20815" y="352"/>
                </a:lnTo>
                <a:lnTo>
                  <a:pt x="20921" y="388"/>
                </a:lnTo>
                <a:lnTo>
                  <a:pt x="20957" y="493"/>
                </a:lnTo>
                <a:lnTo>
                  <a:pt x="21062" y="529"/>
                </a:lnTo>
                <a:lnTo>
                  <a:pt x="21168" y="599"/>
                </a:lnTo>
                <a:lnTo>
                  <a:pt x="21274" y="599"/>
                </a:lnTo>
                <a:lnTo>
                  <a:pt x="21380" y="635"/>
                </a:lnTo>
                <a:lnTo>
                  <a:pt x="21486" y="599"/>
                </a:lnTo>
                <a:lnTo>
                  <a:pt x="21592" y="529"/>
                </a:lnTo>
                <a:lnTo>
                  <a:pt x="21697" y="493"/>
                </a:lnTo>
                <a:lnTo>
                  <a:pt x="21803" y="458"/>
                </a:lnTo>
                <a:lnTo>
                  <a:pt x="21909" y="388"/>
                </a:lnTo>
                <a:lnTo>
                  <a:pt x="22015" y="388"/>
                </a:lnTo>
                <a:lnTo>
                  <a:pt x="22121" y="388"/>
                </a:lnTo>
                <a:lnTo>
                  <a:pt x="22227" y="388"/>
                </a:lnTo>
                <a:lnTo>
                  <a:pt x="22332" y="352"/>
                </a:lnTo>
                <a:lnTo>
                  <a:pt x="22438" y="352"/>
                </a:lnTo>
                <a:lnTo>
                  <a:pt x="22544" y="352"/>
                </a:lnTo>
                <a:lnTo>
                  <a:pt x="22650" y="388"/>
                </a:lnTo>
                <a:lnTo>
                  <a:pt x="22791" y="458"/>
                </a:lnTo>
                <a:lnTo>
                  <a:pt x="22862" y="493"/>
                </a:lnTo>
                <a:lnTo>
                  <a:pt x="22932" y="599"/>
                </a:lnTo>
                <a:lnTo>
                  <a:pt x="23038" y="670"/>
                </a:lnTo>
                <a:lnTo>
                  <a:pt x="23073" y="776"/>
                </a:lnTo>
                <a:lnTo>
                  <a:pt x="23038" y="1870"/>
                </a:lnTo>
                <a:lnTo>
                  <a:pt x="22932" y="1906"/>
                </a:lnTo>
                <a:lnTo>
                  <a:pt x="22826" y="1906"/>
                </a:lnTo>
                <a:lnTo>
                  <a:pt x="22720" y="1906"/>
                </a:lnTo>
                <a:lnTo>
                  <a:pt x="22544" y="1870"/>
                </a:lnTo>
                <a:lnTo>
                  <a:pt x="22438" y="1870"/>
                </a:lnTo>
                <a:lnTo>
                  <a:pt x="22332" y="1800"/>
                </a:lnTo>
                <a:lnTo>
                  <a:pt x="22227" y="1729"/>
                </a:lnTo>
                <a:lnTo>
                  <a:pt x="22156" y="1623"/>
                </a:lnTo>
                <a:lnTo>
                  <a:pt x="22050" y="1659"/>
                </a:lnTo>
                <a:lnTo>
                  <a:pt x="21944" y="1729"/>
                </a:lnTo>
                <a:lnTo>
                  <a:pt x="21838" y="1800"/>
                </a:lnTo>
                <a:lnTo>
                  <a:pt x="21733" y="1764"/>
                </a:lnTo>
                <a:lnTo>
                  <a:pt x="21592" y="1870"/>
                </a:lnTo>
                <a:lnTo>
                  <a:pt x="21486" y="1941"/>
                </a:lnTo>
                <a:lnTo>
                  <a:pt x="21380" y="1941"/>
                </a:lnTo>
                <a:lnTo>
                  <a:pt x="21239" y="1941"/>
                </a:lnTo>
                <a:lnTo>
                  <a:pt x="21133" y="1941"/>
                </a:lnTo>
                <a:lnTo>
                  <a:pt x="21027" y="1906"/>
                </a:lnTo>
                <a:lnTo>
                  <a:pt x="20921" y="1870"/>
                </a:lnTo>
                <a:lnTo>
                  <a:pt x="20815" y="1906"/>
                </a:lnTo>
                <a:lnTo>
                  <a:pt x="20710" y="1906"/>
                </a:lnTo>
                <a:lnTo>
                  <a:pt x="20604" y="1941"/>
                </a:lnTo>
                <a:lnTo>
                  <a:pt x="20463" y="2047"/>
                </a:lnTo>
                <a:lnTo>
                  <a:pt x="20357" y="2152"/>
                </a:lnTo>
                <a:lnTo>
                  <a:pt x="20251" y="2188"/>
                </a:lnTo>
                <a:lnTo>
                  <a:pt x="20039" y="3247"/>
                </a:lnTo>
                <a:lnTo>
                  <a:pt x="20145" y="2223"/>
                </a:lnTo>
                <a:lnTo>
                  <a:pt x="20039" y="2152"/>
                </a:lnTo>
                <a:lnTo>
                  <a:pt x="19933" y="2082"/>
                </a:lnTo>
                <a:lnTo>
                  <a:pt x="19828" y="2082"/>
                </a:lnTo>
                <a:lnTo>
                  <a:pt x="19722" y="2047"/>
                </a:lnTo>
                <a:lnTo>
                  <a:pt x="19616" y="2011"/>
                </a:lnTo>
                <a:lnTo>
                  <a:pt x="19510" y="2011"/>
                </a:lnTo>
                <a:lnTo>
                  <a:pt x="19404" y="2011"/>
                </a:lnTo>
                <a:lnTo>
                  <a:pt x="19298" y="2011"/>
                </a:lnTo>
                <a:lnTo>
                  <a:pt x="19122" y="2011"/>
                </a:lnTo>
                <a:lnTo>
                  <a:pt x="19016" y="2117"/>
                </a:lnTo>
                <a:lnTo>
                  <a:pt x="18946" y="2223"/>
                </a:lnTo>
                <a:lnTo>
                  <a:pt x="18840" y="2294"/>
                </a:lnTo>
                <a:lnTo>
                  <a:pt x="18769" y="2399"/>
                </a:lnTo>
                <a:lnTo>
                  <a:pt x="18663" y="2471"/>
                </a:lnTo>
                <a:lnTo>
                  <a:pt x="18558" y="2399"/>
                </a:lnTo>
                <a:lnTo>
                  <a:pt x="18452" y="2329"/>
                </a:lnTo>
                <a:lnTo>
                  <a:pt x="18346" y="2294"/>
                </a:lnTo>
                <a:lnTo>
                  <a:pt x="18205" y="2294"/>
                </a:lnTo>
                <a:lnTo>
                  <a:pt x="18099" y="2223"/>
                </a:lnTo>
                <a:lnTo>
                  <a:pt x="17993" y="2294"/>
                </a:lnTo>
                <a:lnTo>
                  <a:pt x="17887" y="2294"/>
                </a:lnTo>
                <a:lnTo>
                  <a:pt x="17782" y="2294"/>
                </a:lnTo>
                <a:lnTo>
                  <a:pt x="17676" y="2188"/>
                </a:lnTo>
                <a:lnTo>
                  <a:pt x="17570" y="2152"/>
                </a:lnTo>
                <a:lnTo>
                  <a:pt x="17499" y="2047"/>
                </a:lnTo>
                <a:lnTo>
                  <a:pt x="17393" y="1976"/>
                </a:lnTo>
                <a:lnTo>
                  <a:pt x="17251" y="2011"/>
                </a:lnTo>
                <a:lnTo>
                  <a:pt x="17146" y="2011"/>
                </a:lnTo>
                <a:lnTo>
                  <a:pt x="17040" y="2082"/>
                </a:lnTo>
                <a:lnTo>
                  <a:pt x="16934" y="2082"/>
                </a:lnTo>
                <a:lnTo>
                  <a:pt x="16828" y="2047"/>
                </a:lnTo>
                <a:lnTo>
                  <a:pt x="16722" y="2047"/>
                </a:lnTo>
                <a:lnTo>
                  <a:pt x="16581" y="2082"/>
                </a:lnTo>
                <a:lnTo>
                  <a:pt x="16475" y="2047"/>
                </a:lnTo>
                <a:lnTo>
                  <a:pt x="16299" y="2011"/>
                </a:lnTo>
                <a:lnTo>
                  <a:pt x="16087" y="1941"/>
                </a:lnTo>
                <a:lnTo>
                  <a:pt x="15946" y="1941"/>
                </a:lnTo>
                <a:lnTo>
                  <a:pt x="15840" y="1941"/>
                </a:lnTo>
                <a:lnTo>
                  <a:pt x="15734" y="1941"/>
                </a:lnTo>
                <a:lnTo>
                  <a:pt x="15629" y="1906"/>
                </a:lnTo>
                <a:lnTo>
                  <a:pt x="15523" y="1870"/>
                </a:lnTo>
                <a:lnTo>
                  <a:pt x="15382" y="1800"/>
                </a:lnTo>
                <a:lnTo>
                  <a:pt x="15276" y="1764"/>
                </a:lnTo>
                <a:lnTo>
                  <a:pt x="15135" y="1764"/>
                </a:lnTo>
                <a:lnTo>
                  <a:pt x="15029" y="1764"/>
                </a:lnTo>
                <a:lnTo>
                  <a:pt x="14923" y="1729"/>
                </a:lnTo>
                <a:lnTo>
                  <a:pt x="14817" y="1729"/>
                </a:lnTo>
                <a:lnTo>
                  <a:pt x="14711" y="1729"/>
                </a:lnTo>
                <a:lnTo>
                  <a:pt x="14606" y="1729"/>
                </a:lnTo>
                <a:lnTo>
                  <a:pt x="14500" y="1764"/>
                </a:lnTo>
                <a:lnTo>
                  <a:pt x="14323" y="1729"/>
                </a:lnTo>
                <a:lnTo>
                  <a:pt x="14217" y="1729"/>
                </a:lnTo>
                <a:lnTo>
                  <a:pt x="14041" y="1694"/>
                </a:lnTo>
                <a:lnTo>
                  <a:pt x="13900" y="1659"/>
                </a:lnTo>
                <a:lnTo>
                  <a:pt x="13794" y="1694"/>
                </a:lnTo>
                <a:lnTo>
                  <a:pt x="13618" y="1729"/>
                </a:lnTo>
                <a:lnTo>
                  <a:pt x="13512" y="1764"/>
                </a:lnTo>
                <a:lnTo>
                  <a:pt x="13406" y="1870"/>
                </a:lnTo>
                <a:lnTo>
                  <a:pt x="13336" y="1976"/>
                </a:lnTo>
                <a:lnTo>
                  <a:pt x="13230" y="1941"/>
                </a:lnTo>
                <a:lnTo>
                  <a:pt x="13124" y="1906"/>
                </a:lnTo>
                <a:lnTo>
                  <a:pt x="13018" y="1870"/>
                </a:lnTo>
                <a:lnTo>
                  <a:pt x="12877" y="1906"/>
                </a:lnTo>
                <a:lnTo>
                  <a:pt x="12771" y="1941"/>
                </a:lnTo>
                <a:lnTo>
                  <a:pt x="12630" y="1941"/>
                </a:lnTo>
                <a:lnTo>
                  <a:pt x="12489" y="1870"/>
                </a:lnTo>
                <a:lnTo>
                  <a:pt x="12348" y="1729"/>
                </a:lnTo>
                <a:lnTo>
                  <a:pt x="12242" y="1694"/>
                </a:lnTo>
                <a:lnTo>
                  <a:pt x="12136" y="1729"/>
                </a:lnTo>
                <a:lnTo>
                  <a:pt x="11995" y="1729"/>
                </a:lnTo>
                <a:lnTo>
                  <a:pt x="11889" y="1659"/>
                </a:lnTo>
                <a:lnTo>
                  <a:pt x="11783" y="1659"/>
                </a:lnTo>
                <a:lnTo>
                  <a:pt x="11677" y="1729"/>
                </a:lnTo>
                <a:lnTo>
                  <a:pt x="11501" y="1764"/>
                </a:lnTo>
                <a:lnTo>
                  <a:pt x="11360" y="1764"/>
                </a:lnTo>
                <a:lnTo>
                  <a:pt x="11254" y="1764"/>
                </a:lnTo>
                <a:lnTo>
                  <a:pt x="11113" y="1800"/>
                </a:lnTo>
                <a:lnTo>
                  <a:pt x="11007" y="1870"/>
                </a:lnTo>
                <a:lnTo>
                  <a:pt x="10901" y="1800"/>
                </a:lnTo>
                <a:lnTo>
                  <a:pt x="10796" y="1729"/>
                </a:lnTo>
                <a:lnTo>
                  <a:pt x="10654" y="1659"/>
                </a:lnTo>
                <a:lnTo>
                  <a:pt x="10513" y="1659"/>
                </a:lnTo>
                <a:lnTo>
                  <a:pt x="10407" y="1623"/>
                </a:lnTo>
                <a:lnTo>
                  <a:pt x="10302" y="1588"/>
                </a:lnTo>
                <a:lnTo>
                  <a:pt x="10196" y="1623"/>
                </a:lnTo>
                <a:lnTo>
                  <a:pt x="10090" y="1694"/>
                </a:lnTo>
                <a:lnTo>
                  <a:pt x="9949" y="1800"/>
                </a:lnTo>
                <a:lnTo>
                  <a:pt x="9843" y="1800"/>
                </a:lnTo>
                <a:lnTo>
                  <a:pt x="9667" y="1800"/>
                </a:lnTo>
                <a:lnTo>
                  <a:pt x="9561" y="1764"/>
                </a:lnTo>
                <a:lnTo>
                  <a:pt x="9455" y="1729"/>
                </a:lnTo>
                <a:lnTo>
                  <a:pt x="9314" y="1729"/>
                </a:lnTo>
                <a:lnTo>
                  <a:pt x="8961" y="1729"/>
                </a:lnTo>
                <a:lnTo>
                  <a:pt x="8855" y="1623"/>
                </a:lnTo>
                <a:lnTo>
                  <a:pt x="8785" y="1517"/>
                </a:lnTo>
                <a:lnTo>
                  <a:pt x="8679" y="1447"/>
                </a:lnTo>
                <a:lnTo>
                  <a:pt x="8573" y="1447"/>
                </a:lnTo>
                <a:lnTo>
                  <a:pt x="8467" y="1517"/>
                </a:lnTo>
                <a:lnTo>
                  <a:pt x="8397" y="1623"/>
                </a:lnTo>
                <a:lnTo>
                  <a:pt x="8326" y="1729"/>
                </a:lnTo>
                <a:lnTo>
                  <a:pt x="8220" y="1764"/>
                </a:lnTo>
                <a:lnTo>
                  <a:pt x="8079" y="1764"/>
                </a:lnTo>
                <a:lnTo>
                  <a:pt x="7938" y="1729"/>
                </a:lnTo>
                <a:lnTo>
                  <a:pt x="7832" y="1694"/>
                </a:lnTo>
                <a:lnTo>
                  <a:pt x="8114" y="2506"/>
                </a:lnTo>
                <a:lnTo>
                  <a:pt x="7691" y="1659"/>
                </a:lnTo>
                <a:lnTo>
                  <a:pt x="7550" y="1588"/>
                </a:lnTo>
                <a:lnTo>
                  <a:pt x="7444" y="1588"/>
                </a:lnTo>
                <a:lnTo>
                  <a:pt x="7303" y="1517"/>
                </a:lnTo>
                <a:lnTo>
                  <a:pt x="7162" y="1482"/>
                </a:lnTo>
                <a:lnTo>
                  <a:pt x="7021" y="1447"/>
                </a:lnTo>
                <a:lnTo>
                  <a:pt x="6915" y="1447"/>
                </a:lnTo>
                <a:lnTo>
                  <a:pt x="6809" y="1447"/>
                </a:lnTo>
                <a:lnTo>
                  <a:pt x="6633" y="1447"/>
                </a:lnTo>
                <a:lnTo>
                  <a:pt x="6527" y="1447"/>
                </a:lnTo>
                <a:lnTo>
                  <a:pt x="6421" y="1517"/>
                </a:lnTo>
                <a:lnTo>
                  <a:pt x="6280" y="1517"/>
                </a:lnTo>
                <a:lnTo>
                  <a:pt x="6174" y="1588"/>
                </a:lnTo>
                <a:lnTo>
                  <a:pt x="6033" y="1588"/>
                </a:lnTo>
                <a:lnTo>
                  <a:pt x="5821" y="1588"/>
                </a:lnTo>
                <a:lnTo>
                  <a:pt x="5715" y="1553"/>
                </a:lnTo>
                <a:lnTo>
                  <a:pt x="5609" y="1517"/>
                </a:lnTo>
                <a:lnTo>
                  <a:pt x="5503" y="1517"/>
                </a:lnTo>
                <a:lnTo>
                  <a:pt x="5397" y="1482"/>
                </a:lnTo>
                <a:lnTo>
                  <a:pt x="5256" y="1447"/>
                </a:lnTo>
                <a:lnTo>
                  <a:pt x="5115" y="1447"/>
                </a:lnTo>
                <a:lnTo>
                  <a:pt x="5009" y="1447"/>
                </a:lnTo>
                <a:lnTo>
                  <a:pt x="4903" y="1482"/>
                </a:lnTo>
                <a:lnTo>
                  <a:pt x="4797" y="1553"/>
                </a:lnTo>
                <a:lnTo>
                  <a:pt x="4691" y="1588"/>
                </a:lnTo>
                <a:lnTo>
                  <a:pt x="4550" y="1588"/>
                </a:lnTo>
                <a:lnTo>
                  <a:pt x="4409" y="1588"/>
                </a:lnTo>
                <a:lnTo>
                  <a:pt x="4303" y="1588"/>
                </a:lnTo>
                <a:lnTo>
                  <a:pt x="4198" y="1623"/>
                </a:lnTo>
                <a:lnTo>
                  <a:pt x="4092" y="1623"/>
                </a:lnTo>
                <a:lnTo>
                  <a:pt x="3986" y="1659"/>
                </a:lnTo>
                <a:lnTo>
                  <a:pt x="3880" y="1659"/>
                </a:lnTo>
                <a:lnTo>
                  <a:pt x="3739" y="1659"/>
                </a:lnTo>
                <a:lnTo>
                  <a:pt x="3633" y="1659"/>
                </a:lnTo>
                <a:lnTo>
                  <a:pt x="3492" y="1623"/>
                </a:lnTo>
                <a:lnTo>
                  <a:pt x="3351" y="1588"/>
                </a:lnTo>
                <a:lnTo>
                  <a:pt x="3245" y="1588"/>
                </a:lnTo>
                <a:lnTo>
                  <a:pt x="3139" y="1553"/>
                </a:lnTo>
                <a:lnTo>
                  <a:pt x="2963" y="1517"/>
                </a:lnTo>
                <a:lnTo>
                  <a:pt x="2857" y="1482"/>
                </a:lnTo>
                <a:lnTo>
                  <a:pt x="2716" y="1482"/>
                </a:lnTo>
                <a:lnTo>
                  <a:pt x="2610" y="1517"/>
                </a:lnTo>
                <a:lnTo>
                  <a:pt x="2504" y="1517"/>
                </a:lnTo>
                <a:lnTo>
                  <a:pt x="2363" y="1588"/>
                </a:lnTo>
                <a:lnTo>
                  <a:pt x="2222" y="1623"/>
                </a:lnTo>
                <a:lnTo>
                  <a:pt x="2116" y="1694"/>
                </a:lnTo>
                <a:lnTo>
                  <a:pt x="2010" y="1729"/>
                </a:lnTo>
                <a:lnTo>
                  <a:pt x="1905" y="1764"/>
                </a:lnTo>
                <a:lnTo>
                  <a:pt x="1799" y="1764"/>
                </a:lnTo>
                <a:lnTo>
                  <a:pt x="1658" y="1729"/>
                </a:lnTo>
                <a:lnTo>
                  <a:pt x="1552" y="1694"/>
                </a:lnTo>
                <a:lnTo>
                  <a:pt x="1446" y="1659"/>
                </a:lnTo>
                <a:lnTo>
                  <a:pt x="1305" y="1623"/>
                </a:lnTo>
                <a:lnTo>
                  <a:pt x="1199" y="1588"/>
                </a:lnTo>
                <a:lnTo>
                  <a:pt x="1093" y="1623"/>
                </a:lnTo>
                <a:lnTo>
                  <a:pt x="952" y="1659"/>
                </a:lnTo>
                <a:lnTo>
                  <a:pt x="811" y="1694"/>
                </a:lnTo>
                <a:lnTo>
                  <a:pt x="705" y="1729"/>
                </a:lnTo>
                <a:lnTo>
                  <a:pt x="599" y="1729"/>
                </a:lnTo>
                <a:lnTo>
                  <a:pt x="458" y="1729"/>
                </a:lnTo>
                <a:lnTo>
                  <a:pt x="317" y="1729"/>
                </a:lnTo>
                <a:lnTo>
                  <a:pt x="211" y="1729"/>
                </a:lnTo>
                <a:lnTo>
                  <a:pt x="105" y="1659"/>
                </a:lnTo>
                <a:lnTo>
                  <a:pt x="0" y="1553"/>
                </a:lnTo>
                <a:lnTo>
                  <a:pt x="35" y="388"/>
                </a:lnTo>
                <a:close/>
              </a:path>
            </a:pathLst>
          </a:custGeom>
          <a:solidFill>
            <a:srgbClr val="114FFB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266760" y="4470480"/>
            <a:ext cx="8293320" cy="1092600"/>
          </a:xfrm>
          <a:custGeom>
            <a:avLst/>
            <a:gdLst/>
            <a:ahLst/>
            <a:rect l="0" t="0" r="r" b="b"/>
            <a:pathLst>
              <a:path w="23037" h="3035">
                <a:moveTo>
                  <a:pt x="70" y="211"/>
                </a:moveTo>
                <a:lnTo>
                  <a:pt x="211" y="211"/>
                </a:lnTo>
                <a:lnTo>
                  <a:pt x="388" y="246"/>
                </a:lnTo>
                <a:lnTo>
                  <a:pt x="493" y="246"/>
                </a:lnTo>
                <a:lnTo>
                  <a:pt x="634" y="246"/>
                </a:lnTo>
                <a:lnTo>
                  <a:pt x="740" y="211"/>
                </a:lnTo>
                <a:lnTo>
                  <a:pt x="846" y="176"/>
                </a:lnTo>
                <a:lnTo>
                  <a:pt x="987" y="176"/>
                </a:lnTo>
                <a:lnTo>
                  <a:pt x="1128" y="105"/>
                </a:lnTo>
                <a:lnTo>
                  <a:pt x="1234" y="105"/>
                </a:lnTo>
                <a:lnTo>
                  <a:pt x="1340" y="105"/>
                </a:lnTo>
                <a:lnTo>
                  <a:pt x="1481" y="105"/>
                </a:lnTo>
                <a:lnTo>
                  <a:pt x="1587" y="105"/>
                </a:lnTo>
                <a:lnTo>
                  <a:pt x="1693" y="176"/>
                </a:lnTo>
                <a:lnTo>
                  <a:pt x="1834" y="211"/>
                </a:lnTo>
                <a:lnTo>
                  <a:pt x="1905" y="317"/>
                </a:lnTo>
                <a:lnTo>
                  <a:pt x="2046" y="352"/>
                </a:lnTo>
                <a:lnTo>
                  <a:pt x="2151" y="423"/>
                </a:lnTo>
                <a:lnTo>
                  <a:pt x="2257" y="458"/>
                </a:lnTo>
                <a:lnTo>
                  <a:pt x="2398" y="458"/>
                </a:lnTo>
                <a:lnTo>
                  <a:pt x="2504" y="458"/>
                </a:lnTo>
                <a:lnTo>
                  <a:pt x="2610" y="458"/>
                </a:lnTo>
                <a:lnTo>
                  <a:pt x="2716" y="458"/>
                </a:lnTo>
                <a:lnTo>
                  <a:pt x="2822" y="458"/>
                </a:lnTo>
                <a:lnTo>
                  <a:pt x="2928" y="458"/>
                </a:lnTo>
                <a:lnTo>
                  <a:pt x="3033" y="423"/>
                </a:lnTo>
                <a:lnTo>
                  <a:pt x="3139" y="423"/>
                </a:lnTo>
                <a:lnTo>
                  <a:pt x="3316" y="423"/>
                </a:lnTo>
                <a:lnTo>
                  <a:pt x="3457" y="458"/>
                </a:lnTo>
                <a:lnTo>
                  <a:pt x="3598" y="458"/>
                </a:lnTo>
                <a:lnTo>
                  <a:pt x="3739" y="493"/>
                </a:lnTo>
                <a:lnTo>
                  <a:pt x="3845" y="529"/>
                </a:lnTo>
                <a:lnTo>
                  <a:pt x="3951" y="564"/>
                </a:lnTo>
                <a:lnTo>
                  <a:pt x="4056" y="599"/>
                </a:lnTo>
                <a:lnTo>
                  <a:pt x="4162" y="599"/>
                </a:lnTo>
                <a:lnTo>
                  <a:pt x="4303" y="635"/>
                </a:lnTo>
                <a:lnTo>
                  <a:pt x="4409" y="635"/>
                </a:lnTo>
                <a:lnTo>
                  <a:pt x="4586" y="635"/>
                </a:lnTo>
                <a:lnTo>
                  <a:pt x="4727" y="635"/>
                </a:lnTo>
                <a:lnTo>
                  <a:pt x="4868" y="635"/>
                </a:lnTo>
                <a:lnTo>
                  <a:pt x="4974" y="635"/>
                </a:lnTo>
                <a:lnTo>
                  <a:pt x="5079" y="635"/>
                </a:lnTo>
                <a:lnTo>
                  <a:pt x="5256" y="635"/>
                </a:lnTo>
                <a:lnTo>
                  <a:pt x="5432" y="599"/>
                </a:lnTo>
                <a:lnTo>
                  <a:pt x="5573" y="599"/>
                </a:lnTo>
                <a:lnTo>
                  <a:pt x="5715" y="599"/>
                </a:lnTo>
                <a:lnTo>
                  <a:pt x="5856" y="599"/>
                </a:lnTo>
                <a:lnTo>
                  <a:pt x="5961" y="599"/>
                </a:lnTo>
                <a:lnTo>
                  <a:pt x="6067" y="599"/>
                </a:lnTo>
                <a:lnTo>
                  <a:pt x="6173" y="599"/>
                </a:lnTo>
                <a:lnTo>
                  <a:pt x="6279" y="635"/>
                </a:lnTo>
                <a:lnTo>
                  <a:pt x="6385" y="635"/>
                </a:lnTo>
                <a:lnTo>
                  <a:pt x="6561" y="670"/>
                </a:lnTo>
                <a:lnTo>
                  <a:pt x="6667" y="670"/>
                </a:lnTo>
                <a:lnTo>
                  <a:pt x="6808" y="635"/>
                </a:lnTo>
                <a:lnTo>
                  <a:pt x="6985" y="635"/>
                </a:lnTo>
                <a:lnTo>
                  <a:pt x="7126" y="635"/>
                </a:lnTo>
                <a:lnTo>
                  <a:pt x="7267" y="635"/>
                </a:lnTo>
                <a:lnTo>
                  <a:pt x="7373" y="635"/>
                </a:lnTo>
                <a:lnTo>
                  <a:pt x="7478" y="635"/>
                </a:lnTo>
                <a:lnTo>
                  <a:pt x="7584" y="635"/>
                </a:lnTo>
                <a:lnTo>
                  <a:pt x="7690" y="635"/>
                </a:lnTo>
                <a:lnTo>
                  <a:pt x="7831" y="670"/>
                </a:lnTo>
                <a:lnTo>
                  <a:pt x="7972" y="670"/>
                </a:lnTo>
                <a:lnTo>
                  <a:pt x="8113" y="705"/>
                </a:lnTo>
                <a:lnTo>
                  <a:pt x="8255" y="740"/>
                </a:lnTo>
                <a:lnTo>
                  <a:pt x="8396" y="740"/>
                </a:lnTo>
                <a:lnTo>
                  <a:pt x="8501" y="740"/>
                </a:lnTo>
                <a:lnTo>
                  <a:pt x="8678" y="777"/>
                </a:lnTo>
                <a:lnTo>
                  <a:pt x="8890" y="812"/>
                </a:lnTo>
                <a:lnTo>
                  <a:pt x="8995" y="812"/>
                </a:lnTo>
                <a:lnTo>
                  <a:pt x="9101" y="812"/>
                </a:lnTo>
                <a:lnTo>
                  <a:pt x="9242" y="812"/>
                </a:lnTo>
                <a:lnTo>
                  <a:pt x="9348" y="812"/>
                </a:lnTo>
                <a:lnTo>
                  <a:pt x="9454" y="812"/>
                </a:lnTo>
                <a:lnTo>
                  <a:pt x="9560" y="812"/>
                </a:lnTo>
                <a:lnTo>
                  <a:pt x="9913" y="812"/>
                </a:lnTo>
                <a:lnTo>
                  <a:pt x="10265" y="812"/>
                </a:lnTo>
                <a:lnTo>
                  <a:pt x="10618" y="812"/>
                </a:lnTo>
                <a:lnTo>
                  <a:pt x="10759" y="812"/>
                </a:lnTo>
                <a:lnTo>
                  <a:pt x="10900" y="812"/>
                </a:lnTo>
                <a:lnTo>
                  <a:pt x="11041" y="812"/>
                </a:lnTo>
                <a:lnTo>
                  <a:pt x="11147" y="777"/>
                </a:lnTo>
                <a:lnTo>
                  <a:pt x="11607" y="529"/>
                </a:lnTo>
                <a:lnTo>
                  <a:pt x="11677" y="635"/>
                </a:lnTo>
                <a:lnTo>
                  <a:pt x="11748" y="777"/>
                </a:lnTo>
                <a:lnTo>
                  <a:pt x="11889" y="812"/>
                </a:lnTo>
                <a:lnTo>
                  <a:pt x="11995" y="777"/>
                </a:lnTo>
                <a:lnTo>
                  <a:pt x="12101" y="777"/>
                </a:lnTo>
                <a:lnTo>
                  <a:pt x="12207" y="740"/>
                </a:lnTo>
                <a:lnTo>
                  <a:pt x="12312" y="777"/>
                </a:lnTo>
                <a:lnTo>
                  <a:pt x="12454" y="812"/>
                </a:lnTo>
                <a:lnTo>
                  <a:pt x="12559" y="812"/>
                </a:lnTo>
                <a:lnTo>
                  <a:pt x="12665" y="847"/>
                </a:lnTo>
                <a:lnTo>
                  <a:pt x="12771" y="847"/>
                </a:lnTo>
                <a:lnTo>
                  <a:pt x="12877" y="847"/>
                </a:lnTo>
                <a:lnTo>
                  <a:pt x="12983" y="847"/>
                </a:lnTo>
                <a:lnTo>
                  <a:pt x="13089" y="847"/>
                </a:lnTo>
                <a:lnTo>
                  <a:pt x="13194" y="812"/>
                </a:lnTo>
                <a:lnTo>
                  <a:pt x="13300" y="812"/>
                </a:lnTo>
                <a:lnTo>
                  <a:pt x="13441" y="812"/>
                </a:lnTo>
                <a:lnTo>
                  <a:pt x="13582" y="777"/>
                </a:lnTo>
                <a:lnTo>
                  <a:pt x="13688" y="740"/>
                </a:lnTo>
                <a:lnTo>
                  <a:pt x="13794" y="740"/>
                </a:lnTo>
                <a:lnTo>
                  <a:pt x="13935" y="740"/>
                </a:lnTo>
                <a:lnTo>
                  <a:pt x="14041" y="705"/>
                </a:lnTo>
                <a:lnTo>
                  <a:pt x="14147" y="740"/>
                </a:lnTo>
                <a:lnTo>
                  <a:pt x="14253" y="847"/>
                </a:lnTo>
                <a:lnTo>
                  <a:pt x="14359" y="882"/>
                </a:lnTo>
                <a:lnTo>
                  <a:pt x="14500" y="882"/>
                </a:lnTo>
                <a:lnTo>
                  <a:pt x="14606" y="882"/>
                </a:lnTo>
                <a:lnTo>
                  <a:pt x="14711" y="882"/>
                </a:lnTo>
                <a:lnTo>
                  <a:pt x="14852" y="882"/>
                </a:lnTo>
                <a:lnTo>
                  <a:pt x="14994" y="847"/>
                </a:lnTo>
                <a:lnTo>
                  <a:pt x="15135" y="812"/>
                </a:lnTo>
                <a:lnTo>
                  <a:pt x="15276" y="812"/>
                </a:lnTo>
                <a:lnTo>
                  <a:pt x="15382" y="777"/>
                </a:lnTo>
                <a:lnTo>
                  <a:pt x="15523" y="777"/>
                </a:lnTo>
                <a:lnTo>
                  <a:pt x="15629" y="740"/>
                </a:lnTo>
                <a:lnTo>
                  <a:pt x="15734" y="740"/>
                </a:lnTo>
                <a:lnTo>
                  <a:pt x="15840" y="740"/>
                </a:lnTo>
                <a:lnTo>
                  <a:pt x="16264" y="740"/>
                </a:lnTo>
                <a:lnTo>
                  <a:pt x="16369" y="740"/>
                </a:lnTo>
                <a:lnTo>
                  <a:pt x="16511" y="740"/>
                </a:lnTo>
                <a:lnTo>
                  <a:pt x="16616" y="740"/>
                </a:lnTo>
                <a:lnTo>
                  <a:pt x="16722" y="705"/>
                </a:lnTo>
                <a:lnTo>
                  <a:pt x="16863" y="635"/>
                </a:lnTo>
                <a:lnTo>
                  <a:pt x="17040" y="599"/>
                </a:lnTo>
                <a:lnTo>
                  <a:pt x="17146" y="564"/>
                </a:lnTo>
                <a:lnTo>
                  <a:pt x="17251" y="493"/>
                </a:lnTo>
                <a:lnTo>
                  <a:pt x="17357" y="458"/>
                </a:lnTo>
                <a:lnTo>
                  <a:pt x="17463" y="388"/>
                </a:lnTo>
                <a:lnTo>
                  <a:pt x="17569" y="388"/>
                </a:lnTo>
                <a:lnTo>
                  <a:pt x="17675" y="423"/>
                </a:lnTo>
                <a:lnTo>
                  <a:pt x="17851" y="458"/>
                </a:lnTo>
                <a:lnTo>
                  <a:pt x="17957" y="458"/>
                </a:lnTo>
                <a:lnTo>
                  <a:pt x="18133" y="529"/>
                </a:lnTo>
                <a:lnTo>
                  <a:pt x="18274" y="564"/>
                </a:lnTo>
                <a:lnTo>
                  <a:pt x="18380" y="564"/>
                </a:lnTo>
                <a:lnTo>
                  <a:pt x="18486" y="564"/>
                </a:lnTo>
                <a:lnTo>
                  <a:pt x="18592" y="529"/>
                </a:lnTo>
                <a:lnTo>
                  <a:pt x="18733" y="529"/>
                </a:lnTo>
                <a:lnTo>
                  <a:pt x="18839" y="493"/>
                </a:lnTo>
                <a:lnTo>
                  <a:pt x="18980" y="493"/>
                </a:lnTo>
                <a:lnTo>
                  <a:pt x="19156" y="493"/>
                </a:lnTo>
                <a:lnTo>
                  <a:pt x="19262" y="493"/>
                </a:lnTo>
                <a:lnTo>
                  <a:pt x="19368" y="529"/>
                </a:lnTo>
                <a:lnTo>
                  <a:pt x="19474" y="529"/>
                </a:lnTo>
                <a:lnTo>
                  <a:pt x="19580" y="564"/>
                </a:lnTo>
                <a:lnTo>
                  <a:pt x="19685" y="564"/>
                </a:lnTo>
                <a:lnTo>
                  <a:pt x="19827" y="564"/>
                </a:lnTo>
                <a:lnTo>
                  <a:pt x="20003" y="529"/>
                </a:lnTo>
                <a:lnTo>
                  <a:pt x="20179" y="529"/>
                </a:lnTo>
                <a:lnTo>
                  <a:pt x="20285" y="529"/>
                </a:lnTo>
                <a:lnTo>
                  <a:pt x="20426" y="493"/>
                </a:lnTo>
                <a:lnTo>
                  <a:pt x="20532" y="458"/>
                </a:lnTo>
                <a:lnTo>
                  <a:pt x="20638" y="388"/>
                </a:lnTo>
                <a:lnTo>
                  <a:pt x="20744" y="352"/>
                </a:lnTo>
                <a:lnTo>
                  <a:pt x="20885" y="317"/>
                </a:lnTo>
                <a:lnTo>
                  <a:pt x="21026" y="317"/>
                </a:lnTo>
                <a:lnTo>
                  <a:pt x="21167" y="282"/>
                </a:lnTo>
                <a:lnTo>
                  <a:pt x="21273" y="246"/>
                </a:lnTo>
                <a:lnTo>
                  <a:pt x="21414" y="211"/>
                </a:lnTo>
                <a:lnTo>
                  <a:pt x="21520" y="176"/>
                </a:lnTo>
                <a:lnTo>
                  <a:pt x="21626" y="141"/>
                </a:lnTo>
                <a:lnTo>
                  <a:pt x="22014" y="0"/>
                </a:lnTo>
                <a:lnTo>
                  <a:pt x="22190" y="70"/>
                </a:lnTo>
                <a:lnTo>
                  <a:pt x="22261" y="176"/>
                </a:lnTo>
                <a:lnTo>
                  <a:pt x="22367" y="211"/>
                </a:lnTo>
                <a:lnTo>
                  <a:pt x="22472" y="211"/>
                </a:lnTo>
                <a:lnTo>
                  <a:pt x="22649" y="176"/>
                </a:lnTo>
                <a:lnTo>
                  <a:pt x="22755" y="141"/>
                </a:lnTo>
                <a:lnTo>
                  <a:pt x="22861" y="70"/>
                </a:lnTo>
                <a:lnTo>
                  <a:pt x="22966" y="35"/>
                </a:lnTo>
                <a:lnTo>
                  <a:pt x="23037" y="3035"/>
                </a:lnTo>
                <a:lnTo>
                  <a:pt x="22649" y="2859"/>
                </a:lnTo>
                <a:lnTo>
                  <a:pt x="22578" y="2753"/>
                </a:lnTo>
                <a:lnTo>
                  <a:pt x="22543" y="2647"/>
                </a:lnTo>
                <a:lnTo>
                  <a:pt x="22508" y="2542"/>
                </a:lnTo>
                <a:lnTo>
                  <a:pt x="22402" y="2471"/>
                </a:lnTo>
                <a:lnTo>
                  <a:pt x="22296" y="2471"/>
                </a:lnTo>
                <a:lnTo>
                  <a:pt x="22190" y="2577"/>
                </a:lnTo>
                <a:lnTo>
                  <a:pt x="22084" y="2471"/>
                </a:lnTo>
                <a:lnTo>
                  <a:pt x="21979" y="2506"/>
                </a:lnTo>
                <a:lnTo>
                  <a:pt x="21837" y="2577"/>
                </a:lnTo>
                <a:lnTo>
                  <a:pt x="21767" y="2471"/>
                </a:lnTo>
                <a:lnTo>
                  <a:pt x="21661" y="2436"/>
                </a:lnTo>
                <a:lnTo>
                  <a:pt x="21555" y="2365"/>
                </a:lnTo>
                <a:lnTo>
                  <a:pt x="21485" y="2258"/>
                </a:lnTo>
                <a:lnTo>
                  <a:pt x="21379" y="2152"/>
                </a:lnTo>
                <a:lnTo>
                  <a:pt x="21273" y="2047"/>
                </a:lnTo>
                <a:lnTo>
                  <a:pt x="21202" y="1941"/>
                </a:lnTo>
                <a:lnTo>
                  <a:pt x="21097" y="2011"/>
                </a:lnTo>
                <a:lnTo>
                  <a:pt x="20991" y="1941"/>
                </a:lnTo>
                <a:lnTo>
                  <a:pt x="20991" y="1835"/>
                </a:lnTo>
                <a:lnTo>
                  <a:pt x="20920" y="1694"/>
                </a:lnTo>
                <a:lnTo>
                  <a:pt x="20850" y="1553"/>
                </a:lnTo>
                <a:lnTo>
                  <a:pt x="20814" y="1447"/>
                </a:lnTo>
                <a:lnTo>
                  <a:pt x="20709" y="1376"/>
                </a:lnTo>
                <a:lnTo>
                  <a:pt x="20567" y="1447"/>
                </a:lnTo>
                <a:lnTo>
                  <a:pt x="20497" y="1306"/>
                </a:lnTo>
                <a:lnTo>
                  <a:pt x="20426" y="1200"/>
                </a:lnTo>
                <a:lnTo>
                  <a:pt x="20320" y="1165"/>
                </a:lnTo>
                <a:lnTo>
                  <a:pt x="20250" y="1059"/>
                </a:lnTo>
                <a:lnTo>
                  <a:pt x="20144" y="1059"/>
                </a:lnTo>
                <a:lnTo>
                  <a:pt x="20038" y="1059"/>
                </a:lnTo>
                <a:lnTo>
                  <a:pt x="19932" y="1024"/>
                </a:lnTo>
                <a:lnTo>
                  <a:pt x="19791" y="953"/>
                </a:lnTo>
                <a:lnTo>
                  <a:pt x="19685" y="953"/>
                </a:lnTo>
                <a:lnTo>
                  <a:pt x="19580" y="953"/>
                </a:lnTo>
                <a:lnTo>
                  <a:pt x="19439" y="918"/>
                </a:lnTo>
                <a:lnTo>
                  <a:pt x="19333" y="882"/>
                </a:lnTo>
                <a:lnTo>
                  <a:pt x="19262" y="777"/>
                </a:lnTo>
                <a:lnTo>
                  <a:pt x="19156" y="777"/>
                </a:lnTo>
                <a:lnTo>
                  <a:pt x="19051" y="812"/>
                </a:lnTo>
                <a:lnTo>
                  <a:pt x="19015" y="918"/>
                </a:lnTo>
                <a:lnTo>
                  <a:pt x="18909" y="1024"/>
                </a:lnTo>
                <a:lnTo>
                  <a:pt x="18804" y="1059"/>
                </a:lnTo>
                <a:lnTo>
                  <a:pt x="19015" y="2047"/>
                </a:lnTo>
                <a:lnTo>
                  <a:pt x="18874" y="2011"/>
                </a:lnTo>
                <a:lnTo>
                  <a:pt x="18768" y="1941"/>
                </a:lnTo>
                <a:lnTo>
                  <a:pt x="18662" y="1835"/>
                </a:lnTo>
                <a:lnTo>
                  <a:pt x="17675" y="1165"/>
                </a:lnTo>
                <a:lnTo>
                  <a:pt x="17569" y="1094"/>
                </a:lnTo>
                <a:lnTo>
                  <a:pt x="17463" y="1024"/>
                </a:lnTo>
                <a:lnTo>
                  <a:pt x="17392" y="918"/>
                </a:lnTo>
                <a:lnTo>
                  <a:pt x="17287" y="882"/>
                </a:lnTo>
                <a:lnTo>
                  <a:pt x="17181" y="953"/>
                </a:lnTo>
                <a:lnTo>
                  <a:pt x="17110" y="1059"/>
                </a:lnTo>
                <a:lnTo>
                  <a:pt x="16969" y="1165"/>
                </a:lnTo>
                <a:lnTo>
                  <a:pt x="16863" y="1200"/>
                </a:lnTo>
                <a:lnTo>
                  <a:pt x="16757" y="1200"/>
                </a:lnTo>
                <a:lnTo>
                  <a:pt x="16652" y="1129"/>
                </a:lnTo>
                <a:lnTo>
                  <a:pt x="16546" y="1094"/>
                </a:lnTo>
                <a:lnTo>
                  <a:pt x="16440" y="1165"/>
                </a:lnTo>
                <a:lnTo>
                  <a:pt x="16334" y="1059"/>
                </a:lnTo>
                <a:lnTo>
                  <a:pt x="16228" y="1094"/>
                </a:lnTo>
                <a:lnTo>
                  <a:pt x="16122" y="1165"/>
                </a:lnTo>
                <a:lnTo>
                  <a:pt x="16017" y="1094"/>
                </a:lnTo>
                <a:lnTo>
                  <a:pt x="15911" y="1059"/>
                </a:lnTo>
                <a:lnTo>
                  <a:pt x="15805" y="1059"/>
                </a:lnTo>
                <a:lnTo>
                  <a:pt x="15699" y="1094"/>
                </a:lnTo>
                <a:lnTo>
                  <a:pt x="15593" y="1094"/>
                </a:lnTo>
                <a:lnTo>
                  <a:pt x="15487" y="1059"/>
                </a:lnTo>
                <a:lnTo>
                  <a:pt x="15346" y="1094"/>
                </a:lnTo>
                <a:lnTo>
                  <a:pt x="15205" y="1165"/>
                </a:lnTo>
                <a:lnTo>
                  <a:pt x="15099" y="1165"/>
                </a:lnTo>
                <a:lnTo>
                  <a:pt x="14958" y="1200"/>
                </a:lnTo>
                <a:lnTo>
                  <a:pt x="14852" y="1200"/>
                </a:lnTo>
                <a:lnTo>
                  <a:pt x="14711" y="1129"/>
                </a:lnTo>
                <a:lnTo>
                  <a:pt x="14606" y="1094"/>
                </a:lnTo>
                <a:lnTo>
                  <a:pt x="14500" y="1094"/>
                </a:lnTo>
                <a:lnTo>
                  <a:pt x="14394" y="1165"/>
                </a:lnTo>
                <a:lnTo>
                  <a:pt x="14253" y="1271"/>
                </a:lnTo>
                <a:lnTo>
                  <a:pt x="14147" y="1341"/>
                </a:lnTo>
                <a:lnTo>
                  <a:pt x="14076" y="1235"/>
                </a:lnTo>
                <a:lnTo>
                  <a:pt x="13971" y="1165"/>
                </a:lnTo>
                <a:lnTo>
                  <a:pt x="13865" y="1165"/>
                </a:lnTo>
                <a:lnTo>
                  <a:pt x="13759" y="1200"/>
                </a:lnTo>
                <a:lnTo>
                  <a:pt x="13653" y="1235"/>
                </a:lnTo>
                <a:lnTo>
                  <a:pt x="13512" y="1235"/>
                </a:lnTo>
                <a:lnTo>
                  <a:pt x="13371" y="1200"/>
                </a:lnTo>
                <a:lnTo>
                  <a:pt x="13230" y="1165"/>
                </a:lnTo>
                <a:lnTo>
                  <a:pt x="13124" y="1129"/>
                </a:lnTo>
                <a:lnTo>
                  <a:pt x="12947" y="1165"/>
                </a:lnTo>
                <a:lnTo>
                  <a:pt x="12842" y="1200"/>
                </a:lnTo>
                <a:lnTo>
                  <a:pt x="12701" y="1235"/>
                </a:lnTo>
                <a:lnTo>
                  <a:pt x="12524" y="1306"/>
                </a:lnTo>
                <a:lnTo>
                  <a:pt x="12418" y="1271"/>
                </a:lnTo>
                <a:lnTo>
                  <a:pt x="12312" y="1200"/>
                </a:lnTo>
                <a:lnTo>
                  <a:pt x="12207" y="1129"/>
                </a:lnTo>
                <a:lnTo>
                  <a:pt x="12101" y="1165"/>
                </a:lnTo>
                <a:lnTo>
                  <a:pt x="11995" y="1165"/>
                </a:lnTo>
                <a:lnTo>
                  <a:pt x="11889" y="1165"/>
                </a:lnTo>
                <a:lnTo>
                  <a:pt x="11783" y="1165"/>
                </a:lnTo>
                <a:lnTo>
                  <a:pt x="11677" y="1165"/>
                </a:lnTo>
                <a:lnTo>
                  <a:pt x="11572" y="1165"/>
                </a:lnTo>
                <a:lnTo>
                  <a:pt x="10936" y="2047"/>
                </a:lnTo>
                <a:lnTo>
                  <a:pt x="11430" y="1094"/>
                </a:lnTo>
                <a:lnTo>
                  <a:pt x="11324" y="1094"/>
                </a:lnTo>
                <a:lnTo>
                  <a:pt x="11218" y="1094"/>
                </a:lnTo>
                <a:lnTo>
                  <a:pt x="11112" y="1129"/>
                </a:lnTo>
                <a:lnTo>
                  <a:pt x="10971" y="1129"/>
                </a:lnTo>
                <a:lnTo>
                  <a:pt x="10865" y="1129"/>
                </a:lnTo>
                <a:lnTo>
                  <a:pt x="10759" y="1165"/>
                </a:lnTo>
                <a:lnTo>
                  <a:pt x="10653" y="1235"/>
                </a:lnTo>
                <a:lnTo>
                  <a:pt x="10548" y="1235"/>
                </a:lnTo>
                <a:lnTo>
                  <a:pt x="10442" y="1235"/>
                </a:lnTo>
                <a:lnTo>
                  <a:pt x="10336" y="1235"/>
                </a:lnTo>
                <a:lnTo>
                  <a:pt x="10230" y="1235"/>
                </a:lnTo>
                <a:lnTo>
                  <a:pt x="10124" y="1165"/>
                </a:lnTo>
                <a:lnTo>
                  <a:pt x="9983" y="1129"/>
                </a:lnTo>
                <a:lnTo>
                  <a:pt x="9877" y="1129"/>
                </a:lnTo>
                <a:lnTo>
                  <a:pt x="9771" y="1129"/>
                </a:lnTo>
                <a:lnTo>
                  <a:pt x="9630" y="1165"/>
                </a:lnTo>
                <a:lnTo>
                  <a:pt x="9525" y="1165"/>
                </a:lnTo>
                <a:lnTo>
                  <a:pt x="9383" y="1165"/>
                </a:lnTo>
                <a:lnTo>
                  <a:pt x="9278" y="1200"/>
                </a:lnTo>
                <a:lnTo>
                  <a:pt x="9136" y="1200"/>
                </a:lnTo>
                <a:lnTo>
                  <a:pt x="9031" y="1165"/>
                </a:lnTo>
                <a:lnTo>
                  <a:pt x="8925" y="1165"/>
                </a:lnTo>
                <a:lnTo>
                  <a:pt x="8784" y="1129"/>
                </a:lnTo>
                <a:lnTo>
                  <a:pt x="8678" y="1094"/>
                </a:lnTo>
                <a:lnTo>
                  <a:pt x="8572" y="1094"/>
                </a:lnTo>
                <a:lnTo>
                  <a:pt x="8466" y="1094"/>
                </a:lnTo>
                <a:lnTo>
                  <a:pt x="8360" y="1129"/>
                </a:lnTo>
                <a:lnTo>
                  <a:pt x="8255" y="1165"/>
                </a:lnTo>
                <a:lnTo>
                  <a:pt x="8149" y="1165"/>
                </a:lnTo>
                <a:lnTo>
                  <a:pt x="8008" y="1165"/>
                </a:lnTo>
                <a:lnTo>
                  <a:pt x="7902" y="1165"/>
                </a:lnTo>
                <a:lnTo>
                  <a:pt x="7796" y="1094"/>
                </a:lnTo>
                <a:lnTo>
                  <a:pt x="7690" y="1024"/>
                </a:lnTo>
                <a:lnTo>
                  <a:pt x="7584" y="953"/>
                </a:lnTo>
                <a:lnTo>
                  <a:pt x="7443" y="918"/>
                </a:lnTo>
                <a:lnTo>
                  <a:pt x="7337" y="918"/>
                </a:lnTo>
                <a:lnTo>
                  <a:pt x="7231" y="882"/>
                </a:lnTo>
                <a:lnTo>
                  <a:pt x="7126" y="812"/>
                </a:lnTo>
                <a:lnTo>
                  <a:pt x="7020" y="777"/>
                </a:lnTo>
                <a:lnTo>
                  <a:pt x="6914" y="777"/>
                </a:lnTo>
                <a:lnTo>
                  <a:pt x="6808" y="777"/>
                </a:lnTo>
                <a:lnTo>
                  <a:pt x="6702" y="812"/>
                </a:lnTo>
                <a:lnTo>
                  <a:pt x="6596" y="882"/>
                </a:lnTo>
                <a:lnTo>
                  <a:pt x="6491" y="882"/>
                </a:lnTo>
                <a:lnTo>
                  <a:pt x="6385" y="953"/>
                </a:lnTo>
                <a:lnTo>
                  <a:pt x="6279" y="953"/>
                </a:lnTo>
                <a:lnTo>
                  <a:pt x="6173" y="882"/>
                </a:lnTo>
                <a:lnTo>
                  <a:pt x="6032" y="847"/>
                </a:lnTo>
                <a:lnTo>
                  <a:pt x="5926" y="847"/>
                </a:lnTo>
                <a:lnTo>
                  <a:pt x="5785" y="777"/>
                </a:lnTo>
                <a:lnTo>
                  <a:pt x="5679" y="777"/>
                </a:lnTo>
                <a:lnTo>
                  <a:pt x="5573" y="812"/>
                </a:lnTo>
                <a:lnTo>
                  <a:pt x="5468" y="847"/>
                </a:lnTo>
                <a:lnTo>
                  <a:pt x="5362" y="882"/>
                </a:lnTo>
                <a:lnTo>
                  <a:pt x="5256" y="918"/>
                </a:lnTo>
                <a:lnTo>
                  <a:pt x="5150" y="953"/>
                </a:lnTo>
                <a:lnTo>
                  <a:pt x="5044" y="953"/>
                </a:lnTo>
                <a:lnTo>
                  <a:pt x="4938" y="953"/>
                </a:lnTo>
                <a:lnTo>
                  <a:pt x="4833" y="953"/>
                </a:lnTo>
                <a:lnTo>
                  <a:pt x="4691" y="953"/>
                </a:lnTo>
                <a:lnTo>
                  <a:pt x="4586" y="953"/>
                </a:lnTo>
                <a:lnTo>
                  <a:pt x="4480" y="918"/>
                </a:lnTo>
                <a:lnTo>
                  <a:pt x="4374" y="918"/>
                </a:lnTo>
                <a:lnTo>
                  <a:pt x="4268" y="918"/>
                </a:lnTo>
                <a:lnTo>
                  <a:pt x="4127" y="918"/>
                </a:lnTo>
                <a:lnTo>
                  <a:pt x="4021" y="918"/>
                </a:lnTo>
                <a:lnTo>
                  <a:pt x="3915" y="918"/>
                </a:lnTo>
                <a:lnTo>
                  <a:pt x="3810" y="988"/>
                </a:lnTo>
                <a:lnTo>
                  <a:pt x="3704" y="1024"/>
                </a:lnTo>
                <a:lnTo>
                  <a:pt x="3598" y="1059"/>
                </a:lnTo>
                <a:lnTo>
                  <a:pt x="3492" y="1059"/>
                </a:lnTo>
                <a:lnTo>
                  <a:pt x="3386" y="1059"/>
                </a:lnTo>
                <a:lnTo>
                  <a:pt x="3280" y="988"/>
                </a:lnTo>
                <a:lnTo>
                  <a:pt x="3175" y="953"/>
                </a:lnTo>
                <a:lnTo>
                  <a:pt x="3069" y="953"/>
                </a:lnTo>
                <a:lnTo>
                  <a:pt x="2963" y="953"/>
                </a:lnTo>
                <a:lnTo>
                  <a:pt x="2786" y="918"/>
                </a:lnTo>
                <a:lnTo>
                  <a:pt x="2681" y="918"/>
                </a:lnTo>
                <a:lnTo>
                  <a:pt x="2575" y="988"/>
                </a:lnTo>
                <a:lnTo>
                  <a:pt x="2469" y="1059"/>
                </a:lnTo>
                <a:lnTo>
                  <a:pt x="2363" y="1129"/>
                </a:lnTo>
                <a:lnTo>
                  <a:pt x="2257" y="1165"/>
                </a:lnTo>
                <a:lnTo>
                  <a:pt x="2151" y="1165"/>
                </a:lnTo>
                <a:lnTo>
                  <a:pt x="2046" y="1129"/>
                </a:lnTo>
                <a:lnTo>
                  <a:pt x="1940" y="1094"/>
                </a:lnTo>
                <a:lnTo>
                  <a:pt x="1834" y="1094"/>
                </a:lnTo>
                <a:lnTo>
                  <a:pt x="1728" y="1059"/>
                </a:lnTo>
                <a:lnTo>
                  <a:pt x="1622" y="1059"/>
                </a:lnTo>
                <a:lnTo>
                  <a:pt x="1516" y="1059"/>
                </a:lnTo>
                <a:lnTo>
                  <a:pt x="1375" y="1059"/>
                </a:lnTo>
                <a:lnTo>
                  <a:pt x="1234" y="1059"/>
                </a:lnTo>
                <a:lnTo>
                  <a:pt x="1128" y="1059"/>
                </a:lnTo>
                <a:lnTo>
                  <a:pt x="1023" y="1059"/>
                </a:lnTo>
                <a:lnTo>
                  <a:pt x="917" y="1094"/>
                </a:lnTo>
                <a:lnTo>
                  <a:pt x="811" y="1094"/>
                </a:lnTo>
                <a:lnTo>
                  <a:pt x="705" y="1094"/>
                </a:lnTo>
                <a:lnTo>
                  <a:pt x="599" y="1129"/>
                </a:lnTo>
                <a:lnTo>
                  <a:pt x="493" y="1165"/>
                </a:lnTo>
                <a:lnTo>
                  <a:pt x="388" y="1200"/>
                </a:lnTo>
                <a:lnTo>
                  <a:pt x="246" y="1271"/>
                </a:lnTo>
                <a:lnTo>
                  <a:pt x="105" y="1306"/>
                </a:lnTo>
                <a:lnTo>
                  <a:pt x="0" y="1376"/>
                </a:lnTo>
                <a:lnTo>
                  <a:pt x="70" y="211"/>
                </a:lnTo>
                <a:close/>
              </a:path>
            </a:pathLst>
          </a:custGeom>
          <a:solidFill>
            <a:srgbClr val="114FFB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254160" y="6299280"/>
            <a:ext cx="8331480" cy="330480"/>
          </a:xfrm>
          <a:custGeom>
            <a:avLst/>
            <a:gdLst/>
            <a:ahLst/>
            <a:rect l="0" t="0" r="r" b="b"/>
            <a:pathLst>
              <a:path w="23143" h="918">
                <a:moveTo>
                  <a:pt x="70" y="530"/>
                </a:moveTo>
                <a:lnTo>
                  <a:pt x="176" y="494"/>
                </a:lnTo>
                <a:lnTo>
                  <a:pt x="282" y="458"/>
                </a:lnTo>
                <a:lnTo>
                  <a:pt x="352" y="352"/>
                </a:lnTo>
                <a:lnTo>
                  <a:pt x="458" y="317"/>
                </a:lnTo>
                <a:lnTo>
                  <a:pt x="564" y="246"/>
                </a:lnTo>
                <a:lnTo>
                  <a:pt x="670" y="317"/>
                </a:lnTo>
                <a:lnTo>
                  <a:pt x="776" y="352"/>
                </a:lnTo>
                <a:lnTo>
                  <a:pt x="881" y="388"/>
                </a:lnTo>
                <a:lnTo>
                  <a:pt x="987" y="423"/>
                </a:lnTo>
                <a:lnTo>
                  <a:pt x="1093" y="423"/>
                </a:lnTo>
                <a:lnTo>
                  <a:pt x="1199" y="423"/>
                </a:lnTo>
                <a:lnTo>
                  <a:pt x="1340" y="423"/>
                </a:lnTo>
                <a:lnTo>
                  <a:pt x="1446" y="388"/>
                </a:lnTo>
                <a:lnTo>
                  <a:pt x="1552" y="352"/>
                </a:lnTo>
                <a:lnTo>
                  <a:pt x="1622" y="246"/>
                </a:lnTo>
                <a:lnTo>
                  <a:pt x="1763" y="176"/>
                </a:lnTo>
                <a:lnTo>
                  <a:pt x="1834" y="282"/>
                </a:lnTo>
                <a:lnTo>
                  <a:pt x="1975" y="388"/>
                </a:lnTo>
                <a:lnTo>
                  <a:pt x="2081" y="423"/>
                </a:lnTo>
                <a:lnTo>
                  <a:pt x="2187" y="423"/>
                </a:lnTo>
                <a:lnTo>
                  <a:pt x="2293" y="423"/>
                </a:lnTo>
                <a:lnTo>
                  <a:pt x="2398" y="423"/>
                </a:lnTo>
                <a:lnTo>
                  <a:pt x="2504" y="530"/>
                </a:lnTo>
                <a:lnTo>
                  <a:pt x="2645" y="600"/>
                </a:lnTo>
                <a:lnTo>
                  <a:pt x="2751" y="600"/>
                </a:lnTo>
                <a:lnTo>
                  <a:pt x="2892" y="636"/>
                </a:lnTo>
                <a:lnTo>
                  <a:pt x="2998" y="600"/>
                </a:lnTo>
                <a:lnTo>
                  <a:pt x="3104" y="600"/>
                </a:lnTo>
                <a:lnTo>
                  <a:pt x="3245" y="494"/>
                </a:lnTo>
                <a:lnTo>
                  <a:pt x="3421" y="458"/>
                </a:lnTo>
                <a:lnTo>
                  <a:pt x="3598" y="388"/>
                </a:lnTo>
                <a:lnTo>
                  <a:pt x="3739" y="352"/>
                </a:lnTo>
                <a:lnTo>
                  <a:pt x="3880" y="352"/>
                </a:lnTo>
                <a:lnTo>
                  <a:pt x="3986" y="352"/>
                </a:lnTo>
                <a:lnTo>
                  <a:pt x="4092" y="388"/>
                </a:lnTo>
                <a:lnTo>
                  <a:pt x="4268" y="388"/>
                </a:lnTo>
                <a:lnTo>
                  <a:pt x="4374" y="388"/>
                </a:lnTo>
                <a:lnTo>
                  <a:pt x="4586" y="388"/>
                </a:lnTo>
                <a:lnTo>
                  <a:pt x="4727" y="388"/>
                </a:lnTo>
                <a:lnTo>
                  <a:pt x="4833" y="352"/>
                </a:lnTo>
                <a:lnTo>
                  <a:pt x="4938" y="352"/>
                </a:lnTo>
                <a:lnTo>
                  <a:pt x="5115" y="317"/>
                </a:lnTo>
                <a:lnTo>
                  <a:pt x="5221" y="282"/>
                </a:lnTo>
                <a:lnTo>
                  <a:pt x="5397" y="317"/>
                </a:lnTo>
                <a:lnTo>
                  <a:pt x="5503" y="317"/>
                </a:lnTo>
                <a:lnTo>
                  <a:pt x="5644" y="317"/>
                </a:lnTo>
                <a:lnTo>
                  <a:pt x="5785" y="352"/>
                </a:lnTo>
                <a:lnTo>
                  <a:pt x="6138" y="352"/>
                </a:lnTo>
                <a:lnTo>
                  <a:pt x="6491" y="388"/>
                </a:lnTo>
                <a:lnTo>
                  <a:pt x="6632" y="388"/>
                </a:lnTo>
                <a:lnTo>
                  <a:pt x="6738" y="423"/>
                </a:lnTo>
                <a:lnTo>
                  <a:pt x="6914" y="494"/>
                </a:lnTo>
                <a:lnTo>
                  <a:pt x="7055" y="494"/>
                </a:lnTo>
                <a:lnTo>
                  <a:pt x="7161" y="530"/>
                </a:lnTo>
                <a:lnTo>
                  <a:pt x="7267" y="530"/>
                </a:lnTo>
                <a:lnTo>
                  <a:pt x="7373" y="530"/>
                </a:lnTo>
                <a:lnTo>
                  <a:pt x="7478" y="530"/>
                </a:lnTo>
                <a:lnTo>
                  <a:pt x="7620" y="530"/>
                </a:lnTo>
                <a:lnTo>
                  <a:pt x="7725" y="494"/>
                </a:lnTo>
                <a:lnTo>
                  <a:pt x="7831" y="494"/>
                </a:lnTo>
                <a:lnTo>
                  <a:pt x="7972" y="494"/>
                </a:lnTo>
                <a:lnTo>
                  <a:pt x="8078" y="530"/>
                </a:lnTo>
                <a:lnTo>
                  <a:pt x="8184" y="565"/>
                </a:lnTo>
                <a:lnTo>
                  <a:pt x="8290" y="565"/>
                </a:lnTo>
                <a:lnTo>
                  <a:pt x="8466" y="600"/>
                </a:lnTo>
                <a:lnTo>
                  <a:pt x="8607" y="600"/>
                </a:lnTo>
                <a:lnTo>
                  <a:pt x="8748" y="600"/>
                </a:lnTo>
                <a:lnTo>
                  <a:pt x="8854" y="565"/>
                </a:lnTo>
                <a:lnTo>
                  <a:pt x="8960" y="530"/>
                </a:lnTo>
                <a:lnTo>
                  <a:pt x="9136" y="530"/>
                </a:lnTo>
                <a:lnTo>
                  <a:pt x="9242" y="494"/>
                </a:lnTo>
                <a:lnTo>
                  <a:pt x="9383" y="458"/>
                </a:lnTo>
                <a:lnTo>
                  <a:pt x="9525" y="458"/>
                </a:lnTo>
                <a:lnTo>
                  <a:pt x="9630" y="423"/>
                </a:lnTo>
                <a:lnTo>
                  <a:pt x="9736" y="388"/>
                </a:lnTo>
                <a:lnTo>
                  <a:pt x="9877" y="352"/>
                </a:lnTo>
                <a:lnTo>
                  <a:pt x="10018" y="317"/>
                </a:lnTo>
                <a:lnTo>
                  <a:pt x="10160" y="317"/>
                </a:lnTo>
                <a:lnTo>
                  <a:pt x="10301" y="317"/>
                </a:lnTo>
                <a:lnTo>
                  <a:pt x="10406" y="282"/>
                </a:lnTo>
                <a:lnTo>
                  <a:pt x="10548" y="317"/>
                </a:lnTo>
                <a:lnTo>
                  <a:pt x="10689" y="352"/>
                </a:lnTo>
                <a:lnTo>
                  <a:pt x="10830" y="388"/>
                </a:lnTo>
                <a:lnTo>
                  <a:pt x="10936" y="458"/>
                </a:lnTo>
                <a:lnTo>
                  <a:pt x="11041" y="494"/>
                </a:lnTo>
                <a:lnTo>
                  <a:pt x="11147" y="530"/>
                </a:lnTo>
                <a:lnTo>
                  <a:pt x="11288" y="530"/>
                </a:lnTo>
                <a:lnTo>
                  <a:pt x="11394" y="530"/>
                </a:lnTo>
                <a:lnTo>
                  <a:pt x="11571" y="530"/>
                </a:lnTo>
                <a:lnTo>
                  <a:pt x="11713" y="494"/>
                </a:lnTo>
                <a:lnTo>
                  <a:pt x="11819" y="494"/>
                </a:lnTo>
                <a:lnTo>
                  <a:pt x="11924" y="494"/>
                </a:lnTo>
                <a:lnTo>
                  <a:pt x="12030" y="494"/>
                </a:lnTo>
                <a:lnTo>
                  <a:pt x="12136" y="494"/>
                </a:lnTo>
                <a:lnTo>
                  <a:pt x="12277" y="494"/>
                </a:lnTo>
                <a:lnTo>
                  <a:pt x="12418" y="494"/>
                </a:lnTo>
                <a:lnTo>
                  <a:pt x="12524" y="458"/>
                </a:lnTo>
                <a:lnTo>
                  <a:pt x="12630" y="458"/>
                </a:lnTo>
                <a:lnTo>
                  <a:pt x="12736" y="388"/>
                </a:lnTo>
                <a:lnTo>
                  <a:pt x="12842" y="388"/>
                </a:lnTo>
                <a:lnTo>
                  <a:pt x="12947" y="388"/>
                </a:lnTo>
                <a:lnTo>
                  <a:pt x="13089" y="388"/>
                </a:lnTo>
                <a:lnTo>
                  <a:pt x="13194" y="352"/>
                </a:lnTo>
                <a:lnTo>
                  <a:pt x="13300" y="352"/>
                </a:lnTo>
                <a:lnTo>
                  <a:pt x="13406" y="352"/>
                </a:lnTo>
                <a:lnTo>
                  <a:pt x="13547" y="352"/>
                </a:lnTo>
                <a:lnTo>
                  <a:pt x="13653" y="352"/>
                </a:lnTo>
                <a:lnTo>
                  <a:pt x="13794" y="352"/>
                </a:lnTo>
                <a:lnTo>
                  <a:pt x="13900" y="352"/>
                </a:lnTo>
                <a:lnTo>
                  <a:pt x="14323" y="352"/>
                </a:lnTo>
                <a:lnTo>
                  <a:pt x="14676" y="352"/>
                </a:lnTo>
                <a:lnTo>
                  <a:pt x="15029" y="317"/>
                </a:lnTo>
                <a:lnTo>
                  <a:pt x="15382" y="317"/>
                </a:lnTo>
                <a:lnTo>
                  <a:pt x="15523" y="317"/>
                </a:lnTo>
                <a:lnTo>
                  <a:pt x="15629" y="282"/>
                </a:lnTo>
                <a:lnTo>
                  <a:pt x="15734" y="246"/>
                </a:lnTo>
                <a:lnTo>
                  <a:pt x="15840" y="211"/>
                </a:lnTo>
                <a:lnTo>
                  <a:pt x="15981" y="211"/>
                </a:lnTo>
                <a:lnTo>
                  <a:pt x="16087" y="176"/>
                </a:lnTo>
                <a:lnTo>
                  <a:pt x="16193" y="141"/>
                </a:lnTo>
                <a:lnTo>
                  <a:pt x="16299" y="105"/>
                </a:lnTo>
                <a:lnTo>
                  <a:pt x="16405" y="211"/>
                </a:lnTo>
                <a:lnTo>
                  <a:pt x="16546" y="317"/>
                </a:lnTo>
                <a:lnTo>
                  <a:pt x="16652" y="352"/>
                </a:lnTo>
                <a:lnTo>
                  <a:pt x="16757" y="317"/>
                </a:lnTo>
                <a:lnTo>
                  <a:pt x="16863" y="317"/>
                </a:lnTo>
                <a:lnTo>
                  <a:pt x="16969" y="317"/>
                </a:lnTo>
                <a:lnTo>
                  <a:pt x="17110" y="282"/>
                </a:lnTo>
                <a:lnTo>
                  <a:pt x="17251" y="317"/>
                </a:lnTo>
                <a:lnTo>
                  <a:pt x="17392" y="317"/>
                </a:lnTo>
                <a:lnTo>
                  <a:pt x="17498" y="352"/>
                </a:lnTo>
                <a:lnTo>
                  <a:pt x="17604" y="352"/>
                </a:lnTo>
                <a:lnTo>
                  <a:pt x="17710" y="388"/>
                </a:lnTo>
                <a:lnTo>
                  <a:pt x="17816" y="388"/>
                </a:lnTo>
                <a:lnTo>
                  <a:pt x="17957" y="423"/>
                </a:lnTo>
                <a:lnTo>
                  <a:pt x="18063" y="423"/>
                </a:lnTo>
                <a:lnTo>
                  <a:pt x="18169" y="423"/>
                </a:lnTo>
                <a:lnTo>
                  <a:pt x="18310" y="423"/>
                </a:lnTo>
                <a:lnTo>
                  <a:pt x="18486" y="423"/>
                </a:lnTo>
                <a:lnTo>
                  <a:pt x="18592" y="388"/>
                </a:lnTo>
                <a:lnTo>
                  <a:pt x="18733" y="388"/>
                </a:lnTo>
                <a:lnTo>
                  <a:pt x="18839" y="388"/>
                </a:lnTo>
                <a:lnTo>
                  <a:pt x="18945" y="388"/>
                </a:lnTo>
                <a:lnTo>
                  <a:pt x="19051" y="388"/>
                </a:lnTo>
                <a:lnTo>
                  <a:pt x="19156" y="494"/>
                </a:lnTo>
                <a:lnTo>
                  <a:pt x="19262" y="494"/>
                </a:lnTo>
                <a:lnTo>
                  <a:pt x="19368" y="494"/>
                </a:lnTo>
                <a:lnTo>
                  <a:pt x="19474" y="458"/>
                </a:lnTo>
                <a:lnTo>
                  <a:pt x="19650" y="423"/>
                </a:lnTo>
                <a:lnTo>
                  <a:pt x="19756" y="388"/>
                </a:lnTo>
                <a:lnTo>
                  <a:pt x="19862" y="388"/>
                </a:lnTo>
                <a:lnTo>
                  <a:pt x="19968" y="388"/>
                </a:lnTo>
                <a:lnTo>
                  <a:pt x="20109" y="388"/>
                </a:lnTo>
                <a:lnTo>
                  <a:pt x="20215" y="423"/>
                </a:lnTo>
                <a:lnTo>
                  <a:pt x="20356" y="423"/>
                </a:lnTo>
                <a:lnTo>
                  <a:pt x="20532" y="388"/>
                </a:lnTo>
                <a:lnTo>
                  <a:pt x="20638" y="388"/>
                </a:lnTo>
                <a:lnTo>
                  <a:pt x="20744" y="352"/>
                </a:lnTo>
                <a:lnTo>
                  <a:pt x="20814" y="246"/>
                </a:lnTo>
                <a:lnTo>
                  <a:pt x="20920" y="176"/>
                </a:lnTo>
                <a:lnTo>
                  <a:pt x="20991" y="70"/>
                </a:lnTo>
                <a:lnTo>
                  <a:pt x="21097" y="0"/>
                </a:lnTo>
                <a:lnTo>
                  <a:pt x="21202" y="35"/>
                </a:lnTo>
                <a:lnTo>
                  <a:pt x="21308" y="70"/>
                </a:lnTo>
                <a:lnTo>
                  <a:pt x="21379" y="176"/>
                </a:lnTo>
                <a:lnTo>
                  <a:pt x="21485" y="176"/>
                </a:lnTo>
                <a:lnTo>
                  <a:pt x="21591" y="211"/>
                </a:lnTo>
                <a:lnTo>
                  <a:pt x="21696" y="282"/>
                </a:lnTo>
                <a:lnTo>
                  <a:pt x="21802" y="352"/>
                </a:lnTo>
                <a:lnTo>
                  <a:pt x="21908" y="388"/>
                </a:lnTo>
                <a:lnTo>
                  <a:pt x="22014" y="458"/>
                </a:lnTo>
                <a:lnTo>
                  <a:pt x="22120" y="458"/>
                </a:lnTo>
                <a:lnTo>
                  <a:pt x="22226" y="494"/>
                </a:lnTo>
                <a:lnTo>
                  <a:pt x="22331" y="530"/>
                </a:lnTo>
                <a:lnTo>
                  <a:pt x="22437" y="494"/>
                </a:lnTo>
                <a:lnTo>
                  <a:pt x="22543" y="494"/>
                </a:lnTo>
                <a:lnTo>
                  <a:pt x="22649" y="494"/>
                </a:lnTo>
                <a:lnTo>
                  <a:pt x="22755" y="494"/>
                </a:lnTo>
                <a:lnTo>
                  <a:pt x="23107" y="636"/>
                </a:lnTo>
                <a:lnTo>
                  <a:pt x="23143" y="918"/>
                </a:lnTo>
                <a:lnTo>
                  <a:pt x="0" y="882"/>
                </a:lnTo>
                <a:lnTo>
                  <a:pt x="70" y="53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114480" y="2158920"/>
            <a:ext cx="190440" cy="6350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8508960" y="2222640"/>
            <a:ext cx="241200" cy="68580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152280" y="4483080"/>
            <a:ext cx="152280" cy="50796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8496360" y="4394160"/>
            <a:ext cx="177840" cy="12319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 txBox="1"/>
          <p:nvPr/>
        </p:nvSpPr>
        <p:spPr>
          <a:xfrm>
            <a:off x="2489040" y="57240"/>
            <a:ext cx="3781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10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228600" y="1009800"/>
            <a:ext cx="8572680" cy="30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RussianPay PIC $$$,$$$,$$9.99.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12345.67 TO RussianPay.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RussianPay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$"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RussianPay " roubles".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177840" y="927000"/>
            <a:ext cx="8649000" cy="419400"/>
          </a:xfrm>
          <a:custGeom>
            <a:avLst/>
            <a:gdLst/>
            <a:ahLst/>
            <a:rect l="0" t="0" r="r" b="b"/>
            <a:pathLst>
              <a:path w="24025" h="1165">
                <a:moveTo>
                  <a:pt x="35" y="988"/>
                </a:moveTo>
                <a:lnTo>
                  <a:pt x="145" y="918"/>
                </a:lnTo>
                <a:lnTo>
                  <a:pt x="330" y="882"/>
                </a:lnTo>
                <a:lnTo>
                  <a:pt x="476" y="847"/>
                </a:lnTo>
                <a:lnTo>
                  <a:pt x="586" y="777"/>
                </a:lnTo>
                <a:lnTo>
                  <a:pt x="736" y="741"/>
                </a:lnTo>
                <a:lnTo>
                  <a:pt x="846" y="706"/>
                </a:lnTo>
                <a:lnTo>
                  <a:pt x="992" y="706"/>
                </a:lnTo>
                <a:lnTo>
                  <a:pt x="1142" y="636"/>
                </a:lnTo>
                <a:lnTo>
                  <a:pt x="1252" y="636"/>
                </a:lnTo>
                <a:lnTo>
                  <a:pt x="1362" y="600"/>
                </a:lnTo>
                <a:lnTo>
                  <a:pt x="1508" y="600"/>
                </a:lnTo>
                <a:lnTo>
                  <a:pt x="1653" y="564"/>
                </a:lnTo>
                <a:lnTo>
                  <a:pt x="1763" y="600"/>
                </a:lnTo>
                <a:lnTo>
                  <a:pt x="1803" y="706"/>
                </a:lnTo>
                <a:lnTo>
                  <a:pt x="1913" y="812"/>
                </a:lnTo>
                <a:lnTo>
                  <a:pt x="2024" y="882"/>
                </a:lnTo>
                <a:lnTo>
                  <a:pt x="2134" y="953"/>
                </a:lnTo>
                <a:lnTo>
                  <a:pt x="2244" y="953"/>
                </a:lnTo>
                <a:lnTo>
                  <a:pt x="2354" y="918"/>
                </a:lnTo>
                <a:lnTo>
                  <a:pt x="2465" y="847"/>
                </a:lnTo>
                <a:lnTo>
                  <a:pt x="2650" y="777"/>
                </a:lnTo>
                <a:lnTo>
                  <a:pt x="2760" y="706"/>
                </a:lnTo>
                <a:lnTo>
                  <a:pt x="2906" y="636"/>
                </a:lnTo>
                <a:lnTo>
                  <a:pt x="3051" y="600"/>
                </a:lnTo>
                <a:lnTo>
                  <a:pt x="3166" y="564"/>
                </a:lnTo>
                <a:lnTo>
                  <a:pt x="3276" y="564"/>
                </a:lnTo>
                <a:lnTo>
                  <a:pt x="3421" y="636"/>
                </a:lnTo>
                <a:lnTo>
                  <a:pt x="3532" y="741"/>
                </a:lnTo>
                <a:lnTo>
                  <a:pt x="3567" y="847"/>
                </a:lnTo>
                <a:lnTo>
                  <a:pt x="3717" y="882"/>
                </a:lnTo>
                <a:lnTo>
                  <a:pt x="3862" y="953"/>
                </a:lnTo>
                <a:lnTo>
                  <a:pt x="3973" y="988"/>
                </a:lnTo>
                <a:lnTo>
                  <a:pt x="4158" y="988"/>
                </a:lnTo>
                <a:lnTo>
                  <a:pt x="4303" y="918"/>
                </a:lnTo>
                <a:lnTo>
                  <a:pt x="4414" y="882"/>
                </a:lnTo>
                <a:lnTo>
                  <a:pt x="4524" y="847"/>
                </a:lnTo>
                <a:lnTo>
                  <a:pt x="4634" y="777"/>
                </a:lnTo>
                <a:lnTo>
                  <a:pt x="4744" y="741"/>
                </a:lnTo>
                <a:lnTo>
                  <a:pt x="4855" y="706"/>
                </a:lnTo>
                <a:lnTo>
                  <a:pt x="4965" y="671"/>
                </a:lnTo>
                <a:lnTo>
                  <a:pt x="5075" y="671"/>
                </a:lnTo>
                <a:lnTo>
                  <a:pt x="5185" y="636"/>
                </a:lnTo>
                <a:lnTo>
                  <a:pt x="5335" y="636"/>
                </a:lnTo>
                <a:lnTo>
                  <a:pt x="5446" y="636"/>
                </a:lnTo>
                <a:lnTo>
                  <a:pt x="5556" y="741"/>
                </a:lnTo>
                <a:lnTo>
                  <a:pt x="5666" y="706"/>
                </a:lnTo>
                <a:lnTo>
                  <a:pt x="5776" y="741"/>
                </a:lnTo>
                <a:lnTo>
                  <a:pt x="5922" y="777"/>
                </a:lnTo>
                <a:lnTo>
                  <a:pt x="5922" y="918"/>
                </a:lnTo>
                <a:lnTo>
                  <a:pt x="6032" y="988"/>
                </a:lnTo>
                <a:lnTo>
                  <a:pt x="6142" y="918"/>
                </a:lnTo>
                <a:lnTo>
                  <a:pt x="6292" y="847"/>
                </a:lnTo>
                <a:lnTo>
                  <a:pt x="6438" y="777"/>
                </a:lnTo>
                <a:lnTo>
                  <a:pt x="6583" y="741"/>
                </a:lnTo>
                <a:lnTo>
                  <a:pt x="6733" y="706"/>
                </a:lnTo>
                <a:lnTo>
                  <a:pt x="6914" y="636"/>
                </a:lnTo>
                <a:lnTo>
                  <a:pt x="7029" y="564"/>
                </a:lnTo>
                <a:lnTo>
                  <a:pt x="7139" y="564"/>
                </a:lnTo>
                <a:lnTo>
                  <a:pt x="7249" y="493"/>
                </a:lnTo>
                <a:lnTo>
                  <a:pt x="7395" y="458"/>
                </a:lnTo>
                <a:lnTo>
                  <a:pt x="7505" y="423"/>
                </a:lnTo>
                <a:lnTo>
                  <a:pt x="7615" y="423"/>
                </a:lnTo>
                <a:lnTo>
                  <a:pt x="7836" y="458"/>
                </a:lnTo>
                <a:lnTo>
                  <a:pt x="7946" y="493"/>
                </a:lnTo>
                <a:lnTo>
                  <a:pt x="8056" y="529"/>
                </a:lnTo>
                <a:lnTo>
                  <a:pt x="8202" y="564"/>
                </a:lnTo>
                <a:lnTo>
                  <a:pt x="8352" y="564"/>
                </a:lnTo>
                <a:lnTo>
                  <a:pt x="8572" y="564"/>
                </a:lnTo>
                <a:lnTo>
                  <a:pt x="8718" y="564"/>
                </a:lnTo>
                <a:lnTo>
                  <a:pt x="8828" y="564"/>
                </a:lnTo>
                <a:lnTo>
                  <a:pt x="9013" y="564"/>
                </a:lnTo>
                <a:lnTo>
                  <a:pt x="9158" y="600"/>
                </a:lnTo>
                <a:lnTo>
                  <a:pt x="9344" y="600"/>
                </a:lnTo>
                <a:lnTo>
                  <a:pt x="9564" y="600"/>
                </a:lnTo>
                <a:lnTo>
                  <a:pt x="9714" y="636"/>
                </a:lnTo>
                <a:lnTo>
                  <a:pt x="10080" y="636"/>
                </a:lnTo>
                <a:lnTo>
                  <a:pt x="10226" y="636"/>
                </a:lnTo>
                <a:lnTo>
                  <a:pt x="10667" y="636"/>
                </a:lnTo>
                <a:lnTo>
                  <a:pt x="10817" y="636"/>
                </a:lnTo>
                <a:lnTo>
                  <a:pt x="10927" y="636"/>
                </a:lnTo>
                <a:lnTo>
                  <a:pt x="11037" y="636"/>
                </a:lnTo>
                <a:lnTo>
                  <a:pt x="11183" y="636"/>
                </a:lnTo>
                <a:lnTo>
                  <a:pt x="11293" y="636"/>
                </a:lnTo>
                <a:lnTo>
                  <a:pt x="11478" y="636"/>
                </a:lnTo>
                <a:lnTo>
                  <a:pt x="11624" y="636"/>
                </a:lnTo>
                <a:lnTo>
                  <a:pt x="11773" y="671"/>
                </a:lnTo>
                <a:lnTo>
                  <a:pt x="11919" y="706"/>
                </a:lnTo>
                <a:lnTo>
                  <a:pt x="12070" y="741"/>
                </a:lnTo>
                <a:lnTo>
                  <a:pt x="12105" y="847"/>
                </a:lnTo>
                <a:lnTo>
                  <a:pt x="12215" y="953"/>
                </a:lnTo>
                <a:lnTo>
                  <a:pt x="12326" y="988"/>
                </a:lnTo>
                <a:lnTo>
                  <a:pt x="12436" y="988"/>
                </a:lnTo>
                <a:lnTo>
                  <a:pt x="12581" y="953"/>
                </a:lnTo>
                <a:lnTo>
                  <a:pt x="12692" y="918"/>
                </a:lnTo>
                <a:lnTo>
                  <a:pt x="12802" y="847"/>
                </a:lnTo>
                <a:lnTo>
                  <a:pt x="12912" y="812"/>
                </a:lnTo>
                <a:lnTo>
                  <a:pt x="13022" y="777"/>
                </a:lnTo>
                <a:lnTo>
                  <a:pt x="13133" y="706"/>
                </a:lnTo>
                <a:lnTo>
                  <a:pt x="13243" y="671"/>
                </a:lnTo>
                <a:lnTo>
                  <a:pt x="13358" y="636"/>
                </a:lnTo>
                <a:lnTo>
                  <a:pt x="13468" y="600"/>
                </a:lnTo>
                <a:lnTo>
                  <a:pt x="13613" y="600"/>
                </a:lnTo>
                <a:lnTo>
                  <a:pt x="13799" y="600"/>
                </a:lnTo>
                <a:lnTo>
                  <a:pt x="13944" y="600"/>
                </a:lnTo>
                <a:lnTo>
                  <a:pt x="14054" y="600"/>
                </a:lnTo>
                <a:lnTo>
                  <a:pt x="14200" y="636"/>
                </a:lnTo>
                <a:lnTo>
                  <a:pt x="14350" y="636"/>
                </a:lnTo>
                <a:lnTo>
                  <a:pt x="14460" y="636"/>
                </a:lnTo>
                <a:lnTo>
                  <a:pt x="14570" y="636"/>
                </a:lnTo>
                <a:lnTo>
                  <a:pt x="14716" y="636"/>
                </a:lnTo>
                <a:lnTo>
                  <a:pt x="14866" y="636"/>
                </a:lnTo>
                <a:lnTo>
                  <a:pt x="15011" y="600"/>
                </a:lnTo>
                <a:lnTo>
                  <a:pt x="15121" y="600"/>
                </a:lnTo>
                <a:lnTo>
                  <a:pt x="15267" y="600"/>
                </a:lnTo>
                <a:lnTo>
                  <a:pt x="15417" y="600"/>
                </a:lnTo>
                <a:lnTo>
                  <a:pt x="15527" y="600"/>
                </a:lnTo>
                <a:lnTo>
                  <a:pt x="15673" y="600"/>
                </a:lnTo>
                <a:lnTo>
                  <a:pt x="15783" y="600"/>
                </a:lnTo>
                <a:lnTo>
                  <a:pt x="15893" y="600"/>
                </a:lnTo>
                <a:lnTo>
                  <a:pt x="16043" y="636"/>
                </a:lnTo>
                <a:lnTo>
                  <a:pt x="16224" y="636"/>
                </a:lnTo>
                <a:lnTo>
                  <a:pt x="16334" y="636"/>
                </a:lnTo>
                <a:lnTo>
                  <a:pt x="16484" y="636"/>
                </a:lnTo>
                <a:lnTo>
                  <a:pt x="16630" y="636"/>
                </a:lnTo>
                <a:lnTo>
                  <a:pt x="16775" y="636"/>
                </a:lnTo>
                <a:lnTo>
                  <a:pt x="16925" y="671"/>
                </a:lnTo>
                <a:lnTo>
                  <a:pt x="17035" y="671"/>
                </a:lnTo>
                <a:lnTo>
                  <a:pt x="17181" y="706"/>
                </a:lnTo>
                <a:lnTo>
                  <a:pt x="17331" y="706"/>
                </a:lnTo>
                <a:lnTo>
                  <a:pt x="17697" y="706"/>
                </a:lnTo>
                <a:lnTo>
                  <a:pt x="17842" y="706"/>
                </a:lnTo>
                <a:lnTo>
                  <a:pt x="18213" y="706"/>
                </a:lnTo>
                <a:lnTo>
                  <a:pt x="18654" y="706"/>
                </a:lnTo>
                <a:lnTo>
                  <a:pt x="19020" y="706"/>
                </a:lnTo>
                <a:lnTo>
                  <a:pt x="19170" y="671"/>
                </a:lnTo>
                <a:lnTo>
                  <a:pt x="19280" y="671"/>
                </a:lnTo>
                <a:lnTo>
                  <a:pt x="19390" y="706"/>
                </a:lnTo>
                <a:lnTo>
                  <a:pt x="19536" y="706"/>
                </a:lnTo>
                <a:lnTo>
                  <a:pt x="19686" y="741"/>
                </a:lnTo>
                <a:lnTo>
                  <a:pt x="19831" y="777"/>
                </a:lnTo>
                <a:lnTo>
                  <a:pt x="20052" y="777"/>
                </a:lnTo>
                <a:lnTo>
                  <a:pt x="20197" y="777"/>
                </a:lnTo>
                <a:lnTo>
                  <a:pt x="20307" y="777"/>
                </a:lnTo>
                <a:lnTo>
                  <a:pt x="20418" y="777"/>
                </a:lnTo>
                <a:lnTo>
                  <a:pt x="20567" y="777"/>
                </a:lnTo>
                <a:lnTo>
                  <a:pt x="20748" y="882"/>
                </a:lnTo>
                <a:lnTo>
                  <a:pt x="20933" y="988"/>
                </a:lnTo>
                <a:lnTo>
                  <a:pt x="21083" y="1024"/>
                </a:lnTo>
                <a:lnTo>
                  <a:pt x="21194" y="1059"/>
                </a:lnTo>
                <a:lnTo>
                  <a:pt x="21304" y="1024"/>
                </a:lnTo>
                <a:lnTo>
                  <a:pt x="21414" y="1024"/>
                </a:lnTo>
                <a:lnTo>
                  <a:pt x="21524" y="1024"/>
                </a:lnTo>
                <a:lnTo>
                  <a:pt x="21670" y="1059"/>
                </a:lnTo>
                <a:lnTo>
                  <a:pt x="21780" y="1129"/>
                </a:lnTo>
                <a:lnTo>
                  <a:pt x="21926" y="1129"/>
                </a:lnTo>
                <a:lnTo>
                  <a:pt x="22036" y="1094"/>
                </a:lnTo>
                <a:lnTo>
                  <a:pt x="22151" y="1059"/>
                </a:lnTo>
                <a:lnTo>
                  <a:pt x="22261" y="1024"/>
                </a:lnTo>
                <a:lnTo>
                  <a:pt x="22406" y="953"/>
                </a:lnTo>
                <a:lnTo>
                  <a:pt x="22517" y="882"/>
                </a:lnTo>
                <a:lnTo>
                  <a:pt x="22627" y="847"/>
                </a:lnTo>
                <a:lnTo>
                  <a:pt x="22737" y="777"/>
                </a:lnTo>
                <a:lnTo>
                  <a:pt x="22847" y="777"/>
                </a:lnTo>
                <a:lnTo>
                  <a:pt x="22958" y="706"/>
                </a:lnTo>
                <a:lnTo>
                  <a:pt x="23103" y="741"/>
                </a:lnTo>
                <a:lnTo>
                  <a:pt x="23253" y="812"/>
                </a:lnTo>
                <a:lnTo>
                  <a:pt x="23398" y="847"/>
                </a:lnTo>
                <a:lnTo>
                  <a:pt x="23509" y="918"/>
                </a:lnTo>
                <a:lnTo>
                  <a:pt x="23659" y="988"/>
                </a:lnTo>
                <a:lnTo>
                  <a:pt x="23769" y="1024"/>
                </a:lnTo>
                <a:lnTo>
                  <a:pt x="23879" y="1059"/>
                </a:lnTo>
                <a:lnTo>
                  <a:pt x="23950" y="1165"/>
                </a:lnTo>
                <a:lnTo>
                  <a:pt x="24025" y="0"/>
                </a:lnTo>
                <a:lnTo>
                  <a:pt x="0" y="70"/>
                </a:lnTo>
                <a:lnTo>
                  <a:pt x="35" y="988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177840" y="1854360"/>
            <a:ext cx="8649000" cy="1092600"/>
          </a:xfrm>
          <a:custGeom>
            <a:avLst/>
            <a:gdLst/>
            <a:ahLst/>
            <a:rect l="0" t="0" r="r" b="b"/>
            <a:pathLst>
              <a:path w="24025" h="3035">
                <a:moveTo>
                  <a:pt x="74" y="211"/>
                </a:moveTo>
                <a:lnTo>
                  <a:pt x="220" y="211"/>
                </a:lnTo>
                <a:lnTo>
                  <a:pt x="405" y="246"/>
                </a:lnTo>
                <a:lnTo>
                  <a:pt x="515" y="246"/>
                </a:lnTo>
                <a:lnTo>
                  <a:pt x="661" y="246"/>
                </a:lnTo>
                <a:lnTo>
                  <a:pt x="771" y="211"/>
                </a:lnTo>
                <a:lnTo>
                  <a:pt x="881" y="176"/>
                </a:lnTo>
                <a:lnTo>
                  <a:pt x="1031" y="176"/>
                </a:lnTo>
                <a:lnTo>
                  <a:pt x="1177" y="105"/>
                </a:lnTo>
                <a:lnTo>
                  <a:pt x="1287" y="105"/>
                </a:lnTo>
                <a:lnTo>
                  <a:pt x="1397" y="105"/>
                </a:lnTo>
                <a:lnTo>
                  <a:pt x="1543" y="105"/>
                </a:lnTo>
                <a:lnTo>
                  <a:pt x="1653" y="105"/>
                </a:lnTo>
                <a:lnTo>
                  <a:pt x="1763" y="176"/>
                </a:lnTo>
                <a:lnTo>
                  <a:pt x="1913" y="211"/>
                </a:lnTo>
                <a:lnTo>
                  <a:pt x="1988" y="317"/>
                </a:lnTo>
                <a:lnTo>
                  <a:pt x="2134" y="352"/>
                </a:lnTo>
                <a:lnTo>
                  <a:pt x="2244" y="423"/>
                </a:lnTo>
                <a:lnTo>
                  <a:pt x="2354" y="458"/>
                </a:lnTo>
                <a:lnTo>
                  <a:pt x="2500" y="458"/>
                </a:lnTo>
                <a:lnTo>
                  <a:pt x="2610" y="458"/>
                </a:lnTo>
                <a:lnTo>
                  <a:pt x="2720" y="458"/>
                </a:lnTo>
                <a:lnTo>
                  <a:pt x="2831" y="458"/>
                </a:lnTo>
                <a:lnTo>
                  <a:pt x="2941" y="458"/>
                </a:lnTo>
                <a:lnTo>
                  <a:pt x="3051" y="458"/>
                </a:lnTo>
                <a:lnTo>
                  <a:pt x="3166" y="423"/>
                </a:lnTo>
                <a:lnTo>
                  <a:pt x="3276" y="423"/>
                </a:lnTo>
                <a:lnTo>
                  <a:pt x="3457" y="423"/>
                </a:lnTo>
                <a:lnTo>
                  <a:pt x="3607" y="458"/>
                </a:lnTo>
                <a:lnTo>
                  <a:pt x="3752" y="458"/>
                </a:lnTo>
                <a:lnTo>
                  <a:pt x="3898" y="493"/>
                </a:lnTo>
                <a:lnTo>
                  <a:pt x="4008" y="529"/>
                </a:lnTo>
                <a:lnTo>
                  <a:pt x="4118" y="564"/>
                </a:lnTo>
                <a:lnTo>
                  <a:pt x="4228" y="599"/>
                </a:lnTo>
                <a:lnTo>
                  <a:pt x="4339" y="599"/>
                </a:lnTo>
                <a:lnTo>
                  <a:pt x="4489" y="635"/>
                </a:lnTo>
                <a:lnTo>
                  <a:pt x="4599" y="635"/>
                </a:lnTo>
                <a:lnTo>
                  <a:pt x="4784" y="635"/>
                </a:lnTo>
                <a:lnTo>
                  <a:pt x="4930" y="635"/>
                </a:lnTo>
                <a:lnTo>
                  <a:pt x="5075" y="635"/>
                </a:lnTo>
                <a:lnTo>
                  <a:pt x="5185" y="635"/>
                </a:lnTo>
                <a:lnTo>
                  <a:pt x="5296" y="635"/>
                </a:lnTo>
                <a:lnTo>
                  <a:pt x="5481" y="635"/>
                </a:lnTo>
                <a:lnTo>
                  <a:pt x="5666" y="599"/>
                </a:lnTo>
                <a:lnTo>
                  <a:pt x="5812" y="599"/>
                </a:lnTo>
                <a:lnTo>
                  <a:pt x="5961" y="599"/>
                </a:lnTo>
                <a:lnTo>
                  <a:pt x="6107" y="599"/>
                </a:lnTo>
                <a:lnTo>
                  <a:pt x="6217" y="599"/>
                </a:lnTo>
                <a:lnTo>
                  <a:pt x="6327" y="599"/>
                </a:lnTo>
                <a:lnTo>
                  <a:pt x="6438" y="599"/>
                </a:lnTo>
                <a:lnTo>
                  <a:pt x="6548" y="635"/>
                </a:lnTo>
                <a:lnTo>
                  <a:pt x="6658" y="635"/>
                </a:lnTo>
                <a:lnTo>
                  <a:pt x="6843" y="670"/>
                </a:lnTo>
                <a:lnTo>
                  <a:pt x="6954" y="670"/>
                </a:lnTo>
                <a:lnTo>
                  <a:pt x="7099" y="635"/>
                </a:lnTo>
                <a:lnTo>
                  <a:pt x="7284" y="635"/>
                </a:lnTo>
                <a:lnTo>
                  <a:pt x="7430" y="635"/>
                </a:lnTo>
                <a:lnTo>
                  <a:pt x="7580" y="635"/>
                </a:lnTo>
                <a:lnTo>
                  <a:pt x="7690" y="635"/>
                </a:lnTo>
                <a:lnTo>
                  <a:pt x="7800" y="635"/>
                </a:lnTo>
                <a:lnTo>
                  <a:pt x="7911" y="635"/>
                </a:lnTo>
                <a:lnTo>
                  <a:pt x="8021" y="635"/>
                </a:lnTo>
                <a:lnTo>
                  <a:pt x="8166" y="670"/>
                </a:lnTo>
                <a:lnTo>
                  <a:pt x="8316" y="670"/>
                </a:lnTo>
                <a:lnTo>
                  <a:pt x="8462" y="705"/>
                </a:lnTo>
                <a:lnTo>
                  <a:pt x="8607" y="740"/>
                </a:lnTo>
                <a:lnTo>
                  <a:pt x="8757" y="740"/>
                </a:lnTo>
                <a:lnTo>
                  <a:pt x="8867" y="740"/>
                </a:lnTo>
                <a:lnTo>
                  <a:pt x="9048" y="777"/>
                </a:lnTo>
                <a:lnTo>
                  <a:pt x="9269" y="812"/>
                </a:lnTo>
                <a:lnTo>
                  <a:pt x="9379" y="812"/>
                </a:lnTo>
                <a:lnTo>
                  <a:pt x="9494" y="812"/>
                </a:lnTo>
                <a:lnTo>
                  <a:pt x="9639" y="812"/>
                </a:lnTo>
                <a:lnTo>
                  <a:pt x="9749" y="812"/>
                </a:lnTo>
                <a:lnTo>
                  <a:pt x="9860" y="812"/>
                </a:lnTo>
                <a:lnTo>
                  <a:pt x="9970" y="812"/>
                </a:lnTo>
                <a:lnTo>
                  <a:pt x="10336" y="812"/>
                </a:lnTo>
                <a:lnTo>
                  <a:pt x="10706" y="812"/>
                </a:lnTo>
                <a:lnTo>
                  <a:pt x="11072" y="812"/>
                </a:lnTo>
                <a:lnTo>
                  <a:pt x="11222" y="812"/>
                </a:lnTo>
                <a:lnTo>
                  <a:pt x="11368" y="812"/>
                </a:lnTo>
                <a:lnTo>
                  <a:pt x="11513" y="812"/>
                </a:lnTo>
                <a:lnTo>
                  <a:pt x="11624" y="777"/>
                </a:lnTo>
                <a:lnTo>
                  <a:pt x="12105" y="529"/>
                </a:lnTo>
                <a:lnTo>
                  <a:pt x="12180" y="635"/>
                </a:lnTo>
                <a:lnTo>
                  <a:pt x="12251" y="777"/>
                </a:lnTo>
                <a:lnTo>
                  <a:pt x="12401" y="812"/>
                </a:lnTo>
                <a:lnTo>
                  <a:pt x="12511" y="777"/>
                </a:lnTo>
                <a:lnTo>
                  <a:pt x="12621" y="777"/>
                </a:lnTo>
                <a:lnTo>
                  <a:pt x="12731" y="740"/>
                </a:lnTo>
                <a:lnTo>
                  <a:pt x="12842" y="777"/>
                </a:lnTo>
                <a:lnTo>
                  <a:pt x="12987" y="812"/>
                </a:lnTo>
                <a:lnTo>
                  <a:pt x="13097" y="812"/>
                </a:lnTo>
                <a:lnTo>
                  <a:pt x="13208" y="847"/>
                </a:lnTo>
                <a:lnTo>
                  <a:pt x="13318" y="847"/>
                </a:lnTo>
                <a:lnTo>
                  <a:pt x="13428" y="847"/>
                </a:lnTo>
                <a:lnTo>
                  <a:pt x="13538" y="847"/>
                </a:lnTo>
                <a:lnTo>
                  <a:pt x="13649" y="847"/>
                </a:lnTo>
                <a:lnTo>
                  <a:pt x="13759" y="812"/>
                </a:lnTo>
                <a:lnTo>
                  <a:pt x="13869" y="812"/>
                </a:lnTo>
                <a:lnTo>
                  <a:pt x="14019" y="812"/>
                </a:lnTo>
                <a:lnTo>
                  <a:pt x="14165" y="777"/>
                </a:lnTo>
                <a:lnTo>
                  <a:pt x="14275" y="740"/>
                </a:lnTo>
                <a:lnTo>
                  <a:pt x="14385" y="740"/>
                </a:lnTo>
                <a:lnTo>
                  <a:pt x="14531" y="740"/>
                </a:lnTo>
                <a:lnTo>
                  <a:pt x="14645" y="705"/>
                </a:lnTo>
                <a:lnTo>
                  <a:pt x="14755" y="740"/>
                </a:lnTo>
                <a:lnTo>
                  <a:pt x="14866" y="847"/>
                </a:lnTo>
                <a:lnTo>
                  <a:pt x="14976" y="882"/>
                </a:lnTo>
                <a:lnTo>
                  <a:pt x="15121" y="882"/>
                </a:lnTo>
                <a:lnTo>
                  <a:pt x="15232" y="882"/>
                </a:lnTo>
                <a:lnTo>
                  <a:pt x="15342" y="882"/>
                </a:lnTo>
                <a:lnTo>
                  <a:pt x="15487" y="882"/>
                </a:lnTo>
                <a:lnTo>
                  <a:pt x="15637" y="847"/>
                </a:lnTo>
                <a:lnTo>
                  <a:pt x="15783" y="812"/>
                </a:lnTo>
                <a:lnTo>
                  <a:pt x="15933" y="812"/>
                </a:lnTo>
                <a:lnTo>
                  <a:pt x="16043" y="777"/>
                </a:lnTo>
                <a:lnTo>
                  <a:pt x="16189" y="777"/>
                </a:lnTo>
                <a:lnTo>
                  <a:pt x="16299" y="740"/>
                </a:lnTo>
                <a:lnTo>
                  <a:pt x="16409" y="740"/>
                </a:lnTo>
                <a:lnTo>
                  <a:pt x="16519" y="740"/>
                </a:lnTo>
                <a:lnTo>
                  <a:pt x="16960" y="740"/>
                </a:lnTo>
                <a:lnTo>
                  <a:pt x="17071" y="740"/>
                </a:lnTo>
                <a:lnTo>
                  <a:pt x="17220" y="740"/>
                </a:lnTo>
                <a:lnTo>
                  <a:pt x="17331" y="740"/>
                </a:lnTo>
                <a:lnTo>
                  <a:pt x="17441" y="705"/>
                </a:lnTo>
                <a:lnTo>
                  <a:pt x="17586" y="635"/>
                </a:lnTo>
                <a:lnTo>
                  <a:pt x="17772" y="599"/>
                </a:lnTo>
                <a:lnTo>
                  <a:pt x="17882" y="564"/>
                </a:lnTo>
                <a:lnTo>
                  <a:pt x="17992" y="493"/>
                </a:lnTo>
                <a:lnTo>
                  <a:pt x="18102" y="458"/>
                </a:lnTo>
                <a:lnTo>
                  <a:pt x="18213" y="388"/>
                </a:lnTo>
                <a:lnTo>
                  <a:pt x="18323" y="388"/>
                </a:lnTo>
                <a:lnTo>
                  <a:pt x="18433" y="423"/>
                </a:lnTo>
                <a:lnTo>
                  <a:pt x="18618" y="458"/>
                </a:lnTo>
                <a:lnTo>
                  <a:pt x="18729" y="458"/>
                </a:lnTo>
                <a:lnTo>
                  <a:pt x="18909" y="529"/>
                </a:lnTo>
                <a:lnTo>
                  <a:pt x="19059" y="564"/>
                </a:lnTo>
                <a:lnTo>
                  <a:pt x="19170" y="564"/>
                </a:lnTo>
                <a:lnTo>
                  <a:pt x="19280" y="564"/>
                </a:lnTo>
                <a:lnTo>
                  <a:pt x="19390" y="529"/>
                </a:lnTo>
                <a:lnTo>
                  <a:pt x="19536" y="529"/>
                </a:lnTo>
                <a:lnTo>
                  <a:pt x="19646" y="493"/>
                </a:lnTo>
                <a:lnTo>
                  <a:pt x="19796" y="493"/>
                </a:lnTo>
                <a:lnTo>
                  <a:pt x="19977" y="493"/>
                </a:lnTo>
                <a:lnTo>
                  <a:pt x="20087" y="493"/>
                </a:lnTo>
                <a:lnTo>
                  <a:pt x="20197" y="529"/>
                </a:lnTo>
                <a:lnTo>
                  <a:pt x="20307" y="529"/>
                </a:lnTo>
                <a:lnTo>
                  <a:pt x="20418" y="564"/>
                </a:lnTo>
                <a:lnTo>
                  <a:pt x="20528" y="564"/>
                </a:lnTo>
                <a:lnTo>
                  <a:pt x="20678" y="564"/>
                </a:lnTo>
                <a:lnTo>
                  <a:pt x="20858" y="529"/>
                </a:lnTo>
                <a:lnTo>
                  <a:pt x="21044" y="529"/>
                </a:lnTo>
                <a:lnTo>
                  <a:pt x="21154" y="529"/>
                </a:lnTo>
                <a:lnTo>
                  <a:pt x="21304" y="493"/>
                </a:lnTo>
                <a:lnTo>
                  <a:pt x="21414" y="458"/>
                </a:lnTo>
                <a:lnTo>
                  <a:pt x="21524" y="388"/>
                </a:lnTo>
                <a:lnTo>
                  <a:pt x="21635" y="352"/>
                </a:lnTo>
                <a:lnTo>
                  <a:pt x="21780" y="317"/>
                </a:lnTo>
                <a:lnTo>
                  <a:pt x="21926" y="317"/>
                </a:lnTo>
                <a:lnTo>
                  <a:pt x="22076" y="282"/>
                </a:lnTo>
                <a:lnTo>
                  <a:pt x="22186" y="246"/>
                </a:lnTo>
                <a:lnTo>
                  <a:pt x="22331" y="211"/>
                </a:lnTo>
                <a:lnTo>
                  <a:pt x="22442" y="176"/>
                </a:lnTo>
                <a:lnTo>
                  <a:pt x="22552" y="141"/>
                </a:lnTo>
                <a:lnTo>
                  <a:pt x="22958" y="0"/>
                </a:lnTo>
                <a:lnTo>
                  <a:pt x="23143" y="70"/>
                </a:lnTo>
                <a:lnTo>
                  <a:pt x="23213" y="176"/>
                </a:lnTo>
                <a:lnTo>
                  <a:pt x="23324" y="211"/>
                </a:lnTo>
                <a:lnTo>
                  <a:pt x="23438" y="211"/>
                </a:lnTo>
                <a:lnTo>
                  <a:pt x="23619" y="176"/>
                </a:lnTo>
                <a:lnTo>
                  <a:pt x="23729" y="141"/>
                </a:lnTo>
                <a:lnTo>
                  <a:pt x="23839" y="70"/>
                </a:lnTo>
                <a:lnTo>
                  <a:pt x="23950" y="35"/>
                </a:lnTo>
                <a:lnTo>
                  <a:pt x="24025" y="3035"/>
                </a:lnTo>
                <a:lnTo>
                  <a:pt x="23619" y="2859"/>
                </a:lnTo>
                <a:lnTo>
                  <a:pt x="23548" y="2753"/>
                </a:lnTo>
                <a:lnTo>
                  <a:pt x="23509" y="2647"/>
                </a:lnTo>
                <a:lnTo>
                  <a:pt x="23473" y="2542"/>
                </a:lnTo>
                <a:lnTo>
                  <a:pt x="23363" y="2471"/>
                </a:lnTo>
                <a:lnTo>
                  <a:pt x="23253" y="2471"/>
                </a:lnTo>
                <a:lnTo>
                  <a:pt x="23143" y="2577"/>
                </a:lnTo>
                <a:lnTo>
                  <a:pt x="23032" y="2471"/>
                </a:lnTo>
                <a:lnTo>
                  <a:pt x="22922" y="2506"/>
                </a:lnTo>
                <a:lnTo>
                  <a:pt x="22772" y="2577"/>
                </a:lnTo>
                <a:lnTo>
                  <a:pt x="22702" y="2471"/>
                </a:lnTo>
                <a:lnTo>
                  <a:pt x="22592" y="2436"/>
                </a:lnTo>
                <a:lnTo>
                  <a:pt x="22481" y="2365"/>
                </a:lnTo>
                <a:lnTo>
                  <a:pt x="22406" y="2258"/>
                </a:lnTo>
                <a:lnTo>
                  <a:pt x="22296" y="2152"/>
                </a:lnTo>
                <a:lnTo>
                  <a:pt x="22186" y="2047"/>
                </a:lnTo>
                <a:lnTo>
                  <a:pt x="22111" y="1941"/>
                </a:lnTo>
                <a:lnTo>
                  <a:pt x="22001" y="2011"/>
                </a:lnTo>
                <a:lnTo>
                  <a:pt x="21890" y="1941"/>
                </a:lnTo>
                <a:lnTo>
                  <a:pt x="21890" y="1835"/>
                </a:lnTo>
                <a:lnTo>
                  <a:pt x="21815" y="1694"/>
                </a:lnTo>
                <a:lnTo>
                  <a:pt x="21745" y="1553"/>
                </a:lnTo>
                <a:lnTo>
                  <a:pt x="21705" y="1447"/>
                </a:lnTo>
                <a:lnTo>
                  <a:pt x="21595" y="1376"/>
                </a:lnTo>
                <a:lnTo>
                  <a:pt x="21449" y="1447"/>
                </a:lnTo>
                <a:lnTo>
                  <a:pt x="21374" y="1306"/>
                </a:lnTo>
                <a:lnTo>
                  <a:pt x="21304" y="1200"/>
                </a:lnTo>
                <a:lnTo>
                  <a:pt x="21194" y="1165"/>
                </a:lnTo>
                <a:lnTo>
                  <a:pt x="21119" y="1059"/>
                </a:lnTo>
                <a:lnTo>
                  <a:pt x="21008" y="1059"/>
                </a:lnTo>
                <a:lnTo>
                  <a:pt x="20898" y="1059"/>
                </a:lnTo>
                <a:lnTo>
                  <a:pt x="20788" y="1024"/>
                </a:lnTo>
                <a:lnTo>
                  <a:pt x="20638" y="953"/>
                </a:lnTo>
                <a:lnTo>
                  <a:pt x="20528" y="953"/>
                </a:lnTo>
                <a:lnTo>
                  <a:pt x="20418" y="953"/>
                </a:lnTo>
                <a:lnTo>
                  <a:pt x="20272" y="918"/>
                </a:lnTo>
                <a:lnTo>
                  <a:pt x="20162" y="882"/>
                </a:lnTo>
                <a:lnTo>
                  <a:pt x="20087" y="777"/>
                </a:lnTo>
                <a:lnTo>
                  <a:pt x="19977" y="777"/>
                </a:lnTo>
                <a:lnTo>
                  <a:pt x="19866" y="812"/>
                </a:lnTo>
                <a:lnTo>
                  <a:pt x="19831" y="918"/>
                </a:lnTo>
                <a:lnTo>
                  <a:pt x="19721" y="1024"/>
                </a:lnTo>
                <a:lnTo>
                  <a:pt x="19611" y="1059"/>
                </a:lnTo>
                <a:lnTo>
                  <a:pt x="19831" y="2047"/>
                </a:lnTo>
                <a:lnTo>
                  <a:pt x="19686" y="2011"/>
                </a:lnTo>
                <a:lnTo>
                  <a:pt x="19571" y="1941"/>
                </a:lnTo>
                <a:lnTo>
                  <a:pt x="19461" y="1835"/>
                </a:lnTo>
                <a:lnTo>
                  <a:pt x="18433" y="1165"/>
                </a:lnTo>
                <a:lnTo>
                  <a:pt x="18323" y="1094"/>
                </a:lnTo>
                <a:lnTo>
                  <a:pt x="18213" y="1024"/>
                </a:lnTo>
                <a:lnTo>
                  <a:pt x="18138" y="918"/>
                </a:lnTo>
                <a:lnTo>
                  <a:pt x="18027" y="882"/>
                </a:lnTo>
                <a:lnTo>
                  <a:pt x="17917" y="953"/>
                </a:lnTo>
                <a:lnTo>
                  <a:pt x="17842" y="1059"/>
                </a:lnTo>
                <a:lnTo>
                  <a:pt x="17697" y="1165"/>
                </a:lnTo>
                <a:lnTo>
                  <a:pt x="17586" y="1200"/>
                </a:lnTo>
                <a:lnTo>
                  <a:pt x="17476" y="1200"/>
                </a:lnTo>
                <a:lnTo>
                  <a:pt x="17366" y="1129"/>
                </a:lnTo>
                <a:lnTo>
                  <a:pt x="17256" y="1094"/>
                </a:lnTo>
                <a:lnTo>
                  <a:pt x="17146" y="1165"/>
                </a:lnTo>
                <a:lnTo>
                  <a:pt x="17035" y="1059"/>
                </a:lnTo>
                <a:lnTo>
                  <a:pt x="16925" y="1094"/>
                </a:lnTo>
                <a:lnTo>
                  <a:pt x="16815" y="1165"/>
                </a:lnTo>
                <a:lnTo>
                  <a:pt x="16705" y="1094"/>
                </a:lnTo>
                <a:lnTo>
                  <a:pt x="16594" y="1059"/>
                </a:lnTo>
                <a:lnTo>
                  <a:pt x="16484" y="1059"/>
                </a:lnTo>
                <a:lnTo>
                  <a:pt x="16374" y="1094"/>
                </a:lnTo>
                <a:lnTo>
                  <a:pt x="16264" y="1094"/>
                </a:lnTo>
                <a:lnTo>
                  <a:pt x="16153" y="1059"/>
                </a:lnTo>
                <a:lnTo>
                  <a:pt x="16003" y="1094"/>
                </a:lnTo>
                <a:lnTo>
                  <a:pt x="15858" y="1165"/>
                </a:lnTo>
                <a:lnTo>
                  <a:pt x="15748" y="1165"/>
                </a:lnTo>
                <a:lnTo>
                  <a:pt x="15598" y="1200"/>
                </a:lnTo>
                <a:lnTo>
                  <a:pt x="15487" y="1200"/>
                </a:lnTo>
                <a:lnTo>
                  <a:pt x="15342" y="1129"/>
                </a:lnTo>
                <a:lnTo>
                  <a:pt x="15232" y="1094"/>
                </a:lnTo>
                <a:lnTo>
                  <a:pt x="15121" y="1094"/>
                </a:lnTo>
                <a:lnTo>
                  <a:pt x="15011" y="1165"/>
                </a:lnTo>
                <a:lnTo>
                  <a:pt x="14866" y="1271"/>
                </a:lnTo>
                <a:lnTo>
                  <a:pt x="14755" y="1341"/>
                </a:lnTo>
                <a:lnTo>
                  <a:pt x="14680" y="1235"/>
                </a:lnTo>
                <a:lnTo>
                  <a:pt x="14570" y="1165"/>
                </a:lnTo>
                <a:lnTo>
                  <a:pt x="14460" y="1165"/>
                </a:lnTo>
                <a:lnTo>
                  <a:pt x="14350" y="1200"/>
                </a:lnTo>
                <a:lnTo>
                  <a:pt x="14239" y="1235"/>
                </a:lnTo>
                <a:lnTo>
                  <a:pt x="14090" y="1235"/>
                </a:lnTo>
                <a:lnTo>
                  <a:pt x="13944" y="1200"/>
                </a:lnTo>
                <a:lnTo>
                  <a:pt x="13799" y="1165"/>
                </a:lnTo>
                <a:lnTo>
                  <a:pt x="13688" y="1129"/>
                </a:lnTo>
                <a:lnTo>
                  <a:pt x="13503" y="1165"/>
                </a:lnTo>
                <a:lnTo>
                  <a:pt x="13393" y="1200"/>
                </a:lnTo>
                <a:lnTo>
                  <a:pt x="13243" y="1235"/>
                </a:lnTo>
                <a:lnTo>
                  <a:pt x="13062" y="1306"/>
                </a:lnTo>
                <a:lnTo>
                  <a:pt x="12952" y="1271"/>
                </a:lnTo>
                <a:lnTo>
                  <a:pt x="12842" y="1200"/>
                </a:lnTo>
                <a:lnTo>
                  <a:pt x="12731" y="1129"/>
                </a:lnTo>
                <a:lnTo>
                  <a:pt x="12621" y="1165"/>
                </a:lnTo>
                <a:lnTo>
                  <a:pt x="12511" y="1165"/>
                </a:lnTo>
                <a:lnTo>
                  <a:pt x="12401" y="1165"/>
                </a:lnTo>
                <a:lnTo>
                  <a:pt x="12290" y="1165"/>
                </a:lnTo>
                <a:lnTo>
                  <a:pt x="12180" y="1165"/>
                </a:lnTo>
                <a:lnTo>
                  <a:pt x="12070" y="1165"/>
                </a:lnTo>
                <a:lnTo>
                  <a:pt x="11403" y="2047"/>
                </a:lnTo>
                <a:lnTo>
                  <a:pt x="11919" y="1094"/>
                </a:lnTo>
                <a:lnTo>
                  <a:pt x="11809" y="1094"/>
                </a:lnTo>
                <a:lnTo>
                  <a:pt x="11698" y="1094"/>
                </a:lnTo>
                <a:lnTo>
                  <a:pt x="11588" y="1129"/>
                </a:lnTo>
                <a:lnTo>
                  <a:pt x="11443" y="1129"/>
                </a:lnTo>
                <a:lnTo>
                  <a:pt x="11332" y="1129"/>
                </a:lnTo>
                <a:lnTo>
                  <a:pt x="11222" y="1165"/>
                </a:lnTo>
                <a:lnTo>
                  <a:pt x="11112" y="1235"/>
                </a:lnTo>
                <a:lnTo>
                  <a:pt x="11002" y="1235"/>
                </a:lnTo>
                <a:lnTo>
                  <a:pt x="10892" y="1235"/>
                </a:lnTo>
                <a:lnTo>
                  <a:pt x="10781" y="1235"/>
                </a:lnTo>
                <a:lnTo>
                  <a:pt x="10667" y="1235"/>
                </a:lnTo>
                <a:lnTo>
                  <a:pt x="10556" y="1165"/>
                </a:lnTo>
                <a:lnTo>
                  <a:pt x="10411" y="1129"/>
                </a:lnTo>
                <a:lnTo>
                  <a:pt x="10301" y="1129"/>
                </a:lnTo>
                <a:lnTo>
                  <a:pt x="10190" y="1129"/>
                </a:lnTo>
                <a:lnTo>
                  <a:pt x="10045" y="1165"/>
                </a:lnTo>
                <a:lnTo>
                  <a:pt x="9935" y="1165"/>
                </a:lnTo>
                <a:lnTo>
                  <a:pt x="9785" y="1165"/>
                </a:lnTo>
                <a:lnTo>
                  <a:pt x="9674" y="1200"/>
                </a:lnTo>
                <a:lnTo>
                  <a:pt x="9529" y="1200"/>
                </a:lnTo>
                <a:lnTo>
                  <a:pt x="9419" y="1165"/>
                </a:lnTo>
                <a:lnTo>
                  <a:pt x="9308" y="1165"/>
                </a:lnTo>
                <a:lnTo>
                  <a:pt x="9158" y="1129"/>
                </a:lnTo>
                <a:lnTo>
                  <a:pt x="9048" y="1094"/>
                </a:lnTo>
                <a:lnTo>
                  <a:pt x="8938" y="1094"/>
                </a:lnTo>
                <a:lnTo>
                  <a:pt x="8828" y="1094"/>
                </a:lnTo>
                <a:lnTo>
                  <a:pt x="8718" y="1129"/>
                </a:lnTo>
                <a:lnTo>
                  <a:pt x="8607" y="1165"/>
                </a:lnTo>
                <a:lnTo>
                  <a:pt x="8497" y="1165"/>
                </a:lnTo>
                <a:lnTo>
                  <a:pt x="8352" y="1165"/>
                </a:lnTo>
                <a:lnTo>
                  <a:pt x="8241" y="1165"/>
                </a:lnTo>
                <a:lnTo>
                  <a:pt x="8131" y="1094"/>
                </a:lnTo>
                <a:lnTo>
                  <a:pt x="8021" y="1024"/>
                </a:lnTo>
                <a:lnTo>
                  <a:pt x="7911" y="953"/>
                </a:lnTo>
                <a:lnTo>
                  <a:pt x="7761" y="918"/>
                </a:lnTo>
                <a:lnTo>
                  <a:pt x="7650" y="918"/>
                </a:lnTo>
                <a:lnTo>
                  <a:pt x="7540" y="882"/>
                </a:lnTo>
                <a:lnTo>
                  <a:pt x="7430" y="812"/>
                </a:lnTo>
                <a:lnTo>
                  <a:pt x="7320" y="777"/>
                </a:lnTo>
                <a:lnTo>
                  <a:pt x="7209" y="777"/>
                </a:lnTo>
                <a:lnTo>
                  <a:pt x="7099" y="777"/>
                </a:lnTo>
                <a:lnTo>
                  <a:pt x="6989" y="812"/>
                </a:lnTo>
                <a:lnTo>
                  <a:pt x="6879" y="882"/>
                </a:lnTo>
                <a:lnTo>
                  <a:pt x="6768" y="882"/>
                </a:lnTo>
                <a:lnTo>
                  <a:pt x="6658" y="953"/>
                </a:lnTo>
                <a:lnTo>
                  <a:pt x="6548" y="953"/>
                </a:lnTo>
                <a:lnTo>
                  <a:pt x="6438" y="882"/>
                </a:lnTo>
                <a:lnTo>
                  <a:pt x="6292" y="847"/>
                </a:lnTo>
                <a:lnTo>
                  <a:pt x="6182" y="847"/>
                </a:lnTo>
                <a:lnTo>
                  <a:pt x="6032" y="777"/>
                </a:lnTo>
                <a:lnTo>
                  <a:pt x="5922" y="777"/>
                </a:lnTo>
                <a:lnTo>
                  <a:pt x="5812" y="812"/>
                </a:lnTo>
                <a:lnTo>
                  <a:pt x="5701" y="847"/>
                </a:lnTo>
                <a:lnTo>
                  <a:pt x="5591" y="882"/>
                </a:lnTo>
                <a:lnTo>
                  <a:pt x="5481" y="918"/>
                </a:lnTo>
                <a:lnTo>
                  <a:pt x="5371" y="953"/>
                </a:lnTo>
                <a:lnTo>
                  <a:pt x="5260" y="953"/>
                </a:lnTo>
                <a:lnTo>
                  <a:pt x="5150" y="953"/>
                </a:lnTo>
                <a:lnTo>
                  <a:pt x="5040" y="953"/>
                </a:lnTo>
                <a:lnTo>
                  <a:pt x="4894" y="953"/>
                </a:lnTo>
                <a:lnTo>
                  <a:pt x="4784" y="953"/>
                </a:lnTo>
                <a:lnTo>
                  <a:pt x="4674" y="918"/>
                </a:lnTo>
                <a:lnTo>
                  <a:pt x="4564" y="918"/>
                </a:lnTo>
                <a:lnTo>
                  <a:pt x="4453" y="918"/>
                </a:lnTo>
                <a:lnTo>
                  <a:pt x="4303" y="918"/>
                </a:lnTo>
                <a:lnTo>
                  <a:pt x="4193" y="918"/>
                </a:lnTo>
                <a:lnTo>
                  <a:pt x="4083" y="918"/>
                </a:lnTo>
                <a:lnTo>
                  <a:pt x="3973" y="988"/>
                </a:lnTo>
                <a:lnTo>
                  <a:pt x="3862" y="1024"/>
                </a:lnTo>
                <a:lnTo>
                  <a:pt x="3752" y="1059"/>
                </a:lnTo>
                <a:lnTo>
                  <a:pt x="3642" y="1059"/>
                </a:lnTo>
                <a:lnTo>
                  <a:pt x="3532" y="1059"/>
                </a:lnTo>
                <a:lnTo>
                  <a:pt x="3421" y="988"/>
                </a:lnTo>
                <a:lnTo>
                  <a:pt x="3311" y="953"/>
                </a:lnTo>
                <a:lnTo>
                  <a:pt x="3201" y="953"/>
                </a:lnTo>
                <a:lnTo>
                  <a:pt x="3091" y="953"/>
                </a:lnTo>
                <a:lnTo>
                  <a:pt x="2906" y="918"/>
                </a:lnTo>
                <a:lnTo>
                  <a:pt x="2795" y="918"/>
                </a:lnTo>
                <a:lnTo>
                  <a:pt x="2685" y="988"/>
                </a:lnTo>
                <a:lnTo>
                  <a:pt x="2575" y="1059"/>
                </a:lnTo>
                <a:lnTo>
                  <a:pt x="2465" y="1129"/>
                </a:lnTo>
                <a:lnTo>
                  <a:pt x="2354" y="1165"/>
                </a:lnTo>
                <a:lnTo>
                  <a:pt x="2244" y="1165"/>
                </a:lnTo>
                <a:lnTo>
                  <a:pt x="2134" y="1129"/>
                </a:lnTo>
                <a:lnTo>
                  <a:pt x="2024" y="1094"/>
                </a:lnTo>
                <a:lnTo>
                  <a:pt x="1913" y="1094"/>
                </a:lnTo>
                <a:lnTo>
                  <a:pt x="1803" y="1059"/>
                </a:lnTo>
                <a:lnTo>
                  <a:pt x="1693" y="1059"/>
                </a:lnTo>
                <a:lnTo>
                  <a:pt x="1583" y="1059"/>
                </a:lnTo>
                <a:lnTo>
                  <a:pt x="1433" y="1059"/>
                </a:lnTo>
                <a:lnTo>
                  <a:pt x="1287" y="1059"/>
                </a:lnTo>
                <a:lnTo>
                  <a:pt x="1177" y="1059"/>
                </a:lnTo>
                <a:lnTo>
                  <a:pt x="1067" y="1059"/>
                </a:lnTo>
                <a:lnTo>
                  <a:pt x="956" y="1094"/>
                </a:lnTo>
                <a:lnTo>
                  <a:pt x="846" y="1094"/>
                </a:lnTo>
                <a:lnTo>
                  <a:pt x="736" y="1094"/>
                </a:lnTo>
                <a:lnTo>
                  <a:pt x="626" y="1129"/>
                </a:lnTo>
                <a:lnTo>
                  <a:pt x="515" y="1165"/>
                </a:lnTo>
                <a:lnTo>
                  <a:pt x="405" y="1200"/>
                </a:lnTo>
                <a:lnTo>
                  <a:pt x="255" y="1271"/>
                </a:lnTo>
                <a:lnTo>
                  <a:pt x="110" y="1306"/>
                </a:lnTo>
                <a:lnTo>
                  <a:pt x="0" y="1376"/>
                </a:lnTo>
                <a:lnTo>
                  <a:pt x="74" y="211"/>
                </a:lnTo>
                <a:close/>
              </a:path>
            </a:pathLst>
          </a:custGeom>
          <a:solidFill>
            <a:srgbClr val="114FFB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177840" y="3720960"/>
            <a:ext cx="8687160" cy="330480"/>
          </a:xfrm>
          <a:custGeom>
            <a:avLst/>
            <a:gdLst/>
            <a:ahLst/>
            <a:rect l="0" t="0" r="r" b="b"/>
            <a:pathLst>
              <a:path w="24131" h="918">
                <a:moveTo>
                  <a:pt x="74" y="530"/>
                </a:moveTo>
                <a:lnTo>
                  <a:pt x="185" y="494"/>
                </a:lnTo>
                <a:lnTo>
                  <a:pt x="295" y="458"/>
                </a:lnTo>
                <a:lnTo>
                  <a:pt x="366" y="352"/>
                </a:lnTo>
                <a:lnTo>
                  <a:pt x="476" y="317"/>
                </a:lnTo>
                <a:lnTo>
                  <a:pt x="586" y="246"/>
                </a:lnTo>
                <a:lnTo>
                  <a:pt x="696" y="317"/>
                </a:lnTo>
                <a:lnTo>
                  <a:pt x="811" y="352"/>
                </a:lnTo>
                <a:lnTo>
                  <a:pt x="921" y="388"/>
                </a:lnTo>
                <a:lnTo>
                  <a:pt x="1031" y="423"/>
                </a:lnTo>
                <a:lnTo>
                  <a:pt x="1142" y="423"/>
                </a:lnTo>
                <a:lnTo>
                  <a:pt x="1252" y="423"/>
                </a:lnTo>
                <a:lnTo>
                  <a:pt x="1397" y="423"/>
                </a:lnTo>
                <a:lnTo>
                  <a:pt x="1508" y="388"/>
                </a:lnTo>
                <a:lnTo>
                  <a:pt x="1618" y="352"/>
                </a:lnTo>
                <a:lnTo>
                  <a:pt x="1693" y="246"/>
                </a:lnTo>
                <a:lnTo>
                  <a:pt x="1838" y="176"/>
                </a:lnTo>
                <a:lnTo>
                  <a:pt x="1913" y="282"/>
                </a:lnTo>
                <a:lnTo>
                  <a:pt x="2059" y="388"/>
                </a:lnTo>
                <a:lnTo>
                  <a:pt x="2169" y="423"/>
                </a:lnTo>
                <a:lnTo>
                  <a:pt x="2279" y="423"/>
                </a:lnTo>
                <a:lnTo>
                  <a:pt x="2390" y="423"/>
                </a:lnTo>
                <a:lnTo>
                  <a:pt x="2500" y="423"/>
                </a:lnTo>
                <a:lnTo>
                  <a:pt x="2610" y="530"/>
                </a:lnTo>
                <a:lnTo>
                  <a:pt x="2760" y="600"/>
                </a:lnTo>
                <a:lnTo>
                  <a:pt x="2870" y="600"/>
                </a:lnTo>
                <a:lnTo>
                  <a:pt x="3016" y="636"/>
                </a:lnTo>
                <a:lnTo>
                  <a:pt x="3126" y="600"/>
                </a:lnTo>
                <a:lnTo>
                  <a:pt x="3236" y="600"/>
                </a:lnTo>
                <a:lnTo>
                  <a:pt x="3382" y="494"/>
                </a:lnTo>
                <a:lnTo>
                  <a:pt x="3567" y="458"/>
                </a:lnTo>
                <a:lnTo>
                  <a:pt x="3752" y="388"/>
                </a:lnTo>
                <a:lnTo>
                  <a:pt x="3898" y="352"/>
                </a:lnTo>
                <a:lnTo>
                  <a:pt x="4048" y="352"/>
                </a:lnTo>
                <a:lnTo>
                  <a:pt x="4158" y="352"/>
                </a:lnTo>
                <a:lnTo>
                  <a:pt x="4268" y="388"/>
                </a:lnTo>
                <a:lnTo>
                  <a:pt x="4449" y="388"/>
                </a:lnTo>
                <a:lnTo>
                  <a:pt x="4559" y="388"/>
                </a:lnTo>
                <a:lnTo>
                  <a:pt x="4780" y="388"/>
                </a:lnTo>
                <a:lnTo>
                  <a:pt x="4930" y="388"/>
                </a:lnTo>
                <a:lnTo>
                  <a:pt x="5040" y="352"/>
                </a:lnTo>
                <a:lnTo>
                  <a:pt x="5150" y="352"/>
                </a:lnTo>
                <a:lnTo>
                  <a:pt x="5335" y="317"/>
                </a:lnTo>
                <a:lnTo>
                  <a:pt x="5446" y="282"/>
                </a:lnTo>
                <a:lnTo>
                  <a:pt x="5626" y="317"/>
                </a:lnTo>
                <a:lnTo>
                  <a:pt x="5737" y="317"/>
                </a:lnTo>
                <a:lnTo>
                  <a:pt x="5886" y="317"/>
                </a:lnTo>
                <a:lnTo>
                  <a:pt x="6032" y="352"/>
                </a:lnTo>
                <a:lnTo>
                  <a:pt x="6398" y="352"/>
                </a:lnTo>
                <a:lnTo>
                  <a:pt x="6768" y="388"/>
                </a:lnTo>
                <a:lnTo>
                  <a:pt x="6914" y="388"/>
                </a:lnTo>
                <a:lnTo>
                  <a:pt x="7024" y="423"/>
                </a:lnTo>
                <a:lnTo>
                  <a:pt x="7209" y="494"/>
                </a:lnTo>
                <a:lnTo>
                  <a:pt x="7355" y="494"/>
                </a:lnTo>
                <a:lnTo>
                  <a:pt x="7465" y="530"/>
                </a:lnTo>
                <a:lnTo>
                  <a:pt x="7575" y="530"/>
                </a:lnTo>
                <a:lnTo>
                  <a:pt x="7686" y="530"/>
                </a:lnTo>
                <a:lnTo>
                  <a:pt x="7796" y="530"/>
                </a:lnTo>
                <a:lnTo>
                  <a:pt x="7946" y="530"/>
                </a:lnTo>
                <a:lnTo>
                  <a:pt x="8056" y="494"/>
                </a:lnTo>
                <a:lnTo>
                  <a:pt x="8166" y="494"/>
                </a:lnTo>
                <a:lnTo>
                  <a:pt x="8312" y="494"/>
                </a:lnTo>
                <a:lnTo>
                  <a:pt x="8422" y="530"/>
                </a:lnTo>
                <a:lnTo>
                  <a:pt x="8532" y="565"/>
                </a:lnTo>
                <a:lnTo>
                  <a:pt x="8643" y="565"/>
                </a:lnTo>
                <a:lnTo>
                  <a:pt x="8828" y="600"/>
                </a:lnTo>
                <a:lnTo>
                  <a:pt x="8973" y="600"/>
                </a:lnTo>
                <a:lnTo>
                  <a:pt x="9123" y="600"/>
                </a:lnTo>
                <a:lnTo>
                  <a:pt x="9233" y="565"/>
                </a:lnTo>
                <a:lnTo>
                  <a:pt x="9344" y="530"/>
                </a:lnTo>
                <a:lnTo>
                  <a:pt x="9525" y="530"/>
                </a:lnTo>
                <a:lnTo>
                  <a:pt x="9635" y="494"/>
                </a:lnTo>
                <a:lnTo>
                  <a:pt x="9785" y="458"/>
                </a:lnTo>
                <a:lnTo>
                  <a:pt x="9930" y="458"/>
                </a:lnTo>
                <a:lnTo>
                  <a:pt x="10040" y="423"/>
                </a:lnTo>
                <a:lnTo>
                  <a:pt x="10151" y="388"/>
                </a:lnTo>
                <a:lnTo>
                  <a:pt x="10301" y="352"/>
                </a:lnTo>
                <a:lnTo>
                  <a:pt x="10446" y="317"/>
                </a:lnTo>
                <a:lnTo>
                  <a:pt x="10592" y="317"/>
                </a:lnTo>
                <a:lnTo>
                  <a:pt x="10742" y="317"/>
                </a:lnTo>
                <a:lnTo>
                  <a:pt x="10852" y="282"/>
                </a:lnTo>
                <a:lnTo>
                  <a:pt x="10997" y="317"/>
                </a:lnTo>
                <a:lnTo>
                  <a:pt x="11143" y="352"/>
                </a:lnTo>
                <a:lnTo>
                  <a:pt x="11293" y="388"/>
                </a:lnTo>
                <a:lnTo>
                  <a:pt x="11403" y="458"/>
                </a:lnTo>
                <a:lnTo>
                  <a:pt x="11513" y="494"/>
                </a:lnTo>
                <a:lnTo>
                  <a:pt x="11624" y="530"/>
                </a:lnTo>
                <a:lnTo>
                  <a:pt x="11769" y="530"/>
                </a:lnTo>
                <a:lnTo>
                  <a:pt x="11879" y="530"/>
                </a:lnTo>
                <a:lnTo>
                  <a:pt x="12066" y="530"/>
                </a:lnTo>
                <a:lnTo>
                  <a:pt x="12211" y="494"/>
                </a:lnTo>
                <a:lnTo>
                  <a:pt x="12321" y="494"/>
                </a:lnTo>
                <a:lnTo>
                  <a:pt x="12432" y="494"/>
                </a:lnTo>
                <a:lnTo>
                  <a:pt x="12542" y="494"/>
                </a:lnTo>
                <a:lnTo>
                  <a:pt x="12652" y="494"/>
                </a:lnTo>
                <a:lnTo>
                  <a:pt x="12802" y="494"/>
                </a:lnTo>
                <a:lnTo>
                  <a:pt x="12947" y="494"/>
                </a:lnTo>
                <a:lnTo>
                  <a:pt x="13058" y="458"/>
                </a:lnTo>
                <a:lnTo>
                  <a:pt x="13168" y="458"/>
                </a:lnTo>
                <a:lnTo>
                  <a:pt x="13278" y="388"/>
                </a:lnTo>
                <a:lnTo>
                  <a:pt x="13388" y="388"/>
                </a:lnTo>
                <a:lnTo>
                  <a:pt x="13499" y="388"/>
                </a:lnTo>
                <a:lnTo>
                  <a:pt x="13649" y="388"/>
                </a:lnTo>
                <a:lnTo>
                  <a:pt x="13759" y="352"/>
                </a:lnTo>
                <a:lnTo>
                  <a:pt x="13869" y="352"/>
                </a:lnTo>
                <a:lnTo>
                  <a:pt x="13979" y="352"/>
                </a:lnTo>
                <a:lnTo>
                  <a:pt x="14125" y="352"/>
                </a:lnTo>
                <a:lnTo>
                  <a:pt x="14235" y="352"/>
                </a:lnTo>
                <a:lnTo>
                  <a:pt x="14385" y="352"/>
                </a:lnTo>
                <a:lnTo>
                  <a:pt x="14495" y="352"/>
                </a:lnTo>
                <a:lnTo>
                  <a:pt x="14936" y="352"/>
                </a:lnTo>
                <a:lnTo>
                  <a:pt x="15302" y="352"/>
                </a:lnTo>
                <a:lnTo>
                  <a:pt x="15668" y="317"/>
                </a:lnTo>
                <a:lnTo>
                  <a:pt x="16039" y="317"/>
                </a:lnTo>
                <a:lnTo>
                  <a:pt x="16184" y="317"/>
                </a:lnTo>
                <a:lnTo>
                  <a:pt x="16294" y="282"/>
                </a:lnTo>
                <a:lnTo>
                  <a:pt x="16405" y="246"/>
                </a:lnTo>
                <a:lnTo>
                  <a:pt x="16515" y="211"/>
                </a:lnTo>
                <a:lnTo>
                  <a:pt x="16665" y="211"/>
                </a:lnTo>
                <a:lnTo>
                  <a:pt x="16775" y="176"/>
                </a:lnTo>
                <a:lnTo>
                  <a:pt x="16885" y="141"/>
                </a:lnTo>
                <a:lnTo>
                  <a:pt x="16996" y="105"/>
                </a:lnTo>
                <a:lnTo>
                  <a:pt x="17106" y="211"/>
                </a:lnTo>
                <a:lnTo>
                  <a:pt x="17251" y="317"/>
                </a:lnTo>
                <a:lnTo>
                  <a:pt x="17362" y="352"/>
                </a:lnTo>
                <a:lnTo>
                  <a:pt x="17472" y="317"/>
                </a:lnTo>
                <a:lnTo>
                  <a:pt x="17582" y="317"/>
                </a:lnTo>
                <a:lnTo>
                  <a:pt x="17692" y="317"/>
                </a:lnTo>
                <a:lnTo>
                  <a:pt x="17842" y="282"/>
                </a:lnTo>
                <a:lnTo>
                  <a:pt x="17988" y="317"/>
                </a:lnTo>
                <a:lnTo>
                  <a:pt x="18133" y="317"/>
                </a:lnTo>
                <a:lnTo>
                  <a:pt x="18244" y="352"/>
                </a:lnTo>
                <a:lnTo>
                  <a:pt x="18354" y="352"/>
                </a:lnTo>
                <a:lnTo>
                  <a:pt x="18464" y="388"/>
                </a:lnTo>
                <a:lnTo>
                  <a:pt x="18574" y="388"/>
                </a:lnTo>
                <a:lnTo>
                  <a:pt x="18724" y="423"/>
                </a:lnTo>
                <a:lnTo>
                  <a:pt x="18834" y="423"/>
                </a:lnTo>
                <a:lnTo>
                  <a:pt x="18945" y="423"/>
                </a:lnTo>
                <a:lnTo>
                  <a:pt x="19090" y="423"/>
                </a:lnTo>
                <a:lnTo>
                  <a:pt x="19275" y="423"/>
                </a:lnTo>
                <a:lnTo>
                  <a:pt x="19386" y="388"/>
                </a:lnTo>
                <a:lnTo>
                  <a:pt x="19531" y="388"/>
                </a:lnTo>
                <a:lnTo>
                  <a:pt x="19641" y="388"/>
                </a:lnTo>
                <a:lnTo>
                  <a:pt x="19752" y="388"/>
                </a:lnTo>
                <a:lnTo>
                  <a:pt x="19862" y="388"/>
                </a:lnTo>
                <a:lnTo>
                  <a:pt x="19972" y="494"/>
                </a:lnTo>
                <a:lnTo>
                  <a:pt x="20082" y="494"/>
                </a:lnTo>
                <a:lnTo>
                  <a:pt x="20193" y="494"/>
                </a:lnTo>
                <a:lnTo>
                  <a:pt x="20303" y="458"/>
                </a:lnTo>
                <a:lnTo>
                  <a:pt x="20488" y="423"/>
                </a:lnTo>
                <a:lnTo>
                  <a:pt x="20598" y="388"/>
                </a:lnTo>
                <a:lnTo>
                  <a:pt x="20709" y="388"/>
                </a:lnTo>
                <a:lnTo>
                  <a:pt x="20819" y="388"/>
                </a:lnTo>
                <a:lnTo>
                  <a:pt x="20969" y="388"/>
                </a:lnTo>
                <a:lnTo>
                  <a:pt x="21079" y="423"/>
                </a:lnTo>
                <a:lnTo>
                  <a:pt x="21224" y="423"/>
                </a:lnTo>
                <a:lnTo>
                  <a:pt x="21410" y="388"/>
                </a:lnTo>
                <a:lnTo>
                  <a:pt x="21520" y="388"/>
                </a:lnTo>
                <a:lnTo>
                  <a:pt x="21630" y="352"/>
                </a:lnTo>
                <a:lnTo>
                  <a:pt x="21701" y="246"/>
                </a:lnTo>
                <a:lnTo>
                  <a:pt x="21811" y="176"/>
                </a:lnTo>
                <a:lnTo>
                  <a:pt x="21886" y="70"/>
                </a:lnTo>
                <a:lnTo>
                  <a:pt x="21996" y="0"/>
                </a:lnTo>
                <a:lnTo>
                  <a:pt x="22106" y="35"/>
                </a:lnTo>
                <a:lnTo>
                  <a:pt x="22217" y="70"/>
                </a:lnTo>
                <a:lnTo>
                  <a:pt x="22292" y="176"/>
                </a:lnTo>
                <a:lnTo>
                  <a:pt x="22402" y="176"/>
                </a:lnTo>
                <a:lnTo>
                  <a:pt x="22512" y="211"/>
                </a:lnTo>
                <a:lnTo>
                  <a:pt x="22622" y="282"/>
                </a:lnTo>
                <a:lnTo>
                  <a:pt x="22733" y="352"/>
                </a:lnTo>
                <a:lnTo>
                  <a:pt x="22843" y="388"/>
                </a:lnTo>
                <a:lnTo>
                  <a:pt x="22953" y="458"/>
                </a:lnTo>
                <a:lnTo>
                  <a:pt x="23063" y="458"/>
                </a:lnTo>
                <a:lnTo>
                  <a:pt x="23174" y="494"/>
                </a:lnTo>
                <a:lnTo>
                  <a:pt x="23284" y="530"/>
                </a:lnTo>
                <a:lnTo>
                  <a:pt x="23394" y="494"/>
                </a:lnTo>
                <a:lnTo>
                  <a:pt x="23504" y="494"/>
                </a:lnTo>
                <a:lnTo>
                  <a:pt x="23615" y="494"/>
                </a:lnTo>
                <a:lnTo>
                  <a:pt x="23725" y="494"/>
                </a:lnTo>
                <a:lnTo>
                  <a:pt x="24095" y="636"/>
                </a:lnTo>
                <a:lnTo>
                  <a:pt x="24131" y="918"/>
                </a:lnTo>
                <a:lnTo>
                  <a:pt x="0" y="882"/>
                </a:lnTo>
                <a:lnTo>
                  <a:pt x="74" y="53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25560" y="596880"/>
            <a:ext cx="190440" cy="6350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63360" y="1892160"/>
            <a:ext cx="152280" cy="50796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8775720" y="1778040"/>
            <a:ext cx="152280" cy="12319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33" name=""/>
          <p:cNvGrpSpPr/>
          <p:nvPr/>
        </p:nvGrpSpPr>
        <p:grpSpPr>
          <a:xfrm>
            <a:off x="282600" y="4646520"/>
            <a:ext cx="3108240" cy="949680"/>
            <a:chOff x="282600" y="4646520"/>
            <a:chExt cx="3108240" cy="949680"/>
          </a:xfrm>
        </p:grpSpPr>
        <p:sp>
          <p:nvSpPr>
            <p:cNvPr id="434" name=""/>
            <p:cNvSpPr txBox="1"/>
            <p:nvPr/>
          </p:nvSpPr>
          <p:spPr>
            <a:xfrm>
              <a:off x="282600" y="5019840"/>
              <a:ext cx="3108240" cy="5763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         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"/>
            <p:cNvSpPr txBox="1"/>
            <p:nvPr/>
          </p:nvSpPr>
          <p:spPr>
            <a:xfrm>
              <a:off x="941400" y="4646520"/>
              <a:ext cx="1623960" cy="39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RussianPay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 txBox="1"/>
          <p:nvPr/>
        </p:nvSpPr>
        <p:spPr>
          <a:xfrm>
            <a:off x="2489040" y="57240"/>
            <a:ext cx="3781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10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228600" y="1009800"/>
            <a:ext cx="8572680" cy="30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RussianPay PIC $$$,$$$,$$9.99.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MOVE 12345.67 TO RussianPay.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RussianPay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$"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RussianPay " roubles".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177840" y="1854360"/>
            <a:ext cx="8649000" cy="1092600"/>
          </a:xfrm>
          <a:custGeom>
            <a:avLst/>
            <a:gdLst/>
            <a:ahLst/>
            <a:rect l="0" t="0" r="r" b="b"/>
            <a:pathLst>
              <a:path w="24025" h="3035">
                <a:moveTo>
                  <a:pt x="74" y="211"/>
                </a:moveTo>
                <a:lnTo>
                  <a:pt x="220" y="211"/>
                </a:lnTo>
                <a:lnTo>
                  <a:pt x="405" y="246"/>
                </a:lnTo>
                <a:lnTo>
                  <a:pt x="515" y="246"/>
                </a:lnTo>
                <a:lnTo>
                  <a:pt x="661" y="246"/>
                </a:lnTo>
                <a:lnTo>
                  <a:pt x="771" y="211"/>
                </a:lnTo>
                <a:lnTo>
                  <a:pt x="881" y="176"/>
                </a:lnTo>
                <a:lnTo>
                  <a:pt x="1031" y="176"/>
                </a:lnTo>
                <a:lnTo>
                  <a:pt x="1177" y="105"/>
                </a:lnTo>
                <a:lnTo>
                  <a:pt x="1287" y="105"/>
                </a:lnTo>
                <a:lnTo>
                  <a:pt x="1397" y="105"/>
                </a:lnTo>
                <a:lnTo>
                  <a:pt x="1543" y="105"/>
                </a:lnTo>
                <a:lnTo>
                  <a:pt x="1653" y="105"/>
                </a:lnTo>
                <a:lnTo>
                  <a:pt x="1763" y="176"/>
                </a:lnTo>
                <a:lnTo>
                  <a:pt x="1913" y="211"/>
                </a:lnTo>
                <a:lnTo>
                  <a:pt x="1988" y="317"/>
                </a:lnTo>
                <a:lnTo>
                  <a:pt x="2134" y="352"/>
                </a:lnTo>
                <a:lnTo>
                  <a:pt x="2244" y="423"/>
                </a:lnTo>
                <a:lnTo>
                  <a:pt x="2354" y="458"/>
                </a:lnTo>
                <a:lnTo>
                  <a:pt x="2500" y="458"/>
                </a:lnTo>
                <a:lnTo>
                  <a:pt x="2610" y="458"/>
                </a:lnTo>
                <a:lnTo>
                  <a:pt x="2720" y="458"/>
                </a:lnTo>
                <a:lnTo>
                  <a:pt x="2831" y="458"/>
                </a:lnTo>
                <a:lnTo>
                  <a:pt x="2941" y="458"/>
                </a:lnTo>
                <a:lnTo>
                  <a:pt x="3051" y="458"/>
                </a:lnTo>
                <a:lnTo>
                  <a:pt x="3166" y="423"/>
                </a:lnTo>
                <a:lnTo>
                  <a:pt x="3276" y="423"/>
                </a:lnTo>
                <a:lnTo>
                  <a:pt x="3457" y="423"/>
                </a:lnTo>
                <a:lnTo>
                  <a:pt x="3607" y="458"/>
                </a:lnTo>
                <a:lnTo>
                  <a:pt x="3752" y="458"/>
                </a:lnTo>
                <a:lnTo>
                  <a:pt x="3898" y="493"/>
                </a:lnTo>
                <a:lnTo>
                  <a:pt x="4008" y="529"/>
                </a:lnTo>
                <a:lnTo>
                  <a:pt x="4118" y="564"/>
                </a:lnTo>
                <a:lnTo>
                  <a:pt x="4228" y="599"/>
                </a:lnTo>
                <a:lnTo>
                  <a:pt x="4339" y="599"/>
                </a:lnTo>
                <a:lnTo>
                  <a:pt x="4489" y="635"/>
                </a:lnTo>
                <a:lnTo>
                  <a:pt x="4599" y="635"/>
                </a:lnTo>
                <a:lnTo>
                  <a:pt x="4784" y="635"/>
                </a:lnTo>
                <a:lnTo>
                  <a:pt x="4930" y="635"/>
                </a:lnTo>
                <a:lnTo>
                  <a:pt x="5075" y="635"/>
                </a:lnTo>
                <a:lnTo>
                  <a:pt x="5185" y="635"/>
                </a:lnTo>
                <a:lnTo>
                  <a:pt x="5296" y="635"/>
                </a:lnTo>
                <a:lnTo>
                  <a:pt x="5481" y="635"/>
                </a:lnTo>
                <a:lnTo>
                  <a:pt x="5666" y="599"/>
                </a:lnTo>
                <a:lnTo>
                  <a:pt x="5812" y="599"/>
                </a:lnTo>
                <a:lnTo>
                  <a:pt x="5961" y="599"/>
                </a:lnTo>
                <a:lnTo>
                  <a:pt x="6107" y="599"/>
                </a:lnTo>
                <a:lnTo>
                  <a:pt x="6217" y="599"/>
                </a:lnTo>
                <a:lnTo>
                  <a:pt x="6327" y="599"/>
                </a:lnTo>
                <a:lnTo>
                  <a:pt x="6438" y="599"/>
                </a:lnTo>
                <a:lnTo>
                  <a:pt x="6548" y="635"/>
                </a:lnTo>
                <a:lnTo>
                  <a:pt x="6658" y="635"/>
                </a:lnTo>
                <a:lnTo>
                  <a:pt x="6843" y="670"/>
                </a:lnTo>
                <a:lnTo>
                  <a:pt x="6954" y="670"/>
                </a:lnTo>
                <a:lnTo>
                  <a:pt x="7099" y="635"/>
                </a:lnTo>
                <a:lnTo>
                  <a:pt x="7284" y="635"/>
                </a:lnTo>
                <a:lnTo>
                  <a:pt x="7430" y="635"/>
                </a:lnTo>
                <a:lnTo>
                  <a:pt x="7580" y="635"/>
                </a:lnTo>
                <a:lnTo>
                  <a:pt x="7690" y="635"/>
                </a:lnTo>
                <a:lnTo>
                  <a:pt x="7800" y="635"/>
                </a:lnTo>
                <a:lnTo>
                  <a:pt x="7911" y="635"/>
                </a:lnTo>
                <a:lnTo>
                  <a:pt x="8021" y="635"/>
                </a:lnTo>
                <a:lnTo>
                  <a:pt x="8166" y="670"/>
                </a:lnTo>
                <a:lnTo>
                  <a:pt x="8316" y="670"/>
                </a:lnTo>
                <a:lnTo>
                  <a:pt x="8462" y="705"/>
                </a:lnTo>
                <a:lnTo>
                  <a:pt x="8607" y="740"/>
                </a:lnTo>
                <a:lnTo>
                  <a:pt x="8757" y="740"/>
                </a:lnTo>
                <a:lnTo>
                  <a:pt x="8867" y="740"/>
                </a:lnTo>
                <a:lnTo>
                  <a:pt x="9048" y="777"/>
                </a:lnTo>
                <a:lnTo>
                  <a:pt x="9269" y="812"/>
                </a:lnTo>
                <a:lnTo>
                  <a:pt x="9379" y="812"/>
                </a:lnTo>
                <a:lnTo>
                  <a:pt x="9494" y="812"/>
                </a:lnTo>
                <a:lnTo>
                  <a:pt x="9639" y="812"/>
                </a:lnTo>
                <a:lnTo>
                  <a:pt x="9749" y="812"/>
                </a:lnTo>
                <a:lnTo>
                  <a:pt x="9860" y="812"/>
                </a:lnTo>
                <a:lnTo>
                  <a:pt x="9970" y="812"/>
                </a:lnTo>
                <a:lnTo>
                  <a:pt x="10336" y="812"/>
                </a:lnTo>
                <a:lnTo>
                  <a:pt x="10706" y="812"/>
                </a:lnTo>
                <a:lnTo>
                  <a:pt x="11072" y="812"/>
                </a:lnTo>
                <a:lnTo>
                  <a:pt x="11222" y="812"/>
                </a:lnTo>
                <a:lnTo>
                  <a:pt x="11368" y="812"/>
                </a:lnTo>
                <a:lnTo>
                  <a:pt x="11513" y="812"/>
                </a:lnTo>
                <a:lnTo>
                  <a:pt x="11624" y="777"/>
                </a:lnTo>
                <a:lnTo>
                  <a:pt x="12105" y="529"/>
                </a:lnTo>
                <a:lnTo>
                  <a:pt x="12180" y="635"/>
                </a:lnTo>
                <a:lnTo>
                  <a:pt x="12251" y="777"/>
                </a:lnTo>
                <a:lnTo>
                  <a:pt x="12401" y="812"/>
                </a:lnTo>
                <a:lnTo>
                  <a:pt x="12511" y="777"/>
                </a:lnTo>
                <a:lnTo>
                  <a:pt x="12621" y="777"/>
                </a:lnTo>
                <a:lnTo>
                  <a:pt x="12731" y="740"/>
                </a:lnTo>
                <a:lnTo>
                  <a:pt x="12842" y="777"/>
                </a:lnTo>
                <a:lnTo>
                  <a:pt x="12987" y="812"/>
                </a:lnTo>
                <a:lnTo>
                  <a:pt x="13097" y="812"/>
                </a:lnTo>
                <a:lnTo>
                  <a:pt x="13208" y="847"/>
                </a:lnTo>
                <a:lnTo>
                  <a:pt x="13318" y="847"/>
                </a:lnTo>
                <a:lnTo>
                  <a:pt x="13428" y="847"/>
                </a:lnTo>
                <a:lnTo>
                  <a:pt x="13538" y="847"/>
                </a:lnTo>
                <a:lnTo>
                  <a:pt x="13649" y="847"/>
                </a:lnTo>
                <a:lnTo>
                  <a:pt x="13759" y="812"/>
                </a:lnTo>
                <a:lnTo>
                  <a:pt x="13869" y="812"/>
                </a:lnTo>
                <a:lnTo>
                  <a:pt x="14019" y="812"/>
                </a:lnTo>
                <a:lnTo>
                  <a:pt x="14165" y="777"/>
                </a:lnTo>
                <a:lnTo>
                  <a:pt x="14275" y="740"/>
                </a:lnTo>
                <a:lnTo>
                  <a:pt x="14385" y="740"/>
                </a:lnTo>
                <a:lnTo>
                  <a:pt x="14531" y="740"/>
                </a:lnTo>
                <a:lnTo>
                  <a:pt x="14645" y="705"/>
                </a:lnTo>
                <a:lnTo>
                  <a:pt x="14755" y="740"/>
                </a:lnTo>
                <a:lnTo>
                  <a:pt x="14866" y="847"/>
                </a:lnTo>
                <a:lnTo>
                  <a:pt x="14976" y="882"/>
                </a:lnTo>
                <a:lnTo>
                  <a:pt x="15121" y="882"/>
                </a:lnTo>
                <a:lnTo>
                  <a:pt x="15232" y="882"/>
                </a:lnTo>
                <a:lnTo>
                  <a:pt x="15342" y="882"/>
                </a:lnTo>
                <a:lnTo>
                  <a:pt x="15487" y="882"/>
                </a:lnTo>
                <a:lnTo>
                  <a:pt x="15637" y="847"/>
                </a:lnTo>
                <a:lnTo>
                  <a:pt x="15783" y="812"/>
                </a:lnTo>
                <a:lnTo>
                  <a:pt x="15933" y="812"/>
                </a:lnTo>
                <a:lnTo>
                  <a:pt x="16043" y="777"/>
                </a:lnTo>
                <a:lnTo>
                  <a:pt x="16189" y="777"/>
                </a:lnTo>
                <a:lnTo>
                  <a:pt x="16299" y="740"/>
                </a:lnTo>
                <a:lnTo>
                  <a:pt x="16409" y="740"/>
                </a:lnTo>
                <a:lnTo>
                  <a:pt x="16519" y="740"/>
                </a:lnTo>
                <a:lnTo>
                  <a:pt x="16960" y="740"/>
                </a:lnTo>
                <a:lnTo>
                  <a:pt x="17071" y="740"/>
                </a:lnTo>
                <a:lnTo>
                  <a:pt x="17220" y="740"/>
                </a:lnTo>
                <a:lnTo>
                  <a:pt x="17331" y="740"/>
                </a:lnTo>
                <a:lnTo>
                  <a:pt x="17441" y="705"/>
                </a:lnTo>
                <a:lnTo>
                  <a:pt x="17586" y="635"/>
                </a:lnTo>
                <a:lnTo>
                  <a:pt x="17772" y="599"/>
                </a:lnTo>
                <a:lnTo>
                  <a:pt x="17882" y="564"/>
                </a:lnTo>
                <a:lnTo>
                  <a:pt x="17992" y="493"/>
                </a:lnTo>
                <a:lnTo>
                  <a:pt x="18102" y="458"/>
                </a:lnTo>
                <a:lnTo>
                  <a:pt x="18213" y="388"/>
                </a:lnTo>
                <a:lnTo>
                  <a:pt x="18323" y="388"/>
                </a:lnTo>
                <a:lnTo>
                  <a:pt x="18433" y="423"/>
                </a:lnTo>
                <a:lnTo>
                  <a:pt x="18618" y="458"/>
                </a:lnTo>
                <a:lnTo>
                  <a:pt x="18729" y="458"/>
                </a:lnTo>
                <a:lnTo>
                  <a:pt x="18909" y="529"/>
                </a:lnTo>
                <a:lnTo>
                  <a:pt x="19059" y="564"/>
                </a:lnTo>
                <a:lnTo>
                  <a:pt x="19170" y="564"/>
                </a:lnTo>
                <a:lnTo>
                  <a:pt x="19280" y="564"/>
                </a:lnTo>
                <a:lnTo>
                  <a:pt x="19390" y="529"/>
                </a:lnTo>
                <a:lnTo>
                  <a:pt x="19536" y="529"/>
                </a:lnTo>
                <a:lnTo>
                  <a:pt x="19646" y="493"/>
                </a:lnTo>
                <a:lnTo>
                  <a:pt x="19796" y="493"/>
                </a:lnTo>
                <a:lnTo>
                  <a:pt x="19977" y="493"/>
                </a:lnTo>
                <a:lnTo>
                  <a:pt x="20087" y="493"/>
                </a:lnTo>
                <a:lnTo>
                  <a:pt x="20197" y="529"/>
                </a:lnTo>
                <a:lnTo>
                  <a:pt x="20307" y="529"/>
                </a:lnTo>
                <a:lnTo>
                  <a:pt x="20418" y="564"/>
                </a:lnTo>
                <a:lnTo>
                  <a:pt x="20528" y="564"/>
                </a:lnTo>
                <a:lnTo>
                  <a:pt x="20678" y="564"/>
                </a:lnTo>
                <a:lnTo>
                  <a:pt x="20858" y="529"/>
                </a:lnTo>
                <a:lnTo>
                  <a:pt x="21044" y="529"/>
                </a:lnTo>
                <a:lnTo>
                  <a:pt x="21154" y="529"/>
                </a:lnTo>
                <a:lnTo>
                  <a:pt x="21304" y="493"/>
                </a:lnTo>
                <a:lnTo>
                  <a:pt x="21414" y="458"/>
                </a:lnTo>
                <a:lnTo>
                  <a:pt x="21524" y="388"/>
                </a:lnTo>
                <a:lnTo>
                  <a:pt x="21635" y="352"/>
                </a:lnTo>
                <a:lnTo>
                  <a:pt x="21780" y="317"/>
                </a:lnTo>
                <a:lnTo>
                  <a:pt x="21926" y="317"/>
                </a:lnTo>
                <a:lnTo>
                  <a:pt x="22076" y="282"/>
                </a:lnTo>
                <a:lnTo>
                  <a:pt x="22186" y="246"/>
                </a:lnTo>
                <a:lnTo>
                  <a:pt x="22331" y="211"/>
                </a:lnTo>
                <a:lnTo>
                  <a:pt x="22442" y="176"/>
                </a:lnTo>
                <a:lnTo>
                  <a:pt x="22552" y="141"/>
                </a:lnTo>
                <a:lnTo>
                  <a:pt x="22958" y="0"/>
                </a:lnTo>
                <a:lnTo>
                  <a:pt x="23143" y="70"/>
                </a:lnTo>
                <a:lnTo>
                  <a:pt x="23213" y="176"/>
                </a:lnTo>
                <a:lnTo>
                  <a:pt x="23324" y="211"/>
                </a:lnTo>
                <a:lnTo>
                  <a:pt x="23438" y="211"/>
                </a:lnTo>
                <a:lnTo>
                  <a:pt x="23619" y="176"/>
                </a:lnTo>
                <a:lnTo>
                  <a:pt x="23729" y="141"/>
                </a:lnTo>
                <a:lnTo>
                  <a:pt x="23839" y="70"/>
                </a:lnTo>
                <a:lnTo>
                  <a:pt x="23950" y="35"/>
                </a:lnTo>
                <a:lnTo>
                  <a:pt x="24025" y="3035"/>
                </a:lnTo>
                <a:lnTo>
                  <a:pt x="23619" y="2859"/>
                </a:lnTo>
                <a:lnTo>
                  <a:pt x="23548" y="2753"/>
                </a:lnTo>
                <a:lnTo>
                  <a:pt x="23509" y="2647"/>
                </a:lnTo>
                <a:lnTo>
                  <a:pt x="23473" y="2542"/>
                </a:lnTo>
                <a:lnTo>
                  <a:pt x="23363" y="2471"/>
                </a:lnTo>
                <a:lnTo>
                  <a:pt x="23253" y="2471"/>
                </a:lnTo>
                <a:lnTo>
                  <a:pt x="23143" y="2577"/>
                </a:lnTo>
                <a:lnTo>
                  <a:pt x="23032" y="2471"/>
                </a:lnTo>
                <a:lnTo>
                  <a:pt x="22922" y="2506"/>
                </a:lnTo>
                <a:lnTo>
                  <a:pt x="22772" y="2577"/>
                </a:lnTo>
                <a:lnTo>
                  <a:pt x="22702" y="2471"/>
                </a:lnTo>
                <a:lnTo>
                  <a:pt x="22592" y="2436"/>
                </a:lnTo>
                <a:lnTo>
                  <a:pt x="22481" y="2365"/>
                </a:lnTo>
                <a:lnTo>
                  <a:pt x="22406" y="2258"/>
                </a:lnTo>
                <a:lnTo>
                  <a:pt x="22296" y="2152"/>
                </a:lnTo>
                <a:lnTo>
                  <a:pt x="22186" y="2047"/>
                </a:lnTo>
                <a:lnTo>
                  <a:pt x="22111" y="1941"/>
                </a:lnTo>
                <a:lnTo>
                  <a:pt x="22001" y="2011"/>
                </a:lnTo>
                <a:lnTo>
                  <a:pt x="21890" y="1941"/>
                </a:lnTo>
                <a:lnTo>
                  <a:pt x="21890" y="1835"/>
                </a:lnTo>
                <a:lnTo>
                  <a:pt x="21815" y="1694"/>
                </a:lnTo>
                <a:lnTo>
                  <a:pt x="21745" y="1553"/>
                </a:lnTo>
                <a:lnTo>
                  <a:pt x="21705" y="1447"/>
                </a:lnTo>
                <a:lnTo>
                  <a:pt x="21595" y="1376"/>
                </a:lnTo>
                <a:lnTo>
                  <a:pt x="21449" y="1447"/>
                </a:lnTo>
                <a:lnTo>
                  <a:pt x="21374" y="1306"/>
                </a:lnTo>
                <a:lnTo>
                  <a:pt x="21304" y="1200"/>
                </a:lnTo>
                <a:lnTo>
                  <a:pt x="21194" y="1165"/>
                </a:lnTo>
                <a:lnTo>
                  <a:pt x="21119" y="1059"/>
                </a:lnTo>
                <a:lnTo>
                  <a:pt x="21008" y="1059"/>
                </a:lnTo>
                <a:lnTo>
                  <a:pt x="20898" y="1059"/>
                </a:lnTo>
                <a:lnTo>
                  <a:pt x="20788" y="1024"/>
                </a:lnTo>
                <a:lnTo>
                  <a:pt x="20638" y="953"/>
                </a:lnTo>
                <a:lnTo>
                  <a:pt x="20528" y="953"/>
                </a:lnTo>
                <a:lnTo>
                  <a:pt x="20418" y="953"/>
                </a:lnTo>
                <a:lnTo>
                  <a:pt x="20272" y="918"/>
                </a:lnTo>
                <a:lnTo>
                  <a:pt x="20162" y="882"/>
                </a:lnTo>
                <a:lnTo>
                  <a:pt x="20087" y="777"/>
                </a:lnTo>
                <a:lnTo>
                  <a:pt x="19977" y="777"/>
                </a:lnTo>
                <a:lnTo>
                  <a:pt x="19866" y="812"/>
                </a:lnTo>
                <a:lnTo>
                  <a:pt x="19831" y="918"/>
                </a:lnTo>
                <a:lnTo>
                  <a:pt x="19721" y="1024"/>
                </a:lnTo>
                <a:lnTo>
                  <a:pt x="19611" y="1059"/>
                </a:lnTo>
                <a:lnTo>
                  <a:pt x="19831" y="2047"/>
                </a:lnTo>
                <a:lnTo>
                  <a:pt x="19686" y="2011"/>
                </a:lnTo>
                <a:lnTo>
                  <a:pt x="19571" y="1941"/>
                </a:lnTo>
                <a:lnTo>
                  <a:pt x="19461" y="1835"/>
                </a:lnTo>
                <a:lnTo>
                  <a:pt x="18433" y="1165"/>
                </a:lnTo>
                <a:lnTo>
                  <a:pt x="18323" y="1094"/>
                </a:lnTo>
                <a:lnTo>
                  <a:pt x="18213" y="1024"/>
                </a:lnTo>
                <a:lnTo>
                  <a:pt x="18138" y="918"/>
                </a:lnTo>
                <a:lnTo>
                  <a:pt x="18027" y="882"/>
                </a:lnTo>
                <a:lnTo>
                  <a:pt x="17917" y="953"/>
                </a:lnTo>
                <a:lnTo>
                  <a:pt x="17842" y="1059"/>
                </a:lnTo>
                <a:lnTo>
                  <a:pt x="17697" y="1165"/>
                </a:lnTo>
                <a:lnTo>
                  <a:pt x="17586" y="1200"/>
                </a:lnTo>
                <a:lnTo>
                  <a:pt x="17476" y="1200"/>
                </a:lnTo>
                <a:lnTo>
                  <a:pt x="17366" y="1129"/>
                </a:lnTo>
                <a:lnTo>
                  <a:pt x="17256" y="1094"/>
                </a:lnTo>
                <a:lnTo>
                  <a:pt x="17146" y="1165"/>
                </a:lnTo>
                <a:lnTo>
                  <a:pt x="17035" y="1059"/>
                </a:lnTo>
                <a:lnTo>
                  <a:pt x="16925" y="1094"/>
                </a:lnTo>
                <a:lnTo>
                  <a:pt x="16815" y="1165"/>
                </a:lnTo>
                <a:lnTo>
                  <a:pt x="16705" y="1094"/>
                </a:lnTo>
                <a:lnTo>
                  <a:pt x="16594" y="1059"/>
                </a:lnTo>
                <a:lnTo>
                  <a:pt x="16484" y="1059"/>
                </a:lnTo>
                <a:lnTo>
                  <a:pt x="16374" y="1094"/>
                </a:lnTo>
                <a:lnTo>
                  <a:pt x="16264" y="1094"/>
                </a:lnTo>
                <a:lnTo>
                  <a:pt x="16153" y="1059"/>
                </a:lnTo>
                <a:lnTo>
                  <a:pt x="16003" y="1094"/>
                </a:lnTo>
                <a:lnTo>
                  <a:pt x="15858" y="1165"/>
                </a:lnTo>
                <a:lnTo>
                  <a:pt x="15748" y="1165"/>
                </a:lnTo>
                <a:lnTo>
                  <a:pt x="15598" y="1200"/>
                </a:lnTo>
                <a:lnTo>
                  <a:pt x="15487" y="1200"/>
                </a:lnTo>
                <a:lnTo>
                  <a:pt x="15342" y="1129"/>
                </a:lnTo>
                <a:lnTo>
                  <a:pt x="15232" y="1094"/>
                </a:lnTo>
                <a:lnTo>
                  <a:pt x="15121" y="1094"/>
                </a:lnTo>
                <a:lnTo>
                  <a:pt x="15011" y="1165"/>
                </a:lnTo>
                <a:lnTo>
                  <a:pt x="14866" y="1271"/>
                </a:lnTo>
                <a:lnTo>
                  <a:pt x="14755" y="1341"/>
                </a:lnTo>
                <a:lnTo>
                  <a:pt x="14680" y="1235"/>
                </a:lnTo>
                <a:lnTo>
                  <a:pt x="14570" y="1165"/>
                </a:lnTo>
                <a:lnTo>
                  <a:pt x="14460" y="1165"/>
                </a:lnTo>
                <a:lnTo>
                  <a:pt x="14350" y="1200"/>
                </a:lnTo>
                <a:lnTo>
                  <a:pt x="14239" y="1235"/>
                </a:lnTo>
                <a:lnTo>
                  <a:pt x="14090" y="1235"/>
                </a:lnTo>
                <a:lnTo>
                  <a:pt x="13944" y="1200"/>
                </a:lnTo>
                <a:lnTo>
                  <a:pt x="13799" y="1165"/>
                </a:lnTo>
                <a:lnTo>
                  <a:pt x="13688" y="1129"/>
                </a:lnTo>
                <a:lnTo>
                  <a:pt x="13503" y="1165"/>
                </a:lnTo>
                <a:lnTo>
                  <a:pt x="13393" y="1200"/>
                </a:lnTo>
                <a:lnTo>
                  <a:pt x="13243" y="1235"/>
                </a:lnTo>
                <a:lnTo>
                  <a:pt x="13062" y="1306"/>
                </a:lnTo>
                <a:lnTo>
                  <a:pt x="12952" y="1271"/>
                </a:lnTo>
                <a:lnTo>
                  <a:pt x="12842" y="1200"/>
                </a:lnTo>
                <a:lnTo>
                  <a:pt x="12731" y="1129"/>
                </a:lnTo>
                <a:lnTo>
                  <a:pt x="12621" y="1165"/>
                </a:lnTo>
                <a:lnTo>
                  <a:pt x="12511" y="1165"/>
                </a:lnTo>
                <a:lnTo>
                  <a:pt x="12401" y="1165"/>
                </a:lnTo>
                <a:lnTo>
                  <a:pt x="12290" y="1165"/>
                </a:lnTo>
                <a:lnTo>
                  <a:pt x="12180" y="1165"/>
                </a:lnTo>
                <a:lnTo>
                  <a:pt x="12070" y="1165"/>
                </a:lnTo>
                <a:lnTo>
                  <a:pt x="11403" y="2047"/>
                </a:lnTo>
                <a:lnTo>
                  <a:pt x="11919" y="1094"/>
                </a:lnTo>
                <a:lnTo>
                  <a:pt x="11809" y="1094"/>
                </a:lnTo>
                <a:lnTo>
                  <a:pt x="11698" y="1094"/>
                </a:lnTo>
                <a:lnTo>
                  <a:pt x="11588" y="1129"/>
                </a:lnTo>
                <a:lnTo>
                  <a:pt x="11443" y="1129"/>
                </a:lnTo>
                <a:lnTo>
                  <a:pt x="11332" y="1129"/>
                </a:lnTo>
                <a:lnTo>
                  <a:pt x="11222" y="1165"/>
                </a:lnTo>
                <a:lnTo>
                  <a:pt x="11112" y="1235"/>
                </a:lnTo>
                <a:lnTo>
                  <a:pt x="11002" y="1235"/>
                </a:lnTo>
                <a:lnTo>
                  <a:pt x="10892" y="1235"/>
                </a:lnTo>
                <a:lnTo>
                  <a:pt x="10781" y="1235"/>
                </a:lnTo>
                <a:lnTo>
                  <a:pt x="10667" y="1235"/>
                </a:lnTo>
                <a:lnTo>
                  <a:pt x="10556" y="1165"/>
                </a:lnTo>
                <a:lnTo>
                  <a:pt x="10411" y="1129"/>
                </a:lnTo>
                <a:lnTo>
                  <a:pt x="10301" y="1129"/>
                </a:lnTo>
                <a:lnTo>
                  <a:pt x="10190" y="1129"/>
                </a:lnTo>
                <a:lnTo>
                  <a:pt x="10045" y="1165"/>
                </a:lnTo>
                <a:lnTo>
                  <a:pt x="9935" y="1165"/>
                </a:lnTo>
                <a:lnTo>
                  <a:pt x="9785" y="1165"/>
                </a:lnTo>
                <a:lnTo>
                  <a:pt x="9674" y="1200"/>
                </a:lnTo>
                <a:lnTo>
                  <a:pt x="9529" y="1200"/>
                </a:lnTo>
                <a:lnTo>
                  <a:pt x="9419" y="1165"/>
                </a:lnTo>
                <a:lnTo>
                  <a:pt x="9308" y="1165"/>
                </a:lnTo>
                <a:lnTo>
                  <a:pt x="9158" y="1129"/>
                </a:lnTo>
                <a:lnTo>
                  <a:pt x="9048" y="1094"/>
                </a:lnTo>
                <a:lnTo>
                  <a:pt x="8938" y="1094"/>
                </a:lnTo>
                <a:lnTo>
                  <a:pt x="8828" y="1094"/>
                </a:lnTo>
                <a:lnTo>
                  <a:pt x="8718" y="1129"/>
                </a:lnTo>
                <a:lnTo>
                  <a:pt x="8607" y="1165"/>
                </a:lnTo>
                <a:lnTo>
                  <a:pt x="8497" y="1165"/>
                </a:lnTo>
                <a:lnTo>
                  <a:pt x="8352" y="1165"/>
                </a:lnTo>
                <a:lnTo>
                  <a:pt x="8241" y="1165"/>
                </a:lnTo>
                <a:lnTo>
                  <a:pt x="8131" y="1094"/>
                </a:lnTo>
                <a:lnTo>
                  <a:pt x="8021" y="1024"/>
                </a:lnTo>
                <a:lnTo>
                  <a:pt x="7911" y="953"/>
                </a:lnTo>
                <a:lnTo>
                  <a:pt x="7761" y="918"/>
                </a:lnTo>
                <a:lnTo>
                  <a:pt x="7650" y="918"/>
                </a:lnTo>
                <a:lnTo>
                  <a:pt x="7540" y="882"/>
                </a:lnTo>
                <a:lnTo>
                  <a:pt x="7430" y="812"/>
                </a:lnTo>
                <a:lnTo>
                  <a:pt x="7320" y="777"/>
                </a:lnTo>
                <a:lnTo>
                  <a:pt x="7209" y="777"/>
                </a:lnTo>
                <a:lnTo>
                  <a:pt x="7099" y="777"/>
                </a:lnTo>
                <a:lnTo>
                  <a:pt x="6989" y="812"/>
                </a:lnTo>
                <a:lnTo>
                  <a:pt x="6879" y="882"/>
                </a:lnTo>
                <a:lnTo>
                  <a:pt x="6768" y="882"/>
                </a:lnTo>
                <a:lnTo>
                  <a:pt x="6658" y="953"/>
                </a:lnTo>
                <a:lnTo>
                  <a:pt x="6548" y="953"/>
                </a:lnTo>
                <a:lnTo>
                  <a:pt x="6438" y="882"/>
                </a:lnTo>
                <a:lnTo>
                  <a:pt x="6292" y="847"/>
                </a:lnTo>
                <a:lnTo>
                  <a:pt x="6182" y="847"/>
                </a:lnTo>
                <a:lnTo>
                  <a:pt x="6032" y="777"/>
                </a:lnTo>
                <a:lnTo>
                  <a:pt x="5922" y="777"/>
                </a:lnTo>
                <a:lnTo>
                  <a:pt x="5812" y="812"/>
                </a:lnTo>
                <a:lnTo>
                  <a:pt x="5701" y="847"/>
                </a:lnTo>
                <a:lnTo>
                  <a:pt x="5591" y="882"/>
                </a:lnTo>
                <a:lnTo>
                  <a:pt x="5481" y="918"/>
                </a:lnTo>
                <a:lnTo>
                  <a:pt x="5371" y="953"/>
                </a:lnTo>
                <a:lnTo>
                  <a:pt x="5260" y="953"/>
                </a:lnTo>
                <a:lnTo>
                  <a:pt x="5150" y="953"/>
                </a:lnTo>
                <a:lnTo>
                  <a:pt x="5040" y="953"/>
                </a:lnTo>
                <a:lnTo>
                  <a:pt x="4894" y="953"/>
                </a:lnTo>
                <a:lnTo>
                  <a:pt x="4784" y="953"/>
                </a:lnTo>
                <a:lnTo>
                  <a:pt x="4674" y="918"/>
                </a:lnTo>
                <a:lnTo>
                  <a:pt x="4564" y="918"/>
                </a:lnTo>
                <a:lnTo>
                  <a:pt x="4453" y="918"/>
                </a:lnTo>
                <a:lnTo>
                  <a:pt x="4303" y="918"/>
                </a:lnTo>
                <a:lnTo>
                  <a:pt x="4193" y="918"/>
                </a:lnTo>
                <a:lnTo>
                  <a:pt x="4083" y="918"/>
                </a:lnTo>
                <a:lnTo>
                  <a:pt x="3973" y="988"/>
                </a:lnTo>
                <a:lnTo>
                  <a:pt x="3862" y="1024"/>
                </a:lnTo>
                <a:lnTo>
                  <a:pt x="3752" y="1059"/>
                </a:lnTo>
                <a:lnTo>
                  <a:pt x="3642" y="1059"/>
                </a:lnTo>
                <a:lnTo>
                  <a:pt x="3532" y="1059"/>
                </a:lnTo>
                <a:lnTo>
                  <a:pt x="3421" y="988"/>
                </a:lnTo>
                <a:lnTo>
                  <a:pt x="3311" y="953"/>
                </a:lnTo>
                <a:lnTo>
                  <a:pt x="3201" y="953"/>
                </a:lnTo>
                <a:lnTo>
                  <a:pt x="3091" y="953"/>
                </a:lnTo>
                <a:lnTo>
                  <a:pt x="2906" y="918"/>
                </a:lnTo>
                <a:lnTo>
                  <a:pt x="2795" y="918"/>
                </a:lnTo>
                <a:lnTo>
                  <a:pt x="2685" y="988"/>
                </a:lnTo>
                <a:lnTo>
                  <a:pt x="2575" y="1059"/>
                </a:lnTo>
                <a:lnTo>
                  <a:pt x="2465" y="1129"/>
                </a:lnTo>
                <a:lnTo>
                  <a:pt x="2354" y="1165"/>
                </a:lnTo>
                <a:lnTo>
                  <a:pt x="2244" y="1165"/>
                </a:lnTo>
                <a:lnTo>
                  <a:pt x="2134" y="1129"/>
                </a:lnTo>
                <a:lnTo>
                  <a:pt x="2024" y="1094"/>
                </a:lnTo>
                <a:lnTo>
                  <a:pt x="1913" y="1094"/>
                </a:lnTo>
                <a:lnTo>
                  <a:pt x="1803" y="1059"/>
                </a:lnTo>
                <a:lnTo>
                  <a:pt x="1693" y="1059"/>
                </a:lnTo>
                <a:lnTo>
                  <a:pt x="1583" y="1059"/>
                </a:lnTo>
                <a:lnTo>
                  <a:pt x="1433" y="1059"/>
                </a:lnTo>
                <a:lnTo>
                  <a:pt x="1287" y="1059"/>
                </a:lnTo>
                <a:lnTo>
                  <a:pt x="1177" y="1059"/>
                </a:lnTo>
                <a:lnTo>
                  <a:pt x="1067" y="1059"/>
                </a:lnTo>
                <a:lnTo>
                  <a:pt x="956" y="1094"/>
                </a:lnTo>
                <a:lnTo>
                  <a:pt x="846" y="1094"/>
                </a:lnTo>
                <a:lnTo>
                  <a:pt x="736" y="1094"/>
                </a:lnTo>
                <a:lnTo>
                  <a:pt x="626" y="1129"/>
                </a:lnTo>
                <a:lnTo>
                  <a:pt x="515" y="1165"/>
                </a:lnTo>
                <a:lnTo>
                  <a:pt x="405" y="1200"/>
                </a:lnTo>
                <a:lnTo>
                  <a:pt x="255" y="1271"/>
                </a:lnTo>
                <a:lnTo>
                  <a:pt x="110" y="1306"/>
                </a:lnTo>
                <a:lnTo>
                  <a:pt x="0" y="1376"/>
                </a:lnTo>
                <a:lnTo>
                  <a:pt x="74" y="211"/>
                </a:lnTo>
                <a:close/>
              </a:path>
            </a:pathLst>
          </a:custGeom>
          <a:solidFill>
            <a:srgbClr val="114FFB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25560" y="596880"/>
            <a:ext cx="190440" cy="6350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63360" y="1892160"/>
            <a:ext cx="152280" cy="50796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8775720" y="1778040"/>
            <a:ext cx="152280" cy="12319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42" name=""/>
          <p:cNvGrpSpPr/>
          <p:nvPr/>
        </p:nvGrpSpPr>
        <p:grpSpPr>
          <a:xfrm>
            <a:off x="282600" y="4646520"/>
            <a:ext cx="3108240" cy="949680"/>
            <a:chOff x="282600" y="4646520"/>
            <a:chExt cx="3108240" cy="949680"/>
          </a:xfrm>
        </p:grpSpPr>
        <p:sp>
          <p:nvSpPr>
            <p:cNvPr id="443" name=""/>
            <p:cNvSpPr txBox="1"/>
            <p:nvPr/>
          </p:nvSpPr>
          <p:spPr>
            <a:xfrm>
              <a:off x="282600" y="5019840"/>
              <a:ext cx="3108240" cy="5763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         $12,345.67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"/>
            <p:cNvSpPr txBox="1"/>
            <p:nvPr/>
          </p:nvSpPr>
          <p:spPr>
            <a:xfrm>
              <a:off x="941400" y="4646520"/>
              <a:ext cx="1623960" cy="39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RussianPay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5" name=""/>
          <p:cNvSpPr/>
          <p:nvPr/>
        </p:nvSpPr>
        <p:spPr>
          <a:xfrm>
            <a:off x="177840" y="927000"/>
            <a:ext cx="8649000" cy="419400"/>
          </a:xfrm>
          <a:custGeom>
            <a:avLst/>
            <a:gdLst/>
            <a:ahLst/>
            <a:rect l="0" t="0" r="r" b="b"/>
            <a:pathLst>
              <a:path w="24025" h="1165">
                <a:moveTo>
                  <a:pt x="35" y="988"/>
                </a:moveTo>
                <a:lnTo>
                  <a:pt x="145" y="918"/>
                </a:lnTo>
                <a:lnTo>
                  <a:pt x="330" y="882"/>
                </a:lnTo>
                <a:lnTo>
                  <a:pt x="476" y="847"/>
                </a:lnTo>
                <a:lnTo>
                  <a:pt x="586" y="777"/>
                </a:lnTo>
                <a:lnTo>
                  <a:pt x="736" y="741"/>
                </a:lnTo>
                <a:lnTo>
                  <a:pt x="846" y="706"/>
                </a:lnTo>
                <a:lnTo>
                  <a:pt x="992" y="706"/>
                </a:lnTo>
                <a:lnTo>
                  <a:pt x="1142" y="636"/>
                </a:lnTo>
                <a:lnTo>
                  <a:pt x="1252" y="636"/>
                </a:lnTo>
                <a:lnTo>
                  <a:pt x="1362" y="600"/>
                </a:lnTo>
                <a:lnTo>
                  <a:pt x="1508" y="600"/>
                </a:lnTo>
                <a:lnTo>
                  <a:pt x="1653" y="564"/>
                </a:lnTo>
                <a:lnTo>
                  <a:pt x="1763" y="600"/>
                </a:lnTo>
                <a:lnTo>
                  <a:pt x="1803" y="706"/>
                </a:lnTo>
                <a:lnTo>
                  <a:pt x="1913" y="812"/>
                </a:lnTo>
                <a:lnTo>
                  <a:pt x="2024" y="882"/>
                </a:lnTo>
                <a:lnTo>
                  <a:pt x="2134" y="953"/>
                </a:lnTo>
                <a:lnTo>
                  <a:pt x="2244" y="953"/>
                </a:lnTo>
                <a:lnTo>
                  <a:pt x="2354" y="918"/>
                </a:lnTo>
                <a:lnTo>
                  <a:pt x="2465" y="847"/>
                </a:lnTo>
                <a:lnTo>
                  <a:pt x="2650" y="777"/>
                </a:lnTo>
                <a:lnTo>
                  <a:pt x="2760" y="706"/>
                </a:lnTo>
                <a:lnTo>
                  <a:pt x="2906" y="636"/>
                </a:lnTo>
                <a:lnTo>
                  <a:pt x="3051" y="600"/>
                </a:lnTo>
                <a:lnTo>
                  <a:pt x="3166" y="564"/>
                </a:lnTo>
                <a:lnTo>
                  <a:pt x="3276" y="564"/>
                </a:lnTo>
                <a:lnTo>
                  <a:pt x="3421" y="636"/>
                </a:lnTo>
                <a:lnTo>
                  <a:pt x="3532" y="741"/>
                </a:lnTo>
                <a:lnTo>
                  <a:pt x="3567" y="847"/>
                </a:lnTo>
                <a:lnTo>
                  <a:pt x="3717" y="882"/>
                </a:lnTo>
                <a:lnTo>
                  <a:pt x="3862" y="953"/>
                </a:lnTo>
                <a:lnTo>
                  <a:pt x="3973" y="988"/>
                </a:lnTo>
                <a:lnTo>
                  <a:pt x="4158" y="988"/>
                </a:lnTo>
                <a:lnTo>
                  <a:pt x="4303" y="918"/>
                </a:lnTo>
                <a:lnTo>
                  <a:pt x="4414" y="882"/>
                </a:lnTo>
                <a:lnTo>
                  <a:pt x="4524" y="847"/>
                </a:lnTo>
                <a:lnTo>
                  <a:pt x="4634" y="777"/>
                </a:lnTo>
                <a:lnTo>
                  <a:pt x="4744" y="741"/>
                </a:lnTo>
                <a:lnTo>
                  <a:pt x="4855" y="706"/>
                </a:lnTo>
                <a:lnTo>
                  <a:pt x="4965" y="671"/>
                </a:lnTo>
                <a:lnTo>
                  <a:pt x="5075" y="671"/>
                </a:lnTo>
                <a:lnTo>
                  <a:pt x="5185" y="636"/>
                </a:lnTo>
                <a:lnTo>
                  <a:pt x="5335" y="636"/>
                </a:lnTo>
                <a:lnTo>
                  <a:pt x="5446" y="636"/>
                </a:lnTo>
                <a:lnTo>
                  <a:pt x="5556" y="741"/>
                </a:lnTo>
                <a:lnTo>
                  <a:pt x="5666" y="706"/>
                </a:lnTo>
                <a:lnTo>
                  <a:pt x="5776" y="741"/>
                </a:lnTo>
                <a:lnTo>
                  <a:pt x="5922" y="777"/>
                </a:lnTo>
                <a:lnTo>
                  <a:pt x="5922" y="918"/>
                </a:lnTo>
                <a:lnTo>
                  <a:pt x="6032" y="988"/>
                </a:lnTo>
                <a:lnTo>
                  <a:pt x="6142" y="918"/>
                </a:lnTo>
                <a:lnTo>
                  <a:pt x="6292" y="847"/>
                </a:lnTo>
                <a:lnTo>
                  <a:pt x="6438" y="777"/>
                </a:lnTo>
                <a:lnTo>
                  <a:pt x="6583" y="741"/>
                </a:lnTo>
                <a:lnTo>
                  <a:pt x="6733" y="706"/>
                </a:lnTo>
                <a:lnTo>
                  <a:pt x="6914" y="636"/>
                </a:lnTo>
                <a:lnTo>
                  <a:pt x="7029" y="564"/>
                </a:lnTo>
                <a:lnTo>
                  <a:pt x="7139" y="564"/>
                </a:lnTo>
                <a:lnTo>
                  <a:pt x="7249" y="493"/>
                </a:lnTo>
                <a:lnTo>
                  <a:pt x="7395" y="458"/>
                </a:lnTo>
                <a:lnTo>
                  <a:pt x="7505" y="423"/>
                </a:lnTo>
                <a:lnTo>
                  <a:pt x="7615" y="423"/>
                </a:lnTo>
                <a:lnTo>
                  <a:pt x="7836" y="458"/>
                </a:lnTo>
                <a:lnTo>
                  <a:pt x="7946" y="493"/>
                </a:lnTo>
                <a:lnTo>
                  <a:pt x="8056" y="529"/>
                </a:lnTo>
                <a:lnTo>
                  <a:pt x="8202" y="564"/>
                </a:lnTo>
                <a:lnTo>
                  <a:pt x="8352" y="564"/>
                </a:lnTo>
                <a:lnTo>
                  <a:pt x="8572" y="564"/>
                </a:lnTo>
                <a:lnTo>
                  <a:pt x="8718" y="564"/>
                </a:lnTo>
                <a:lnTo>
                  <a:pt x="8828" y="564"/>
                </a:lnTo>
                <a:lnTo>
                  <a:pt x="9013" y="564"/>
                </a:lnTo>
                <a:lnTo>
                  <a:pt x="9158" y="600"/>
                </a:lnTo>
                <a:lnTo>
                  <a:pt x="9344" y="600"/>
                </a:lnTo>
                <a:lnTo>
                  <a:pt x="9564" y="600"/>
                </a:lnTo>
                <a:lnTo>
                  <a:pt x="9714" y="636"/>
                </a:lnTo>
                <a:lnTo>
                  <a:pt x="10080" y="636"/>
                </a:lnTo>
                <a:lnTo>
                  <a:pt x="10226" y="636"/>
                </a:lnTo>
                <a:lnTo>
                  <a:pt x="10667" y="636"/>
                </a:lnTo>
                <a:lnTo>
                  <a:pt x="10817" y="636"/>
                </a:lnTo>
                <a:lnTo>
                  <a:pt x="10927" y="636"/>
                </a:lnTo>
                <a:lnTo>
                  <a:pt x="11037" y="636"/>
                </a:lnTo>
                <a:lnTo>
                  <a:pt x="11183" y="636"/>
                </a:lnTo>
                <a:lnTo>
                  <a:pt x="11293" y="636"/>
                </a:lnTo>
                <a:lnTo>
                  <a:pt x="11478" y="636"/>
                </a:lnTo>
                <a:lnTo>
                  <a:pt x="11624" y="636"/>
                </a:lnTo>
                <a:lnTo>
                  <a:pt x="11773" y="671"/>
                </a:lnTo>
                <a:lnTo>
                  <a:pt x="11919" y="706"/>
                </a:lnTo>
                <a:lnTo>
                  <a:pt x="12070" y="741"/>
                </a:lnTo>
                <a:lnTo>
                  <a:pt x="12105" y="847"/>
                </a:lnTo>
                <a:lnTo>
                  <a:pt x="12215" y="953"/>
                </a:lnTo>
                <a:lnTo>
                  <a:pt x="12326" y="988"/>
                </a:lnTo>
                <a:lnTo>
                  <a:pt x="12436" y="988"/>
                </a:lnTo>
                <a:lnTo>
                  <a:pt x="12581" y="953"/>
                </a:lnTo>
                <a:lnTo>
                  <a:pt x="12692" y="918"/>
                </a:lnTo>
                <a:lnTo>
                  <a:pt x="12802" y="847"/>
                </a:lnTo>
                <a:lnTo>
                  <a:pt x="12912" y="812"/>
                </a:lnTo>
                <a:lnTo>
                  <a:pt x="13022" y="777"/>
                </a:lnTo>
                <a:lnTo>
                  <a:pt x="13133" y="706"/>
                </a:lnTo>
                <a:lnTo>
                  <a:pt x="13243" y="671"/>
                </a:lnTo>
                <a:lnTo>
                  <a:pt x="13358" y="636"/>
                </a:lnTo>
                <a:lnTo>
                  <a:pt x="13468" y="600"/>
                </a:lnTo>
                <a:lnTo>
                  <a:pt x="13613" y="600"/>
                </a:lnTo>
                <a:lnTo>
                  <a:pt x="13799" y="600"/>
                </a:lnTo>
                <a:lnTo>
                  <a:pt x="13944" y="600"/>
                </a:lnTo>
                <a:lnTo>
                  <a:pt x="14054" y="600"/>
                </a:lnTo>
                <a:lnTo>
                  <a:pt x="14200" y="636"/>
                </a:lnTo>
                <a:lnTo>
                  <a:pt x="14350" y="636"/>
                </a:lnTo>
                <a:lnTo>
                  <a:pt x="14460" y="636"/>
                </a:lnTo>
                <a:lnTo>
                  <a:pt x="14570" y="636"/>
                </a:lnTo>
                <a:lnTo>
                  <a:pt x="14716" y="636"/>
                </a:lnTo>
                <a:lnTo>
                  <a:pt x="14866" y="636"/>
                </a:lnTo>
                <a:lnTo>
                  <a:pt x="15011" y="600"/>
                </a:lnTo>
                <a:lnTo>
                  <a:pt x="15121" y="600"/>
                </a:lnTo>
                <a:lnTo>
                  <a:pt x="15267" y="600"/>
                </a:lnTo>
                <a:lnTo>
                  <a:pt x="15417" y="600"/>
                </a:lnTo>
                <a:lnTo>
                  <a:pt x="15527" y="600"/>
                </a:lnTo>
                <a:lnTo>
                  <a:pt x="15673" y="600"/>
                </a:lnTo>
                <a:lnTo>
                  <a:pt x="15783" y="600"/>
                </a:lnTo>
                <a:lnTo>
                  <a:pt x="15893" y="600"/>
                </a:lnTo>
                <a:lnTo>
                  <a:pt x="16043" y="636"/>
                </a:lnTo>
                <a:lnTo>
                  <a:pt x="16224" y="636"/>
                </a:lnTo>
                <a:lnTo>
                  <a:pt x="16334" y="636"/>
                </a:lnTo>
                <a:lnTo>
                  <a:pt x="16484" y="636"/>
                </a:lnTo>
                <a:lnTo>
                  <a:pt x="16630" y="636"/>
                </a:lnTo>
                <a:lnTo>
                  <a:pt x="16775" y="636"/>
                </a:lnTo>
                <a:lnTo>
                  <a:pt x="16925" y="671"/>
                </a:lnTo>
                <a:lnTo>
                  <a:pt x="17035" y="671"/>
                </a:lnTo>
                <a:lnTo>
                  <a:pt x="17181" y="706"/>
                </a:lnTo>
                <a:lnTo>
                  <a:pt x="17331" y="706"/>
                </a:lnTo>
                <a:lnTo>
                  <a:pt x="17697" y="706"/>
                </a:lnTo>
                <a:lnTo>
                  <a:pt x="17842" y="706"/>
                </a:lnTo>
                <a:lnTo>
                  <a:pt x="18213" y="706"/>
                </a:lnTo>
                <a:lnTo>
                  <a:pt x="18654" y="706"/>
                </a:lnTo>
                <a:lnTo>
                  <a:pt x="19020" y="706"/>
                </a:lnTo>
                <a:lnTo>
                  <a:pt x="19170" y="671"/>
                </a:lnTo>
                <a:lnTo>
                  <a:pt x="19280" y="671"/>
                </a:lnTo>
                <a:lnTo>
                  <a:pt x="19390" y="706"/>
                </a:lnTo>
                <a:lnTo>
                  <a:pt x="19536" y="706"/>
                </a:lnTo>
                <a:lnTo>
                  <a:pt x="19686" y="741"/>
                </a:lnTo>
                <a:lnTo>
                  <a:pt x="19831" y="777"/>
                </a:lnTo>
                <a:lnTo>
                  <a:pt x="20052" y="777"/>
                </a:lnTo>
                <a:lnTo>
                  <a:pt x="20197" y="777"/>
                </a:lnTo>
                <a:lnTo>
                  <a:pt x="20307" y="777"/>
                </a:lnTo>
                <a:lnTo>
                  <a:pt x="20418" y="777"/>
                </a:lnTo>
                <a:lnTo>
                  <a:pt x="20567" y="777"/>
                </a:lnTo>
                <a:lnTo>
                  <a:pt x="20748" y="882"/>
                </a:lnTo>
                <a:lnTo>
                  <a:pt x="20933" y="988"/>
                </a:lnTo>
                <a:lnTo>
                  <a:pt x="21083" y="1024"/>
                </a:lnTo>
                <a:lnTo>
                  <a:pt x="21194" y="1059"/>
                </a:lnTo>
                <a:lnTo>
                  <a:pt x="21304" y="1024"/>
                </a:lnTo>
                <a:lnTo>
                  <a:pt x="21414" y="1024"/>
                </a:lnTo>
                <a:lnTo>
                  <a:pt x="21524" y="1024"/>
                </a:lnTo>
                <a:lnTo>
                  <a:pt x="21670" y="1059"/>
                </a:lnTo>
                <a:lnTo>
                  <a:pt x="21780" y="1129"/>
                </a:lnTo>
                <a:lnTo>
                  <a:pt x="21926" y="1129"/>
                </a:lnTo>
                <a:lnTo>
                  <a:pt x="22036" y="1094"/>
                </a:lnTo>
                <a:lnTo>
                  <a:pt x="22151" y="1059"/>
                </a:lnTo>
                <a:lnTo>
                  <a:pt x="22261" y="1024"/>
                </a:lnTo>
                <a:lnTo>
                  <a:pt x="22406" y="953"/>
                </a:lnTo>
                <a:lnTo>
                  <a:pt x="22517" y="882"/>
                </a:lnTo>
                <a:lnTo>
                  <a:pt x="22627" y="847"/>
                </a:lnTo>
                <a:lnTo>
                  <a:pt x="22737" y="777"/>
                </a:lnTo>
                <a:lnTo>
                  <a:pt x="22847" y="777"/>
                </a:lnTo>
                <a:lnTo>
                  <a:pt x="22958" y="706"/>
                </a:lnTo>
                <a:lnTo>
                  <a:pt x="23103" y="741"/>
                </a:lnTo>
                <a:lnTo>
                  <a:pt x="23253" y="812"/>
                </a:lnTo>
                <a:lnTo>
                  <a:pt x="23398" y="847"/>
                </a:lnTo>
                <a:lnTo>
                  <a:pt x="23509" y="918"/>
                </a:lnTo>
                <a:lnTo>
                  <a:pt x="23659" y="988"/>
                </a:lnTo>
                <a:lnTo>
                  <a:pt x="23769" y="1024"/>
                </a:lnTo>
                <a:lnTo>
                  <a:pt x="23879" y="1059"/>
                </a:lnTo>
                <a:lnTo>
                  <a:pt x="23950" y="1165"/>
                </a:lnTo>
                <a:lnTo>
                  <a:pt x="24025" y="0"/>
                </a:lnTo>
                <a:lnTo>
                  <a:pt x="0" y="70"/>
                </a:lnTo>
                <a:lnTo>
                  <a:pt x="35" y="988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177840" y="3720960"/>
            <a:ext cx="8687160" cy="330480"/>
          </a:xfrm>
          <a:custGeom>
            <a:avLst/>
            <a:gdLst/>
            <a:ahLst/>
            <a:rect l="0" t="0" r="r" b="b"/>
            <a:pathLst>
              <a:path w="24131" h="918">
                <a:moveTo>
                  <a:pt x="74" y="530"/>
                </a:moveTo>
                <a:lnTo>
                  <a:pt x="185" y="494"/>
                </a:lnTo>
                <a:lnTo>
                  <a:pt x="295" y="458"/>
                </a:lnTo>
                <a:lnTo>
                  <a:pt x="366" y="352"/>
                </a:lnTo>
                <a:lnTo>
                  <a:pt x="476" y="317"/>
                </a:lnTo>
                <a:lnTo>
                  <a:pt x="586" y="246"/>
                </a:lnTo>
                <a:lnTo>
                  <a:pt x="696" y="317"/>
                </a:lnTo>
                <a:lnTo>
                  <a:pt x="811" y="352"/>
                </a:lnTo>
                <a:lnTo>
                  <a:pt x="921" y="388"/>
                </a:lnTo>
                <a:lnTo>
                  <a:pt x="1031" y="423"/>
                </a:lnTo>
                <a:lnTo>
                  <a:pt x="1142" y="423"/>
                </a:lnTo>
                <a:lnTo>
                  <a:pt x="1252" y="423"/>
                </a:lnTo>
                <a:lnTo>
                  <a:pt x="1397" y="423"/>
                </a:lnTo>
                <a:lnTo>
                  <a:pt x="1508" y="388"/>
                </a:lnTo>
                <a:lnTo>
                  <a:pt x="1618" y="352"/>
                </a:lnTo>
                <a:lnTo>
                  <a:pt x="1693" y="246"/>
                </a:lnTo>
                <a:lnTo>
                  <a:pt x="1838" y="176"/>
                </a:lnTo>
                <a:lnTo>
                  <a:pt x="1913" y="282"/>
                </a:lnTo>
                <a:lnTo>
                  <a:pt x="2059" y="388"/>
                </a:lnTo>
                <a:lnTo>
                  <a:pt x="2169" y="423"/>
                </a:lnTo>
                <a:lnTo>
                  <a:pt x="2279" y="423"/>
                </a:lnTo>
                <a:lnTo>
                  <a:pt x="2390" y="423"/>
                </a:lnTo>
                <a:lnTo>
                  <a:pt x="2500" y="423"/>
                </a:lnTo>
                <a:lnTo>
                  <a:pt x="2610" y="530"/>
                </a:lnTo>
                <a:lnTo>
                  <a:pt x="2760" y="600"/>
                </a:lnTo>
                <a:lnTo>
                  <a:pt x="2870" y="600"/>
                </a:lnTo>
                <a:lnTo>
                  <a:pt x="3016" y="636"/>
                </a:lnTo>
                <a:lnTo>
                  <a:pt x="3126" y="600"/>
                </a:lnTo>
                <a:lnTo>
                  <a:pt x="3236" y="600"/>
                </a:lnTo>
                <a:lnTo>
                  <a:pt x="3382" y="494"/>
                </a:lnTo>
                <a:lnTo>
                  <a:pt x="3567" y="458"/>
                </a:lnTo>
                <a:lnTo>
                  <a:pt x="3752" y="388"/>
                </a:lnTo>
                <a:lnTo>
                  <a:pt x="3898" y="352"/>
                </a:lnTo>
                <a:lnTo>
                  <a:pt x="4048" y="352"/>
                </a:lnTo>
                <a:lnTo>
                  <a:pt x="4158" y="352"/>
                </a:lnTo>
                <a:lnTo>
                  <a:pt x="4268" y="388"/>
                </a:lnTo>
                <a:lnTo>
                  <a:pt x="4449" y="388"/>
                </a:lnTo>
                <a:lnTo>
                  <a:pt x="4559" y="388"/>
                </a:lnTo>
                <a:lnTo>
                  <a:pt x="4780" y="388"/>
                </a:lnTo>
                <a:lnTo>
                  <a:pt x="4930" y="388"/>
                </a:lnTo>
                <a:lnTo>
                  <a:pt x="5040" y="352"/>
                </a:lnTo>
                <a:lnTo>
                  <a:pt x="5150" y="352"/>
                </a:lnTo>
                <a:lnTo>
                  <a:pt x="5335" y="317"/>
                </a:lnTo>
                <a:lnTo>
                  <a:pt x="5446" y="282"/>
                </a:lnTo>
                <a:lnTo>
                  <a:pt x="5626" y="317"/>
                </a:lnTo>
                <a:lnTo>
                  <a:pt x="5737" y="317"/>
                </a:lnTo>
                <a:lnTo>
                  <a:pt x="5886" y="317"/>
                </a:lnTo>
                <a:lnTo>
                  <a:pt x="6032" y="352"/>
                </a:lnTo>
                <a:lnTo>
                  <a:pt x="6398" y="352"/>
                </a:lnTo>
                <a:lnTo>
                  <a:pt x="6768" y="388"/>
                </a:lnTo>
                <a:lnTo>
                  <a:pt x="6914" y="388"/>
                </a:lnTo>
                <a:lnTo>
                  <a:pt x="7024" y="423"/>
                </a:lnTo>
                <a:lnTo>
                  <a:pt x="7209" y="494"/>
                </a:lnTo>
                <a:lnTo>
                  <a:pt x="7355" y="494"/>
                </a:lnTo>
                <a:lnTo>
                  <a:pt x="7465" y="530"/>
                </a:lnTo>
                <a:lnTo>
                  <a:pt x="7575" y="530"/>
                </a:lnTo>
                <a:lnTo>
                  <a:pt x="7686" y="530"/>
                </a:lnTo>
                <a:lnTo>
                  <a:pt x="7796" y="530"/>
                </a:lnTo>
                <a:lnTo>
                  <a:pt x="7946" y="530"/>
                </a:lnTo>
                <a:lnTo>
                  <a:pt x="8056" y="494"/>
                </a:lnTo>
                <a:lnTo>
                  <a:pt x="8166" y="494"/>
                </a:lnTo>
                <a:lnTo>
                  <a:pt x="8312" y="494"/>
                </a:lnTo>
                <a:lnTo>
                  <a:pt x="8422" y="530"/>
                </a:lnTo>
                <a:lnTo>
                  <a:pt x="8532" y="565"/>
                </a:lnTo>
                <a:lnTo>
                  <a:pt x="8643" y="565"/>
                </a:lnTo>
                <a:lnTo>
                  <a:pt x="8828" y="600"/>
                </a:lnTo>
                <a:lnTo>
                  <a:pt x="8973" y="600"/>
                </a:lnTo>
                <a:lnTo>
                  <a:pt x="9123" y="600"/>
                </a:lnTo>
                <a:lnTo>
                  <a:pt x="9233" y="565"/>
                </a:lnTo>
                <a:lnTo>
                  <a:pt x="9344" y="530"/>
                </a:lnTo>
                <a:lnTo>
                  <a:pt x="9525" y="530"/>
                </a:lnTo>
                <a:lnTo>
                  <a:pt x="9635" y="494"/>
                </a:lnTo>
                <a:lnTo>
                  <a:pt x="9785" y="458"/>
                </a:lnTo>
                <a:lnTo>
                  <a:pt x="9930" y="458"/>
                </a:lnTo>
                <a:lnTo>
                  <a:pt x="10040" y="423"/>
                </a:lnTo>
                <a:lnTo>
                  <a:pt x="10151" y="388"/>
                </a:lnTo>
                <a:lnTo>
                  <a:pt x="10301" y="352"/>
                </a:lnTo>
                <a:lnTo>
                  <a:pt x="10446" y="317"/>
                </a:lnTo>
                <a:lnTo>
                  <a:pt x="10592" y="317"/>
                </a:lnTo>
                <a:lnTo>
                  <a:pt x="10742" y="317"/>
                </a:lnTo>
                <a:lnTo>
                  <a:pt x="10852" y="282"/>
                </a:lnTo>
                <a:lnTo>
                  <a:pt x="10997" y="317"/>
                </a:lnTo>
                <a:lnTo>
                  <a:pt x="11143" y="352"/>
                </a:lnTo>
                <a:lnTo>
                  <a:pt x="11293" y="388"/>
                </a:lnTo>
                <a:lnTo>
                  <a:pt x="11403" y="458"/>
                </a:lnTo>
                <a:lnTo>
                  <a:pt x="11513" y="494"/>
                </a:lnTo>
                <a:lnTo>
                  <a:pt x="11624" y="530"/>
                </a:lnTo>
                <a:lnTo>
                  <a:pt x="11769" y="530"/>
                </a:lnTo>
                <a:lnTo>
                  <a:pt x="11879" y="530"/>
                </a:lnTo>
                <a:lnTo>
                  <a:pt x="12066" y="530"/>
                </a:lnTo>
                <a:lnTo>
                  <a:pt x="12211" y="494"/>
                </a:lnTo>
                <a:lnTo>
                  <a:pt x="12321" y="494"/>
                </a:lnTo>
                <a:lnTo>
                  <a:pt x="12432" y="494"/>
                </a:lnTo>
                <a:lnTo>
                  <a:pt x="12542" y="494"/>
                </a:lnTo>
                <a:lnTo>
                  <a:pt x="12652" y="494"/>
                </a:lnTo>
                <a:lnTo>
                  <a:pt x="12802" y="494"/>
                </a:lnTo>
                <a:lnTo>
                  <a:pt x="12947" y="494"/>
                </a:lnTo>
                <a:lnTo>
                  <a:pt x="13058" y="458"/>
                </a:lnTo>
                <a:lnTo>
                  <a:pt x="13168" y="458"/>
                </a:lnTo>
                <a:lnTo>
                  <a:pt x="13278" y="388"/>
                </a:lnTo>
                <a:lnTo>
                  <a:pt x="13388" y="388"/>
                </a:lnTo>
                <a:lnTo>
                  <a:pt x="13499" y="388"/>
                </a:lnTo>
                <a:lnTo>
                  <a:pt x="13649" y="388"/>
                </a:lnTo>
                <a:lnTo>
                  <a:pt x="13759" y="352"/>
                </a:lnTo>
                <a:lnTo>
                  <a:pt x="13869" y="352"/>
                </a:lnTo>
                <a:lnTo>
                  <a:pt x="13979" y="352"/>
                </a:lnTo>
                <a:lnTo>
                  <a:pt x="14125" y="352"/>
                </a:lnTo>
                <a:lnTo>
                  <a:pt x="14235" y="352"/>
                </a:lnTo>
                <a:lnTo>
                  <a:pt x="14385" y="352"/>
                </a:lnTo>
                <a:lnTo>
                  <a:pt x="14495" y="352"/>
                </a:lnTo>
                <a:lnTo>
                  <a:pt x="14936" y="352"/>
                </a:lnTo>
                <a:lnTo>
                  <a:pt x="15302" y="352"/>
                </a:lnTo>
                <a:lnTo>
                  <a:pt x="15668" y="317"/>
                </a:lnTo>
                <a:lnTo>
                  <a:pt x="16039" y="317"/>
                </a:lnTo>
                <a:lnTo>
                  <a:pt x="16184" y="317"/>
                </a:lnTo>
                <a:lnTo>
                  <a:pt x="16294" y="282"/>
                </a:lnTo>
                <a:lnTo>
                  <a:pt x="16405" y="246"/>
                </a:lnTo>
                <a:lnTo>
                  <a:pt x="16515" y="211"/>
                </a:lnTo>
                <a:lnTo>
                  <a:pt x="16665" y="211"/>
                </a:lnTo>
                <a:lnTo>
                  <a:pt x="16775" y="176"/>
                </a:lnTo>
                <a:lnTo>
                  <a:pt x="16885" y="141"/>
                </a:lnTo>
                <a:lnTo>
                  <a:pt x="16996" y="105"/>
                </a:lnTo>
                <a:lnTo>
                  <a:pt x="17106" y="211"/>
                </a:lnTo>
                <a:lnTo>
                  <a:pt x="17251" y="317"/>
                </a:lnTo>
                <a:lnTo>
                  <a:pt x="17362" y="352"/>
                </a:lnTo>
                <a:lnTo>
                  <a:pt x="17472" y="317"/>
                </a:lnTo>
                <a:lnTo>
                  <a:pt x="17582" y="317"/>
                </a:lnTo>
                <a:lnTo>
                  <a:pt x="17692" y="317"/>
                </a:lnTo>
                <a:lnTo>
                  <a:pt x="17842" y="282"/>
                </a:lnTo>
                <a:lnTo>
                  <a:pt x="17988" y="317"/>
                </a:lnTo>
                <a:lnTo>
                  <a:pt x="18133" y="317"/>
                </a:lnTo>
                <a:lnTo>
                  <a:pt x="18244" y="352"/>
                </a:lnTo>
                <a:lnTo>
                  <a:pt x="18354" y="352"/>
                </a:lnTo>
                <a:lnTo>
                  <a:pt x="18464" y="388"/>
                </a:lnTo>
                <a:lnTo>
                  <a:pt x="18574" y="388"/>
                </a:lnTo>
                <a:lnTo>
                  <a:pt x="18724" y="423"/>
                </a:lnTo>
                <a:lnTo>
                  <a:pt x="18834" y="423"/>
                </a:lnTo>
                <a:lnTo>
                  <a:pt x="18945" y="423"/>
                </a:lnTo>
                <a:lnTo>
                  <a:pt x="19090" y="423"/>
                </a:lnTo>
                <a:lnTo>
                  <a:pt x="19275" y="423"/>
                </a:lnTo>
                <a:lnTo>
                  <a:pt x="19386" y="388"/>
                </a:lnTo>
                <a:lnTo>
                  <a:pt x="19531" y="388"/>
                </a:lnTo>
                <a:lnTo>
                  <a:pt x="19641" y="388"/>
                </a:lnTo>
                <a:lnTo>
                  <a:pt x="19752" y="388"/>
                </a:lnTo>
                <a:lnTo>
                  <a:pt x="19862" y="388"/>
                </a:lnTo>
                <a:lnTo>
                  <a:pt x="19972" y="494"/>
                </a:lnTo>
                <a:lnTo>
                  <a:pt x="20082" y="494"/>
                </a:lnTo>
                <a:lnTo>
                  <a:pt x="20193" y="494"/>
                </a:lnTo>
                <a:lnTo>
                  <a:pt x="20303" y="458"/>
                </a:lnTo>
                <a:lnTo>
                  <a:pt x="20488" y="423"/>
                </a:lnTo>
                <a:lnTo>
                  <a:pt x="20598" y="388"/>
                </a:lnTo>
                <a:lnTo>
                  <a:pt x="20709" y="388"/>
                </a:lnTo>
                <a:lnTo>
                  <a:pt x="20819" y="388"/>
                </a:lnTo>
                <a:lnTo>
                  <a:pt x="20969" y="388"/>
                </a:lnTo>
                <a:lnTo>
                  <a:pt x="21079" y="423"/>
                </a:lnTo>
                <a:lnTo>
                  <a:pt x="21224" y="423"/>
                </a:lnTo>
                <a:lnTo>
                  <a:pt x="21410" y="388"/>
                </a:lnTo>
                <a:lnTo>
                  <a:pt x="21520" y="388"/>
                </a:lnTo>
                <a:lnTo>
                  <a:pt x="21630" y="352"/>
                </a:lnTo>
                <a:lnTo>
                  <a:pt x="21701" y="246"/>
                </a:lnTo>
                <a:lnTo>
                  <a:pt x="21811" y="176"/>
                </a:lnTo>
                <a:lnTo>
                  <a:pt x="21886" y="70"/>
                </a:lnTo>
                <a:lnTo>
                  <a:pt x="21996" y="0"/>
                </a:lnTo>
                <a:lnTo>
                  <a:pt x="22106" y="35"/>
                </a:lnTo>
                <a:lnTo>
                  <a:pt x="22217" y="70"/>
                </a:lnTo>
                <a:lnTo>
                  <a:pt x="22292" y="176"/>
                </a:lnTo>
                <a:lnTo>
                  <a:pt x="22402" y="176"/>
                </a:lnTo>
                <a:lnTo>
                  <a:pt x="22512" y="211"/>
                </a:lnTo>
                <a:lnTo>
                  <a:pt x="22622" y="282"/>
                </a:lnTo>
                <a:lnTo>
                  <a:pt x="22733" y="352"/>
                </a:lnTo>
                <a:lnTo>
                  <a:pt x="22843" y="388"/>
                </a:lnTo>
                <a:lnTo>
                  <a:pt x="22953" y="458"/>
                </a:lnTo>
                <a:lnTo>
                  <a:pt x="23063" y="458"/>
                </a:lnTo>
                <a:lnTo>
                  <a:pt x="23174" y="494"/>
                </a:lnTo>
                <a:lnTo>
                  <a:pt x="23284" y="530"/>
                </a:lnTo>
                <a:lnTo>
                  <a:pt x="23394" y="494"/>
                </a:lnTo>
                <a:lnTo>
                  <a:pt x="23504" y="494"/>
                </a:lnTo>
                <a:lnTo>
                  <a:pt x="23615" y="494"/>
                </a:lnTo>
                <a:lnTo>
                  <a:pt x="23725" y="494"/>
                </a:lnTo>
                <a:lnTo>
                  <a:pt x="24095" y="636"/>
                </a:lnTo>
                <a:lnTo>
                  <a:pt x="24131" y="918"/>
                </a:lnTo>
                <a:lnTo>
                  <a:pt x="0" y="882"/>
                </a:lnTo>
                <a:lnTo>
                  <a:pt x="74" y="53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 txBox="1"/>
          <p:nvPr/>
        </p:nvSpPr>
        <p:spPr>
          <a:xfrm>
            <a:off x="2489040" y="57240"/>
            <a:ext cx="3781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10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28600" y="1009800"/>
            <a:ext cx="8572680" cy="30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RussianPay PIC $$$,$$$,$$9.99.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12345.67 TO RussianPay.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INSPECT RussianPay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BY 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R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RussianPay " roubles".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177840" y="1854360"/>
            <a:ext cx="8649000" cy="1092600"/>
          </a:xfrm>
          <a:custGeom>
            <a:avLst/>
            <a:gdLst/>
            <a:ahLst/>
            <a:rect l="0" t="0" r="r" b="b"/>
            <a:pathLst>
              <a:path w="24025" h="3035">
                <a:moveTo>
                  <a:pt x="74" y="211"/>
                </a:moveTo>
                <a:lnTo>
                  <a:pt x="220" y="211"/>
                </a:lnTo>
                <a:lnTo>
                  <a:pt x="405" y="246"/>
                </a:lnTo>
                <a:lnTo>
                  <a:pt x="515" y="246"/>
                </a:lnTo>
                <a:lnTo>
                  <a:pt x="661" y="246"/>
                </a:lnTo>
                <a:lnTo>
                  <a:pt x="771" y="211"/>
                </a:lnTo>
                <a:lnTo>
                  <a:pt x="881" y="176"/>
                </a:lnTo>
                <a:lnTo>
                  <a:pt x="1031" y="176"/>
                </a:lnTo>
                <a:lnTo>
                  <a:pt x="1177" y="105"/>
                </a:lnTo>
                <a:lnTo>
                  <a:pt x="1287" y="105"/>
                </a:lnTo>
                <a:lnTo>
                  <a:pt x="1397" y="105"/>
                </a:lnTo>
                <a:lnTo>
                  <a:pt x="1543" y="105"/>
                </a:lnTo>
                <a:lnTo>
                  <a:pt x="1653" y="105"/>
                </a:lnTo>
                <a:lnTo>
                  <a:pt x="1763" y="176"/>
                </a:lnTo>
                <a:lnTo>
                  <a:pt x="1913" y="211"/>
                </a:lnTo>
                <a:lnTo>
                  <a:pt x="1988" y="317"/>
                </a:lnTo>
                <a:lnTo>
                  <a:pt x="2134" y="352"/>
                </a:lnTo>
                <a:lnTo>
                  <a:pt x="2244" y="423"/>
                </a:lnTo>
                <a:lnTo>
                  <a:pt x="2354" y="458"/>
                </a:lnTo>
                <a:lnTo>
                  <a:pt x="2500" y="458"/>
                </a:lnTo>
                <a:lnTo>
                  <a:pt x="2610" y="458"/>
                </a:lnTo>
                <a:lnTo>
                  <a:pt x="2720" y="458"/>
                </a:lnTo>
                <a:lnTo>
                  <a:pt x="2831" y="458"/>
                </a:lnTo>
                <a:lnTo>
                  <a:pt x="2941" y="458"/>
                </a:lnTo>
                <a:lnTo>
                  <a:pt x="3051" y="458"/>
                </a:lnTo>
                <a:lnTo>
                  <a:pt x="3166" y="423"/>
                </a:lnTo>
                <a:lnTo>
                  <a:pt x="3276" y="423"/>
                </a:lnTo>
                <a:lnTo>
                  <a:pt x="3457" y="423"/>
                </a:lnTo>
                <a:lnTo>
                  <a:pt x="3607" y="458"/>
                </a:lnTo>
                <a:lnTo>
                  <a:pt x="3752" y="458"/>
                </a:lnTo>
                <a:lnTo>
                  <a:pt x="3898" y="493"/>
                </a:lnTo>
                <a:lnTo>
                  <a:pt x="4008" y="529"/>
                </a:lnTo>
                <a:lnTo>
                  <a:pt x="4118" y="564"/>
                </a:lnTo>
                <a:lnTo>
                  <a:pt x="4228" y="599"/>
                </a:lnTo>
                <a:lnTo>
                  <a:pt x="4339" y="599"/>
                </a:lnTo>
                <a:lnTo>
                  <a:pt x="4489" y="635"/>
                </a:lnTo>
                <a:lnTo>
                  <a:pt x="4599" y="635"/>
                </a:lnTo>
                <a:lnTo>
                  <a:pt x="4784" y="635"/>
                </a:lnTo>
                <a:lnTo>
                  <a:pt x="4930" y="635"/>
                </a:lnTo>
                <a:lnTo>
                  <a:pt x="5075" y="635"/>
                </a:lnTo>
                <a:lnTo>
                  <a:pt x="5185" y="635"/>
                </a:lnTo>
                <a:lnTo>
                  <a:pt x="5296" y="635"/>
                </a:lnTo>
                <a:lnTo>
                  <a:pt x="5481" y="635"/>
                </a:lnTo>
                <a:lnTo>
                  <a:pt x="5666" y="599"/>
                </a:lnTo>
                <a:lnTo>
                  <a:pt x="5812" y="599"/>
                </a:lnTo>
                <a:lnTo>
                  <a:pt x="5961" y="599"/>
                </a:lnTo>
                <a:lnTo>
                  <a:pt x="6107" y="599"/>
                </a:lnTo>
                <a:lnTo>
                  <a:pt x="6217" y="599"/>
                </a:lnTo>
                <a:lnTo>
                  <a:pt x="6327" y="599"/>
                </a:lnTo>
                <a:lnTo>
                  <a:pt x="6438" y="599"/>
                </a:lnTo>
                <a:lnTo>
                  <a:pt x="6548" y="635"/>
                </a:lnTo>
                <a:lnTo>
                  <a:pt x="6658" y="635"/>
                </a:lnTo>
                <a:lnTo>
                  <a:pt x="6843" y="670"/>
                </a:lnTo>
                <a:lnTo>
                  <a:pt x="6954" y="670"/>
                </a:lnTo>
                <a:lnTo>
                  <a:pt x="7099" y="635"/>
                </a:lnTo>
                <a:lnTo>
                  <a:pt x="7284" y="635"/>
                </a:lnTo>
                <a:lnTo>
                  <a:pt x="7430" y="635"/>
                </a:lnTo>
                <a:lnTo>
                  <a:pt x="7580" y="635"/>
                </a:lnTo>
                <a:lnTo>
                  <a:pt x="7690" y="635"/>
                </a:lnTo>
                <a:lnTo>
                  <a:pt x="7800" y="635"/>
                </a:lnTo>
                <a:lnTo>
                  <a:pt x="7911" y="635"/>
                </a:lnTo>
                <a:lnTo>
                  <a:pt x="8021" y="635"/>
                </a:lnTo>
                <a:lnTo>
                  <a:pt x="8166" y="670"/>
                </a:lnTo>
                <a:lnTo>
                  <a:pt x="8316" y="670"/>
                </a:lnTo>
                <a:lnTo>
                  <a:pt x="8462" y="705"/>
                </a:lnTo>
                <a:lnTo>
                  <a:pt x="8607" y="740"/>
                </a:lnTo>
                <a:lnTo>
                  <a:pt x="8757" y="740"/>
                </a:lnTo>
                <a:lnTo>
                  <a:pt x="8867" y="740"/>
                </a:lnTo>
                <a:lnTo>
                  <a:pt x="9048" y="777"/>
                </a:lnTo>
                <a:lnTo>
                  <a:pt x="9269" y="812"/>
                </a:lnTo>
                <a:lnTo>
                  <a:pt x="9379" y="812"/>
                </a:lnTo>
                <a:lnTo>
                  <a:pt x="9494" y="812"/>
                </a:lnTo>
                <a:lnTo>
                  <a:pt x="9639" y="812"/>
                </a:lnTo>
                <a:lnTo>
                  <a:pt x="9749" y="812"/>
                </a:lnTo>
                <a:lnTo>
                  <a:pt x="9860" y="812"/>
                </a:lnTo>
                <a:lnTo>
                  <a:pt x="9970" y="812"/>
                </a:lnTo>
                <a:lnTo>
                  <a:pt x="10336" y="812"/>
                </a:lnTo>
                <a:lnTo>
                  <a:pt x="10706" y="812"/>
                </a:lnTo>
                <a:lnTo>
                  <a:pt x="11072" y="812"/>
                </a:lnTo>
                <a:lnTo>
                  <a:pt x="11222" y="812"/>
                </a:lnTo>
                <a:lnTo>
                  <a:pt x="11368" y="812"/>
                </a:lnTo>
                <a:lnTo>
                  <a:pt x="11513" y="812"/>
                </a:lnTo>
                <a:lnTo>
                  <a:pt x="11624" y="777"/>
                </a:lnTo>
                <a:lnTo>
                  <a:pt x="12105" y="529"/>
                </a:lnTo>
                <a:lnTo>
                  <a:pt x="12180" y="635"/>
                </a:lnTo>
                <a:lnTo>
                  <a:pt x="12251" y="777"/>
                </a:lnTo>
                <a:lnTo>
                  <a:pt x="12401" y="812"/>
                </a:lnTo>
                <a:lnTo>
                  <a:pt x="12511" y="777"/>
                </a:lnTo>
                <a:lnTo>
                  <a:pt x="12621" y="777"/>
                </a:lnTo>
                <a:lnTo>
                  <a:pt x="12731" y="740"/>
                </a:lnTo>
                <a:lnTo>
                  <a:pt x="12842" y="777"/>
                </a:lnTo>
                <a:lnTo>
                  <a:pt x="12987" y="812"/>
                </a:lnTo>
                <a:lnTo>
                  <a:pt x="13097" y="812"/>
                </a:lnTo>
                <a:lnTo>
                  <a:pt x="13208" y="847"/>
                </a:lnTo>
                <a:lnTo>
                  <a:pt x="13318" y="847"/>
                </a:lnTo>
                <a:lnTo>
                  <a:pt x="13428" y="847"/>
                </a:lnTo>
                <a:lnTo>
                  <a:pt x="13538" y="847"/>
                </a:lnTo>
                <a:lnTo>
                  <a:pt x="13649" y="847"/>
                </a:lnTo>
                <a:lnTo>
                  <a:pt x="13759" y="812"/>
                </a:lnTo>
                <a:lnTo>
                  <a:pt x="13869" y="812"/>
                </a:lnTo>
                <a:lnTo>
                  <a:pt x="14019" y="812"/>
                </a:lnTo>
                <a:lnTo>
                  <a:pt x="14165" y="777"/>
                </a:lnTo>
                <a:lnTo>
                  <a:pt x="14275" y="740"/>
                </a:lnTo>
                <a:lnTo>
                  <a:pt x="14385" y="740"/>
                </a:lnTo>
                <a:lnTo>
                  <a:pt x="14531" y="740"/>
                </a:lnTo>
                <a:lnTo>
                  <a:pt x="14645" y="705"/>
                </a:lnTo>
                <a:lnTo>
                  <a:pt x="14755" y="740"/>
                </a:lnTo>
                <a:lnTo>
                  <a:pt x="14866" y="847"/>
                </a:lnTo>
                <a:lnTo>
                  <a:pt x="14976" y="882"/>
                </a:lnTo>
                <a:lnTo>
                  <a:pt x="15121" y="882"/>
                </a:lnTo>
                <a:lnTo>
                  <a:pt x="15232" y="882"/>
                </a:lnTo>
                <a:lnTo>
                  <a:pt x="15342" y="882"/>
                </a:lnTo>
                <a:lnTo>
                  <a:pt x="15487" y="882"/>
                </a:lnTo>
                <a:lnTo>
                  <a:pt x="15637" y="847"/>
                </a:lnTo>
                <a:lnTo>
                  <a:pt x="15783" y="812"/>
                </a:lnTo>
                <a:lnTo>
                  <a:pt x="15933" y="812"/>
                </a:lnTo>
                <a:lnTo>
                  <a:pt x="16043" y="777"/>
                </a:lnTo>
                <a:lnTo>
                  <a:pt x="16189" y="777"/>
                </a:lnTo>
                <a:lnTo>
                  <a:pt x="16299" y="740"/>
                </a:lnTo>
                <a:lnTo>
                  <a:pt x="16409" y="740"/>
                </a:lnTo>
                <a:lnTo>
                  <a:pt x="16519" y="740"/>
                </a:lnTo>
                <a:lnTo>
                  <a:pt x="16960" y="740"/>
                </a:lnTo>
                <a:lnTo>
                  <a:pt x="17071" y="740"/>
                </a:lnTo>
                <a:lnTo>
                  <a:pt x="17220" y="740"/>
                </a:lnTo>
                <a:lnTo>
                  <a:pt x="17331" y="740"/>
                </a:lnTo>
                <a:lnTo>
                  <a:pt x="17441" y="705"/>
                </a:lnTo>
                <a:lnTo>
                  <a:pt x="17586" y="635"/>
                </a:lnTo>
                <a:lnTo>
                  <a:pt x="17772" y="599"/>
                </a:lnTo>
                <a:lnTo>
                  <a:pt x="17882" y="564"/>
                </a:lnTo>
                <a:lnTo>
                  <a:pt x="17992" y="493"/>
                </a:lnTo>
                <a:lnTo>
                  <a:pt x="18102" y="458"/>
                </a:lnTo>
                <a:lnTo>
                  <a:pt x="18213" y="388"/>
                </a:lnTo>
                <a:lnTo>
                  <a:pt x="18323" y="388"/>
                </a:lnTo>
                <a:lnTo>
                  <a:pt x="18433" y="423"/>
                </a:lnTo>
                <a:lnTo>
                  <a:pt x="18618" y="458"/>
                </a:lnTo>
                <a:lnTo>
                  <a:pt x="18729" y="458"/>
                </a:lnTo>
                <a:lnTo>
                  <a:pt x="18909" y="529"/>
                </a:lnTo>
                <a:lnTo>
                  <a:pt x="19059" y="564"/>
                </a:lnTo>
                <a:lnTo>
                  <a:pt x="19170" y="564"/>
                </a:lnTo>
                <a:lnTo>
                  <a:pt x="19280" y="564"/>
                </a:lnTo>
                <a:lnTo>
                  <a:pt x="19390" y="529"/>
                </a:lnTo>
                <a:lnTo>
                  <a:pt x="19536" y="529"/>
                </a:lnTo>
                <a:lnTo>
                  <a:pt x="19646" y="493"/>
                </a:lnTo>
                <a:lnTo>
                  <a:pt x="19796" y="493"/>
                </a:lnTo>
                <a:lnTo>
                  <a:pt x="19977" y="493"/>
                </a:lnTo>
                <a:lnTo>
                  <a:pt x="20087" y="493"/>
                </a:lnTo>
                <a:lnTo>
                  <a:pt x="20197" y="529"/>
                </a:lnTo>
                <a:lnTo>
                  <a:pt x="20307" y="529"/>
                </a:lnTo>
                <a:lnTo>
                  <a:pt x="20418" y="564"/>
                </a:lnTo>
                <a:lnTo>
                  <a:pt x="20528" y="564"/>
                </a:lnTo>
                <a:lnTo>
                  <a:pt x="20678" y="564"/>
                </a:lnTo>
                <a:lnTo>
                  <a:pt x="20858" y="529"/>
                </a:lnTo>
                <a:lnTo>
                  <a:pt x="21044" y="529"/>
                </a:lnTo>
                <a:lnTo>
                  <a:pt x="21154" y="529"/>
                </a:lnTo>
                <a:lnTo>
                  <a:pt x="21304" y="493"/>
                </a:lnTo>
                <a:lnTo>
                  <a:pt x="21414" y="458"/>
                </a:lnTo>
                <a:lnTo>
                  <a:pt x="21524" y="388"/>
                </a:lnTo>
                <a:lnTo>
                  <a:pt x="21635" y="352"/>
                </a:lnTo>
                <a:lnTo>
                  <a:pt x="21780" y="317"/>
                </a:lnTo>
                <a:lnTo>
                  <a:pt x="21926" y="317"/>
                </a:lnTo>
                <a:lnTo>
                  <a:pt x="22076" y="282"/>
                </a:lnTo>
                <a:lnTo>
                  <a:pt x="22186" y="246"/>
                </a:lnTo>
                <a:lnTo>
                  <a:pt x="22331" y="211"/>
                </a:lnTo>
                <a:lnTo>
                  <a:pt x="22442" y="176"/>
                </a:lnTo>
                <a:lnTo>
                  <a:pt x="22552" y="141"/>
                </a:lnTo>
                <a:lnTo>
                  <a:pt x="22958" y="0"/>
                </a:lnTo>
                <a:lnTo>
                  <a:pt x="23143" y="70"/>
                </a:lnTo>
                <a:lnTo>
                  <a:pt x="23213" y="176"/>
                </a:lnTo>
                <a:lnTo>
                  <a:pt x="23324" y="211"/>
                </a:lnTo>
                <a:lnTo>
                  <a:pt x="23438" y="211"/>
                </a:lnTo>
                <a:lnTo>
                  <a:pt x="23619" y="176"/>
                </a:lnTo>
                <a:lnTo>
                  <a:pt x="23729" y="141"/>
                </a:lnTo>
                <a:lnTo>
                  <a:pt x="23839" y="70"/>
                </a:lnTo>
                <a:lnTo>
                  <a:pt x="23950" y="35"/>
                </a:lnTo>
                <a:lnTo>
                  <a:pt x="24025" y="3035"/>
                </a:lnTo>
                <a:lnTo>
                  <a:pt x="23619" y="2859"/>
                </a:lnTo>
                <a:lnTo>
                  <a:pt x="23548" y="2753"/>
                </a:lnTo>
                <a:lnTo>
                  <a:pt x="23509" y="2647"/>
                </a:lnTo>
                <a:lnTo>
                  <a:pt x="23473" y="2542"/>
                </a:lnTo>
                <a:lnTo>
                  <a:pt x="23363" y="2471"/>
                </a:lnTo>
                <a:lnTo>
                  <a:pt x="23253" y="2471"/>
                </a:lnTo>
                <a:lnTo>
                  <a:pt x="23143" y="2577"/>
                </a:lnTo>
                <a:lnTo>
                  <a:pt x="23032" y="2471"/>
                </a:lnTo>
                <a:lnTo>
                  <a:pt x="22922" y="2506"/>
                </a:lnTo>
                <a:lnTo>
                  <a:pt x="22772" y="2577"/>
                </a:lnTo>
                <a:lnTo>
                  <a:pt x="22702" y="2471"/>
                </a:lnTo>
                <a:lnTo>
                  <a:pt x="22592" y="2436"/>
                </a:lnTo>
                <a:lnTo>
                  <a:pt x="22481" y="2365"/>
                </a:lnTo>
                <a:lnTo>
                  <a:pt x="22406" y="2258"/>
                </a:lnTo>
                <a:lnTo>
                  <a:pt x="22296" y="2152"/>
                </a:lnTo>
                <a:lnTo>
                  <a:pt x="22186" y="2047"/>
                </a:lnTo>
                <a:lnTo>
                  <a:pt x="22111" y="1941"/>
                </a:lnTo>
                <a:lnTo>
                  <a:pt x="22001" y="2011"/>
                </a:lnTo>
                <a:lnTo>
                  <a:pt x="21890" y="1941"/>
                </a:lnTo>
                <a:lnTo>
                  <a:pt x="21890" y="1835"/>
                </a:lnTo>
                <a:lnTo>
                  <a:pt x="21815" y="1694"/>
                </a:lnTo>
                <a:lnTo>
                  <a:pt x="21745" y="1553"/>
                </a:lnTo>
                <a:lnTo>
                  <a:pt x="21705" y="1447"/>
                </a:lnTo>
                <a:lnTo>
                  <a:pt x="21595" y="1376"/>
                </a:lnTo>
                <a:lnTo>
                  <a:pt x="21449" y="1447"/>
                </a:lnTo>
                <a:lnTo>
                  <a:pt x="21374" y="1306"/>
                </a:lnTo>
                <a:lnTo>
                  <a:pt x="21304" y="1200"/>
                </a:lnTo>
                <a:lnTo>
                  <a:pt x="21194" y="1165"/>
                </a:lnTo>
                <a:lnTo>
                  <a:pt x="21119" y="1059"/>
                </a:lnTo>
                <a:lnTo>
                  <a:pt x="21008" y="1059"/>
                </a:lnTo>
                <a:lnTo>
                  <a:pt x="20898" y="1059"/>
                </a:lnTo>
                <a:lnTo>
                  <a:pt x="20788" y="1024"/>
                </a:lnTo>
                <a:lnTo>
                  <a:pt x="20638" y="953"/>
                </a:lnTo>
                <a:lnTo>
                  <a:pt x="20528" y="953"/>
                </a:lnTo>
                <a:lnTo>
                  <a:pt x="20418" y="953"/>
                </a:lnTo>
                <a:lnTo>
                  <a:pt x="20272" y="918"/>
                </a:lnTo>
                <a:lnTo>
                  <a:pt x="20162" y="882"/>
                </a:lnTo>
                <a:lnTo>
                  <a:pt x="20087" y="777"/>
                </a:lnTo>
                <a:lnTo>
                  <a:pt x="19977" y="777"/>
                </a:lnTo>
                <a:lnTo>
                  <a:pt x="19866" y="812"/>
                </a:lnTo>
                <a:lnTo>
                  <a:pt x="19831" y="918"/>
                </a:lnTo>
                <a:lnTo>
                  <a:pt x="19721" y="1024"/>
                </a:lnTo>
                <a:lnTo>
                  <a:pt x="19611" y="1059"/>
                </a:lnTo>
                <a:lnTo>
                  <a:pt x="19831" y="2047"/>
                </a:lnTo>
                <a:lnTo>
                  <a:pt x="19686" y="2011"/>
                </a:lnTo>
                <a:lnTo>
                  <a:pt x="19571" y="1941"/>
                </a:lnTo>
                <a:lnTo>
                  <a:pt x="19461" y="1835"/>
                </a:lnTo>
                <a:lnTo>
                  <a:pt x="18433" y="1165"/>
                </a:lnTo>
                <a:lnTo>
                  <a:pt x="18323" y="1094"/>
                </a:lnTo>
                <a:lnTo>
                  <a:pt x="18213" y="1024"/>
                </a:lnTo>
                <a:lnTo>
                  <a:pt x="18138" y="918"/>
                </a:lnTo>
                <a:lnTo>
                  <a:pt x="18027" y="882"/>
                </a:lnTo>
                <a:lnTo>
                  <a:pt x="17917" y="953"/>
                </a:lnTo>
                <a:lnTo>
                  <a:pt x="17842" y="1059"/>
                </a:lnTo>
                <a:lnTo>
                  <a:pt x="17697" y="1165"/>
                </a:lnTo>
                <a:lnTo>
                  <a:pt x="17586" y="1200"/>
                </a:lnTo>
                <a:lnTo>
                  <a:pt x="17476" y="1200"/>
                </a:lnTo>
                <a:lnTo>
                  <a:pt x="17366" y="1129"/>
                </a:lnTo>
                <a:lnTo>
                  <a:pt x="17256" y="1094"/>
                </a:lnTo>
                <a:lnTo>
                  <a:pt x="17146" y="1165"/>
                </a:lnTo>
                <a:lnTo>
                  <a:pt x="17035" y="1059"/>
                </a:lnTo>
                <a:lnTo>
                  <a:pt x="16925" y="1094"/>
                </a:lnTo>
                <a:lnTo>
                  <a:pt x="16815" y="1165"/>
                </a:lnTo>
                <a:lnTo>
                  <a:pt x="16705" y="1094"/>
                </a:lnTo>
                <a:lnTo>
                  <a:pt x="16594" y="1059"/>
                </a:lnTo>
                <a:lnTo>
                  <a:pt x="16484" y="1059"/>
                </a:lnTo>
                <a:lnTo>
                  <a:pt x="16374" y="1094"/>
                </a:lnTo>
                <a:lnTo>
                  <a:pt x="16264" y="1094"/>
                </a:lnTo>
                <a:lnTo>
                  <a:pt x="16153" y="1059"/>
                </a:lnTo>
                <a:lnTo>
                  <a:pt x="16003" y="1094"/>
                </a:lnTo>
                <a:lnTo>
                  <a:pt x="15858" y="1165"/>
                </a:lnTo>
                <a:lnTo>
                  <a:pt x="15748" y="1165"/>
                </a:lnTo>
                <a:lnTo>
                  <a:pt x="15598" y="1200"/>
                </a:lnTo>
                <a:lnTo>
                  <a:pt x="15487" y="1200"/>
                </a:lnTo>
                <a:lnTo>
                  <a:pt x="15342" y="1129"/>
                </a:lnTo>
                <a:lnTo>
                  <a:pt x="15232" y="1094"/>
                </a:lnTo>
                <a:lnTo>
                  <a:pt x="15121" y="1094"/>
                </a:lnTo>
                <a:lnTo>
                  <a:pt x="15011" y="1165"/>
                </a:lnTo>
                <a:lnTo>
                  <a:pt x="14866" y="1271"/>
                </a:lnTo>
                <a:lnTo>
                  <a:pt x="14755" y="1341"/>
                </a:lnTo>
                <a:lnTo>
                  <a:pt x="14680" y="1235"/>
                </a:lnTo>
                <a:lnTo>
                  <a:pt x="14570" y="1165"/>
                </a:lnTo>
                <a:lnTo>
                  <a:pt x="14460" y="1165"/>
                </a:lnTo>
                <a:lnTo>
                  <a:pt x="14350" y="1200"/>
                </a:lnTo>
                <a:lnTo>
                  <a:pt x="14239" y="1235"/>
                </a:lnTo>
                <a:lnTo>
                  <a:pt x="14090" y="1235"/>
                </a:lnTo>
                <a:lnTo>
                  <a:pt x="13944" y="1200"/>
                </a:lnTo>
                <a:lnTo>
                  <a:pt x="13799" y="1165"/>
                </a:lnTo>
                <a:lnTo>
                  <a:pt x="13688" y="1129"/>
                </a:lnTo>
                <a:lnTo>
                  <a:pt x="13503" y="1165"/>
                </a:lnTo>
                <a:lnTo>
                  <a:pt x="13393" y="1200"/>
                </a:lnTo>
                <a:lnTo>
                  <a:pt x="13243" y="1235"/>
                </a:lnTo>
                <a:lnTo>
                  <a:pt x="13062" y="1306"/>
                </a:lnTo>
                <a:lnTo>
                  <a:pt x="12952" y="1271"/>
                </a:lnTo>
                <a:lnTo>
                  <a:pt x="12842" y="1200"/>
                </a:lnTo>
                <a:lnTo>
                  <a:pt x="12731" y="1129"/>
                </a:lnTo>
                <a:lnTo>
                  <a:pt x="12621" y="1165"/>
                </a:lnTo>
                <a:lnTo>
                  <a:pt x="12511" y="1165"/>
                </a:lnTo>
                <a:lnTo>
                  <a:pt x="12401" y="1165"/>
                </a:lnTo>
                <a:lnTo>
                  <a:pt x="12290" y="1165"/>
                </a:lnTo>
                <a:lnTo>
                  <a:pt x="12180" y="1165"/>
                </a:lnTo>
                <a:lnTo>
                  <a:pt x="12070" y="1165"/>
                </a:lnTo>
                <a:lnTo>
                  <a:pt x="11403" y="2047"/>
                </a:lnTo>
                <a:lnTo>
                  <a:pt x="11919" y="1094"/>
                </a:lnTo>
                <a:lnTo>
                  <a:pt x="11809" y="1094"/>
                </a:lnTo>
                <a:lnTo>
                  <a:pt x="11698" y="1094"/>
                </a:lnTo>
                <a:lnTo>
                  <a:pt x="11588" y="1129"/>
                </a:lnTo>
                <a:lnTo>
                  <a:pt x="11443" y="1129"/>
                </a:lnTo>
                <a:lnTo>
                  <a:pt x="11332" y="1129"/>
                </a:lnTo>
                <a:lnTo>
                  <a:pt x="11222" y="1165"/>
                </a:lnTo>
                <a:lnTo>
                  <a:pt x="11112" y="1235"/>
                </a:lnTo>
                <a:lnTo>
                  <a:pt x="11002" y="1235"/>
                </a:lnTo>
                <a:lnTo>
                  <a:pt x="10892" y="1235"/>
                </a:lnTo>
                <a:lnTo>
                  <a:pt x="10781" y="1235"/>
                </a:lnTo>
                <a:lnTo>
                  <a:pt x="10667" y="1235"/>
                </a:lnTo>
                <a:lnTo>
                  <a:pt x="10556" y="1165"/>
                </a:lnTo>
                <a:lnTo>
                  <a:pt x="10411" y="1129"/>
                </a:lnTo>
                <a:lnTo>
                  <a:pt x="10301" y="1129"/>
                </a:lnTo>
                <a:lnTo>
                  <a:pt x="10190" y="1129"/>
                </a:lnTo>
                <a:lnTo>
                  <a:pt x="10045" y="1165"/>
                </a:lnTo>
                <a:lnTo>
                  <a:pt x="9935" y="1165"/>
                </a:lnTo>
                <a:lnTo>
                  <a:pt x="9785" y="1165"/>
                </a:lnTo>
                <a:lnTo>
                  <a:pt x="9674" y="1200"/>
                </a:lnTo>
                <a:lnTo>
                  <a:pt x="9529" y="1200"/>
                </a:lnTo>
                <a:lnTo>
                  <a:pt x="9419" y="1165"/>
                </a:lnTo>
                <a:lnTo>
                  <a:pt x="9308" y="1165"/>
                </a:lnTo>
                <a:lnTo>
                  <a:pt x="9158" y="1129"/>
                </a:lnTo>
                <a:lnTo>
                  <a:pt x="9048" y="1094"/>
                </a:lnTo>
                <a:lnTo>
                  <a:pt x="8938" y="1094"/>
                </a:lnTo>
                <a:lnTo>
                  <a:pt x="8828" y="1094"/>
                </a:lnTo>
                <a:lnTo>
                  <a:pt x="8718" y="1129"/>
                </a:lnTo>
                <a:lnTo>
                  <a:pt x="8607" y="1165"/>
                </a:lnTo>
                <a:lnTo>
                  <a:pt x="8497" y="1165"/>
                </a:lnTo>
                <a:lnTo>
                  <a:pt x="8352" y="1165"/>
                </a:lnTo>
                <a:lnTo>
                  <a:pt x="8241" y="1165"/>
                </a:lnTo>
                <a:lnTo>
                  <a:pt x="8131" y="1094"/>
                </a:lnTo>
                <a:lnTo>
                  <a:pt x="8021" y="1024"/>
                </a:lnTo>
                <a:lnTo>
                  <a:pt x="7911" y="953"/>
                </a:lnTo>
                <a:lnTo>
                  <a:pt x="7761" y="918"/>
                </a:lnTo>
                <a:lnTo>
                  <a:pt x="7650" y="918"/>
                </a:lnTo>
                <a:lnTo>
                  <a:pt x="7540" y="882"/>
                </a:lnTo>
                <a:lnTo>
                  <a:pt x="7430" y="812"/>
                </a:lnTo>
                <a:lnTo>
                  <a:pt x="7320" y="777"/>
                </a:lnTo>
                <a:lnTo>
                  <a:pt x="7209" y="777"/>
                </a:lnTo>
                <a:lnTo>
                  <a:pt x="7099" y="777"/>
                </a:lnTo>
                <a:lnTo>
                  <a:pt x="6989" y="812"/>
                </a:lnTo>
                <a:lnTo>
                  <a:pt x="6879" y="882"/>
                </a:lnTo>
                <a:lnTo>
                  <a:pt x="6768" y="882"/>
                </a:lnTo>
                <a:lnTo>
                  <a:pt x="6658" y="953"/>
                </a:lnTo>
                <a:lnTo>
                  <a:pt x="6548" y="953"/>
                </a:lnTo>
                <a:lnTo>
                  <a:pt x="6438" y="882"/>
                </a:lnTo>
                <a:lnTo>
                  <a:pt x="6292" y="847"/>
                </a:lnTo>
                <a:lnTo>
                  <a:pt x="6182" y="847"/>
                </a:lnTo>
                <a:lnTo>
                  <a:pt x="6032" y="777"/>
                </a:lnTo>
                <a:lnTo>
                  <a:pt x="5922" y="777"/>
                </a:lnTo>
                <a:lnTo>
                  <a:pt x="5812" y="812"/>
                </a:lnTo>
                <a:lnTo>
                  <a:pt x="5701" y="847"/>
                </a:lnTo>
                <a:lnTo>
                  <a:pt x="5591" y="882"/>
                </a:lnTo>
                <a:lnTo>
                  <a:pt x="5481" y="918"/>
                </a:lnTo>
                <a:lnTo>
                  <a:pt x="5371" y="953"/>
                </a:lnTo>
                <a:lnTo>
                  <a:pt x="5260" y="953"/>
                </a:lnTo>
                <a:lnTo>
                  <a:pt x="5150" y="953"/>
                </a:lnTo>
                <a:lnTo>
                  <a:pt x="5040" y="953"/>
                </a:lnTo>
                <a:lnTo>
                  <a:pt x="4894" y="953"/>
                </a:lnTo>
                <a:lnTo>
                  <a:pt x="4784" y="953"/>
                </a:lnTo>
                <a:lnTo>
                  <a:pt x="4674" y="918"/>
                </a:lnTo>
                <a:lnTo>
                  <a:pt x="4564" y="918"/>
                </a:lnTo>
                <a:lnTo>
                  <a:pt x="4453" y="918"/>
                </a:lnTo>
                <a:lnTo>
                  <a:pt x="4303" y="918"/>
                </a:lnTo>
                <a:lnTo>
                  <a:pt x="4193" y="918"/>
                </a:lnTo>
                <a:lnTo>
                  <a:pt x="4083" y="918"/>
                </a:lnTo>
                <a:lnTo>
                  <a:pt x="3973" y="988"/>
                </a:lnTo>
                <a:lnTo>
                  <a:pt x="3862" y="1024"/>
                </a:lnTo>
                <a:lnTo>
                  <a:pt x="3752" y="1059"/>
                </a:lnTo>
                <a:lnTo>
                  <a:pt x="3642" y="1059"/>
                </a:lnTo>
                <a:lnTo>
                  <a:pt x="3532" y="1059"/>
                </a:lnTo>
                <a:lnTo>
                  <a:pt x="3421" y="988"/>
                </a:lnTo>
                <a:lnTo>
                  <a:pt x="3311" y="953"/>
                </a:lnTo>
                <a:lnTo>
                  <a:pt x="3201" y="953"/>
                </a:lnTo>
                <a:lnTo>
                  <a:pt x="3091" y="953"/>
                </a:lnTo>
                <a:lnTo>
                  <a:pt x="2906" y="918"/>
                </a:lnTo>
                <a:lnTo>
                  <a:pt x="2795" y="918"/>
                </a:lnTo>
                <a:lnTo>
                  <a:pt x="2685" y="988"/>
                </a:lnTo>
                <a:lnTo>
                  <a:pt x="2575" y="1059"/>
                </a:lnTo>
                <a:lnTo>
                  <a:pt x="2465" y="1129"/>
                </a:lnTo>
                <a:lnTo>
                  <a:pt x="2354" y="1165"/>
                </a:lnTo>
                <a:lnTo>
                  <a:pt x="2244" y="1165"/>
                </a:lnTo>
                <a:lnTo>
                  <a:pt x="2134" y="1129"/>
                </a:lnTo>
                <a:lnTo>
                  <a:pt x="2024" y="1094"/>
                </a:lnTo>
                <a:lnTo>
                  <a:pt x="1913" y="1094"/>
                </a:lnTo>
                <a:lnTo>
                  <a:pt x="1803" y="1059"/>
                </a:lnTo>
                <a:lnTo>
                  <a:pt x="1693" y="1059"/>
                </a:lnTo>
                <a:lnTo>
                  <a:pt x="1583" y="1059"/>
                </a:lnTo>
                <a:lnTo>
                  <a:pt x="1433" y="1059"/>
                </a:lnTo>
                <a:lnTo>
                  <a:pt x="1287" y="1059"/>
                </a:lnTo>
                <a:lnTo>
                  <a:pt x="1177" y="1059"/>
                </a:lnTo>
                <a:lnTo>
                  <a:pt x="1067" y="1059"/>
                </a:lnTo>
                <a:lnTo>
                  <a:pt x="956" y="1094"/>
                </a:lnTo>
                <a:lnTo>
                  <a:pt x="846" y="1094"/>
                </a:lnTo>
                <a:lnTo>
                  <a:pt x="736" y="1094"/>
                </a:lnTo>
                <a:lnTo>
                  <a:pt x="626" y="1129"/>
                </a:lnTo>
                <a:lnTo>
                  <a:pt x="515" y="1165"/>
                </a:lnTo>
                <a:lnTo>
                  <a:pt x="405" y="1200"/>
                </a:lnTo>
                <a:lnTo>
                  <a:pt x="255" y="1271"/>
                </a:lnTo>
                <a:lnTo>
                  <a:pt x="110" y="1306"/>
                </a:lnTo>
                <a:lnTo>
                  <a:pt x="0" y="1376"/>
                </a:lnTo>
                <a:lnTo>
                  <a:pt x="74" y="211"/>
                </a:lnTo>
                <a:close/>
              </a:path>
            </a:pathLst>
          </a:custGeom>
          <a:solidFill>
            <a:srgbClr val="114FFB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3360" y="1892160"/>
            <a:ext cx="152280" cy="50796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8775720" y="1778040"/>
            <a:ext cx="152280" cy="12319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52" name=""/>
          <p:cNvGrpSpPr/>
          <p:nvPr/>
        </p:nvGrpSpPr>
        <p:grpSpPr>
          <a:xfrm>
            <a:off x="282600" y="4646520"/>
            <a:ext cx="3108240" cy="949680"/>
            <a:chOff x="282600" y="4646520"/>
            <a:chExt cx="3108240" cy="949680"/>
          </a:xfrm>
        </p:grpSpPr>
        <p:sp>
          <p:nvSpPr>
            <p:cNvPr id="453" name=""/>
            <p:cNvSpPr txBox="1"/>
            <p:nvPr/>
          </p:nvSpPr>
          <p:spPr>
            <a:xfrm>
              <a:off x="282600" y="5019840"/>
              <a:ext cx="3108240" cy="5763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         </a:t>
              </a:r>
              <a:r>
                <a:rPr lang="en-US" sz="2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R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12,345.67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"/>
            <p:cNvSpPr txBox="1"/>
            <p:nvPr/>
          </p:nvSpPr>
          <p:spPr>
            <a:xfrm>
              <a:off x="941400" y="4646520"/>
              <a:ext cx="1623960" cy="39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RussianPay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5" name=""/>
          <p:cNvSpPr/>
          <p:nvPr/>
        </p:nvSpPr>
        <p:spPr>
          <a:xfrm>
            <a:off x="177840" y="927000"/>
            <a:ext cx="8649000" cy="419400"/>
          </a:xfrm>
          <a:custGeom>
            <a:avLst/>
            <a:gdLst/>
            <a:ahLst/>
            <a:rect l="0" t="0" r="r" b="b"/>
            <a:pathLst>
              <a:path w="24025" h="1165">
                <a:moveTo>
                  <a:pt x="35" y="988"/>
                </a:moveTo>
                <a:lnTo>
                  <a:pt x="145" y="918"/>
                </a:lnTo>
                <a:lnTo>
                  <a:pt x="330" y="882"/>
                </a:lnTo>
                <a:lnTo>
                  <a:pt x="476" y="847"/>
                </a:lnTo>
                <a:lnTo>
                  <a:pt x="586" y="777"/>
                </a:lnTo>
                <a:lnTo>
                  <a:pt x="736" y="741"/>
                </a:lnTo>
                <a:lnTo>
                  <a:pt x="846" y="706"/>
                </a:lnTo>
                <a:lnTo>
                  <a:pt x="992" y="706"/>
                </a:lnTo>
                <a:lnTo>
                  <a:pt x="1142" y="636"/>
                </a:lnTo>
                <a:lnTo>
                  <a:pt x="1252" y="636"/>
                </a:lnTo>
                <a:lnTo>
                  <a:pt x="1362" y="600"/>
                </a:lnTo>
                <a:lnTo>
                  <a:pt x="1508" y="600"/>
                </a:lnTo>
                <a:lnTo>
                  <a:pt x="1653" y="564"/>
                </a:lnTo>
                <a:lnTo>
                  <a:pt x="1763" y="600"/>
                </a:lnTo>
                <a:lnTo>
                  <a:pt x="1803" y="706"/>
                </a:lnTo>
                <a:lnTo>
                  <a:pt x="1913" y="812"/>
                </a:lnTo>
                <a:lnTo>
                  <a:pt x="2024" y="882"/>
                </a:lnTo>
                <a:lnTo>
                  <a:pt x="2134" y="953"/>
                </a:lnTo>
                <a:lnTo>
                  <a:pt x="2244" y="953"/>
                </a:lnTo>
                <a:lnTo>
                  <a:pt x="2354" y="918"/>
                </a:lnTo>
                <a:lnTo>
                  <a:pt x="2465" y="847"/>
                </a:lnTo>
                <a:lnTo>
                  <a:pt x="2650" y="777"/>
                </a:lnTo>
                <a:lnTo>
                  <a:pt x="2760" y="706"/>
                </a:lnTo>
                <a:lnTo>
                  <a:pt x="2906" y="636"/>
                </a:lnTo>
                <a:lnTo>
                  <a:pt x="3051" y="600"/>
                </a:lnTo>
                <a:lnTo>
                  <a:pt x="3166" y="564"/>
                </a:lnTo>
                <a:lnTo>
                  <a:pt x="3276" y="564"/>
                </a:lnTo>
                <a:lnTo>
                  <a:pt x="3421" y="636"/>
                </a:lnTo>
                <a:lnTo>
                  <a:pt x="3532" y="741"/>
                </a:lnTo>
                <a:lnTo>
                  <a:pt x="3567" y="847"/>
                </a:lnTo>
                <a:lnTo>
                  <a:pt x="3717" y="882"/>
                </a:lnTo>
                <a:lnTo>
                  <a:pt x="3862" y="953"/>
                </a:lnTo>
                <a:lnTo>
                  <a:pt x="3973" y="988"/>
                </a:lnTo>
                <a:lnTo>
                  <a:pt x="4158" y="988"/>
                </a:lnTo>
                <a:lnTo>
                  <a:pt x="4303" y="918"/>
                </a:lnTo>
                <a:lnTo>
                  <a:pt x="4414" y="882"/>
                </a:lnTo>
                <a:lnTo>
                  <a:pt x="4524" y="847"/>
                </a:lnTo>
                <a:lnTo>
                  <a:pt x="4634" y="777"/>
                </a:lnTo>
                <a:lnTo>
                  <a:pt x="4744" y="741"/>
                </a:lnTo>
                <a:lnTo>
                  <a:pt x="4855" y="706"/>
                </a:lnTo>
                <a:lnTo>
                  <a:pt x="4965" y="671"/>
                </a:lnTo>
                <a:lnTo>
                  <a:pt x="5075" y="671"/>
                </a:lnTo>
                <a:lnTo>
                  <a:pt x="5185" y="636"/>
                </a:lnTo>
                <a:lnTo>
                  <a:pt x="5335" y="636"/>
                </a:lnTo>
                <a:lnTo>
                  <a:pt x="5446" y="636"/>
                </a:lnTo>
                <a:lnTo>
                  <a:pt x="5556" y="741"/>
                </a:lnTo>
                <a:lnTo>
                  <a:pt x="5666" y="706"/>
                </a:lnTo>
                <a:lnTo>
                  <a:pt x="5776" y="741"/>
                </a:lnTo>
                <a:lnTo>
                  <a:pt x="5922" y="777"/>
                </a:lnTo>
                <a:lnTo>
                  <a:pt x="5922" y="918"/>
                </a:lnTo>
                <a:lnTo>
                  <a:pt x="6032" y="988"/>
                </a:lnTo>
                <a:lnTo>
                  <a:pt x="6142" y="918"/>
                </a:lnTo>
                <a:lnTo>
                  <a:pt x="6292" y="847"/>
                </a:lnTo>
                <a:lnTo>
                  <a:pt x="6438" y="777"/>
                </a:lnTo>
                <a:lnTo>
                  <a:pt x="6583" y="741"/>
                </a:lnTo>
                <a:lnTo>
                  <a:pt x="6733" y="706"/>
                </a:lnTo>
                <a:lnTo>
                  <a:pt x="6914" y="636"/>
                </a:lnTo>
                <a:lnTo>
                  <a:pt x="7029" y="564"/>
                </a:lnTo>
                <a:lnTo>
                  <a:pt x="7139" y="564"/>
                </a:lnTo>
                <a:lnTo>
                  <a:pt x="7249" y="493"/>
                </a:lnTo>
                <a:lnTo>
                  <a:pt x="7395" y="458"/>
                </a:lnTo>
                <a:lnTo>
                  <a:pt x="7505" y="423"/>
                </a:lnTo>
                <a:lnTo>
                  <a:pt x="7615" y="423"/>
                </a:lnTo>
                <a:lnTo>
                  <a:pt x="7836" y="458"/>
                </a:lnTo>
                <a:lnTo>
                  <a:pt x="7946" y="493"/>
                </a:lnTo>
                <a:lnTo>
                  <a:pt x="8056" y="529"/>
                </a:lnTo>
                <a:lnTo>
                  <a:pt x="8202" y="564"/>
                </a:lnTo>
                <a:lnTo>
                  <a:pt x="8352" y="564"/>
                </a:lnTo>
                <a:lnTo>
                  <a:pt x="8572" y="564"/>
                </a:lnTo>
                <a:lnTo>
                  <a:pt x="8718" y="564"/>
                </a:lnTo>
                <a:lnTo>
                  <a:pt x="8828" y="564"/>
                </a:lnTo>
                <a:lnTo>
                  <a:pt x="9013" y="564"/>
                </a:lnTo>
                <a:lnTo>
                  <a:pt x="9158" y="600"/>
                </a:lnTo>
                <a:lnTo>
                  <a:pt x="9344" y="600"/>
                </a:lnTo>
                <a:lnTo>
                  <a:pt x="9564" y="600"/>
                </a:lnTo>
                <a:lnTo>
                  <a:pt x="9714" y="636"/>
                </a:lnTo>
                <a:lnTo>
                  <a:pt x="10080" y="636"/>
                </a:lnTo>
                <a:lnTo>
                  <a:pt x="10226" y="636"/>
                </a:lnTo>
                <a:lnTo>
                  <a:pt x="10667" y="636"/>
                </a:lnTo>
                <a:lnTo>
                  <a:pt x="10817" y="636"/>
                </a:lnTo>
                <a:lnTo>
                  <a:pt x="10927" y="636"/>
                </a:lnTo>
                <a:lnTo>
                  <a:pt x="11037" y="636"/>
                </a:lnTo>
                <a:lnTo>
                  <a:pt x="11183" y="636"/>
                </a:lnTo>
                <a:lnTo>
                  <a:pt x="11293" y="636"/>
                </a:lnTo>
                <a:lnTo>
                  <a:pt x="11478" y="636"/>
                </a:lnTo>
                <a:lnTo>
                  <a:pt x="11624" y="636"/>
                </a:lnTo>
                <a:lnTo>
                  <a:pt x="11773" y="671"/>
                </a:lnTo>
                <a:lnTo>
                  <a:pt x="11919" y="706"/>
                </a:lnTo>
                <a:lnTo>
                  <a:pt x="12070" y="741"/>
                </a:lnTo>
                <a:lnTo>
                  <a:pt x="12105" y="847"/>
                </a:lnTo>
                <a:lnTo>
                  <a:pt x="12215" y="953"/>
                </a:lnTo>
                <a:lnTo>
                  <a:pt x="12326" y="988"/>
                </a:lnTo>
                <a:lnTo>
                  <a:pt x="12436" y="988"/>
                </a:lnTo>
                <a:lnTo>
                  <a:pt x="12581" y="953"/>
                </a:lnTo>
                <a:lnTo>
                  <a:pt x="12692" y="918"/>
                </a:lnTo>
                <a:lnTo>
                  <a:pt x="12802" y="847"/>
                </a:lnTo>
                <a:lnTo>
                  <a:pt x="12912" y="812"/>
                </a:lnTo>
                <a:lnTo>
                  <a:pt x="13022" y="777"/>
                </a:lnTo>
                <a:lnTo>
                  <a:pt x="13133" y="706"/>
                </a:lnTo>
                <a:lnTo>
                  <a:pt x="13243" y="671"/>
                </a:lnTo>
                <a:lnTo>
                  <a:pt x="13358" y="636"/>
                </a:lnTo>
                <a:lnTo>
                  <a:pt x="13468" y="600"/>
                </a:lnTo>
                <a:lnTo>
                  <a:pt x="13613" y="600"/>
                </a:lnTo>
                <a:lnTo>
                  <a:pt x="13799" y="600"/>
                </a:lnTo>
                <a:lnTo>
                  <a:pt x="13944" y="600"/>
                </a:lnTo>
                <a:lnTo>
                  <a:pt x="14054" y="600"/>
                </a:lnTo>
                <a:lnTo>
                  <a:pt x="14200" y="636"/>
                </a:lnTo>
                <a:lnTo>
                  <a:pt x="14350" y="636"/>
                </a:lnTo>
                <a:lnTo>
                  <a:pt x="14460" y="636"/>
                </a:lnTo>
                <a:lnTo>
                  <a:pt x="14570" y="636"/>
                </a:lnTo>
                <a:lnTo>
                  <a:pt x="14716" y="636"/>
                </a:lnTo>
                <a:lnTo>
                  <a:pt x="14866" y="636"/>
                </a:lnTo>
                <a:lnTo>
                  <a:pt x="15011" y="600"/>
                </a:lnTo>
                <a:lnTo>
                  <a:pt x="15121" y="600"/>
                </a:lnTo>
                <a:lnTo>
                  <a:pt x="15267" y="600"/>
                </a:lnTo>
                <a:lnTo>
                  <a:pt x="15417" y="600"/>
                </a:lnTo>
                <a:lnTo>
                  <a:pt x="15527" y="600"/>
                </a:lnTo>
                <a:lnTo>
                  <a:pt x="15673" y="600"/>
                </a:lnTo>
                <a:lnTo>
                  <a:pt x="15783" y="600"/>
                </a:lnTo>
                <a:lnTo>
                  <a:pt x="15893" y="600"/>
                </a:lnTo>
                <a:lnTo>
                  <a:pt x="16043" y="636"/>
                </a:lnTo>
                <a:lnTo>
                  <a:pt x="16224" y="636"/>
                </a:lnTo>
                <a:lnTo>
                  <a:pt x="16334" y="636"/>
                </a:lnTo>
                <a:lnTo>
                  <a:pt x="16484" y="636"/>
                </a:lnTo>
                <a:lnTo>
                  <a:pt x="16630" y="636"/>
                </a:lnTo>
                <a:lnTo>
                  <a:pt x="16775" y="636"/>
                </a:lnTo>
                <a:lnTo>
                  <a:pt x="16925" y="671"/>
                </a:lnTo>
                <a:lnTo>
                  <a:pt x="17035" y="671"/>
                </a:lnTo>
                <a:lnTo>
                  <a:pt x="17181" y="706"/>
                </a:lnTo>
                <a:lnTo>
                  <a:pt x="17331" y="706"/>
                </a:lnTo>
                <a:lnTo>
                  <a:pt x="17697" y="706"/>
                </a:lnTo>
                <a:lnTo>
                  <a:pt x="17842" y="706"/>
                </a:lnTo>
                <a:lnTo>
                  <a:pt x="18213" y="706"/>
                </a:lnTo>
                <a:lnTo>
                  <a:pt x="18654" y="706"/>
                </a:lnTo>
                <a:lnTo>
                  <a:pt x="19020" y="706"/>
                </a:lnTo>
                <a:lnTo>
                  <a:pt x="19170" y="671"/>
                </a:lnTo>
                <a:lnTo>
                  <a:pt x="19280" y="671"/>
                </a:lnTo>
                <a:lnTo>
                  <a:pt x="19390" y="706"/>
                </a:lnTo>
                <a:lnTo>
                  <a:pt x="19536" y="706"/>
                </a:lnTo>
                <a:lnTo>
                  <a:pt x="19686" y="741"/>
                </a:lnTo>
                <a:lnTo>
                  <a:pt x="19831" y="777"/>
                </a:lnTo>
                <a:lnTo>
                  <a:pt x="20052" y="777"/>
                </a:lnTo>
                <a:lnTo>
                  <a:pt x="20197" y="777"/>
                </a:lnTo>
                <a:lnTo>
                  <a:pt x="20307" y="777"/>
                </a:lnTo>
                <a:lnTo>
                  <a:pt x="20418" y="777"/>
                </a:lnTo>
                <a:lnTo>
                  <a:pt x="20567" y="777"/>
                </a:lnTo>
                <a:lnTo>
                  <a:pt x="20748" y="882"/>
                </a:lnTo>
                <a:lnTo>
                  <a:pt x="20933" y="988"/>
                </a:lnTo>
                <a:lnTo>
                  <a:pt x="21083" y="1024"/>
                </a:lnTo>
                <a:lnTo>
                  <a:pt x="21194" y="1059"/>
                </a:lnTo>
                <a:lnTo>
                  <a:pt x="21304" y="1024"/>
                </a:lnTo>
                <a:lnTo>
                  <a:pt x="21414" y="1024"/>
                </a:lnTo>
                <a:lnTo>
                  <a:pt x="21524" y="1024"/>
                </a:lnTo>
                <a:lnTo>
                  <a:pt x="21670" y="1059"/>
                </a:lnTo>
                <a:lnTo>
                  <a:pt x="21780" y="1129"/>
                </a:lnTo>
                <a:lnTo>
                  <a:pt x="21926" y="1129"/>
                </a:lnTo>
                <a:lnTo>
                  <a:pt x="22036" y="1094"/>
                </a:lnTo>
                <a:lnTo>
                  <a:pt x="22151" y="1059"/>
                </a:lnTo>
                <a:lnTo>
                  <a:pt x="22261" y="1024"/>
                </a:lnTo>
                <a:lnTo>
                  <a:pt x="22406" y="953"/>
                </a:lnTo>
                <a:lnTo>
                  <a:pt x="22517" y="882"/>
                </a:lnTo>
                <a:lnTo>
                  <a:pt x="22627" y="847"/>
                </a:lnTo>
                <a:lnTo>
                  <a:pt x="22737" y="777"/>
                </a:lnTo>
                <a:lnTo>
                  <a:pt x="22847" y="777"/>
                </a:lnTo>
                <a:lnTo>
                  <a:pt x="22958" y="706"/>
                </a:lnTo>
                <a:lnTo>
                  <a:pt x="23103" y="741"/>
                </a:lnTo>
                <a:lnTo>
                  <a:pt x="23253" y="812"/>
                </a:lnTo>
                <a:lnTo>
                  <a:pt x="23398" y="847"/>
                </a:lnTo>
                <a:lnTo>
                  <a:pt x="23509" y="918"/>
                </a:lnTo>
                <a:lnTo>
                  <a:pt x="23659" y="988"/>
                </a:lnTo>
                <a:lnTo>
                  <a:pt x="23769" y="1024"/>
                </a:lnTo>
                <a:lnTo>
                  <a:pt x="23879" y="1059"/>
                </a:lnTo>
                <a:lnTo>
                  <a:pt x="23950" y="1165"/>
                </a:lnTo>
                <a:lnTo>
                  <a:pt x="24025" y="0"/>
                </a:lnTo>
                <a:lnTo>
                  <a:pt x="0" y="70"/>
                </a:lnTo>
                <a:lnTo>
                  <a:pt x="35" y="988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177840" y="3720960"/>
            <a:ext cx="8687160" cy="330480"/>
          </a:xfrm>
          <a:custGeom>
            <a:avLst/>
            <a:gdLst/>
            <a:ahLst/>
            <a:rect l="0" t="0" r="r" b="b"/>
            <a:pathLst>
              <a:path w="24131" h="918">
                <a:moveTo>
                  <a:pt x="74" y="530"/>
                </a:moveTo>
                <a:lnTo>
                  <a:pt x="185" y="494"/>
                </a:lnTo>
                <a:lnTo>
                  <a:pt x="295" y="458"/>
                </a:lnTo>
                <a:lnTo>
                  <a:pt x="366" y="352"/>
                </a:lnTo>
                <a:lnTo>
                  <a:pt x="476" y="317"/>
                </a:lnTo>
                <a:lnTo>
                  <a:pt x="586" y="246"/>
                </a:lnTo>
                <a:lnTo>
                  <a:pt x="696" y="317"/>
                </a:lnTo>
                <a:lnTo>
                  <a:pt x="811" y="352"/>
                </a:lnTo>
                <a:lnTo>
                  <a:pt x="921" y="388"/>
                </a:lnTo>
                <a:lnTo>
                  <a:pt x="1031" y="423"/>
                </a:lnTo>
                <a:lnTo>
                  <a:pt x="1142" y="423"/>
                </a:lnTo>
                <a:lnTo>
                  <a:pt x="1252" y="423"/>
                </a:lnTo>
                <a:lnTo>
                  <a:pt x="1397" y="423"/>
                </a:lnTo>
                <a:lnTo>
                  <a:pt x="1508" y="388"/>
                </a:lnTo>
                <a:lnTo>
                  <a:pt x="1618" y="352"/>
                </a:lnTo>
                <a:lnTo>
                  <a:pt x="1693" y="246"/>
                </a:lnTo>
                <a:lnTo>
                  <a:pt x="1838" y="176"/>
                </a:lnTo>
                <a:lnTo>
                  <a:pt x="1913" y="282"/>
                </a:lnTo>
                <a:lnTo>
                  <a:pt x="2059" y="388"/>
                </a:lnTo>
                <a:lnTo>
                  <a:pt x="2169" y="423"/>
                </a:lnTo>
                <a:lnTo>
                  <a:pt x="2279" y="423"/>
                </a:lnTo>
                <a:lnTo>
                  <a:pt x="2390" y="423"/>
                </a:lnTo>
                <a:lnTo>
                  <a:pt x="2500" y="423"/>
                </a:lnTo>
                <a:lnTo>
                  <a:pt x="2610" y="530"/>
                </a:lnTo>
                <a:lnTo>
                  <a:pt x="2760" y="600"/>
                </a:lnTo>
                <a:lnTo>
                  <a:pt x="2870" y="600"/>
                </a:lnTo>
                <a:lnTo>
                  <a:pt x="3016" y="636"/>
                </a:lnTo>
                <a:lnTo>
                  <a:pt x="3126" y="600"/>
                </a:lnTo>
                <a:lnTo>
                  <a:pt x="3236" y="600"/>
                </a:lnTo>
                <a:lnTo>
                  <a:pt x="3382" y="494"/>
                </a:lnTo>
                <a:lnTo>
                  <a:pt x="3567" y="458"/>
                </a:lnTo>
                <a:lnTo>
                  <a:pt x="3752" y="388"/>
                </a:lnTo>
                <a:lnTo>
                  <a:pt x="3898" y="352"/>
                </a:lnTo>
                <a:lnTo>
                  <a:pt x="4048" y="352"/>
                </a:lnTo>
                <a:lnTo>
                  <a:pt x="4158" y="352"/>
                </a:lnTo>
                <a:lnTo>
                  <a:pt x="4268" y="388"/>
                </a:lnTo>
                <a:lnTo>
                  <a:pt x="4449" y="388"/>
                </a:lnTo>
                <a:lnTo>
                  <a:pt x="4559" y="388"/>
                </a:lnTo>
                <a:lnTo>
                  <a:pt x="4780" y="388"/>
                </a:lnTo>
                <a:lnTo>
                  <a:pt x="4930" y="388"/>
                </a:lnTo>
                <a:lnTo>
                  <a:pt x="5040" y="352"/>
                </a:lnTo>
                <a:lnTo>
                  <a:pt x="5150" y="352"/>
                </a:lnTo>
                <a:lnTo>
                  <a:pt x="5335" y="317"/>
                </a:lnTo>
                <a:lnTo>
                  <a:pt x="5446" y="282"/>
                </a:lnTo>
                <a:lnTo>
                  <a:pt x="5626" y="317"/>
                </a:lnTo>
                <a:lnTo>
                  <a:pt x="5737" y="317"/>
                </a:lnTo>
                <a:lnTo>
                  <a:pt x="5886" y="317"/>
                </a:lnTo>
                <a:lnTo>
                  <a:pt x="6032" y="352"/>
                </a:lnTo>
                <a:lnTo>
                  <a:pt x="6398" y="352"/>
                </a:lnTo>
                <a:lnTo>
                  <a:pt x="6768" y="388"/>
                </a:lnTo>
                <a:lnTo>
                  <a:pt x="6914" y="388"/>
                </a:lnTo>
                <a:lnTo>
                  <a:pt x="7024" y="423"/>
                </a:lnTo>
                <a:lnTo>
                  <a:pt x="7209" y="494"/>
                </a:lnTo>
                <a:lnTo>
                  <a:pt x="7355" y="494"/>
                </a:lnTo>
                <a:lnTo>
                  <a:pt x="7465" y="530"/>
                </a:lnTo>
                <a:lnTo>
                  <a:pt x="7575" y="530"/>
                </a:lnTo>
                <a:lnTo>
                  <a:pt x="7686" y="530"/>
                </a:lnTo>
                <a:lnTo>
                  <a:pt x="7796" y="530"/>
                </a:lnTo>
                <a:lnTo>
                  <a:pt x="7946" y="530"/>
                </a:lnTo>
                <a:lnTo>
                  <a:pt x="8056" y="494"/>
                </a:lnTo>
                <a:lnTo>
                  <a:pt x="8166" y="494"/>
                </a:lnTo>
                <a:lnTo>
                  <a:pt x="8312" y="494"/>
                </a:lnTo>
                <a:lnTo>
                  <a:pt x="8422" y="530"/>
                </a:lnTo>
                <a:lnTo>
                  <a:pt x="8532" y="565"/>
                </a:lnTo>
                <a:lnTo>
                  <a:pt x="8643" y="565"/>
                </a:lnTo>
                <a:lnTo>
                  <a:pt x="8828" y="600"/>
                </a:lnTo>
                <a:lnTo>
                  <a:pt x="8973" y="600"/>
                </a:lnTo>
                <a:lnTo>
                  <a:pt x="9123" y="600"/>
                </a:lnTo>
                <a:lnTo>
                  <a:pt x="9233" y="565"/>
                </a:lnTo>
                <a:lnTo>
                  <a:pt x="9344" y="530"/>
                </a:lnTo>
                <a:lnTo>
                  <a:pt x="9525" y="530"/>
                </a:lnTo>
                <a:lnTo>
                  <a:pt x="9635" y="494"/>
                </a:lnTo>
                <a:lnTo>
                  <a:pt x="9785" y="458"/>
                </a:lnTo>
                <a:lnTo>
                  <a:pt x="9930" y="458"/>
                </a:lnTo>
                <a:lnTo>
                  <a:pt x="10040" y="423"/>
                </a:lnTo>
                <a:lnTo>
                  <a:pt x="10151" y="388"/>
                </a:lnTo>
                <a:lnTo>
                  <a:pt x="10301" y="352"/>
                </a:lnTo>
                <a:lnTo>
                  <a:pt x="10446" y="317"/>
                </a:lnTo>
                <a:lnTo>
                  <a:pt x="10592" y="317"/>
                </a:lnTo>
                <a:lnTo>
                  <a:pt x="10742" y="317"/>
                </a:lnTo>
                <a:lnTo>
                  <a:pt x="10852" y="282"/>
                </a:lnTo>
                <a:lnTo>
                  <a:pt x="10997" y="317"/>
                </a:lnTo>
                <a:lnTo>
                  <a:pt x="11143" y="352"/>
                </a:lnTo>
                <a:lnTo>
                  <a:pt x="11293" y="388"/>
                </a:lnTo>
                <a:lnTo>
                  <a:pt x="11403" y="458"/>
                </a:lnTo>
                <a:lnTo>
                  <a:pt x="11513" y="494"/>
                </a:lnTo>
                <a:lnTo>
                  <a:pt x="11624" y="530"/>
                </a:lnTo>
                <a:lnTo>
                  <a:pt x="11769" y="530"/>
                </a:lnTo>
                <a:lnTo>
                  <a:pt x="11879" y="530"/>
                </a:lnTo>
                <a:lnTo>
                  <a:pt x="12066" y="530"/>
                </a:lnTo>
                <a:lnTo>
                  <a:pt x="12211" y="494"/>
                </a:lnTo>
                <a:lnTo>
                  <a:pt x="12321" y="494"/>
                </a:lnTo>
                <a:lnTo>
                  <a:pt x="12432" y="494"/>
                </a:lnTo>
                <a:lnTo>
                  <a:pt x="12542" y="494"/>
                </a:lnTo>
                <a:lnTo>
                  <a:pt x="12652" y="494"/>
                </a:lnTo>
                <a:lnTo>
                  <a:pt x="12802" y="494"/>
                </a:lnTo>
                <a:lnTo>
                  <a:pt x="12947" y="494"/>
                </a:lnTo>
                <a:lnTo>
                  <a:pt x="13058" y="458"/>
                </a:lnTo>
                <a:lnTo>
                  <a:pt x="13168" y="458"/>
                </a:lnTo>
                <a:lnTo>
                  <a:pt x="13278" y="388"/>
                </a:lnTo>
                <a:lnTo>
                  <a:pt x="13388" y="388"/>
                </a:lnTo>
                <a:lnTo>
                  <a:pt x="13499" y="388"/>
                </a:lnTo>
                <a:lnTo>
                  <a:pt x="13649" y="388"/>
                </a:lnTo>
                <a:lnTo>
                  <a:pt x="13759" y="352"/>
                </a:lnTo>
                <a:lnTo>
                  <a:pt x="13869" y="352"/>
                </a:lnTo>
                <a:lnTo>
                  <a:pt x="13979" y="352"/>
                </a:lnTo>
                <a:lnTo>
                  <a:pt x="14125" y="352"/>
                </a:lnTo>
                <a:lnTo>
                  <a:pt x="14235" y="352"/>
                </a:lnTo>
                <a:lnTo>
                  <a:pt x="14385" y="352"/>
                </a:lnTo>
                <a:lnTo>
                  <a:pt x="14495" y="352"/>
                </a:lnTo>
                <a:lnTo>
                  <a:pt x="14936" y="352"/>
                </a:lnTo>
                <a:lnTo>
                  <a:pt x="15302" y="352"/>
                </a:lnTo>
                <a:lnTo>
                  <a:pt x="15668" y="317"/>
                </a:lnTo>
                <a:lnTo>
                  <a:pt x="16039" y="317"/>
                </a:lnTo>
                <a:lnTo>
                  <a:pt x="16184" y="317"/>
                </a:lnTo>
                <a:lnTo>
                  <a:pt x="16294" y="282"/>
                </a:lnTo>
                <a:lnTo>
                  <a:pt x="16405" y="246"/>
                </a:lnTo>
                <a:lnTo>
                  <a:pt x="16515" y="211"/>
                </a:lnTo>
                <a:lnTo>
                  <a:pt x="16665" y="211"/>
                </a:lnTo>
                <a:lnTo>
                  <a:pt x="16775" y="176"/>
                </a:lnTo>
                <a:lnTo>
                  <a:pt x="16885" y="141"/>
                </a:lnTo>
                <a:lnTo>
                  <a:pt x="16996" y="105"/>
                </a:lnTo>
                <a:lnTo>
                  <a:pt x="17106" y="211"/>
                </a:lnTo>
                <a:lnTo>
                  <a:pt x="17251" y="317"/>
                </a:lnTo>
                <a:lnTo>
                  <a:pt x="17362" y="352"/>
                </a:lnTo>
                <a:lnTo>
                  <a:pt x="17472" y="317"/>
                </a:lnTo>
                <a:lnTo>
                  <a:pt x="17582" y="317"/>
                </a:lnTo>
                <a:lnTo>
                  <a:pt x="17692" y="317"/>
                </a:lnTo>
                <a:lnTo>
                  <a:pt x="17842" y="282"/>
                </a:lnTo>
                <a:lnTo>
                  <a:pt x="17988" y="317"/>
                </a:lnTo>
                <a:lnTo>
                  <a:pt x="18133" y="317"/>
                </a:lnTo>
                <a:lnTo>
                  <a:pt x="18244" y="352"/>
                </a:lnTo>
                <a:lnTo>
                  <a:pt x="18354" y="352"/>
                </a:lnTo>
                <a:lnTo>
                  <a:pt x="18464" y="388"/>
                </a:lnTo>
                <a:lnTo>
                  <a:pt x="18574" y="388"/>
                </a:lnTo>
                <a:lnTo>
                  <a:pt x="18724" y="423"/>
                </a:lnTo>
                <a:lnTo>
                  <a:pt x="18834" y="423"/>
                </a:lnTo>
                <a:lnTo>
                  <a:pt x="18945" y="423"/>
                </a:lnTo>
                <a:lnTo>
                  <a:pt x="19090" y="423"/>
                </a:lnTo>
                <a:lnTo>
                  <a:pt x="19275" y="423"/>
                </a:lnTo>
                <a:lnTo>
                  <a:pt x="19386" y="388"/>
                </a:lnTo>
                <a:lnTo>
                  <a:pt x="19531" y="388"/>
                </a:lnTo>
                <a:lnTo>
                  <a:pt x="19641" y="388"/>
                </a:lnTo>
                <a:lnTo>
                  <a:pt x="19752" y="388"/>
                </a:lnTo>
                <a:lnTo>
                  <a:pt x="19862" y="388"/>
                </a:lnTo>
                <a:lnTo>
                  <a:pt x="19972" y="494"/>
                </a:lnTo>
                <a:lnTo>
                  <a:pt x="20082" y="494"/>
                </a:lnTo>
                <a:lnTo>
                  <a:pt x="20193" y="494"/>
                </a:lnTo>
                <a:lnTo>
                  <a:pt x="20303" y="458"/>
                </a:lnTo>
                <a:lnTo>
                  <a:pt x="20488" y="423"/>
                </a:lnTo>
                <a:lnTo>
                  <a:pt x="20598" y="388"/>
                </a:lnTo>
                <a:lnTo>
                  <a:pt x="20709" y="388"/>
                </a:lnTo>
                <a:lnTo>
                  <a:pt x="20819" y="388"/>
                </a:lnTo>
                <a:lnTo>
                  <a:pt x="20969" y="388"/>
                </a:lnTo>
                <a:lnTo>
                  <a:pt x="21079" y="423"/>
                </a:lnTo>
                <a:lnTo>
                  <a:pt x="21224" y="423"/>
                </a:lnTo>
                <a:lnTo>
                  <a:pt x="21410" y="388"/>
                </a:lnTo>
                <a:lnTo>
                  <a:pt x="21520" y="388"/>
                </a:lnTo>
                <a:lnTo>
                  <a:pt x="21630" y="352"/>
                </a:lnTo>
                <a:lnTo>
                  <a:pt x="21701" y="246"/>
                </a:lnTo>
                <a:lnTo>
                  <a:pt x="21811" y="176"/>
                </a:lnTo>
                <a:lnTo>
                  <a:pt x="21886" y="70"/>
                </a:lnTo>
                <a:lnTo>
                  <a:pt x="21996" y="0"/>
                </a:lnTo>
                <a:lnTo>
                  <a:pt x="22106" y="35"/>
                </a:lnTo>
                <a:lnTo>
                  <a:pt x="22217" y="70"/>
                </a:lnTo>
                <a:lnTo>
                  <a:pt x="22292" y="176"/>
                </a:lnTo>
                <a:lnTo>
                  <a:pt x="22402" y="176"/>
                </a:lnTo>
                <a:lnTo>
                  <a:pt x="22512" y="211"/>
                </a:lnTo>
                <a:lnTo>
                  <a:pt x="22622" y="282"/>
                </a:lnTo>
                <a:lnTo>
                  <a:pt x="22733" y="352"/>
                </a:lnTo>
                <a:lnTo>
                  <a:pt x="22843" y="388"/>
                </a:lnTo>
                <a:lnTo>
                  <a:pt x="22953" y="458"/>
                </a:lnTo>
                <a:lnTo>
                  <a:pt x="23063" y="458"/>
                </a:lnTo>
                <a:lnTo>
                  <a:pt x="23174" y="494"/>
                </a:lnTo>
                <a:lnTo>
                  <a:pt x="23284" y="530"/>
                </a:lnTo>
                <a:lnTo>
                  <a:pt x="23394" y="494"/>
                </a:lnTo>
                <a:lnTo>
                  <a:pt x="23504" y="494"/>
                </a:lnTo>
                <a:lnTo>
                  <a:pt x="23615" y="494"/>
                </a:lnTo>
                <a:lnTo>
                  <a:pt x="23725" y="494"/>
                </a:lnTo>
                <a:lnTo>
                  <a:pt x="24095" y="636"/>
                </a:lnTo>
                <a:lnTo>
                  <a:pt x="24131" y="918"/>
                </a:lnTo>
                <a:lnTo>
                  <a:pt x="0" y="882"/>
                </a:lnTo>
                <a:lnTo>
                  <a:pt x="74" y="53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>
            <a:off x="4699080" y="4457880"/>
            <a:ext cx="3530520" cy="2057400"/>
          </a:xfrm>
          <a:prstGeom prst="round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489040" y="57240"/>
            <a:ext cx="3781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INSPECT Example 10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28600" y="1009800"/>
            <a:ext cx="8572680" cy="30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RussianPay PIC $$$,$$$,$$9.99.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12345.67 TO RussianPay.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INSPECT RussianPay REPLACING ALL 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$"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 "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DISPLAY RussianPay " roubles".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177840" y="1854360"/>
            <a:ext cx="8649000" cy="1092600"/>
          </a:xfrm>
          <a:custGeom>
            <a:avLst/>
            <a:gdLst/>
            <a:ahLst/>
            <a:rect l="0" t="0" r="r" b="b"/>
            <a:pathLst>
              <a:path w="24025" h="3035">
                <a:moveTo>
                  <a:pt x="74" y="211"/>
                </a:moveTo>
                <a:lnTo>
                  <a:pt x="220" y="211"/>
                </a:lnTo>
                <a:lnTo>
                  <a:pt x="405" y="246"/>
                </a:lnTo>
                <a:lnTo>
                  <a:pt x="515" y="246"/>
                </a:lnTo>
                <a:lnTo>
                  <a:pt x="661" y="246"/>
                </a:lnTo>
                <a:lnTo>
                  <a:pt x="771" y="211"/>
                </a:lnTo>
                <a:lnTo>
                  <a:pt x="881" y="176"/>
                </a:lnTo>
                <a:lnTo>
                  <a:pt x="1031" y="176"/>
                </a:lnTo>
                <a:lnTo>
                  <a:pt x="1177" y="105"/>
                </a:lnTo>
                <a:lnTo>
                  <a:pt x="1287" y="105"/>
                </a:lnTo>
                <a:lnTo>
                  <a:pt x="1397" y="105"/>
                </a:lnTo>
                <a:lnTo>
                  <a:pt x="1543" y="105"/>
                </a:lnTo>
                <a:lnTo>
                  <a:pt x="1653" y="105"/>
                </a:lnTo>
                <a:lnTo>
                  <a:pt x="1763" y="176"/>
                </a:lnTo>
                <a:lnTo>
                  <a:pt x="1913" y="211"/>
                </a:lnTo>
                <a:lnTo>
                  <a:pt x="1988" y="317"/>
                </a:lnTo>
                <a:lnTo>
                  <a:pt x="2134" y="352"/>
                </a:lnTo>
                <a:lnTo>
                  <a:pt x="2244" y="423"/>
                </a:lnTo>
                <a:lnTo>
                  <a:pt x="2354" y="458"/>
                </a:lnTo>
                <a:lnTo>
                  <a:pt x="2500" y="458"/>
                </a:lnTo>
                <a:lnTo>
                  <a:pt x="2610" y="458"/>
                </a:lnTo>
                <a:lnTo>
                  <a:pt x="2720" y="458"/>
                </a:lnTo>
                <a:lnTo>
                  <a:pt x="2831" y="458"/>
                </a:lnTo>
                <a:lnTo>
                  <a:pt x="2941" y="458"/>
                </a:lnTo>
                <a:lnTo>
                  <a:pt x="3051" y="458"/>
                </a:lnTo>
                <a:lnTo>
                  <a:pt x="3166" y="423"/>
                </a:lnTo>
                <a:lnTo>
                  <a:pt x="3276" y="423"/>
                </a:lnTo>
                <a:lnTo>
                  <a:pt x="3457" y="423"/>
                </a:lnTo>
                <a:lnTo>
                  <a:pt x="3607" y="458"/>
                </a:lnTo>
                <a:lnTo>
                  <a:pt x="3752" y="458"/>
                </a:lnTo>
                <a:lnTo>
                  <a:pt x="3898" y="493"/>
                </a:lnTo>
                <a:lnTo>
                  <a:pt x="4008" y="529"/>
                </a:lnTo>
                <a:lnTo>
                  <a:pt x="4118" y="564"/>
                </a:lnTo>
                <a:lnTo>
                  <a:pt x="4228" y="599"/>
                </a:lnTo>
                <a:lnTo>
                  <a:pt x="4339" y="599"/>
                </a:lnTo>
                <a:lnTo>
                  <a:pt x="4489" y="635"/>
                </a:lnTo>
                <a:lnTo>
                  <a:pt x="4599" y="635"/>
                </a:lnTo>
                <a:lnTo>
                  <a:pt x="4784" y="635"/>
                </a:lnTo>
                <a:lnTo>
                  <a:pt x="4930" y="635"/>
                </a:lnTo>
                <a:lnTo>
                  <a:pt x="5075" y="635"/>
                </a:lnTo>
                <a:lnTo>
                  <a:pt x="5185" y="635"/>
                </a:lnTo>
                <a:lnTo>
                  <a:pt x="5296" y="635"/>
                </a:lnTo>
                <a:lnTo>
                  <a:pt x="5481" y="635"/>
                </a:lnTo>
                <a:lnTo>
                  <a:pt x="5666" y="599"/>
                </a:lnTo>
                <a:lnTo>
                  <a:pt x="5812" y="599"/>
                </a:lnTo>
                <a:lnTo>
                  <a:pt x="5961" y="599"/>
                </a:lnTo>
                <a:lnTo>
                  <a:pt x="6107" y="599"/>
                </a:lnTo>
                <a:lnTo>
                  <a:pt x="6217" y="599"/>
                </a:lnTo>
                <a:lnTo>
                  <a:pt x="6327" y="599"/>
                </a:lnTo>
                <a:lnTo>
                  <a:pt x="6438" y="599"/>
                </a:lnTo>
                <a:lnTo>
                  <a:pt x="6548" y="635"/>
                </a:lnTo>
                <a:lnTo>
                  <a:pt x="6658" y="635"/>
                </a:lnTo>
                <a:lnTo>
                  <a:pt x="6843" y="670"/>
                </a:lnTo>
                <a:lnTo>
                  <a:pt x="6954" y="670"/>
                </a:lnTo>
                <a:lnTo>
                  <a:pt x="7099" y="635"/>
                </a:lnTo>
                <a:lnTo>
                  <a:pt x="7284" y="635"/>
                </a:lnTo>
                <a:lnTo>
                  <a:pt x="7430" y="635"/>
                </a:lnTo>
                <a:lnTo>
                  <a:pt x="7580" y="635"/>
                </a:lnTo>
                <a:lnTo>
                  <a:pt x="7690" y="635"/>
                </a:lnTo>
                <a:lnTo>
                  <a:pt x="7800" y="635"/>
                </a:lnTo>
                <a:lnTo>
                  <a:pt x="7911" y="635"/>
                </a:lnTo>
                <a:lnTo>
                  <a:pt x="8021" y="635"/>
                </a:lnTo>
                <a:lnTo>
                  <a:pt x="8166" y="670"/>
                </a:lnTo>
                <a:lnTo>
                  <a:pt x="8316" y="670"/>
                </a:lnTo>
                <a:lnTo>
                  <a:pt x="8462" y="705"/>
                </a:lnTo>
                <a:lnTo>
                  <a:pt x="8607" y="740"/>
                </a:lnTo>
                <a:lnTo>
                  <a:pt x="8757" y="740"/>
                </a:lnTo>
                <a:lnTo>
                  <a:pt x="8867" y="740"/>
                </a:lnTo>
                <a:lnTo>
                  <a:pt x="9048" y="777"/>
                </a:lnTo>
                <a:lnTo>
                  <a:pt x="9269" y="812"/>
                </a:lnTo>
                <a:lnTo>
                  <a:pt x="9379" y="812"/>
                </a:lnTo>
                <a:lnTo>
                  <a:pt x="9494" y="812"/>
                </a:lnTo>
                <a:lnTo>
                  <a:pt x="9639" y="812"/>
                </a:lnTo>
                <a:lnTo>
                  <a:pt x="9749" y="812"/>
                </a:lnTo>
                <a:lnTo>
                  <a:pt x="9860" y="812"/>
                </a:lnTo>
                <a:lnTo>
                  <a:pt x="9970" y="812"/>
                </a:lnTo>
                <a:lnTo>
                  <a:pt x="10336" y="812"/>
                </a:lnTo>
                <a:lnTo>
                  <a:pt x="10706" y="812"/>
                </a:lnTo>
                <a:lnTo>
                  <a:pt x="11072" y="812"/>
                </a:lnTo>
                <a:lnTo>
                  <a:pt x="11222" y="812"/>
                </a:lnTo>
                <a:lnTo>
                  <a:pt x="11368" y="812"/>
                </a:lnTo>
                <a:lnTo>
                  <a:pt x="11513" y="812"/>
                </a:lnTo>
                <a:lnTo>
                  <a:pt x="11624" y="777"/>
                </a:lnTo>
                <a:lnTo>
                  <a:pt x="12105" y="529"/>
                </a:lnTo>
                <a:lnTo>
                  <a:pt x="12180" y="635"/>
                </a:lnTo>
                <a:lnTo>
                  <a:pt x="12251" y="777"/>
                </a:lnTo>
                <a:lnTo>
                  <a:pt x="12401" y="812"/>
                </a:lnTo>
                <a:lnTo>
                  <a:pt x="12511" y="777"/>
                </a:lnTo>
                <a:lnTo>
                  <a:pt x="12621" y="777"/>
                </a:lnTo>
                <a:lnTo>
                  <a:pt x="12731" y="740"/>
                </a:lnTo>
                <a:lnTo>
                  <a:pt x="12842" y="777"/>
                </a:lnTo>
                <a:lnTo>
                  <a:pt x="12987" y="812"/>
                </a:lnTo>
                <a:lnTo>
                  <a:pt x="13097" y="812"/>
                </a:lnTo>
                <a:lnTo>
                  <a:pt x="13208" y="847"/>
                </a:lnTo>
                <a:lnTo>
                  <a:pt x="13318" y="847"/>
                </a:lnTo>
                <a:lnTo>
                  <a:pt x="13428" y="847"/>
                </a:lnTo>
                <a:lnTo>
                  <a:pt x="13538" y="847"/>
                </a:lnTo>
                <a:lnTo>
                  <a:pt x="13649" y="847"/>
                </a:lnTo>
                <a:lnTo>
                  <a:pt x="13759" y="812"/>
                </a:lnTo>
                <a:lnTo>
                  <a:pt x="13869" y="812"/>
                </a:lnTo>
                <a:lnTo>
                  <a:pt x="14019" y="812"/>
                </a:lnTo>
                <a:lnTo>
                  <a:pt x="14165" y="777"/>
                </a:lnTo>
                <a:lnTo>
                  <a:pt x="14275" y="740"/>
                </a:lnTo>
                <a:lnTo>
                  <a:pt x="14385" y="740"/>
                </a:lnTo>
                <a:lnTo>
                  <a:pt x="14531" y="740"/>
                </a:lnTo>
                <a:lnTo>
                  <a:pt x="14645" y="705"/>
                </a:lnTo>
                <a:lnTo>
                  <a:pt x="14755" y="740"/>
                </a:lnTo>
                <a:lnTo>
                  <a:pt x="14866" y="847"/>
                </a:lnTo>
                <a:lnTo>
                  <a:pt x="14976" y="882"/>
                </a:lnTo>
                <a:lnTo>
                  <a:pt x="15121" y="882"/>
                </a:lnTo>
                <a:lnTo>
                  <a:pt x="15232" y="882"/>
                </a:lnTo>
                <a:lnTo>
                  <a:pt x="15342" y="882"/>
                </a:lnTo>
                <a:lnTo>
                  <a:pt x="15487" y="882"/>
                </a:lnTo>
                <a:lnTo>
                  <a:pt x="15637" y="847"/>
                </a:lnTo>
                <a:lnTo>
                  <a:pt x="15783" y="812"/>
                </a:lnTo>
                <a:lnTo>
                  <a:pt x="15933" y="812"/>
                </a:lnTo>
                <a:lnTo>
                  <a:pt x="16043" y="777"/>
                </a:lnTo>
                <a:lnTo>
                  <a:pt x="16189" y="777"/>
                </a:lnTo>
                <a:lnTo>
                  <a:pt x="16299" y="740"/>
                </a:lnTo>
                <a:lnTo>
                  <a:pt x="16409" y="740"/>
                </a:lnTo>
                <a:lnTo>
                  <a:pt x="16519" y="740"/>
                </a:lnTo>
                <a:lnTo>
                  <a:pt x="16960" y="740"/>
                </a:lnTo>
                <a:lnTo>
                  <a:pt x="17071" y="740"/>
                </a:lnTo>
                <a:lnTo>
                  <a:pt x="17220" y="740"/>
                </a:lnTo>
                <a:lnTo>
                  <a:pt x="17331" y="740"/>
                </a:lnTo>
                <a:lnTo>
                  <a:pt x="17441" y="705"/>
                </a:lnTo>
                <a:lnTo>
                  <a:pt x="17586" y="635"/>
                </a:lnTo>
                <a:lnTo>
                  <a:pt x="17772" y="599"/>
                </a:lnTo>
                <a:lnTo>
                  <a:pt x="17882" y="564"/>
                </a:lnTo>
                <a:lnTo>
                  <a:pt x="17992" y="493"/>
                </a:lnTo>
                <a:lnTo>
                  <a:pt x="18102" y="458"/>
                </a:lnTo>
                <a:lnTo>
                  <a:pt x="18213" y="388"/>
                </a:lnTo>
                <a:lnTo>
                  <a:pt x="18323" y="388"/>
                </a:lnTo>
                <a:lnTo>
                  <a:pt x="18433" y="423"/>
                </a:lnTo>
                <a:lnTo>
                  <a:pt x="18618" y="458"/>
                </a:lnTo>
                <a:lnTo>
                  <a:pt x="18729" y="458"/>
                </a:lnTo>
                <a:lnTo>
                  <a:pt x="18909" y="529"/>
                </a:lnTo>
                <a:lnTo>
                  <a:pt x="19059" y="564"/>
                </a:lnTo>
                <a:lnTo>
                  <a:pt x="19170" y="564"/>
                </a:lnTo>
                <a:lnTo>
                  <a:pt x="19280" y="564"/>
                </a:lnTo>
                <a:lnTo>
                  <a:pt x="19390" y="529"/>
                </a:lnTo>
                <a:lnTo>
                  <a:pt x="19536" y="529"/>
                </a:lnTo>
                <a:lnTo>
                  <a:pt x="19646" y="493"/>
                </a:lnTo>
                <a:lnTo>
                  <a:pt x="19796" y="493"/>
                </a:lnTo>
                <a:lnTo>
                  <a:pt x="19977" y="493"/>
                </a:lnTo>
                <a:lnTo>
                  <a:pt x="20087" y="493"/>
                </a:lnTo>
                <a:lnTo>
                  <a:pt x="20197" y="529"/>
                </a:lnTo>
                <a:lnTo>
                  <a:pt x="20307" y="529"/>
                </a:lnTo>
                <a:lnTo>
                  <a:pt x="20418" y="564"/>
                </a:lnTo>
                <a:lnTo>
                  <a:pt x="20528" y="564"/>
                </a:lnTo>
                <a:lnTo>
                  <a:pt x="20678" y="564"/>
                </a:lnTo>
                <a:lnTo>
                  <a:pt x="20858" y="529"/>
                </a:lnTo>
                <a:lnTo>
                  <a:pt x="21044" y="529"/>
                </a:lnTo>
                <a:lnTo>
                  <a:pt x="21154" y="529"/>
                </a:lnTo>
                <a:lnTo>
                  <a:pt x="21304" y="493"/>
                </a:lnTo>
                <a:lnTo>
                  <a:pt x="21414" y="458"/>
                </a:lnTo>
                <a:lnTo>
                  <a:pt x="21524" y="388"/>
                </a:lnTo>
                <a:lnTo>
                  <a:pt x="21635" y="352"/>
                </a:lnTo>
                <a:lnTo>
                  <a:pt x="21780" y="317"/>
                </a:lnTo>
                <a:lnTo>
                  <a:pt x="21926" y="317"/>
                </a:lnTo>
                <a:lnTo>
                  <a:pt x="22076" y="282"/>
                </a:lnTo>
                <a:lnTo>
                  <a:pt x="22186" y="246"/>
                </a:lnTo>
                <a:lnTo>
                  <a:pt x="22331" y="211"/>
                </a:lnTo>
                <a:lnTo>
                  <a:pt x="22442" y="176"/>
                </a:lnTo>
                <a:lnTo>
                  <a:pt x="22552" y="141"/>
                </a:lnTo>
                <a:lnTo>
                  <a:pt x="22958" y="0"/>
                </a:lnTo>
                <a:lnTo>
                  <a:pt x="23143" y="70"/>
                </a:lnTo>
                <a:lnTo>
                  <a:pt x="23213" y="176"/>
                </a:lnTo>
                <a:lnTo>
                  <a:pt x="23324" y="211"/>
                </a:lnTo>
                <a:lnTo>
                  <a:pt x="23438" y="211"/>
                </a:lnTo>
                <a:lnTo>
                  <a:pt x="23619" y="176"/>
                </a:lnTo>
                <a:lnTo>
                  <a:pt x="23729" y="141"/>
                </a:lnTo>
                <a:lnTo>
                  <a:pt x="23839" y="70"/>
                </a:lnTo>
                <a:lnTo>
                  <a:pt x="23950" y="35"/>
                </a:lnTo>
                <a:lnTo>
                  <a:pt x="24025" y="3035"/>
                </a:lnTo>
                <a:lnTo>
                  <a:pt x="23619" y="2859"/>
                </a:lnTo>
                <a:lnTo>
                  <a:pt x="23548" y="2753"/>
                </a:lnTo>
                <a:lnTo>
                  <a:pt x="23509" y="2647"/>
                </a:lnTo>
                <a:lnTo>
                  <a:pt x="23473" y="2542"/>
                </a:lnTo>
                <a:lnTo>
                  <a:pt x="23363" y="2471"/>
                </a:lnTo>
                <a:lnTo>
                  <a:pt x="23253" y="2471"/>
                </a:lnTo>
                <a:lnTo>
                  <a:pt x="23143" y="2577"/>
                </a:lnTo>
                <a:lnTo>
                  <a:pt x="23032" y="2471"/>
                </a:lnTo>
                <a:lnTo>
                  <a:pt x="22922" y="2506"/>
                </a:lnTo>
                <a:lnTo>
                  <a:pt x="22772" y="2577"/>
                </a:lnTo>
                <a:lnTo>
                  <a:pt x="22702" y="2471"/>
                </a:lnTo>
                <a:lnTo>
                  <a:pt x="22592" y="2436"/>
                </a:lnTo>
                <a:lnTo>
                  <a:pt x="22481" y="2365"/>
                </a:lnTo>
                <a:lnTo>
                  <a:pt x="22406" y="2258"/>
                </a:lnTo>
                <a:lnTo>
                  <a:pt x="22296" y="2152"/>
                </a:lnTo>
                <a:lnTo>
                  <a:pt x="22186" y="2047"/>
                </a:lnTo>
                <a:lnTo>
                  <a:pt x="22111" y="1941"/>
                </a:lnTo>
                <a:lnTo>
                  <a:pt x="22001" y="2011"/>
                </a:lnTo>
                <a:lnTo>
                  <a:pt x="21890" y="1941"/>
                </a:lnTo>
                <a:lnTo>
                  <a:pt x="21890" y="1835"/>
                </a:lnTo>
                <a:lnTo>
                  <a:pt x="21815" y="1694"/>
                </a:lnTo>
                <a:lnTo>
                  <a:pt x="21745" y="1553"/>
                </a:lnTo>
                <a:lnTo>
                  <a:pt x="21705" y="1447"/>
                </a:lnTo>
                <a:lnTo>
                  <a:pt x="21595" y="1376"/>
                </a:lnTo>
                <a:lnTo>
                  <a:pt x="21449" y="1447"/>
                </a:lnTo>
                <a:lnTo>
                  <a:pt x="21374" y="1306"/>
                </a:lnTo>
                <a:lnTo>
                  <a:pt x="21304" y="1200"/>
                </a:lnTo>
                <a:lnTo>
                  <a:pt x="21194" y="1165"/>
                </a:lnTo>
                <a:lnTo>
                  <a:pt x="21119" y="1059"/>
                </a:lnTo>
                <a:lnTo>
                  <a:pt x="21008" y="1059"/>
                </a:lnTo>
                <a:lnTo>
                  <a:pt x="20898" y="1059"/>
                </a:lnTo>
                <a:lnTo>
                  <a:pt x="20788" y="1024"/>
                </a:lnTo>
                <a:lnTo>
                  <a:pt x="20638" y="953"/>
                </a:lnTo>
                <a:lnTo>
                  <a:pt x="20528" y="953"/>
                </a:lnTo>
                <a:lnTo>
                  <a:pt x="20418" y="953"/>
                </a:lnTo>
                <a:lnTo>
                  <a:pt x="20272" y="918"/>
                </a:lnTo>
                <a:lnTo>
                  <a:pt x="20162" y="882"/>
                </a:lnTo>
                <a:lnTo>
                  <a:pt x="20087" y="777"/>
                </a:lnTo>
                <a:lnTo>
                  <a:pt x="19977" y="777"/>
                </a:lnTo>
                <a:lnTo>
                  <a:pt x="19866" y="812"/>
                </a:lnTo>
                <a:lnTo>
                  <a:pt x="19831" y="918"/>
                </a:lnTo>
                <a:lnTo>
                  <a:pt x="19721" y="1024"/>
                </a:lnTo>
                <a:lnTo>
                  <a:pt x="19611" y="1059"/>
                </a:lnTo>
                <a:lnTo>
                  <a:pt x="19831" y="2047"/>
                </a:lnTo>
                <a:lnTo>
                  <a:pt x="19686" y="2011"/>
                </a:lnTo>
                <a:lnTo>
                  <a:pt x="19571" y="1941"/>
                </a:lnTo>
                <a:lnTo>
                  <a:pt x="19461" y="1835"/>
                </a:lnTo>
                <a:lnTo>
                  <a:pt x="18433" y="1165"/>
                </a:lnTo>
                <a:lnTo>
                  <a:pt x="18323" y="1094"/>
                </a:lnTo>
                <a:lnTo>
                  <a:pt x="18213" y="1024"/>
                </a:lnTo>
                <a:lnTo>
                  <a:pt x="18138" y="918"/>
                </a:lnTo>
                <a:lnTo>
                  <a:pt x="18027" y="882"/>
                </a:lnTo>
                <a:lnTo>
                  <a:pt x="17917" y="953"/>
                </a:lnTo>
                <a:lnTo>
                  <a:pt x="17842" y="1059"/>
                </a:lnTo>
                <a:lnTo>
                  <a:pt x="17697" y="1165"/>
                </a:lnTo>
                <a:lnTo>
                  <a:pt x="17586" y="1200"/>
                </a:lnTo>
                <a:lnTo>
                  <a:pt x="17476" y="1200"/>
                </a:lnTo>
                <a:lnTo>
                  <a:pt x="17366" y="1129"/>
                </a:lnTo>
                <a:lnTo>
                  <a:pt x="17256" y="1094"/>
                </a:lnTo>
                <a:lnTo>
                  <a:pt x="17146" y="1165"/>
                </a:lnTo>
                <a:lnTo>
                  <a:pt x="17035" y="1059"/>
                </a:lnTo>
                <a:lnTo>
                  <a:pt x="16925" y="1094"/>
                </a:lnTo>
                <a:lnTo>
                  <a:pt x="16815" y="1165"/>
                </a:lnTo>
                <a:lnTo>
                  <a:pt x="16705" y="1094"/>
                </a:lnTo>
                <a:lnTo>
                  <a:pt x="16594" y="1059"/>
                </a:lnTo>
                <a:lnTo>
                  <a:pt x="16484" y="1059"/>
                </a:lnTo>
                <a:lnTo>
                  <a:pt x="16374" y="1094"/>
                </a:lnTo>
                <a:lnTo>
                  <a:pt x="16264" y="1094"/>
                </a:lnTo>
                <a:lnTo>
                  <a:pt x="16153" y="1059"/>
                </a:lnTo>
                <a:lnTo>
                  <a:pt x="16003" y="1094"/>
                </a:lnTo>
                <a:lnTo>
                  <a:pt x="15858" y="1165"/>
                </a:lnTo>
                <a:lnTo>
                  <a:pt x="15748" y="1165"/>
                </a:lnTo>
                <a:lnTo>
                  <a:pt x="15598" y="1200"/>
                </a:lnTo>
                <a:lnTo>
                  <a:pt x="15487" y="1200"/>
                </a:lnTo>
                <a:lnTo>
                  <a:pt x="15342" y="1129"/>
                </a:lnTo>
                <a:lnTo>
                  <a:pt x="15232" y="1094"/>
                </a:lnTo>
                <a:lnTo>
                  <a:pt x="15121" y="1094"/>
                </a:lnTo>
                <a:lnTo>
                  <a:pt x="15011" y="1165"/>
                </a:lnTo>
                <a:lnTo>
                  <a:pt x="14866" y="1271"/>
                </a:lnTo>
                <a:lnTo>
                  <a:pt x="14755" y="1341"/>
                </a:lnTo>
                <a:lnTo>
                  <a:pt x="14680" y="1235"/>
                </a:lnTo>
                <a:lnTo>
                  <a:pt x="14570" y="1165"/>
                </a:lnTo>
                <a:lnTo>
                  <a:pt x="14460" y="1165"/>
                </a:lnTo>
                <a:lnTo>
                  <a:pt x="14350" y="1200"/>
                </a:lnTo>
                <a:lnTo>
                  <a:pt x="14239" y="1235"/>
                </a:lnTo>
                <a:lnTo>
                  <a:pt x="14090" y="1235"/>
                </a:lnTo>
                <a:lnTo>
                  <a:pt x="13944" y="1200"/>
                </a:lnTo>
                <a:lnTo>
                  <a:pt x="13799" y="1165"/>
                </a:lnTo>
                <a:lnTo>
                  <a:pt x="13688" y="1129"/>
                </a:lnTo>
                <a:lnTo>
                  <a:pt x="13503" y="1165"/>
                </a:lnTo>
                <a:lnTo>
                  <a:pt x="13393" y="1200"/>
                </a:lnTo>
                <a:lnTo>
                  <a:pt x="13243" y="1235"/>
                </a:lnTo>
                <a:lnTo>
                  <a:pt x="13062" y="1306"/>
                </a:lnTo>
                <a:lnTo>
                  <a:pt x="12952" y="1271"/>
                </a:lnTo>
                <a:lnTo>
                  <a:pt x="12842" y="1200"/>
                </a:lnTo>
                <a:lnTo>
                  <a:pt x="12731" y="1129"/>
                </a:lnTo>
                <a:lnTo>
                  <a:pt x="12621" y="1165"/>
                </a:lnTo>
                <a:lnTo>
                  <a:pt x="12511" y="1165"/>
                </a:lnTo>
                <a:lnTo>
                  <a:pt x="12401" y="1165"/>
                </a:lnTo>
                <a:lnTo>
                  <a:pt x="12290" y="1165"/>
                </a:lnTo>
                <a:lnTo>
                  <a:pt x="12180" y="1165"/>
                </a:lnTo>
                <a:lnTo>
                  <a:pt x="12070" y="1165"/>
                </a:lnTo>
                <a:lnTo>
                  <a:pt x="11403" y="2047"/>
                </a:lnTo>
                <a:lnTo>
                  <a:pt x="11919" y="1094"/>
                </a:lnTo>
                <a:lnTo>
                  <a:pt x="11809" y="1094"/>
                </a:lnTo>
                <a:lnTo>
                  <a:pt x="11698" y="1094"/>
                </a:lnTo>
                <a:lnTo>
                  <a:pt x="11588" y="1129"/>
                </a:lnTo>
                <a:lnTo>
                  <a:pt x="11443" y="1129"/>
                </a:lnTo>
                <a:lnTo>
                  <a:pt x="11332" y="1129"/>
                </a:lnTo>
                <a:lnTo>
                  <a:pt x="11222" y="1165"/>
                </a:lnTo>
                <a:lnTo>
                  <a:pt x="11112" y="1235"/>
                </a:lnTo>
                <a:lnTo>
                  <a:pt x="11002" y="1235"/>
                </a:lnTo>
                <a:lnTo>
                  <a:pt x="10892" y="1235"/>
                </a:lnTo>
                <a:lnTo>
                  <a:pt x="10781" y="1235"/>
                </a:lnTo>
                <a:lnTo>
                  <a:pt x="10667" y="1235"/>
                </a:lnTo>
                <a:lnTo>
                  <a:pt x="10556" y="1165"/>
                </a:lnTo>
                <a:lnTo>
                  <a:pt x="10411" y="1129"/>
                </a:lnTo>
                <a:lnTo>
                  <a:pt x="10301" y="1129"/>
                </a:lnTo>
                <a:lnTo>
                  <a:pt x="10190" y="1129"/>
                </a:lnTo>
                <a:lnTo>
                  <a:pt x="10045" y="1165"/>
                </a:lnTo>
                <a:lnTo>
                  <a:pt x="9935" y="1165"/>
                </a:lnTo>
                <a:lnTo>
                  <a:pt x="9785" y="1165"/>
                </a:lnTo>
                <a:lnTo>
                  <a:pt x="9674" y="1200"/>
                </a:lnTo>
                <a:lnTo>
                  <a:pt x="9529" y="1200"/>
                </a:lnTo>
                <a:lnTo>
                  <a:pt x="9419" y="1165"/>
                </a:lnTo>
                <a:lnTo>
                  <a:pt x="9308" y="1165"/>
                </a:lnTo>
                <a:lnTo>
                  <a:pt x="9158" y="1129"/>
                </a:lnTo>
                <a:lnTo>
                  <a:pt x="9048" y="1094"/>
                </a:lnTo>
                <a:lnTo>
                  <a:pt x="8938" y="1094"/>
                </a:lnTo>
                <a:lnTo>
                  <a:pt x="8828" y="1094"/>
                </a:lnTo>
                <a:lnTo>
                  <a:pt x="8718" y="1129"/>
                </a:lnTo>
                <a:lnTo>
                  <a:pt x="8607" y="1165"/>
                </a:lnTo>
                <a:lnTo>
                  <a:pt x="8497" y="1165"/>
                </a:lnTo>
                <a:lnTo>
                  <a:pt x="8352" y="1165"/>
                </a:lnTo>
                <a:lnTo>
                  <a:pt x="8241" y="1165"/>
                </a:lnTo>
                <a:lnTo>
                  <a:pt x="8131" y="1094"/>
                </a:lnTo>
                <a:lnTo>
                  <a:pt x="8021" y="1024"/>
                </a:lnTo>
                <a:lnTo>
                  <a:pt x="7911" y="953"/>
                </a:lnTo>
                <a:lnTo>
                  <a:pt x="7761" y="918"/>
                </a:lnTo>
                <a:lnTo>
                  <a:pt x="7650" y="918"/>
                </a:lnTo>
                <a:lnTo>
                  <a:pt x="7540" y="882"/>
                </a:lnTo>
                <a:lnTo>
                  <a:pt x="7430" y="812"/>
                </a:lnTo>
                <a:lnTo>
                  <a:pt x="7320" y="777"/>
                </a:lnTo>
                <a:lnTo>
                  <a:pt x="7209" y="777"/>
                </a:lnTo>
                <a:lnTo>
                  <a:pt x="7099" y="777"/>
                </a:lnTo>
                <a:lnTo>
                  <a:pt x="6989" y="812"/>
                </a:lnTo>
                <a:lnTo>
                  <a:pt x="6879" y="882"/>
                </a:lnTo>
                <a:lnTo>
                  <a:pt x="6768" y="882"/>
                </a:lnTo>
                <a:lnTo>
                  <a:pt x="6658" y="953"/>
                </a:lnTo>
                <a:lnTo>
                  <a:pt x="6548" y="953"/>
                </a:lnTo>
                <a:lnTo>
                  <a:pt x="6438" y="882"/>
                </a:lnTo>
                <a:lnTo>
                  <a:pt x="6292" y="847"/>
                </a:lnTo>
                <a:lnTo>
                  <a:pt x="6182" y="847"/>
                </a:lnTo>
                <a:lnTo>
                  <a:pt x="6032" y="777"/>
                </a:lnTo>
                <a:lnTo>
                  <a:pt x="5922" y="777"/>
                </a:lnTo>
                <a:lnTo>
                  <a:pt x="5812" y="812"/>
                </a:lnTo>
                <a:lnTo>
                  <a:pt x="5701" y="847"/>
                </a:lnTo>
                <a:lnTo>
                  <a:pt x="5591" y="882"/>
                </a:lnTo>
                <a:lnTo>
                  <a:pt x="5481" y="918"/>
                </a:lnTo>
                <a:lnTo>
                  <a:pt x="5371" y="953"/>
                </a:lnTo>
                <a:lnTo>
                  <a:pt x="5260" y="953"/>
                </a:lnTo>
                <a:lnTo>
                  <a:pt x="5150" y="953"/>
                </a:lnTo>
                <a:lnTo>
                  <a:pt x="5040" y="953"/>
                </a:lnTo>
                <a:lnTo>
                  <a:pt x="4894" y="953"/>
                </a:lnTo>
                <a:lnTo>
                  <a:pt x="4784" y="953"/>
                </a:lnTo>
                <a:lnTo>
                  <a:pt x="4674" y="918"/>
                </a:lnTo>
                <a:lnTo>
                  <a:pt x="4564" y="918"/>
                </a:lnTo>
                <a:lnTo>
                  <a:pt x="4453" y="918"/>
                </a:lnTo>
                <a:lnTo>
                  <a:pt x="4303" y="918"/>
                </a:lnTo>
                <a:lnTo>
                  <a:pt x="4193" y="918"/>
                </a:lnTo>
                <a:lnTo>
                  <a:pt x="4083" y="918"/>
                </a:lnTo>
                <a:lnTo>
                  <a:pt x="3973" y="988"/>
                </a:lnTo>
                <a:lnTo>
                  <a:pt x="3862" y="1024"/>
                </a:lnTo>
                <a:lnTo>
                  <a:pt x="3752" y="1059"/>
                </a:lnTo>
                <a:lnTo>
                  <a:pt x="3642" y="1059"/>
                </a:lnTo>
                <a:lnTo>
                  <a:pt x="3532" y="1059"/>
                </a:lnTo>
                <a:lnTo>
                  <a:pt x="3421" y="988"/>
                </a:lnTo>
                <a:lnTo>
                  <a:pt x="3311" y="953"/>
                </a:lnTo>
                <a:lnTo>
                  <a:pt x="3201" y="953"/>
                </a:lnTo>
                <a:lnTo>
                  <a:pt x="3091" y="953"/>
                </a:lnTo>
                <a:lnTo>
                  <a:pt x="2906" y="918"/>
                </a:lnTo>
                <a:lnTo>
                  <a:pt x="2795" y="918"/>
                </a:lnTo>
                <a:lnTo>
                  <a:pt x="2685" y="988"/>
                </a:lnTo>
                <a:lnTo>
                  <a:pt x="2575" y="1059"/>
                </a:lnTo>
                <a:lnTo>
                  <a:pt x="2465" y="1129"/>
                </a:lnTo>
                <a:lnTo>
                  <a:pt x="2354" y="1165"/>
                </a:lnTo>
                <a:lnTo>
                  <a:pt x="2244" y="1165"/>
                </a:lnTo>
                <a:lnTo>
                  <a:pt x="2134" y="1129"/>
                </a:lnTo>
                <a:lnTo>
                  <a:pt x="2024" y="1094"/>
                </a:lnTo>
                <a:lnTo>
                  <a:pt x="1913" y="1094"/>
                </a:lnTo>
                <a:lnTo>
                  <a:pt x="1803" y="1059"/>
                </a:lnTo>
                <a:lnTo>
                  <a:pt x="1693" y="1059"/>
                </a:lnTo>
                <a:lnTo>
                  <a:pt x="1583" y="1059"/>
                </a:lnTo>
                <a:lnTo>
                  <a:pt x="1433" y="1059"/>
                </a:lnTo>
                <a:lnTo>
                  <a:pt x="1287" y="1059"/>
                </a:lnTo>
                <a:lnTo>
                  <a:pt x="1177" y="1059"/>
                </a:lnTo>
                <a:lnTo>
                  <a:pt x="1067" y="1059"/>
                </a:lnTo>
                <a:lnTo>
                  <a:pt x="956" y="1094"/>
                </a:lnTo>
                <a:lnTo>
                  <a:pt x="846" y="1094"/>
                </a:lnTo>
                <a:lnTo>
                  <a:pt x="736" y="1094"/>
                </a:lnTo>
                <a:lnTo>
                  <a:pt x="626" y="1129"/>
                </a:lnTo>
                <a:lnTo>
                  <a:pt x="515" y="1165"/>
                </a:lnTo>
                <a:lnTo>
                  <a:pt x="405" y="1200"/>
                </a:lnTo>
                <a:lnTo>
                  <a:pt x="255" y="1271"/>
                </a:lnTo>
                <a:lnTo>
                  <a:pt x="110" y="1306"/>
                </a:lnTo>
                <a:lnTo>
                  <a:pt x="0" y="1376"/>
                </a:lnTo>
                <a:lnTo>
                  <a:pt x="74" y="211"/>
                </a:lnTo>
                <a:close/>
              </a:path>
            </a:pathLst>
          </a:custGeom>
          <a:solidFill>
            <a:srgbClr val="114FFB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25560" y="596880"/>
            <a:ext cx="190440" cy="6350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63360" y="1892160"/>
            <a:ext cx="152280" cy="50796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8775720" y="1778040"/>
            <a:ext cx="152280" cy="12319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64" name=""/>
          <p:cNvGrpSpPr/>
          <p:nvPr/>
        </p:nvGrpSpPr>
        <p:grpSpPr>
          <a:xfrm>
            <a:off x="282600" y="4646520"/>
            <a:ext cx="3108240" cy="949680"/>
            <a:chOff x="282600" y="4646520"/>
            <a:chExt cx="3108240" cy="949680"/>
          </a:xfrm>
        </p:grpSpPr>
        <p:sp>
          <p:nvSpPr>
            <p:cNvPr id="465" name=""/>
            <p:cNvSpPr txBox="1"/>
            <p:nvPr/>
          </p:nvSpPr>
          <p:spPr>
            <a:xfrm>
              <a:off x="282600" y="5019840"/>
              <a:ext cx="3108240" cy="5763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         </a:t>
              </a:r>
              <a:r>
                <a:rPr lang="en-US" sz="2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R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12,345.67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"/>
            <p:cNvSpPr txBox="1"/>
            <p:nvPr/>
          </p:nvSpPr>
          <p:spPr>
            <a:xfrm>
              <a:off x="941400" y="4646520"/>
              <a:ext cx="1623960" cy="39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RussianPay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7" name=""/>
          <p:cNvSpPr txBox="1"/>
          <p:nvPr/>
        </p:nvSpPr>
        <p:spPr>
          <a:xfrm>
            <a:off x="4786200" y="5168880"/>
            <a:ext cx="3406680" cy="51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R12,345.67 roubles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177840" y="3720960"/>
            <a:ext cx="8687160" cy="330480"/>
          </a:xfrm>
          <a:custGeom>
            <a:avLst/>
            <a:gdLst/>
            <a:ahLst/>
            <a:rect l="0" t="0" r="r" b="b"/>
            <a:pathLst>
              <a:path w="24131" h="918">
                <a:moveTo>
                  <a:pt x="74" y="530"/>
                </a:moveTo>
                <a:lnTo>
                  <a:pt x="185" y="494"/>
                </a:lnTo>
                <a:lnTo>
                  <a:pt x="295" y="458"/>
                </a:lnTo>
                <a:lnTo>
                  <a:pt x="366" y="352"/>
                </a:lnTo>
                <a:lnTo>
                  <a:pt x="476" y="317"/>
                </a:lnTo>
                <a:lnTo>
                  <a:pt x="586" y="246"/>
                </a:lnTo>
                <a:lnTo>
                  <a:pt x="696" y="317"/>
                </a:lnTo>
                <a:lnTo>
                  <a:pt x="811" y="352"/>
                </a:lnTo>
                <a:lnTo>
                  <a:pt x="921" y="388"/>
                </a:lnTo>
                <a:lnTo>
                  <a:pt x="1031" y="423"/>
                </a:lnTo>
                <a:lnTo>
                  <a:pt x="1142" y="423"/>
                </a:lnTo>
                <a:lnTo>
                  <a:pt x="1252" y="423"/>
                </a:lnTo>
                <a:lnTo>
                  <a:pt x="1397" y="423"/>
                </a:lnTo>
                <a:lnTo>
                  <a:pt x="1508" y="388"/>
                </a:lnTo>
                <a:lnTo>
                  <a:pt x="1618" y="352"/>
                </a:lnTo>
                <a:lnTo>
                  <a:pt x="1693" y="246"/>
                </a:lnTo>
                <a:lnTo>
                  <a:pt x="1838" y="176"/>
                </a:lnTo>
                <a:lnTo>
                  <a:pt x="1913" y="282"/>
                </a:lnTo>
                <a:lnTo>
                  <a:pt x="2059" y="388"/>
                </a:lnTo>
                <a:lnTo>
                  <a:pt x="2169" y="423"/>
                </a:lnTo>
                <a:lnTo>
                  <a:pt x="2279" y="423"/>
                </a:lnTo>
                <a:lnTo>
                  <a:pt x="2390" y="423"/>
                </a:lnTo>
                <a:lnTo>
                  <a:pt x="2500" y="423"/>
                </a:lnTo>
                <a:lnTo>
                  <a:pt x="2610" y="530"/>
                </a:lnTo>
                <a:lnTo>
                  <a:pt x="2760" y="600"/>
                </a:lnTo>
                <a:lnTo>
                  <a:pt x="2870" y="600"/>
                </a:lnTo>
                <a:lnTo>
                  <a:pt x="3016" y="636"/>
                </a:lnTo>
                <a:lnTo>
                  <a:pt x="3126" y="600"/>
                </a:lnTo>
                <a:lnTo>
                  <a:pt x="3236" y="600"/>
                </a:lnTo>
                <a:lnTo>
                  <a:pt x="3382" y="494"/>
                </a:lnTo>
                <a:lnTo>
                  <a:pt x="3567" y="458"/>
                </a:lnTo>
                <a:lnTo>
                  <a:pt x="3752" y="388"/>
                </a:lnTo>
                <a:lnTo>
                  <a:pt x="3898" y="352"/>
                </a:lnTo>
                <a:lnTo>
                  <a:pt x="4048" y="352"/>
                </a:lnTo>
                <a:lnTo>
                  <a:pt x="4158" y="352"/>
                </a:lnTo>
                <a:lnTo>
                  <a:pt x="4268" y="388"/>
                </a:lnTo>
                <a:lnTo>
                  <a:pt x="4449" y="388"/>
                </a:lnTo>
                <a:lnTo>
                  <a:pt x="4559" y="388"/>
                </a:lnTo>
                <a:lnTo>
                  <a:pt x="4780" y="388"/>
                </a:lnTo>
                <a:lnTo>
                  <a:pt x="4930" y="388"/>
                </a:lnTo>
                <a:lnTo>
                  <a:pt x="5040" y="352"/>
                </a:lnTo>
                <a:lnTo>
                  <a:pt x="5150" y="352"/>
                </a:lnTo>
                <a:lnTo>
                  <a:pt x="5335" y="317"/>
                </a:lnTo>
                <a:lnTo>
                  <a:pt x="5446" y="282"/>
                </a:lnTo>
                <a:lnTo>
                  <a:pt x="5626" y="317"/>
                </a:lnTo>
                <a:lnTo>
                  <a:pt x="5737" y="317"/>
                </a:lnTo>
                <a:lnTo>
                  <a:pt x="5886" y="317"/>
                </a:lnTo>
                <a:lnTo>
                  <a:pt x="6032" y="352"/>
                </a:lnTo>
                <a:lnTo>
                  <a:pt x="6398" y="352"/>
                </a:lnTo>
                <a:lnTo>
                  <a:pt x="6768" y="388"/>
                </a:lnTo>
                <a:lnTo>
                  <a:pt x="6914" y="388"/>
                </a:lnTo>
                <a:lnTo>
                  <a:pt x="7024" y="423"/>
                </a:lnTo>
                <a:lnTo>
                  <a:pt x="7209" y="494"/>
                </a:lnTo>
                <a:lnTo>
                  <a:pt x="7355" y="494"/>
                </a:lnTo>
                <a:lnTo>
                  <a:pt x="7465" y="530"/>
                </a:lnTo>
                <a:lnTo>
                  <a:pt x="7575" y="530"/>
                </a:lnTo>
                <a:lnTo>
                  <a:pt x="7686" y="530"/>
                </a:lnTo>
                <a:lnTo>
                  <a:pt x="7796" y="530"/>
                </a:lnTo>
                <a:lnTo>
                  <a:pt x="7946" y="530"/>
                </a:lnTo>
                <a:lnTo>
                  <a:pt x="8056" y="494"/>
                </a:lnTo>
                <a:lnTo>
                  <a:pt x="8166" y="494"/>
                </a:lnTo>
                <a:lnTo>
                  <a:pt x="8312" y="494"/>
                </a:lnTo>
                <a:lnTo>
                  <a:pt x="8422" y="530"/>
                </a:lnTo>
                <a:lnTo>
                  <a:pt x="8532" y="565"/>
                </a:lnTo>
                <a:lnTo>
                  <a:pt x="8643" y="565"/>
                </a:lnTo>
                <a:lnTo>
                  <a:pt x="8828" y="600"/>
                </a:lnTo>
                <a:lnTo>
                  <a:pt x="8973" y="600"/>
                </a:lnTo>
                <a:lnTo>
                  <a:pt x="9123" y="600"/>
                </a:lnTo>
                <a:lnTo>
                  <a:pt x="9233" y="565"/>
                </a:lnTo>
                <a:lnTo>
                  <a:pt x="9344" y="530"/>
                </a:lnTo>
                <a:lnTo>
                  <a:pt x="9525" y="530"/>
                </a:lnTo>
                <a:lnTo>
                  <a:pt x="9635" y="494"/>
                </a:lnTo>
                <a:lnTo>
                  <a:pt x="9785" y="458"/>
                </a:lnTo>
                <a:lnTo>
                  <a:pt x="9930" y="458"/>
                </a:lnTo>
                <a:lnTo>
                  <a:pt x="10040" y="423"/>
                </a:lnTo>
                <a:lnTo>
                  <a:pt x="10151" y="388"/>
                </a:lnTo>
                <a:lnTo>
                  <a:pt x="10301" y="352"/>
                </a:lnTo>
                <a:lnTo>
                  <a:pt x="10446" y="317"/>
                </a:lnTo>
                <a:lnTo>
                  <a:pt x="10592" y="317"/>
                </a:lnTo>
                <a:lnTo>
                  <a:pt x="10742" y="317"/>
                </a:lnTo>
                <a:lnTo>
                  <a:pt x="10852" y="282"/>
                </a:lnTo>
                <a:lnTo>
                  <a:pt x="10997" y="317"/>
                </a:lnTo>
                <a:lnTo>
                  <a:pt x="11143" y="352"/>
                </a:lnTo>
                <a:lnTo>
                  <a:pt x="11293" y="388"/>
                </a:lnTo>
                <a:lnTo>
                  <a:pt x="11403" y="458"/>
                </a:lnTo>
                <a:lnTo>
                  <a:pt x="11513" y="494"/>
                </a:lnTo>
                <a:lnTo>
                  <a:pt x="11624" y="530"/>
                </a:lnTo>
                <a:lnTo>
                  <a:pt x="11769" y="530"/>
                </a:lnTo>
                <a:lnTo>
                  <a:pt x="11879" y="530"/>
                </a:lnTo>
                <a:lnTo>
                  <a:pt x="12066" y="530"/>
                </a:lnTo>
                <a:lnTo>
                  <a:pt x="12211" y="494"/>
                </a:lnTo>
                <a:lnTo>
                  <a:pt x="12321" y="494"/>
                </a:lnTo>
                <a:lnTo>
                  <a:pt x="12432" y="494"/>
                </a:lnTo>
                <a:lnTo>
                  <a:pt x="12542" y="494"/>
                </a:lnTo>
                <a:lnTo>
                  <a:pt x="12652" y="494"/>
                </a:lnTo>
                <a:lnTo>
                  <a:pt x="12802" y="494"/>
                </a:lnTo>
                <a:lnTo>
                  <a:pt x="12947" y="494"/>
                </a:lnTo>
                <a:lnTo>
                  <a:pt x="13058" y="458"/>
                </a:lnTo>
                <a:lnTo>
                  <a:pt x="13168" y="458"/>
                </a:lnTo>
                <a:lnTo>
                  <a:pt x="13278" y="388"/>
                </a:lnTo>
                <a:lnTo>
                  <a:pt x="13388" y="388"/>
                </a:lnTo>
                <a:lnTo>
                  <a:pt x="13499" y="388"/>
                </a:lnTo>
                <a:lnTo>
                  <a:pt x="13649" y="388"/>
                </a:lnTo>
                <a:lnTo>
                  <a:pt x="13759" y="352"/>
                </a:lnTo>
                <a:lnTo>
                  <a:pt x="13869" y="352"/>
                </a:lnTo>
                <a:lnTo>
                  <a:pt x="13979" y="352"/>
                </a:lnTo>
                <a:lnTo>
                  <a:pt x="14125" y="352"/>
                </a:lnTo>
                <a:lnTo>
                  <a:pt x="14235" y="352"/>
                </a:lnTo>
                <a:lnTo>
                  <a:pt x="14385" y="352"/>
                </a:lnTo>
                <a:lnTo>
                  <a:pt x="14495" y="352"/>
                </a:lnTo>
                <a:lnTo>
                  <a:pt x="14936" y="352"/>
                </a:lnTo>
                <a:lnTo>
                  <a:pt x="15302" y="352"/>
                </a:lnTo>
                <a:lnTo>
                  <a:pt x="15668" y="317"/>
                </a:lnTo>
                <a:lnTo>
                  <a:pt x="16039" y="317"/>
                </a:lnTo>
                <a:lnTo>
                  <a:pt x="16184" y="317"/>
                </a:lnTo>
                <a:lnTo>
                  <a:pt x="16294" y="282"/>
                </a:lnTo>
                <a:lnTo>
                  <a:pt x="16405" y="246"/>
                </a:lnTo>
                <a:lnTo>
                  <a:pt x="16515" y="211"/>
                </a:lnTo>
                <a:lnTo>
                  <a:pt x="16665" y="211"/>
                </a:lnTo>
                <a:lnTo>
                  <a:pt x="16775" y="176"/>
                </a:lnTo>
                <a:lnTo>
                  <a:pt x="16885" y="141"/>
                </a:lnTo>
                <a:lnTo>
                  <a:pt x="16996" y="105"/>
                </a:lnTo>
                <a:lnTo>
                  <a:pt x="17106" y="211"/>
                </a:lnTo>
                <a:lnTo>
                  <a:pt x="17251" y="317"/>
                </a:lnTo>
                <a:lnTo>
                  <a:pt x="17362" y="352"/>
                </a:lnTo>
                <a:lnTo>
                  <a:pt x="17472" y="317"/>
                </a:lnTo>
                <a:lnTo>
                  <a:pt x="17582" y="317"/>
                </a:lnTo>
                <a:lnTo>
                  <a:pt x="17692" y="317"/>
                </a:lnTo>
                <a:lnTo>
                  <a:pt x="17842" y="282"/>
                </a:lnTo>
                <a:lnTo>
                  <a:pt x="17988" y="317"/>
                </a:lnTo>
                <a:lnTo>
                  <a:pt x="18133" y="317"/>
                </a:lnTo>
                <a:lnTo>
                  <a:pt x="18244" y="352"/>
                </a:lnTo>
                <a:lnTo>
                  <a:pt x="18354" y="352"/>
                </a:lnTo>
                <a:lnTo>
                  <a:pt x="18464" y="388"/>
                </a:lnTo>
                <a:lnTo>
                  <a:pt x="18574" y="388"/>
                </a:lnTo>
                <a:lnTo>
                  <a:pt x="18724" y="423"/>
                </a:lnTo>
                <a:lnTo>
                  <a:pt x="18834" y="423"/>
                </a:lnTo>
                <a:lnTo>
                  <a:pt x="18945" y="423"/>
                </a:lnTo>
                <a:lnTo>
                  <a:pt x="19090" y="423"/>
                </a:lnTo>
                <a:lnTo>
                  <a:pt x="19275" y="423"/>
                </a:lnTo>
                <a:lnTo>
                  <a:pt x="19386" y="388"/>
                </a:lnTo>
                <a:lnTo>
                  <a:pt x="19531" y="388"/>
                </a:lnTo>
                <a:lnTo>
                  <a:pt x="19641" y="388"/>
                </a:lnTo>
                <a:lnTo>
                  <a:pt x="19752" y="388"/>
                </a:lnTo>
                <a:lnTo>
                  <a:pt x="19862" y="388"/>
                </a:lnTo>
                <a:lnTo>
                  <a:pt x="19972" y="494"/>
                </a:lnTo>
                <a:lnTo>
                  <a:pt x="20082" y="494"/>
                </a:lnTo>
                <a:lnTo>
                  <a:pt x="20193" y="494"/>
                </a:lnTo>
                <a:lnTo>
                  <a:pt x="20303" y="458"/>
                </a:lnTo>
                <a:lnTo>
                  <a:pt x="20488" y="423"/>
                </a:lnTo>
                <a:lnTo>
                  <a:pt x="20598" y="388"/>
                </a:lnTo>
                <a:lnTo>
                  <a:pt x="20709" y="388"/>
                </a:lnTo>
                <a:lnTo>
                  <a:pt x="20819" y="388"/>
                </a:lnTo>
                <a:lnTo>
                  <a:pt x="20969" y="388"/>
                </a:lnTo>
                <a:lnTo>
                  <a:pt x="21079" y="423"/>
                </a:lnTo>
                <a:lnTo>
                  <a:pt x="21224" y="423"/>
                </a:lnTo>
                <a:lnTo>
                  <a:pt x="21410" y="388"/>
                </a:lnTo>
                <a:lnTo>
                  <a:pt x="21520" y="388"/>
                </a:lnTo>
                <a:lnTo>
                  <a:pt x="21630" y="352"/>
                </a:lnTo>
                <a:lnTo>
                  <a:pt x="21701" y="246"/>
                </a:lnTo>
                <a:lnTo>
                  <a:pt x="21811" y="176"/>
                </a:lnTo>
                <a:lnTo>
                  <a:pt x="21886" y="70"/>
                </a:lnTo>
                <a:lnTo>
                  <a:pt x="21996" y="0"/>
                </a:lnTo>
                <a:lnTo>
                  <a:pt x="22106" y="35"/>
                </a:lnTo>
                <a:lnTo>
                  <a:pt x="22217" y="70"/>
                </a:lnTo>
                <a:lnTo>
                  <a:pt x="22292" y="176"/>
                </a:lnTo>
                <a:lnTo>
                  <a:pt x="22402" y="176"/>
                </a:lnTo>
                <a:lnTo>
                  <a:pt x="22512" y="211"/>
                </a:lnTo>
                <a:lnTo>
                  <a:pt x="22622" y="282"/>
                </a:lnTo>
                <a:lnTo>
                  <a:pt x="22733" y="352"/>
                </a:lnTo>
                <a:lnTo>
                  <a:pt x="22843" y="388"/>
                </a:lnTo>
                <a:lnTo>
                  <a:pt x="22953" y="458"/>
                </a:lnTo>
                <a:lnTo>
                  <a:pt x="23063" y="458"/>
                </a:lnTo>
                <a:lnTo>
                  <a:pt x="23174" y="494"/>
                </a:lnTo>
                <a:lnTo>
                  <a:pt x="23284" y="530"/>
                </a:lnTo>
                <a:lnTo>
                  <a:pt x="23394" y="494"/>
                </a:lnTo>
                <a:lnTo>
                  <a:pt x="23504" y="494"/>
                </a:lnTo>
                <a:lnTo>
                  <a:pt x="23615" y="494"/>
                </a:lnTo>
                <a:lnTo>
                  <a:pt x="23725" y="494"/>
                </a:lnTo>
                <a:lnTo>
                  <a:pt x="24095" y="636"/>
                </a:lnTo>
                <a:lnTo>
                  <a:pt x="24131" y="918"/>
                </a:lnTo>
                <a:lnTo>
                  <a:pt x="0" y="882"/>
                </a:lnTo>
                <a:lnTo>
                  <a:pt x="74" y="53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5905440" y="3467160"/>
            <a:ext cx="648000" cy="1674360"/>
          </a:xfrm>
          <a:custGeom>
            <a:avLst/>
            <a:gdLst/>
            <a:ahLst/>
            <a:rect l="0" t="0" r="r" b="b"/>
            <a:pathLst>
              <a:path fill="none" w="1800" h="4651">
                <a:moveTo>
                  <a:pt x="1721" y="4651"/>
                </a:moveTo>
                <a:lnTo>
                  <a:pt x="1721" y="4651"/>
                </a:lnTo>
                <a:cubicBezTo>
                  <a:pt x="1773" y="4310"/>
                  <a:pt x="1800" y="3955"/>
                  <a:pt x="1800" y="3599"/>
                </a:cubicBezTo>
                <a:cubicBezTo>
                  <a:pt x="1800" y="2967"/>
                  <a:pt x="1716" y="2346"/>
                  <a:pt x="1558" y="1799"/>
                </a:cubicBezTo>
                <a:cubicBezTo>
                  <a:pt x="1400" y="1252"/>
                  <a:pt x="1173" y="798"/>
                  <a:pt x="900" y="482"/>
                </a:cubicBezTo>
                <a:cubicBezTo>
                  <a:pt x="626" y="166"/>
                  <a:pt x="316" y="0"/>
                  <a:pt x="0" y="0"/>
                </a:cubicBezTo>
              </a:path>
            </a:pathLst>
          </a:custGeom>
          <a:ln w="25560">
            <a:solidFill>
              <a:srgbClr val="FC0128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77840" y="927000"/>
            <a:ext cx="8649000" cy="419400"/>
          </a:xfrm>
          <a:custGeom>
            <a:avLst/>
            <a:gdLst/>
            <a:ahLst/>
            <a:rect l="0" t="0" r="r" b="b"/>
            <a:pathLst>
              <a:path w="24025" h="1165">
                <a:moveTo>
                  <a:pt x="35" y="988"/>
                </a:moveTo>
                <a:lnTo>
                  <a:pt x="145" y="918"/>
                </a:lnTo>
                <a:lnTo>
                  <a:pt x="330" y="882"/>
                </a:lnTo>
                <a:lnTo>
                  <a:pt x="476" y="847"/>
                </a:lnTo>
                <a:lnTo>
                  <a:pt x="586" y="777"/>
                </a:lnTo>
                <a:lnTo>
                  <a:pt x="736" y="741"/>
                </a:lnTo>
                <a:lnTo>
                  <a:pt x="846" y="706"/>
                </a:lnTo>
                <a:lnTo>
                  <a:pt x="992" y="706"/>
                </a:lnTo>
                <a:lnTo>
                  <a:pt x="1142" y="636"/>
                </a:lnTo>
                <a:lnTo>
                  <a:pt x="1252" y="636"/>
                </a:lnTo>
                <a:lnTo>
                  <a:pt x="1362" y="600"/>
                </a:lnTo>
                <a:lnTo>
                  <a:pt x="1508" y="600"/>
                </a:lnTo>
                <a:lnTo>
                  <a:pt x="1653" y="564"/>
                </a:lnTo>
                <a:lnTo>
                  <a:pt x="1763" y="600"/>
                </a:lnTo>
                <a:lnTo>
                  <a:pt x="1803" y="706"/>
                </a:lnTo>
                <a:lnTo>
                  <a:pt x="1913" y="812"/>
                </a:lnTo>
                <a:lnTo>
                  <a:pt x="2024" y="882"/>
                </a:lnTo>
                <a:lnTo>
                  <a:pt x="2134" y="953"/>
                </a:lnTo>
                <a:lnTo>
                  <a:pt x="2244" y="953"/>
                </a:lnTo>
                <a:lnTo>
                  <a:pt x="2354" y="918"/>
                </a:lnTo>
                <a:lnTo>
                  <a:pt x="2465" y="847"/>
                </a:lnTo>
                <a:lnTo>
                  <a:pt x="2650" y="777"/>
                </a:lnTo>
                <a:lnTo>
                  <a:pt x="2760" y="706"/>
                </a:lnTo>
                <a:lnTo>
                  <a:pt x="2906" y="636"/>
                </a:lnTo>
                <a:lnTo>
                  <a:pt x="3051" y="600"/>
                </a:lnTo>
                <a:lnTo>
                  <a:pt x="3166" y="564"/>
                </a:lnTo>
                <a:lnTo>
                  <a:pt x="3276" y="564"/>
                </a:lnTo>
                <a:lnTo>
                  <a:pt x="3421" y="636"/>
                </a:lnTo>
                <a:lnTo>
                  <a:pt x="3532" y="741"/>
                </a:lnTo>
                <a:lnTo>
                  <a:pt x="3567" y="847"/>
                </a:lnTo>
                <a:lnTo>
                  <a:pt x="3717" y="882"/>
                </a:lnTo>
                <a:lnTo>
                  <a:pt x="3862" y="953"/>
                </a:lnTo>
                <a:lnTo>
                  <a:pt x="3973" y="988"/>
                </a:lnTo>
                <a:lnTo>
                  <a:pt x="4158" y="988"/>
                </a:lnTo>
                <a:lnTo>
                  <a:pt x="4303" y="918"/>
                </a:lnTo>
                <a:lnTo>
                  <a:pt x="4414" y="882"/>
                </a:lnTo>
                <a:lnTo>
                  <a:pt x="4524" y="847"/>
                </a:lnTo>
                <a:lnTo>
                  <a:pt x="4634" y="777"/>
                </a:lnTo>
                <a:lnTo>
                  <a:pt x="4744" y="741"/>
                </a:lnTo>
                <a:lnTo>
                  <a:pt x="4855" y="706"/>
                </a:lnTo>
                <a:lnTo>
                  <a:pt x="4965" y="671"/>
                </a:lnTo>
                <a:lnTo>
                  <a:pt x="5075" y="671"/>
                </a:lnTo>
                <a:lnTo>
                  <a:pt x="5185" y="636"/>
                </a:lnTo>
                <a:lnTo>
                  <a:pt x="5335" y="636"/>
                </a:lnTo>
                <a:lnTo>
                  <a:pt x="5446" y="636"/>
                </a:lnTo>
                <a:lnTo>
                  <a:pt x="5556" y="741"/>
                </a:lnTo>
                <a:lnTo>
                  <a:pt x="5666" y="706"/>
                </a:lnTo>
                <a:lnTo>
                  <a:pt x="5776" y="741"/>
                </a:lnTo>
                <a:lnTo>
                  <a:pt x="5922" y="777"/>
                </a:lnTo>
                <a:lnTo>
                  <a:pt x="5922" y="918"/>
                </a:lnTo>
                <a:lnTo>
                  <a:pt x="6032" y="988"/>
                </a:lnTo>
                <a:lnTo>
                  <a:pt x="6142" y="918"/>
                </a:lnTo>
                <a:lnTo>
                  <a:pt x="6292" y="847"/>
                </a:lnTo>
                <a:lnTo>
                  <a:pt x="6438" y="777"/>
                </a:lnTo>
                <a:lnTo>
                  <a:pt x="6583" y="741"/>
                </a:lnTo>
                <a:lnTo>
                  <a:pt x="6733" y="706"/>
                </a:lnTo>
                <a:lnTo>
                  <a:pt x="6914" y="636"/>
                </a:lnTo>
                <a:lnTo>
                  <a:pt x="7029" y="564"/>
                </a:lnTo>
                <a:lnTo>
                  <a:pt x="7139" y="564"/>
                </a:lnTo>
                <a:lnTo>
                  <a:pt x="7249" y="493"/>
                </a:lnTo>
                <a:lnTo>
                  <a:pt x="7395" y="458"/>
                </a:lnTo>
                <a:lnTo>
                  <a:pt x="7505" y="423"/>
                </a:lnTo>
                <a:lnTo>
                  <a:pt x="7615" y="423"/>
                </a:lnTo>
                <a:lnTo>
                  <a:pt x="7836" y="458"/>
                </a:lnTo>
                <a:lnTo>
                  <a:pt x="7946" y="493"/>
                </a:lnTo>
                <a:lnTo>
                  <a:pt x="8056" y="529"/>
                </a:lnTo>
                <a:lnTo>
                  <a:pt x="8202" y="564"/>
                </a:lnTo>
                <a:lnTo>
                  <a:pt x="8352" y="564"/>
                </a:lnTo>
                <a:lnTo>
                  <a:pt x="8572" y="564"/>
                </a:lnTo>
                <a:lnTo>
                  <a:pt x="8718" y="564"/>
                </a:lnTo>
                <a:lnTo>
                  <a:pt x="8828" y="564"/>
                </a:lnTo>
                <a:lnTo>
                  <a:pt x="9013" y="564"/>
                </a:lnTo>
                <a:lnTo>
                  <a:pt x="9158" y="600"/>
                </a:lnTo>
                <a:lnTo>
                  <a:pt x="9344" y="600"/>
                </a:lnTo>
                <a:lnTo>
                  <a:pt x="9564" y="600"/>
                </a:lnTo>
                <a:lnTo>
                  <a:pt x="9714" y="636"/>
                </a:lnTo>
                <a:lnTo>
                  <a:pt x="10080" y="636"/>
                </a:lnTo>
                <a:lnTo>
                  <a:pt x="10226" y="636"/>
                </a:lnTo>
                <a:lnTo>
                  <a:pt x="10667" y="636"/>
                </a:lnTo>
                <a:lnTo>
                  <a:pt x="10817" y="636"/>
                </a:lnTo>
                <a:lnTo>
                  <a:pt x="10927" y="636"/>
                </a:lnTo>
                <a:lnTo>
                  <a:pt x="11037" y="636"/>
                </a:lnTo>
                <a:lnTo>
                  <a:pt x="11183" y="636"/>
                </a:lnTo>
                <a:lnTo>
                  <a:pt x="11293" y="636"/>
                </a:lnTo>
                <a:lnTo>
                  <a:pt x="11478" y="636"/>
                </a:lnTo>
                <a:lnTo>
                  <a:pt x="11624" y="636"/>
                </a:lnTo>
                <a:lnTo>
                  <a:pt x="11773" y="671"/>
                </a:lnTo>
                <a:lnTo>
                  <a:pt x="11919" y="706"/>
                </a:lnTo>
                <a:lnTo>
                  <a:pt x="12070" y="741"/>
                </a:lnTo>
                <a:lnTo>
                  <a:pt x="12105" y="847"/>
                </a:lnTo>
                <a:lnTo>
                  <a:pt x="12215" y="953"/>
                </a:lnTo>
                <a:lnTo>
                  <a:pt x="12326" y="988"/>
                </a:lnTo>
                <a:lnTo>
                  <a:pt x="12436" y="988"/>
                </a:lnTo>
                <a:lnTo>
                  <a:pt x="12581" y="953"/>
                </a:lnTo>
                <a:lnTo>
                  <a:pt x="12692" y="918"/>
                </a:lnTo>
                <a:lnTo>
                  <a:pt x="12802" y="847"/>
                </a:lnTo>
                <a:lnTo>
                  <a:pt x="12912" y="812"/>
                </a:lnTo>
                <a:lnTo>
                  <a:pt x="13022" y="777"/>
                </a:lnTo>
                <a:lnTo>
                  <a:pt x="13133" y="706"/>
                </a:lnTo>
                <a:lnTo>
                  <a:pt x="13243" y="671"/>
                </a:lnTo>
                <a:lnTo>
                  <a:pt x="13358" y="636"/>
                </a:lnTo>
                <a:lnTo>
                  <a:pt x="13468" y="600"/>
                </a:lnTo>
                <a:lnTo>
                  <a:pt x="13613" y="600"/>
                </a:lnTo>
                <a:lnTo>
                  <a:pt x="13799" y="600"/>
                </a:lnTo>
                <a:lnTo>
                  <a:pt x="13944" y="600"/>
                </a:lnTo>
                <a:lnTo>
                  <a:pt x="14054" y="600"/>
                </a:lnTo>
                <a:lnTo>
                  <a:pt x="14200" y="636"/>
                </a:lnTo>
                <a:lnTo>
                  <a:pt x="14350" y="636"/>
                </a:lnTo>
                <a:lnTo>
                  <a:pt x="14460" y="636"/>
                </a:lnTo>
                <a:lnTo>
                  <a:pt x="14570" y="636"/>
                </a:lnTo>
                <a:lnTo>
                  <a:pt x="14716" y="636"/>
                </a:lnTo>
                <a:lnTo>
                  <a:pt x="14866" y="636"/>
                </a:lnTo>
                <a:lnTo>
                  <a:pt x="15011" y="600"/>
                </a:lnTo>
                <a:lnTo>
                  <a:pt x="15121" y="600"/>
                </a:lnTo>
                <a:lnTo>
                  <a:pt x="15267" y="600"/>
                </a:lnTo>
                <a:lnTo>
                  <a:pt x="15417" y="600"/>
                </a:lnTo>
                <a:lnTo>
                  <a:pt x="15527" y="600"/>
                </a:lnTo>
                <a:lnTo>
                  <a:pt x="15673" y="600"/>
                </a:lnTo>
                <a:lnTo>
                  <a:pt x="15783" y="600"/>
                </a:lnTo>
                <a:lnTo>
                  <a:pt x="15893" y="600"/>
                </a:lnTo>
                <a:lnTo>
                  <a:pt x="16043" y="636"/>
                </a:lnTo>
                <a:lnTo>
                  <a:pt x="16224" y="636"/>
                </a:lnTo>
                <a:lnTo>
                  <a:pt x="16334" y="636"/>
                </a:lnTo>
                <a:lnTo>
                  <a:pt x="16484" y="636"/>
                </a:lnTo>
                <a:lnTo>
                  <a:pt x="16630" y="636"/>
                </a:lnTo>
                <a:lnTo>
                  <a:pt x="16775" y="636"/>
                </a:lnTo>
                <a:lnTo>
                  <a:pt x="16925" y="671"/>
                </a:lnTo>
                <a:lnTo>
                  <a:pt x="17035" y="671"/>
                </a:lnTo>
                <a:lnTo>
                  <a:pt x="17181" y="706"/>
                </a:lnTo>
                <a:lnTo>
                  <a:pt x="17331" y="706"/>
                </a:lnTo>
                <a:lnTo>
                  <a:pt x="17697" y="706"/>
                </a:lnTo>
                <a:lnTo>
                  <a:pt x="17842" y="706"/>
                </a:lnTo>
                <a:lnTo>
                  <a:pt x="18213" y="706"/>
                </a:lnTo>
                <a:lnTo>
                  <a:pt x="18654" y="706"/>
                </a:lnTo>
                <a:lnTo>
                  <a:pt x="19020" y="706"/>
                </a:lnTo>
                <a:lnTo>
                  <a:pt x="19170" y="671"/>
                </a:lnTo>
                <a:lnTo>
                  <a:pt x="19280" y="671"/>
                </a:lnTo>
                <a:lnTo>
                  <a:pt x="19390" y="706"/>
                </a:lnTo>
                <a:lnTo>
                  <a:pt x="19536" y="706"/>
                </a:lnTo>
                <a:lnTo>
                  <a:pt x="19686" y="741"/>
                </a:lnTo>
                <a:lnTo>
                  <a:pt x="19831" y="777"/>
                </a:lnTo>
                <a:lnTo>
                  <a:pt x="20052" y="777"/>
                </a:lnTo>
                <a:lnTo>
                  <a:pt x="20197" y="777"/>
                </a:lnTo>
                <a:lnTo>
                  <a:pt x="20307" y="777"/>
                </a:lnTo>
                <a:lnTo>
                  <a:pt x="20418" y="777"/>
                </a:lnTo>
                <a:lnTo>
                  <a:pt x="20567" y="777"/>
                </a:lnTo>
                <a:lnTo>
                  <a:pt x="20748" y="882"/>
                </a:lnTo>
                <a:lnTo>
                  <a:pt x="20933" y="988"/>
                </a:lnTo>
                <a:lnTo>
                  <a:pt x="21083" y="1024"/>
                </a:lnTo>
                <a:lnTo>
                  <a:pt x="21194" y="1059"/>
                </a:lnTo>
                <a:lnTo>
                  <a:pt x="21304" y="1024"/>
                </a:lnTo>
                <a:lnTo>
                  <a:pt x="21414" y="1024"/>
                </a:lnTo>
                <a:lnTo>
                  <a:pt x="21524" y="1024"/>
                </a:lnTo>
                <a:lnTo>
                  <a:pt x="21670" y="1059"/>
                </a:lnTo>
                <a:lnTo>
                  <a:pt x="21780" y="1129"/>
                </a:lnTo>
                <a:lnTo>
                  <a:pt x="21926" y="1129"/>
                </a:lnTo>
                <a:lnTo>
                  <a:pt x="22036" y="1094"/>
                </a:lnTo>
                <a:lnTo>
                  <a:pt x="22151" y="1059"/>
                </a:lnTo>
                <a:lnTo>
                  <a:pt x="22261" y="1024"/>
                </a:lnTo>
                <a:lnTo>
                  <a:pt x="22406" y="953"/>
                </a:lnTo>
                <a:lnTo>
                  <a:pt x="22517" y="882"/>
                </a:lnTo>
                <a:lnTo>
                  <a:pt x="22627" y="847"/>
                </a:lnTo>
                <a:lnTo>
                  <a:pt x="22737" y="777"/>
                </a:lnTo>
                <a:lnTo>
                  <a:pt x="22847" y="777"/>
                </a:lnTo>
                <a:lnTo>
                  <a:pt x="22958" y="706"/>
                </a:lnTo>
                <a:lnTo>
                  <a:pt x="23103" y="741"/>
                </a:lnTo>
                <a:lnTo>
                  <a:pt x="23253" y="812"/>
                </a:lnTo>
                <a:lnTo>
                  <a:pt x="23398" y="847"/>
                </a:lnTo>
                <a:lnTo>
                  <a:pt x="23509" y="918"/>
                </a:lnTo>
                <a:lnTo>
                  <a:pt x="23659" y="988"/>
                </a:lnTo>
                <a:lnTo>
                  <a:pt x="23769" y="1024"/>
                </a:lnTo>
                <a:lnTo>
                  <a:pt x="23879" y="1059"/>
                </a:lnTo>
                <a:lnTo>
                  <a:pt x="23950" y="1165"/>
                </a:lnTo>
                <a:lnTo>
                  <a:pt x="24025" y="0"/>
                </a:lnTo>
                <a:lnTo>
                  <a:pt x="0" y="70"/>
                </a:lnTo>
                <a:lnTo>
                  <a:pt x="35" y="988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Inspect Verbs</dc:title>
</cp:coreProperties>
</file>