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presProps.xml" ContentType="application/vnd.openxmlformats-officedocument.presentationml.presProps+xml"/>
  <Override PartName="/ppt/media/image1.wmf" ContentType="image/x-wmf"/>
  <Override PartName="/ppt/media/image2.wmf" ContentType="image/x-wmf"/>
  <Override PartName="/ppt/media/image3.wmf" ContentType="image/x-wmf"/>
  <Override PartName="/ppt/media/image4.wmf" ContentType="image/x-wmf"/>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0">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M1">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2"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M6">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4"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M15">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6"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M16">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8"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M20">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0"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
          <p:cNvSpPr/>
          <p:nvPr/>
        </p:nvSpPr>
        <p:spPr>
          <a:xfrm>
            <a:off x="0" y="0"/>
            <a:ext cx="9144000" cy="6858000"/>
          </a:xfrm>
          <a:prstGeom prst="rect">
            <a:avLst/>
          </a:prstGeom>
          <a:gradFill rotWithShape="0">
            <a:gsLst>
              <a:gs pos="0">
                <a:srgbClr val="114FFB"/>
              </a:gs>
              <a:gs pos="100000">
                <a:srgbClr val="FFFFFF"/>
              </a:gs>
            </a:gsLst>
            <a:path path="rect">
              <a:fillToRect l="0" t="0" r="100000" b="100000"/>
            </a:path>
          </a:gradFill>
          <a:ln w="0">
            <a:noFill/>
          </a:ln>
        </p:spPr>
        <p:txBody>
          <a:bodyPr lIns="90000" tIns="45000" rIns="90000" bIns="45000" anchor="t">
            <a:noAutofit/>
          </a:bodyPr>
          <a:p>
            <a:endParaRPr lang="en-US" sz="1800" b="0" u="none" strike="noStrike">
              <a:solidFill>
                <a:srgbClr val="000000"/>
              </a:solidFill>
              <a:effectLst/>
              <a:uFillTx/>
              <a:latin typeface="Arial"/>
            </a:endParaRPr>
          </a:p>
        </p:txBody>
      </p:sp>
      <p:grpSp>
        <p:nvGrpSpPr>
          <p:cNvPr id="3" name=""/>
          <p:cNvGrpSpPr/>
          <p:nvPr/>
        </p:nvGrpSpPr>
        <p:grpSpPr>
          <a:xfrm>
            <a:off x="6629400" y="4343400"/>
            <a:ext cx="2286000" cy="2286000"/>
            <a:chOff x="6629400" y="4343400"/>
            <a:chExt cx="2286000" cy="2286000"/>
          </a:xfrm>
        </p:grpSpPr>
        <p:sp>
          <p:nvSpPr>
            <p:cNvPr id="4" name=""/>
            <p:cNvSpPr/>
            <p:nvPr/>
          </p:nvSpPr>
          <p:spPr>
            <a:xfrm>
              <a:off x="8763120" y="6477120"/>
              <a:ext cx="152280" cy="152280"/>
            </a:xfrm>
            <a:prstGeom prst="rect">
              <a:avLst/>
            </a:prstGeom>
            <a:solidFill>
              <a:srgbClr val="FF0000"/>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5" name=""/>
            <p:cNvSpPr/>
            <p:nvPr/>
          </p:nvSpPr>
          <p:spPr>
            <a:xfrm>
              <a:off x="8458200" y="6477120"/>
              <a:ext cx="152280" cy="152280"/>
            </a:xfrm>
            <a:prstGeom prst="rect">
              <a:avLst/>
            </a:prstGeom>
            <a:solidFill>
              <a:srgbClr val="FF800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6" name=""/>
            <p:cNvSpPr/>
            <p:nvPr/>
          </p:nvSpPr>
          <p:spPr>
            <a:xfrm>
              <a:off x="8153280" y="6477120"/>
              <a:ext cx="152280" cy="152280"/>
            </a:xfrm>
            <a:prstGeom prst="rect">
              <a:avLst/>
            </a:prstGeom>
            <a:solidFill>
              <a:srgbClr val="FFFF0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7" name=""/>
            <p:cNvSpPr/>
            <p:nvPr/>
          </p:nvSpPr>
          <p:spPr>
            <a:xfrm>
              <a:off x="7848720" y="6477120"/>
              <a:ext cx="152280" cy="152280"/>
            </a:xfrm>
            <a:prstGeom prst="rect">
              <a:avLst/>
            </a:prstGeom>
            <a:solidFill>
              <a:srgbClr val="00FF0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8" name=""/>
            <p:cNvSpPr/>
            <p:nvPr/>
          </p:nvSpPr>
          <p:spPr>
            <a:xfrm>
              <a:off x="7543800" y="6477120"/>
              <a:ext cx="152280" cy="152280"/>
            </a:xfrm>
            <a:prstGeom prst="rect">
              <a:avLst/>
            </a:prstGeom>
            <a:solidFill>
              <a:srgbClr val="00FFFF"/>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9" name=""/>
            <p:cNvSpPr/>
            <p:nvPr/>
          </p:nvSpPr>
          <p:spPr>
            <a:xfrm>
              <a:off x="7238880" y="6477120"/>
              <a:ext cx="152280" cy="152280"/>
            </a:xfrm>
            <a:prstGeom prst="rect">
              <a:avLst/>
            </a:prstGeom>
            <a:solidFill>
              <a:srgbClr val="0000F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0" name=""/>
            <p:cNvSpPr/>
            <p:nvPr/>
          </p:nvSpPr>
          <p:spPr>
            <a:xfrm>
              <a:off x="6934320" y="6477120"/>
              <a:ext cx="152280" cy="152280"/>
            </a:xfrm>
            <a:prstGeom prst="rect">
              <a:avLst/>
            </a:prstGeom>
            <a:solidFill>
              <a:srgbClr val="FF00F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1" name=""/>
            <p:cNvSpPr/>
            <p:nvPr/>
          </p:nvSpPr>
          <p:spPr>
            <a:xfrm>
              <a:off x="6629400" y="6477120"/>
              <a:ext cx="152280" cy="152280"/>
            </a:xfrm>
            <a:prstGeom prst="rect">
              <a:avLst/>
            </a:prstGeom>
            <a:solidFill>
              <a:srgbClr val="A000A0"/>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2" name=""/>
            <p:cNvSpPr/>
            <p:nvPr/>
          </p:nvSpPr>
          <p:spPr>
            <a:xfrm>
              <a:off x="8763120" y="6172200"/>
              <a:ext cx="152280" cy="152280"/>
            </a:xfrm>
            <a:prstGeom prst="rect">
              <a:avLst/>
            </a:prstGeom>
            <a:solidFill>
              <a:srgbClr val="FF800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3" name=""/>
            <p:cNvSpPr/>
            <p:nvPr/>
          </p:nvSpPr>
          <p:spPr>
            <a:xfrm>
              <a:off x="8763120" y="5867280"/>
              <a:ext cx="152280" cy="152280"/>
            </a:xfrm>
            <a:prstGeom prst="rect">
              <a:avLst/>
            </a:prstGeom>
            <a:solidFill>
              <a:srgbClr val="FFFF0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4" name=""/>
            <p:cNvSpPr/>
            <p:nvPr/>
          </p:nvSpPr>
          <p:spPr>
            <a:xfrm>
              <a:off x="8763120" y="5562720"/>
              <a:ext cx="152280" cy="152280"/>
            </a:xfrm>
            <a:prstGeom prst="rect">
              <a:avLst/>
            </a:prstGeom>
            <a:solidFill>
              <a:srgbClr val="00FF0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5" name=""/>
            <p:cNvSpPr/>
            <p:nvPr/>
          </p:nvSpPr>
          <p:spPr>
            <a:xfrm>
              <a:off x="8763120" y="5257800"/>
              <a:ext cx="152280" cy="152280"/>
            </a:xfrm>
            <a:prstGeom prst="rect">
              <a:avLst/>
            </a:prstGeom>
            <a:solidFill>
              <a:srgbClr val="00FFFF"/>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6" name=""/>
            <p:cNvSpPr/>
            <p:nvPr/>
          </p:nvSpPr>
          <p:spPr>
            <a:xfrm>
              <a:off x="8763120" y="4952880"/>
              <a:ext cx="152280" cy="152280"/>
            </a:xfrm>
            <a:prstGeom prst="rect">
              <a:avLst/>
            </a:prstGeom>
            <a:solidFill>
              <a:srgbClr val="0000F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7" name=""/>
            <p:cNvSpPr/>
            <p:nvPr/>
          </p:nvSpPr>
          <p:spPr>
            <a:xfrm>
              <a:off x="8763120" y="4648320"/>
              <a:ext cx="152280" cy="152280"/>
            </a:xfrm>
            <a:prstGeom prst="rect">
              <a:avLst/>
            </a:prstGeom>
            <a:solidFill>
              <a:srgbClr val="FF00F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8" name=""/>
            <p:cNvSpPr/>
            <p:nvPr/>
          </p:nvSpPr>
          <p:spPr>
            <a:xfrm>
              <a:off x="8763120" y="4343400"/>
              <a:ext cx="152280" cy="152280"/>
            </a:xfrm>
            <a:prstGeom prst="rect">
              <a:avLst/>
            </a:prstGeom>
            <a:solidFill>
              <a:srgbClr val="A000A0"/>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grpSp>
      <p:sp>
        <p:nvSpPr>
          <p:cNvPr id="1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0"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2.wmf"/><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4.wmf"/><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
          <p:cNvSpPr/>
          <p:nvPr/>
        </p:nvSpPr>
        <p:spPr>
          <a:xfrm>
            <a:off x="0" y="0"/>
            <a:ext cx="9131400" cy="6845400"/>
          </a:xfrm>
          <a:prstGeom prst="rect">
            <a:avLst/>
          </a:prstGeom>
          <a:gradFill rotWithShape="0">
            <a:gsLst>
              <a:gs pos="0">
                <a:srgbClr val="063DE8"/>
              </a:gs>
              <a:gs pos="100000">
                <a:srgbClr val="FFFFFF"/>
              </a:gs>
            </a:gsLst>
            <a:path path="rect">
              <a:fillToRect l="50000" t="50000" r="50000" b="50000"/>
            </a:path>
          </a:gra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2" name=""/>
          <p:cNvSpPr txBox="1"/>
          <p:nvPr/>
        </p:nvSpPr>
        <p:spPr>
          <a:xfrm>
            <a:off x="2995560" y="2784600"/>
            <a:ext cx="3436920" cy="1079640"/>
          </a:xfrm>
          <a:prstGeom prst="rect">
            <a:avLst/>
          </a:prstGeom>
          <a:noFill/>
          <a:ln w="0">
            <a:noFill/>
          </a:ln>
        </p:spPr>
        <p:txBody>
          <a:bodyPr lIns="0" tIns="0" rIns="0" bIns="0" anchor="t">
            <a:spAutoFit/>
          </a:bodyPr>
          <a:p>
            <a:pPr algn="ctr">
              <a:lnSpc>
                <a:spcPct val="90000"/>
              </a:lnSpc>
            </a:pPr>
            <a:r>
              <a:rPr lang="en-US" sz="3600" b="1" u="none" strike="noStrike">
                <a:solidFill>
                  <a:srgbClr val="FAFD00"/>
                </a:solidFill>
                <a:effectLst/>
                <a:uFillTx/>
                <a:latin typeface="Arial"/>
                <a:ea typeface="Arial"/>
              </a:rPr>
              <a:t>COBOL Basics</a:t>
            </a:r>
            <a:br>
              <a:rPr sz="3600"/>
            </a:br>
            <a:r>
              <a:rPr lang="en-US" sz="3600" b="1" u="none" strike="noStrike">
                <a:solidFill>
                  <a:srgbClr val="FAFD00"/>
                </a:solidFill>
                <a:effectLst/>
                <a:uFillTx/>
                <a:latin typeface="Arial"/>
                <a:ea typeface="Arial"/>
              </a:rPr>
              <a:t>2 </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
          <p:cNvSpPr/>
          <p:nvPr/>
        </p:nvSpPr>
        <p:spPr>
          <a:xfrm>
            <a:off x="6419880" y="4871880"/>
            <a:ext cx="0" cy="52416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34" name=""/>
          <p:cNvSpPr/>
          <p:nvPr/>
        </p:nvSpPr>
        <p:spPr>
          <a:xfrm>
            <a:off x="42958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35" name=""/>
          <p:cNvSpPr txBox="1"/>
          <p:nvPr/>
        </p:nvSpPr>
        <p:spPr>
          <a:xfrm>
            <a:off x="233280" y="4824360"/>
            <a:ext cx="8115480" cy="576360"/>
          </a:xfrm>
          <a:prstGeom prst="rect">
            <a:avLst/>
          </a:prstGeom>
          <a:noFill/>
          <a:ln w="76320">
            <a:solidFill>
              <a:srgbClr val="FFFFFF"/>
            </a:solidFill>
            <a:round/>
          </a:ln>
        </p:spPr>
        <p:txBody>
          <a:bodyPr lIns="0" tIns="0" rIns="0" bIns="0" anchor="t">
            <a:spAutoFit/>
          </a:bodyPr>
          <a:p>
            <a:pPr>
              <a:lnSpc>
                <a:spcPct val="103000"/>
              </a:lnSpc>
              <a:spcAft>
                <a:spcPts val="1247"/>
              </a:spcAft>
            </a:pPr>
            <a:r>
              <a:rPr lang="en-US" sz="2000" b="1" u="none" strike="noStrike">
                <a:solidFill>
                  <a:srgbClr val="FFFFFF"/>
                </a:solidFill>
                <a:effectLst/>
                <a:uFillTx/>
                <a:latin typeface="Courier New"/>
                <a:ea typeface="Courier New"/>
              </a:rPr>
              <a:t>H E N N E S S Y R M 9 2 3 0 1 6 5 L M 5 1 0 5 5 0 F</a:t>
            </a:r>
            <a:endParaRPr lang="en-US" sz="2000" b="0" u="none" strike="noStrike">
              <a:solidFill>
                <a:srgbClr val="000000"/>
              </a:solidFill>
              <a:effectLst/>
              <a:uFillTx/>
              <a:latin typeface="Arial"/>
            </a:endParaRPr>
          </a:p>
        </p:txBody>
      </p:sp>
      <p:sp>
        <p:nvSpPr>
          <p:cNvPr id="36" name=""/>
          <p:cNvSpPr/>
          <p:nvPr/>
        </p:nvSpPr>
        <p:spPr>
          <a:xfrm>
            <a:off x="6285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37" name=""/>
          <p:cNvSpPr/>
          <p:nvPr/>
        </p:nvSpPr>
        <p:spPr>
          <a:xfrm>
            <a:off x="9237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38" name=""/>
          <p:cNvSpPr/>
          <p:nvPr/>
        </p:nvSpPr>
        <p:spPr>
          <a:xfrm>
            <a:off x="1238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39" name=""/>
          <p:cNvSpPr/>
          <p:nvPr/>
        </p:nvSpPr>
        <p:spPr>
          <a:xfrm>
            <a:off x="15336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0" name=""/>
          <p:cNvSpPr/>
          <p:nvPr/>
        </p:nvSpPr>
        <p:spPr>
          <a:xfrm>
            <a:off x="18381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1" name=""/>
          <p:cNvSpPr/>
          <p:nvPr/>
        </p:nvSpPr>
        <p:spPr>
          <a:xfrm>
            <a:off x="21528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2" name=""/>
          <p:cNvSpPr/>
          <p:nvPr/>
        </p:nvSpPr>
        <p:spPr>
          <a:xfrm>
            <a:off x="24573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3" name=""/>
          <p:cNvSpPr/>
          <p:nvPr/>
        </p:nvSpPr>
        <p:spPr>
          <a:xfrm>
            <a:off x="2781360" y="4853160"/>
            <a:ext cx="0" cy="5428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4" name=""/>
          <p:cNvSpPr/>
          <p:nvPr/>
        </p:nvSpPr>
        <p:spPr>
          <a:xfrm>
            <a:off x="3038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5" name=""/>
          <p:cNvSpPr/>
          <p:nvPr/>
        </p:nvSpPr>
        <p:spPr>
          <a:xfrm>
            <a:off x="33908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6" name=""/>
          <p:cNvSpPr/>
          <p:nvPr/>
        </p:nvSpPr>
        <p:spPr>
          <a:xfrm>
            <a:off x="36860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7" name=""/>
          <p:cNvSpPr/>
          <p:nvPr/>
        </p:nvSpPr>
        <p:spPr>
          <a:xfrm>
            <a:off x="39816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8" name=""/>
          <p:cNvSpPr/>
          <p:nvPr/>
        </p:nvSpPr>
        <p:spPr>
          <a:xfrm>
            <a:off x="46004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9" name=""/>
          <p:cNvSpPr/>
          <p:nvPr/>
        </p:nvSpPr>
        <p:spPr>
          <a:xfrm>
            <a:off x="4915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0" name=""/>
          <p:cNvSpPr/>
          <p:nvPr/>
        </p:nvSpPr>
        <p:spPr>
          <a:xfrm>
            <a:off x="52005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1" name=""/>
          <p:cNvSpPr/>
          <p:nvPr/>
        </p:nvSpPr>
        <p:spPr>
          <a:xfrm>
            <a:off x="54957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2" name=""/>
          <p:cNvSpPr/>
          <p:nvPr/>
        </p:nvSpPr>
        <p:spPr>
          <a:xfrm>
            <a:off x="5810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3" name=""/>
          <p:cNvSpPr/>
          <p:nvPr/>
        </p:nvSpPr>
        <p:spPr>
          <a:xfrm>
            <a:off x="61340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4" name=""/>
          <p:cNvSpPr/>
          <p:nvPr/>
        </p:nvSpPr>
        <p:spPr>
          <a:xfrm>
            <a:off x="7343640" y="4862520"/>
            <a:ext cx="0" cy="53352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5" name=""/>
          <p:cNvSpPr/>
          <p:nvPr/>
        </p:nvSpPr>
        <p:spPr>
          <a:xfrm>
            <a:off x="6715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6" name=""/>
          <p:cNvSpPr/>
          <p:nvPr/>
        </p:nvSpPr>
        <p:spPr>
          <a:xfrm>
            <a:off x="7039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7" name=""/>
          <p:cNvSpPr/>
          <p:nvPr/>
        </p:nvSpPr>
        <p:spPr>
          <a:xfrm>
            <a:off x="7648560" y="4862520"/>
            <a:ext cx="0" cy="53352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8" name=""/>
          <p:cNvSpPr/>
          <p:nvPr/>
        </p:nvSpPr>
        <p:spPr>
          <a:xfrm>
            <a:off x="7953480" y="4862520"/>
            <a:ext cx="0" cy="53352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9" name=""/>
          <p:cNvSpPr txBox="1"/>
          <p:nvPr/>
        </p:nvSpPr>
        <p:spPr>
          <a:xfrm>
            <a:off x="2730600" y="133200"/>
            <a:ext cx="380052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Group Items/Records</a:t>
            </a:r>
            <a:endParaRPr lang="en-US" sz="2800" b="0" u="none" strike="noStrike">
              <a:solidFill>
                <a:srgbClr val="000000"/>
              </a:solidFill>
              <a:effectLst/>
              <a:uFillTx/>
              <a:latin typeface="Arial"/>
            </a:endParaRPr>
          </a:p>
        </p:txBody>
      </p:sp>
      <p:sp>
        <p:nvSpPr>
          <p:cNvPr id="60" name=""/>
          <p:cNvSpPr txBox="1"/>
          <p:nvPr/>
        </p:nvSpPr>
        <p:spPr>
          <a:xfrm>
            <a:off x="193680" y="4441680"/>
            <a:ext cx="2097000" cy="376200"/>
          </a:xfrm>
          <a:prstGeom prst="rect">
            <a:avLst/>
          </a:prstGeom>
          <a:noFill/>
          <a:ln w="0">
            <a:noFill/>
          </a:ln>
        </p:spPr>
        <p:txBody>
          <a:bodyPr lIns="0" tIns="0" rIns="0" bIns="0" anchor="t">
            <a:spAutoFit/>
          </a:bodyPr>
          <a:p>
            <a:pPr marL="190440" indent="-190440" algn="ctr">
              <a:lnSpc>
                <a:spcPct val="103000"/>
              </a:lnSpc>
              <a:spcAft>
                <a:spcPts val="1247"/>
              </a:spcAft>
            </a:pPr>
            <a:r>
              <a:rPr lang="en-US" sz="2400" b="1" u="none" strike="noStrike">
                <a:solidFill>
                  <a:srgbClr val="FFFFFF"/>
                </a:solidFill>
                <a:effectLst/>
                <a:uFillTx/>
                <a:latin typeface="Times New Roman"/>
                <a:ea typeface="Times New Roman"/>
              </a:rPr>
              <a:t>StudentDetails</a:t>
            </a:r>
            <a:endParaRPr lang="en-US" sz="2400" b="0" u="none" strike="noStrike">
              <a:solidFill>
                <a:srgbClr val="000000"/>
              </a:solidFill>
              <a:effectLst/>
              <a:uFillTx/>
              <a:latin typeface="Arial"/>
            </a:endParaRPr>
          </a:p>
        </p:txBody>
      </p:sp>
      <p:sp>
        <p:nvSpPr>
          <p:cNvPr id="61" name=""/>
          <p:cNvSpPr txBox="1"/>
          <p:nvPr/>
        </p:nvSpPr>
        <p:spPr>
          <a:xfrm>
            <a:off x="1287360" y="987480"/>
            <a:ext cx="5837400" cy="258300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a:lnSpc>
                <a:spcPct val="90000"/>
              </a:lnSpc>
              <a:tabLst>
                <a:tab pos="571680" algn="l"/>
                <a:tab pos="1143000" algn="l"/>
              </a:tabLst>
            </a:pPr>
            <a:r>
              <a:rPr lang="en-US" sz="2000" b="1" u="none" strike="noStrike">
                <a:solidFill>
                  <a:srgbClr val="000000"/>
                </a:solidFill>
                <a:effectLst/>
                <a:uFillTx/>
                <a:latin typeface="Courier New"/>
                <a:ea typeface="Courier New"/>
              </a:rPr>
              <a:t>WORKING-STORAGE SECTION.</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000000"/>
                </a:solidFill>
                <a:effectLst/>
                <a:uFillTx/>
                <a:latin typeface="Courier New"/>
                <a:ea typeface="Courier New"/>
              </a:rPr>
              <a:t>01</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StudentDetails</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PIC X(26).</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
          <p:cNvSpPr/>
          <p:nvPr/>
        </p:nvSpPr>
        <p:spPr>
          <a:xfrm>
            <a:off x="6419880" y="4871880"/>
            <a:ext cx="0" cy="52416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63" name=""/>
          <p:cNvSpPr/>
          <p:nvPr/>
        </p:nvSpPr>
        <p:spPr>
          <a:xfrm>
            <a:off x="42958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64" name=""/>
          <p:cNvSpPr txBox="1"/>
          <p:nvPr/>
        </p:nvSpPr>
        <p:spPr>
          <a:xfrm>
            <a:off x="233280" y="4824360"/>
            <a:ext cx="8115480" cy="576360"/>
          </a:xfrm>
          <a:prstGeom prst="rect">
            <a:avLst/>
          </a:prstGeom>
          <a:noFill/>
          <a:ln w="76320">
            <a:solidFill>
              <a:srgbClr val="FFFFFF"/>
            </a:solidFill>
            <a:round/>
          </a:ln>
        </p:spPr>
        <p:txBody>
          <a:bodyPr lIns="0" tIns="0" rIns="0" bIns="0" anchor="t">
            <a:spAutoFit/>
          </a:bodyPr>
          <a:p>
            <a:pPr>
              <a:lnSpc>
                <a:spcPct val="103000"/>
              </a:lnSpc>
              <a:spcAft>
                <a:spcPts val="1247"/>
              </a:spcAft>
            </a:pPr>
            <a:r>
              <a:rPr lang="en-US" sz="2000" b="1" u="none" strike="noStrike">
                <a:solidFill>
                  <a:srgbClr val="FFFFFF"/>
                </a:solidFill>
                <a:effectLst/>
                <a:uFillTx/>
                <a:latin typeface="Arial"/>
                <a:ea typeface="Arial"/>
              </a:rPr>
              <a:t>H  E N  N  E  S  S  Y R M  9  2  3   0  1  6   5  L  M  5  1  0   5  5  0   F</a:t>
            </a:r>
            <a:endParaRPr lang="en-US" sz="2000" b="0" u="none" strike="noStrike">
              <a:solidFill>
                <a:srgbClr val="000000"/>
              </a:solidFill>
              <a:effectLst/>
              <a:uFillTx/>
              <a:latin typeface="Arial"/>
            </a:endParaRPr>
          </a:p>
        </p:txBody>
      </p:sp>
      <p:sp>
        <p:nvSpPr>
          <p:cNvPr id="65" name=""/>
          <p:cNvSpPr txBox="1"/>
          <p:nvPr/>
        </p:nvSpPr>
        <p:spPr>
          <a:xfrm>
            <a:off x="193680" y="4441680"/>
            <a:ext cx="2097000" cy="376200"/>
          </a:xfrm>
          <a:prstGeom prst="rect">
            <a:avLst/>
          </a:prstGeom>
          <a:noFill/>
          <a:ln w="0">
            <a:noFill/>
          </a:ln>
        </p:spPr>
        <p:txBody>
          <a:bodyPr lIns="0" tIns="0" rIns="0" bIns="0" anchor="t">
            <a:spAutoFit/>
          </a:bodyPr>
          <a:p>
            <a:pPr marL="190440" indent="-190440" algn="ctr">
              <a:lnSpc>
                <a:spcPct val="103000"/>
              </a:lnSpc>
              <a:spcAft>
                <a:spcPts val="1247"/>
              </a:spcAft>
            </a:pPr>
            <a:r>
              <a:rPr lang="en-US" sz="2400" b="1" u="none" strike="noStrike">
                <a:solidFill>
                  <a:srgbClr val="FFFFFF"/>
                </a:solidFill>
                <a:effectLst/>
                <a:uFillTx/>
                <a:latin typeface="Times New Roman"/>
                <a:ea typeface="Times New Roman"/>
              </a:rPr>
              <a:t>StudentDetails</a:t>
            </a:r>
            <a:endParaRPr lang="en-US" sz="2400" b="0" u="none" strike="noStrike">
              <a:solidFill>
                <a:srgbClr val="000000"/>
              </a:solidFill>
              <a:effectLst/>
              <a:uFillTx/>
              <a:latin typeface="Arial"/>
            </a:endParaRPr>
          </a:p>
        </p:txBody>
      </p:sp>
      <p:sp>
        <p:nvSpPr>
          <p:cNvPr id="66" name=""/>
          <p:cNvSpPr/>
          <p:nvPr/>
        </p:nvSpPr>
        <p:spPr>
          <a:xfrm>
            <a:off x="6285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67" name=""/>
          <p:cNvSpPr/>
          <p:nvPr/>
        </p:nvSpPr>
        <p:spPr>
          <a:xfrm>
            <a:off x="9237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68" name=""/>
          <p:cNvSpPr/>
          <p:nvPr/>
        </p:nvSpPr>
        <p:spPr>
          <a:xfrm>
            <a:off x="1238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69" name=""/>
          <p:cNvSpPr/>
          <p:nvPr/>
        </p:nvSpPr>
        <p:spPr>
          <a:xfrm>
            <a:off x="15336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0" name=""/>
          <p:cNvSpPr/>
          <p:nvPr/>
        </p:nvSpPr>
        <p:spPr>
          <a:xfrm>
            <a:off x="18381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1" name=""/>
          <p:cNvSpPr/>
          <p:nvPr/>
        </p:nvSpPr>
        <p:spPr>
          <a:xfrm>
            <a:off x="21528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2" name=""/>
          <p:cNvSpPr/>
          <p:nvPr/>
        </p:nvSpPr>
        <p:spPr>
          <a:xfrm>
            <a:off x="24573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3" name=""/>
          <p:cNvSpPr/>
          <p:nvPr/>
        </p:nvSpPr>
        <p:spPr>
          <a:xfrm>
            <a:off x="2781360" y="4853160"/>
            <a:ext cx="0" cy="5428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4" name=""/>
          <p:cNvSpPr/>
          <p:nvPr/>
        </p:nvSpPr>
        <p:spPr>
          <a:xfrm>
            <a:off x="3038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5" name=""/>
          <p:cNvSpPr/>
          <p:nvPr/>
        </p:nvSpPr>
        <p:spPr>
          <a:xfrm>
            <a:off x="33908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6" name=""/>
          <p:cNvSpPr/>
          <p:nvPr/>
        </p:nvSpPr>
        <p:spPr>
          <a:xfrm>
            <a:off x="36860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7" name=""/>
          <p:cNvSpPr/>
          <p:nvPr/>
        </p:nvSpPr>
        <p:spPr>
          <a:xfrm>
            <a:off x="39816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8" name=""/>
          <p:cNvSpPr/>
          <p:nvPr/>
        </p:nvSpPr>
        <p:spPr>
          <a:xfrm>
            <a:off x="46004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9" name=""/>
          <p:cNvSpPr/>
          <p:nvPr/>
        </p:nvSpPr>
        <p:spPr>
          <a:xfrm>
            <a:off x="4915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0" name=""/>
          <p:cNvSpPr/>
          <p:nvPr/>
        </p:nvSpPr>
        <p:spPr>
          <a:xfrm>
            <a:off x="52005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1" name=""/>
          <p:cNvSpPr/>
          <p:nvPr/>
        </p:nvSpPr>
        <p:spPr>
          <a:xfrm>
            <a:off x="54957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2" name=""/>
          <p:cNvSpPr/>
          <p:nvPr/>
        </p:nvSpPr>
        <p:spPr>
          <a:xfrm>
            <a:off x="5810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3" name=""/>
          <p:cNvSpPr/>
          <p:nvPr/>
        </p:nvSpPr>
        <p:spPr>
          <a:xfrm>
            <a:off x="61340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4" name=""/>
          <p:cNvSpPr/>
          <p:nvPr/>
        </p:nvSpPr>
        <p:spPr>
          <a:xfrm>
            <a:off x="7343640" y="4862520"/>
            <a:ext cx="0" cy="53352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5" name=""/>
          <p:cNvSpPr/>
          <p:nvPr/>
        </p:nvSpPr>
        <p:spPr>
          <a:xfrm>
            <a:off x="6715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6" name=""/>
          <p:cNvSpPr/>
          <p:nvPr/>
        </p:nvSpPr>
        <p:spPr>
          <a:xfrm>
            <a:off x="7039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7" name=""/>
          <p:cNvSpPr/>
          <p:nvPr/>
        </p:nvSpPr>
        <p:spPr>
          <a:xfrm>
            <a:off x="304920" y="4905360"/>
            <a:ext cx="3095640" cy="428760"/>
          </a:xfrm>
          <a:prstGeom prst="rect">
            <a:avLst/>
          </a:prstGeom>
          <a:noFill/>
          <a:ln w="38160">
            <a:solidFill>
              <a:srgbClr val="CF0E30"/>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88" name=""/>
          <p:cNvSpPr txBox="1"/>
          <p:nvPr/>
        </p:nvSpPr>
        <p:spPr>
          <a:xfrm>
            <a:off x="774720" y="5433840"/>
            <a:ext cx="7854840" cy="527400"/>
          </a:xfrm>
          <a:prstGeom prst="rect">
            <a:avLst/>
          </a:prstGeom>
          <a:noFill/>
          <a:ln w="0">
            <a:noFill/>
          </a:ln>
        </p:spPr>
        <p:txBody>
          <a:bodyPr lIns="0" tIns="0" rIns="0" bIns="0" anchor="t">
            <a:spAutoFit/>
          </a:bodyPr>
          <a:p>
            <a:pPr>
              <a:lnSpc>
                <a:spcPct val="103000"/>
              </a:lnSpc>
              <a:spcAft>
                <a:spcPts val="1247"/>
              </a:spcAft>
              <a:tabLst>
                <a:tab pos="3048120" algn="l"/>
                <a:tab pos="4667400" algn="l"/>
                <a:tab pos="6191280" algn="l"/>
                <a:tab pos="7143840" algn="l"/>
              </a:tabLst>
            </a:pPr>
            <a:r>
              <a:rPr lang="en-US" sz="1800" b="1" u="none" strike="noStrike">
                <a:solidFill>
                  <a:srgbClr val="FC0128"/>
                </a:solidFill>
                <a:effectLst/>
                <a:uFillTx/>
                <a:latin typeface="Arial"/>
                <a:ea typeface="Arial"/>
              </a:rPr>
              <a:t>StudentName</a:t>
            </a:r>
            <a:r>
              <a:rPr lang="en-US" sz="1800" b="1" u="none" strike="noStrike">
                <a:solidFill>
                  <a:srgbClr val="FC0128"/>
                </a:solidFill>
                <a:effectLst/>
                <a:uFillTx/>
                <a:latin typeface="Arial"/>
                <a:ea typeface="Arial"/>
              </a:rPr>
              <a:t>	</a:t>
            </a:r>
            <a:r>
              <a:rPr lang="en-US" sz="1800" b="1" u="none" strike="noStrike">
                <a:solidFill>
                  <a:srgbClr val="FC0128"/>
                </a:solidFill>
                <a:effectLst/>
                <a:uFillTx/>
                <a:latin typeface="Arial"/>
                <a:ea typeface="Arial"/>
              </a:rPr>
              <a:t>StudentId</a:t>
            </a:r>
            <a:r>
              <a:rPr lang="en-US" sz="1800" b="1" u="none" strike="noStrike">
                <a:solidFill>
                  <a:srgbClr val="FC0128"/>
                </a:solidFill>
                <a:effectLst/>
                <a:uFillTx/>
                <a:latin typeface="Arial"/>
                <a:ea typeface="Arial"/>
              </a:rPr>
              <a:t>	</a:t>
            </a:r>
            <a:r>
              <a:rPr lang="en-US" sz="1800" b="1" u="none" strike="noStrike">
                <a:solidFill>
                  <a:srgbClr val="FC0128"/>
                </a:solidFill>
                <a:effectLst/>
                <a:uFillTx/>
                <a:latin typeface="Arial"/>
                <a:ea typeface="Arial"/>
              </a:rPr>
              <a:t>CourseCode</a:t>
            </a:r>
            <a:r>
              <a:rPr lang="en-US" sz="1800" b="1" u="none" strike="noStrike">
                <a:solidFill>
                  <a:srgbClr val="FC0128"/>
                </a:solidFill>
                <a:effectLst/>
                <a:uFillTx/>
                <a:latin typeface="Arial"/>
                <a:ea typeface="Arial"/>
              </a:rPr>
              <a:t>	</a:t>
            </a:r>
            <a:r>
              <a:rPr lang="en-US" sz="1800" b="1" u="none" strike="noStrike">
                <a:solidFill>
                  <a:srgbClr val="FC0128"/>
                </a:solidFill>
                <a:effectLst/>
                <a:uFillTx/>
                <a:latin typeface="Arial"/>
                <a:ea typeface="Arial"/>
              </a:rPr>
              <a:t>Grant    Gender</a:t>
            </a:r>
            <a:endParaRPr lang="en-US" sz="1800" b="0" u="none" strike="noStrike">
              <a:solidFill>
                <a:srgbClr val="000000"/>
              </a:solidFill>
              <a:effectLst/>
              <a:uFillTx/>
              <a:latin typeface="Arial"/>
            </a:endParaRPr>
          </a:p>
        </p:txBody>
      </p:sp>
      <p:sp>
        <p:nvSpPr>
          <p:cNvPr id="89" name=""/>
          <p:cNvSpPr/>
          <p:nvPr/>
        </p:nvSpPr>
        <p:spPr>
          <a:xfrm>
            <a:off x="7648560" y="4862520"/>
            <a:ext cx="0" cy="53352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90" name=""/>
          <p:cNvSpPr/>
          <p:nvPr/>
        </p:nvSpPr>
        <p:spPr>
          <a:xfrm>
            <a:off x="3381480" y="4905360"/>
            <a:ext cx="2143080" cy="428760"/>
          </a:xfrm>
          <a:prstGeom prst="rect">
            <a:avLst/>
          </a:prstGeom>
          <a:noFill/>
          <a:ln w="38160">
            <a:solidFill>
              <a:srgbClr val="CF0E30"/>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91" name=""/>
          <p:cNvSpPr/>
          <p:nvPr/>
        </p:nvSpPr>
        <p:spPr>
          <a:xfrm>
            <a:off x="5505480" y="4905360"/>
            <a:ext cx="1219320" cy="428760"/>
          </a:xfrm>
          <a:prstGeom prst="rect">
            <a:avLst/>
          </a:prstGeom>
          <a:noFill/>
          <a:ln w="38160">
            <a:solidFill>
              <a:srgbClr val="CF0E30"/>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92" name=""/>
          <p:cNvSpPr/>
          <p:nvPr/>
        </p:nvSpPr>
        <p:spPr>
          <a:xfrm>
            <a:off x="6705720" y="4905360"/>
            <a:ext cx="1585800" cy="428760"/>
          </a:xfrm>
          <a:prstGeom prst="rect">
            <a:avLst/>
          </a:prstGeom>
          <a:noFill/>
          <a:ln w="38160">
            <a:solidFill>
              <a:srgbClr val="CF0E30"/>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93" name=""/>
          <p:cNvSpPr txBox="1"/>
          <p:nvPr/>
        </p:nvSpPr>
        <p:spPr>
          <a:xfrm>
            <a:off x="2730600" y="133200"/>
            <a:ext cx="380052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Group Items/Records</a:t>
            </a:r>
            <a:endParaRPr lang="en-US" sz="2800" b="0" u="none" strike="noStrike">
              <a:solidFill>
                <a:srgbClr val="000000"/>
              </a:solidFill>
              <a:effectLst/>
              <a:uFillTx/>
              <a:latin typeface="Arial"/>
            </a:endParaRPr>
          </a:p>
        </p:txBody>
      </p:sp>
      <p:sp>
        <p:nvSpPr>
          <p:cNvPr id="94" name=""/>
          <p:cNvSpPr/>
          <p:nvPr/>
        </p:nvSpPr>
        <p:spPr>
          <a:xfrm>
            <a:off x="7934400" y="4910040"/>
            <a:ext cx="0" cy="405000"/>
          </a:xfrm>
          <a:prstGeom prst="line">
            <a:avLst/>
          </a:prstGeom>
          <a:ln w="38160">
            <a:solidFill>
              <a:srgbClr val="CF0E30"/>
            </a:solidFill>
            <a:round/>
          </a:ln>
        </p:spPr>
        <p:style>
          <a:lnRef idx="0"/>
          <a:fillRef idx="0"/>
          <a:effectRef idx="0"/>
          <a:fontRef idx="minor"/>
        </p:style>
        <p:txBody>
          <a:bodyPr lIns="109080" tIns="64080" rIns="109080" bIns="64080" anchor="t">
            <a:noAutofit/>
          </a:bodyPr>
          <a:p>
            <a:endParaRPr lang="en-US" sz="1800" b="0" u="none" strike="noStrike">
              <a:solidFill>
                <a:srgbClr val="000000"/>
              </a:solidFill>
              <a:effectLst/>
              <a:uFillTx/>
              <a:latin typeface="Arial"/>
            </a:endParaRPr>
          </a:p>
        </p:txBody>
      </p:sp>
      <p:sp>
        <p:nvSpPr>
          <p:cNvPr id="95" name=""/>
          <p:cNvSpPr txBox="1"/>
          <p:nvPr/>
        </p:nvSpPr>
        <p:spPr>
          <a:xfrm>
            <a:off x="1287360" y="987480"/>
            <a:ext cx="5837400" cy="258300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a:lnSpc>
                <a:spcPct val="90000"/>
              </a:lnSpc>
              <a:tabLst>
                <a:tab pos="571680" algn="l"/>
                <a:tab pos="1143000" algn="l"/>
              </a:tabLst>
            </a:pPr>
            <a:r>
              <a:rPr lang="en-US" sz="2000" b="1" u="none" strike="noStrike">
                <a:solidFill>
                  <a:srgbClr val="000000"/>
                </a:solidFill>
                <a:effectLst/>
                <a:uFillTx/>
                <a:latin typeface="Courier New"/>
                <a:ea typeface="Courier New"/>
              </a:rPr>
              <a:t>WORKING-STORAGE SECTION.</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000000"/>
                </a:solidFill>
                <a:effectLst/>
                <a:uFillTx/>
                <a:latin typeface="Courier New"/>
                <a:ea typeface="Courier New"/>
              </a:rPr>
              <a:t>01</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StudentDetails.</a:t>
            </a:r>
            <a:r>
              <a:rPr lang="en-US" sz="2000" b="1" u="none" strike="noStrike">
                <a:solidFill>
                  <a:srgbClr val="FFFFFF"/>
                </a:solidFill>
                <a:effectLst/>
                <a:uFillTx/>
                <a:latin typeface="Courier New"/>
                <a:ea typeface="Courier New"/>
              </a:rPr>
              <a:t>	</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StudentName</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X(10).</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StudentId</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9(7).</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CourseCode</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X(4).</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Grant</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9(4).</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Gender</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X.</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
          <p:cNvSpPr/>
          <p:nvPr/>
        </p:nvSpPr>
        <p:spPr>
          <a:xfrm>
            <a:off x="6419880" y="4871880"/>
            <a:ext cx="0" cy="52416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97" name=""/>
          <p:cNvSpPr/>
          <p:nvPr/>
        </p:nvSpPr>
        <p:spPr>
          <a:xfrm>
            <a:off x="42958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98" name=""/>
          <p:cNvSpPr txBox="1"/>
          <p:nvPr/>
        </p:nvSpPr>
        <p:spPr>
          <a:xfrm>
            <a:off x="233280" y="4824360"/>
            <a:ext cx="8115480" cy="576360"/>
          </a:xfrm>
          <a:prstGeom prst="rect">
            <a:avLst/>
          </a:prstGeom>
          <a:noFill/>
          <a:ln w="76320">
            <a:solidFill>
              <a:srgbClr val="FFFFFF"/>
            </a:solidFill>
            <a:round/>
          </a:ln>
        </p:spPr>
        <p:txBody>
          <a:bodyPr lIns="0" tIns="0" rIns="0" bIns="0" anchor="t">
            <a:spAutoFit/>
          </a:bodyPr>
          <a:p>
            <a:pPr>
              <a:lnSpc>
                <a:spcPct val="103000"/>
              </a:lnSpc>
              <a:spcAft>
                <a:spcPts val="1247"/>
              </a:spcAft>
            </a:pPr>
            <a:r>
              <a:rPr lang="en-US" sz="2000" b="1" u="none" strike="noStrike">
                <a:solidFill>
                  <a:srgbClr val="FFFFFF"/>
                </a:solidFill>
                <a:effectLst/>
                <a:uFillTx/>
                <a:latin typeface="Arial"/>
                <a:ea typeface="Arial"/>
              </a:rPr>
              <a:t>H  E N  N  E  S  S  Y R M  9  2  3   0  1  6   5  L  M  5  1  0   5  5  0   F</a:t>
            </a:r>
            <a:endParaRPr lang="en-US" sz="2000" b="0" u="none" strike="noStrike">
              <a:solidFill>
                <a:srgbClr val="000000"/>
              </a:solidFill>
              <a:effectLst/>
              <a:uFillTx/>
              <a:latin typeface="Arial"/>
            </a:endParaRPr>
          </a:p>
        </p:txBody>
      </p:sp>
      <p:sp>
        <p:nvSpPr>
          <p:cNvPr id="99" name=""/>
          <p:cNvSpPr txBox="1"/>
          <p:nvPr/>
        </p:nvSpPr>
        <p:spPr>
          <a:xfrm>
            <a:off x="149400" y="4529160"/>
            <a:ext cx="1779480" cy="314280"/>
          </a:xfrm>
          <a:prstGeom prst="rect">
            <a:avLst/>
          </a:prstGeom>
          <a:noFill/>
          <a:ln w="0">
            <a:noFill/>
          </a:ln>
        </p:spPr>
        <p:txBody>
          <a:bodyPr lIns="0" tIns="0" rIns="0" bIns="0" anchor="t">
            <a:spAutoFit/>
          </a:bodyPr>
          <a:p>
            <a:pPr marL="190440" indent="-190440" algn="ctr">
              <a:lnSpc>
                <a:spcPct val="103000"/>
              </a:lnSpc>
              <a:spcAft>
                <a:spcPts val="1247"/>
              </a:spcAft>
            </a:pPr>
            <a:r>
              <a:rPr lang="en-US" sz="2000" b="1" u="none" strike="noStrike">
                <a:solidFill>
                  <a:srgbClr val="FFFFFF"/>
                </a:solidFill>
                <a:effectLst/>
                <a:uFillTx/>
                <a:latin typeface="Times New Roman"/>
                <a:ea typeface="Times New Roman"/>
              </a:rPr>
              <a:t>StudentDetails</a:t>
            </a:r>
            <a:endParaRPr lang="en-US" sz="2000" b="0" u="none" strike="noStrike">
              <a:solidFill>
                <a:srgbClr val="000000"/>
              </a:solidFill>
              <a:effectLst/>
              <a:uFillTx/>
              <a:latin typeface="Arial"/>
            </a:endParaRPr>
          </a:p>
        </p:txBody>
      </p:sp>
      <p:sp>
        <p:nvSpPr>
          <p:cNvPr id="100" name=""/>
          <p:cNvSpPr/>
          <p:nvPr/>
        </p:nvSpPr>
        <p:spPr>
          <a:xfrm>
            <a:off x="6285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1" name=""/>
          <p:cNvSpPr/>
          <p:nvPr/>
        </p:nvSpPr>
        <p:spPr>
          <a:xfrm>
            <a:off x="9237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2" name=""/>
          <p:cNvSpPr/>
          <p:nvPr/>
        </p:nvSpPr>
        <p:spPr>
          <a:xfrm>
            <a:off x="1238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3" name=""/>
          <p:cNvSpPr/>
          <p:nvPr/>
        </p:nvSpPr>
        <p:spPr>
          <a:xfrm>
            <a:off x="15336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4" name=""/>
          <p:cNvSpPr/>
          <p:nvPr/>
        </p:nvSpPr>
        <p:spPr>
          <a:xfrm>
            <a:off x="18381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5" name=""/>
          <p:cNvSpPr/>
          <p:nvPr/>
        </p:nvSpPr>
        <p:spPr>
          <a:xfrm>
            <a:off x="21528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6" name=""/>
          <p:cNvSpPr/>
          <p:nvPr/>
        </p:nvSpPr>
        <p:spPr>
          <a:xfrm>
            <a:off x="24573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7" name=""/>
          <p:cNvSpPr/>
          <p:nvPr/>
        </p:nvSpPr>
        <p:spPr>
          <a:xfrm flipH="1">
            <a:off x="2771640" y="4853160"/>
            <a:ext cx="9720" cy="5428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8" name=""/>
          <p:cNvSpPr/>
          <p:nvPr/>
        </p:nvSpPr>
        <p:spPr>
          <a:xfrm>
            <a:off x="3038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09" name=""/>
          <p:cNvSpPr/>
          <p:nvPr/>
        </p:nvSpPr>
        <p:spPr>
          <a:xfrm>
            <a:off x="33908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0" name=""/>
          <p:cNvSpPr/>
          <p:nvPr/>
        </p:nvSpPr>
        <p:spPr>
          <a:xfrm>
            <a:off x="36860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1" name=""/>
          <p:cNvSpPr/>
          <p:nvPr/>
        </p:nvSpPr>
        <p:spPr>
          <a:xfrm>
            <a:off x="39816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2" name=""/>
          <p:cNvSpPr/>
          <p:nvPr/>
        </p:nvSpPr>
        <p:spPr>
          <a:xfrm>
            <a:off x="46004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3" name=""/>
          <p:cNvSpPr/>
          <p:nvPr/>
        </p:nvSpPr>
        <p:spPr>
          <a:xfrm>
            <a:off x="4915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4" name=""/>
          <p:cNvSpPr/>
          <p:nvPr/>
        </p:nvSpPr>
        <p:spPr>
          <a:xfrm>
            <a:off x="52005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5" name=""/>
          <p:cNvSpPr/>
          <p:nvPr/>
        </p:nvSpPr>
        <p:spPr>
          <a:xfrm>
            <a:off x="549576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6" name=""/>
          <p:cNvSpPr/>
          <p:nvPr/>
        </p:nvSpPr>
        <p:spPr>
          <a:xfrm>
            <a:off x="581040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7" name=""/>
          <p:cNvSpPr/>
          <p:nvPr/>
        </p:nvSpPr>
        <p:spPr>
          <a:xfrm>
            <a:off x="613404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8" name=""/>
          <p:cNvSpPr/>
          <p:nvPr/>
        </p:nvSpPr>
        <p:spPr>
          <a:xfrm>
            <a:off x="7343640" y="4862520"/>
            <a:ext cx="0" cy="53352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19" name=""/>
          <p:cNvSpPr/>
          <p:nvPr/>
        </p:nvSpPr>
        <p:spPr>
          <a:xfrm>
            <a:off x="6715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20" name=""/>
          <p:cNvSpPr/>
          <p:nvPr/>
        </p:nvSpPr>
        <p:spPr>
          <a:xfrm>
            <a:off x="7039080" y="4824360"/>
            <a:ext cx="0" cy="57168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21" name=""/>
          <p:cNvSpPr/>
          <p:nvPr/>
        </p:nvSpPr>
        <p:spPr>
          <a:xfrm>
            <a:off x="304920" y="4905360"/>
            <a:ext cx="3095640" cy="428760"/>
          </a:xfrm>
          <a:prstGeom prst="rect">
            <a:avLst/>
          </a:prstGeom>
          <a:noFill/>
          <a:ln w="38160">
            <a:solidFill>
              <a:srgbClr val="CF0E30"/>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122" name=""/>
          <p:cNvSpPr/>
          <p:nvPr/>
        </p:nvSpPr>
        <p:spPr>
          <a:xfrm>
            <a:off x="326880" y="4940280"/>
            <a:ext cx="2441520" cy="343080"/>
          </a:xfrm>
          <a:prstGeom prst="rect">
            <a:avLst/>
          </a:prstGeom>
          <a:noFill/>
          <a:ln w="38160">
            <a:solidFill>
              <a:srgbClr val="063DE8"/>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123" name=""/>
          <p:cNvSpPr/>
          <p:nvPr/>
        </p:nvSpPr>
        <p:spPr>
          <a:xfrm>
            <a:off x="2784600" y="4940280"/>
            <a:ext cx="581040" cy="343080"/>
          </a:xfrm>
          <a:prstGeom prst="rect">
            <a:avLst/>
          </a:prstGeom>
          <a:noFill/>
          <a:ln w="38160">
            <a:solidFill>
              <a:srgbClr val="063DE8"/>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124" name=""/>
          <p:cNvSpPr/>
          <p:nvPr/>
        </p:nvSpPr>
        <p:spPr>
          <a:xfrm>
            <a:off x="7648560" y="4862520"/>
            <a:ext cx="0" cy="533520"/>
          </a:xfrm>
          <a:prstGeom prst="line">
            <a:avLst/>
          </a:prstGeom>
          <a:ln w="12600">
            <a:solidFill>
              <a:srgbClr val="FFFFFF"/>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25" name=""/>
          <p:cNvSpPr/>
          <p:nvPr/>
        </p:nvSpPr>
        <p:spPr>
          <a:xfrm>
            <a:off x="3381480" y="4905360"/>
            <a:ext cx="2143080" cy="428760"/>
          </a:xfrm>
          <a:prstGeom prst="rect">
            <a:avLst/>
          </a:prstGeom>
          <a:noFill/>
          <a:ln w="38160">
            <a:solidFill>
              <a:srgbClr val="CF0E30"/>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126" name=""/>
          <p:cNvSpPr/>
          <p:nvPr/>
        </p:nvSpPr>
        <p:spPr>
          <a:xfrm>
            <a:off x="5505480" y="4905360"/>
            <a:ext cx="1219320" cy="428760"/>
          </a:xfrm>
          <a:prstGeom prst="rect">
            <a:avLst/>
          </a:prstGeom>
          <a:noFill/>
          <a:ln w="38160">
            <a:solidFill>
              <a:srgbClr val="CF0E30"/>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127" name=""/>
          <p:cNvSpPr/>
          <p:nvPr/>
        </p:nvSpPr>
        <p:spPr>
          <a:xfrm>
            <a:off x="6705720" y="4905360"/>
            <a:ext cx="1585800" cy="428760"/>
          </a:xfrm>
          <a:prstGeom prst="rect">
            <a:avLst/>
          </a:prstGeom>
          <a:noFill/>
          <a:ln w="38160">
            <a:solidFill>
              <a:srgbClr val="CF0E30"/>
            </a:solidFill>
            <a:round/>
          </a:ln>
        </p:spPr>
        <p:txBody>
          <a:bodyPr lIns="109080" tIns="64080" rIns="109080" bIns="64080" anchor="t">
            <a:noAutofit/>
          </a:bodyPr>
          <a:p>
            <a:endParaRPr lang="en-US" sz="1800" b="0" u="none" strike="noStrike">
              <a:solidFill>
                <a:srgbClr val="000000"/>
              </a:solidFill>
              <a:effectLst/>
              <a:uFillTx/>
              <a:latin typeface="Arial"/>
            </a:endParaRPr>
          </a:p>
        </p:txBody>
      </p:sp>
      <p:sp>
        <p:nvSpPr>
          <p:cNvPr id="128" name=""/>
          <p:cNvSpPr txBox="1"/>
          <p:nvPr/>
        </p:nvSpPr>
        <p:spPr>
          <a:xfrm>
            <a:off x="384120" y="5700600"/>
            <a:ext cx="3105000" cy="527400"/>
          </a:xfrm>
          <a:prstGeom prst="rect">
            <a:avLst/>
          </a:prstGeom>
          <a:noFill/>
          <a:ln w="0">
            <a:noFill/>
          </a:ln>
        </p:spPr>
        <p:txBody>
          <a:bodyPr lIns="0" tIns="0" rIns="0" bIns="0" anchor="t">
            <a:spAutoFit/>
          </a:bodyPr>
          <a:p>
            <a:pPr marL="190440" indent="-190440">
              <a:lnSpc>
                <a:spcPct val="103000"/>
              </a:lnSpc>
              <a:spcAft>
                <a:spcPts val="1247"/>
              </a:spcAft>
              <a:tabLst>
                <a:tab pos="2190600" algn="l"/>
              </a:tabLst>
            </a:pPr>
            <a:r>
              <a:rPr lang="en-US" sz="1800" b="1" u="none" strike="noStrike">
                <a:solidFill>
                  <a:srgbClr val="A2C1FE"/>
                </a:solidFill>
                <a:effectLst/>
                <a:uFillTx/>
                <a:latin typeface="Arial"/>
                <a:ea typeface="Arial"/>
              </a:rPr>
              <a:t>Surname</a:t>
            </a:r>
            <a:r>
              <a:rPr lang="en-US" sz="1800" b="1" u="none" strike="noStrike">
                <a:solidFill>
                  <a:srgbClr val="A2C1FE"/>
                </a:solidFill>
                <a:effectLst/>
                <a:uFillTx/>
                <a:latin typeface="Arial"/>
                <a:ea typeface="Arial"/>
              </a:rPr>
              <a:t>	</a:t>
            </a:r>
            <a:r>
              <a:rPr lang="en-US" sz="1800" b="1" u="none" strike="noStrike">
                <a:solidFill>
                  <a:srgbClr val="A2C1FE"/>
                </a:solidFill>
                <a:effectLst/>
                <a:uFillTx/>
                <a:latin typeface="Arial"/>
                <a:ea typeface="Arial"/>
              </a:rPr>
              <a:t>Initials</a:t>
            </a:r>
            <a:endParaRPr lang="en-US" sz="1800" b="0" u="none" strike="noStrike">
              <a:solidFill>
                <a:srgbClr val="000000"/>
              </a:solidFill>
              <a:effectLst/>
              <a:uFillTx/>
              <a:latin typeface="Arial"/>
            </a:endParaRPr>
          </a:p>
        </p:txBody>
      </p:sp>
      <p:sp>
        <p:nvSpPr>
          <p:cNvPr id="129" name=""/>
          <p:cNvSpPr txBox="1"/>
          <p:nvPr/>
        </p:nvSpPr>
        <p:spPr>
          <a:xfrm>
            <a:off x="1287360" y="987480"/>
            <a:ext cx="5837400" cy="258300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a:lnSpc>
                <a:spcPct val="90000"/>
              </a:lnSpc>
              <a:tabLst>
                <a:tab pos="571680" algn="l"/>
                <a:tab pos="1143000" algn="l"/>
              </a:tabLst>
            </a:pPr>
            <a:r>
              <a:rPr lang="en-US" sz="2000" b="1" u="none" strike="noStrike">
                <a:solidFill>
                  <a:srgbClr val="000000"/>
                </a:solidFill>
                <a:effectLst/>
                <a:uFillTx/>
                <a:latin typeface="Courier New"/>
                <a:ea typeface="Courier New"/>
              </a:rPr>
              <a:t>WORKING-STORAGE SECTION.</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000000"/>
                </a:solidFill>
                <a:effectLst/>
                <a:uFillTx/>
                <a:latin typeface="Courier New"/>
                <a:ea typeface="Courier New"/>
              </a:rPr>
              <a:t>01</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StudentDetails.</a:t>
            </a:r>
            <a:r>
              <a:rPr lang="en-US" sz="2000" b="1" u="none" strike="noStrike">
                <a:solidFill>
                  <a:srgbClr val="FFFFFF"/>
                </a:solidFill>
                <a:effectLst/>
                <a:uFillTx/>
                <a:latin typeface="Courier New"/>
                <a:ea typeface="Courier New"/>
              </a:rPr>
              <a:t>	</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StudentName.</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114FFB"/>
                </a:solidFill>
                <a:effectLst/>
                <a:uFillTx/>
                <a:latin typeface="Courier New"/>
                <a:ea typeface="Courier New"/>
              </a:rPr>
              <a:t>	</a:t>
            </a:r>
            <a:r>
              <a:rPr lang="en-US" sz="2000" b="1" u="none" strike="noStrike">
                <a:solidFill>
                  <a:srgbClr val="114FFB"/>
                </a:solidFill>
                <a:effectLst/>
                <a:uFillTx/>
                <a:latin typeface="Courier New"/>
                <a:ea typeface="Courier New"/>
              </a:rPr>
              <a:t>	</a:t>
            </a:r>
            <a:r>
              <a:rPr lang="en-US" sz="2000" b="1" u="none" strike="noStrike">
                <a:solidFill>
                  <a:srgbClr val="114FFB"/>
                </a:solidFill>
                <a:effectLst/>
                <a:uFillTx/>
                <a:latin typeface="Courier New"/>
                <a:ea typeface="Courier New"/>
              </a:rPr>
              <a:t>03 Surname</a:t>
            </a:r>
            <a:r>
              <a:rPr lang="en-US" sz="2000" b="1" u="none" strike="noStrike">
                <a:solidFill>
                  <a:srgbClr val="114FFB"/>
                </a:solidFill>
                <a:effectLst/>
                <a:uFillTx/>
                <a:latin typeface="Courier New"/>
                <a:ea typeface="Courier New"/>
              </a:rPr>
              <a:t>	</a:t>
            </a:r>
            <a:r>
              <a:rPr lang="en-US" sz="2000" b="1" u="none" strike="noStrike">
                <a:solidFill>
                  <a:srgbClr val="114FFB"/>
                </a:solidFill>
                <a:effectLst/>
                <a:uFillTx/>
                <a:latin typeface="Courier New"/>
                <a:ea typeface="Courier New"/>
              </a:rPr>
              <a:t>	</a:t>
            </a:r>
            <a:r>
              <a:rPr lang="en-US" sz="2000" b="1" u="none" strike="noStrike">
                <a:solidFill>
                  <a:srgbClr val="114FFB"/>
                </a:solidFill>
                <a:effectLst/>
                <a:uFillTx/>
                <a:latin typeface="Courier New"/>
                <a:ea typeface="Courier New"/>
              </a:rPr>
              <a:t>PIC X(8).</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114FFB"/>
                </a:solidFill>
                <a:effectLst/>
                <a:uFillTx/>
                <a:latin typeface="Courier New"/>
                <a:ea typeface="Courier New"/>
              </a:rPr>
              <a:t>	</a:t>
            </a:r>
            <a:r>
              <a:rPr lang="en-US" sz="2000" b="1" u="none" strike="noStrike">
                <a:solidFill>
                  <a:srgbClr val="114FFB"/>
                </a:solidFill>
                <a:effectLst/>
                <a:uFillTx/>
                <a:latin typeface="Courier New"/>
                <a:ea typeface="Courier New"/>
              </a:rPr>
              <a:t>	</a:t>
            </a:r>
            <a:r>
              <a:rPr lang="en-US" sz="2000" b="1" u="none" strike="noStrike">
                <a:solidFill>
                  <a:srgbClr val="114FFB"/>
                </a:solidFill>
                <a:effectLst/>
                <a:uFillTx/>
                <a:latin typeface="Courier New"/>
                <a:ea typeface="Courier New"/>
              </a:rPr>
              <a:t>03 Initials</a:t>
            </a:r>
            <a:r>
              <a:rPr lang="en-US" sz="2000" b="1" u="none" strike="noStrike">
                <a:solidFill>
                  <a:srgbClr val="114FFB"/>
                </a:solidFill>
                <a:effectLst/>
                <a:uFillTx/>
                <a:latin typeface="Courier New"/>
                <a:ea typeface="Courier New"/>
              </a:rPr>
              <a:t>	</a:t>
            </a:r>
            <a:r>
              <a:rPr lang="en-US" sz="2000" b="1" u="none" strike="noStrike">
                <a:solidFill>
                  <a:srgbClr val="114FFB"/>
                </a:solidFill>
                <a:effectLst/>
                <a:uFillTx/>
                <a:latin typeface="Courier New"/>
                <a:ea typeface="Courier New"/>
              </a:rPr>
              <a:t>	</a:t>
            </a:r>
            <a:r>
              <a:rPr lang="en-US" sz="2000" b="1" u="none" strike="noStrike">
                <a:solidFill>
                  <a:srgbClr val="114FFB"/>
                </a:solidFill>
                <a:effectLst/>
                <a:uFillTx/>
                <a:latin typeface="Courier New"/>
                <a:ea typeface="Courier New"/>
              </a:rPr>
              <a:t>PIC XX.</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StudentId</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9(7).</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CourseCode</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X(4).</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Grant</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9(4).</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02</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Gender</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	</a:t>
            </a:r>
            <a:r>
              <a:rPr lang="en-US" sz="2000" b="1" u="none" strike="noStrike">
                <a:solidFill>
                  <a:srgbClr val="CF0E30"/>
                </a:solidFill>
                <a:effectLst/>
                <a:uFillTx/>
                <a:latin typeface="Courier New"/>
                <a:ea typeface="Courier New"/>
              </a:rPr>
              <a:t>PIC X.</a:t>
            </a:r>
            <a:endParaRPr lang="en-US" sz="2000" b="0" u="none" strike="noStrike">
              <a:solidFill>
                <a:srgbClr val="000000"/>
              </a:solidFill>
              <a:effectLst/>
              <a:uFillTx/>
              <a:latin typeface="Arial"/>
            </a:endParaRPr>
          </a:p>
        </p:txBody>
      </p:sp>
      <p:sp>
        <p:nvSpPr>
          <p:cNvPr id="130" name=""/>
          <p:cNvSpPr txBox="1"/>
          <p:nvPr/>
        </p:nvSpPr>
        <p:spPr>
          <a:xfrm>
            <a:off x="774720" y="5433840"/>
            <a:ext cx="7854840" cy="527400"/>
          </a:xfrm>
          <a:prstGeom prst="rect">
            <a:avLst/>
          </a:prstGeom>
          <a:noFill/>
          <a:ln w="0">
            <a:noFill/>
          </a:ln>
        </p:spPr>
        <p:txBody>
          <a:bodyPr lIns="0" tIns="0" rIns="0" bIns="0" anchor="t">
            <a:spAutoFit/>
          </a:bodyPr>
          <a:p>
            <a:pPr>
              <a:lnSpc>
                <a:spcPct val="103000"/>
              </a:lnSpc>
              <a:spcAft>
                <a:spcPts val="1247"/>
              </a:spcAft>
              <a:tabLst>
                <a:tab pos="3048120" algn="l"/>
                <a:tab pos="4667400" algn="l"/>
                <a:tab pos="6191280" algn="l"/>
                <a:tab pos="7143840" algn="l"/>
              </a:tabLst>
            </a:pPr>
            <a:r>
              <a:rPr lang="en-US" sz="1800" b="1" u="none" strike="noStrike">
                <a:solidFill>
                  <a:srgbClr val="FC0128"/>
                </a:solidFill>
                <a:effectLst/>
                <a:uFillTx/>
                <a:latin typeface="Arial"/>
                <a:ea typeface="Arial"/>
              </a:rPr>
              <a:t>StudentName</a:t>
            </a:r>
            <a:r>
              <a:rPr lang="en-US" sz="1800" b="1" u="none" strike="noStrike">
                <a:solidFill>
                  <a:srgbClr val="FC0128"/>
                </a:solidFill>
                <a:effectLst/>
                <a:uFillTx/>
                <a:latin typeface="Arial"/>
                <a:ea typeface="Arial"/>
              </a:rPr>
              <a:t>	</a:t>
            </a:r>
            <a:r>
              <a:rPr lang="en-US" sz="1800" b="1" u="none" strike="noStrike">
                <a:solidFill>
                  <a:srgbClr val="FC0128"/>
                </a:solidFill>
                <a:effectLst/>
                <a:uFillTx/>
                <a:latin typeface="Arial"/>
                <a:ea typeface="Arial"/>
              </a:rPr>
              <a:t>StudentId</a:t>
            </a:r>
            <a:r>
              <a:rPr lang="en-US" sz="1800" b="1" u="none" strike="noStrike">
                <a:solidFill>
                  <a:srgbClr val="FC0128"/>
                </a:solidFill>
                <a:effectLst/>
                <a:uFillTx/>
                <a:latin typeface="Arial"/>
                <a:ea typeface="Arial"/>
              </a:rPr>
              <a:t>	</a:t>
            </a:r>
            <a:r>
              <a:rPr lang="en-US" sz="1800" b="1" u="none" strike="noStrike">
                <a:solidFill>
                  <a:srgbClr val="FC0128"/>
                </a:solidFill>
                <a:effectLst/>
                <a:uFillTx/>
                <a:latin typeface="Arial"/>
                <a:ea typeface="Arial"/>
              </a:rPr>
              <a:t>CourseCode</a:t>
            </a:r>
            <a:r>
              <a:rPr lang="en-US" sz="1800" b="1" u="none" strike="noStrike">
                <a:solidFill>
                  <a:srgbClr val="FC0128"/>
                </a:solidFill>
                <a:effectLst/>
                <a:uFillTx/>
                <a:latin typeface="Arial"/>
                <a:ea typeface="Arial"/>
              </a:rPr>
              <a:t>	</a:t>
            </a:r>
            <a:r>
              <a:rPr lang="en-US" sz="1800" b="1" u="none" strike="noStrike">
                <a:solidFill>
                  <a:srgbClr val="FC0128"/>
                </a:solidFill>
                <a:effectLst/>
                <a:uFillTx/>
                <a:latin typeface="Arial"/>
                <a:ea typeface="Arial"/>
              </a:rPr>
              <a:t>Grant    Gender</a:t>
            </a:r>
            <a:endParaRPr lang="en-US" sz="1800" b="0" u="none" strike="noStrike">
              <a:solidFill>
                <a:srgbClr val="000000"/>
              </a:solidFill>
              <a:effectLst/>
              <a:uFillTx/>
              <a:latin typeface="Arial"/>
            </a:endParaRPr>
          </a:p>
        </p:txBody>
      </p:sp>
      <p:sp>
        <p:nvSpPr>
          <p:cNvPr id="131" name=""/>
          <p:cNvSpPr txBox="1"/>
          <p:nvPr/>
        </p:nvSpPr>
        <p:spPr>
          <a:xfrm>
            <a:off x="2730600" y="133200"/>
            <a:ext cx="380052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Group Items/Records</a:t>
            </a:r>
            <a:endParaRPr lang="en-US" sz="2800" b="0" u="none" strike="noStrike">
              <a:solidFill>
                <a:srgbClr val="000000"/>
              </a:solidFill>
              <a:effectLst/>
              <a:uFillTx/>
              <a:latin typeface="Arial"/>
            </a:endParaRPr>
          </a:p>
        </p:txBody>
      </p:sp>
      <p:sp>
        <p:nvSpPr>
          <p:cNvPr id="132" name=""/>
          <p:cNvSpPr/>
          <p:nvPr/>
        </p:nvSpPr>
        <p:spPr>
          <a:xfrm>
            <a:off x="7934400" y="4910040"/>
            <a:ext cx="0" cy="405000"/>
          </a:xfrm>
          <a:prstGeom prst="line">
            <a:avLst/>
          </a:prstGeom>
          <a:ln w="38160">
            <a:solidFill>
              <a:srgbClr val="CF0E30"/>
            </a:solidFill>
            <a:round/>
          </a:ln>
        </p:spPr>
        <p:style>
          <a:lnRef idx="0"/>
          <a:fillRef idx="0"/>
          <a:effectRef idx="0"/>
          <a:fontRef idx="minor"/>
        </p:style>
        <p:txBody>
          <a:bodyPr lIns="109080" tIns="64080" rIns="109080" bIns="6408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
          <p:cNvSpPr txBox="1"/>
          <p:nvPr/>
        </p:nvSpPr>
        <p:spPr>
          <a:xfrm>
            <a:off x="998640" y="131760"/>
            <a:ext cx="719928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LEVEL Numbers express DATA hierarchy</a:t>
            </a:r>
            <a:endParaRPr lang="en-US" sz="2800" b="0" u="none" strike="noStrike">
              <a:solidFill>
                <a:srgbClr val="000000"/>
              </a:solidFill>
              <a:effectLst/>
              <a:uFillTx/>
              <a:latin typeface="Arial"/>
            </a:endParaRPr>
          </a:p>
        </p:txBody>
      </p:sp>
      <p:sp>
        <p:nvSpPr>
          <p:cNvPr id="134" name=""/>
          <p:cNvSpPr txBox="1"/>
          <p:nvPr/>
        </p:nvSpPr>
        <p:spPr>
          <a:xfrm>
            <a:off x="423720" y="638280"/>
            <a:ext cx="8148600" cy="4865760"/>
          </a:xfrm>
          <a:prstGeom prst="rect">
            <a:avLst/>
          </a:prstGeom>
          <a:noFill/>
          <a:ln w="0">
            <a:noFill/>
          </a:ln>
        </p:spPr>
        <p:txBody>
          <a:bodyPr lIns="0" tIns="0" rIns="0" bIns="0" anchor="t">
            <a:spAutoFit/>
          </a:bodyPr>
          <a:p>
            <a:pPr marL="380880" indent="-380880">
              <a:lnSpc>
                <a:spcPct val="85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In COBOL, </a:t>
            </a:r>
            <a:r>
              <a:rPr lang="en-US" sz="2400" b="1" u="none" strike="noStrike">
                <a:solidFill>
                  <a:srgbClr val="00FF00"/>
                </a:solidFill>
                <a:effectLst/>
                <a:uFillTx/>
                <a:latin typeface="Arial"/>
                <a:ea typeface="Arial"/>
              </a:rPr>
              <a:t>level numbers</a:t>
            </a:r>
            <a:r>
              <a:rPr lang="en-US" sz="2400" b="1" u="none" strike="noStrike">
                <a:solidFill>
                  <a:srgbClr val="FFFFFF"/>
                </a:solidFill>
                <a:effectLst/>
                <a:uFillTx/>
                <a:latin typeface="Arial"/>
                <a:ea typeface="Arial"/>
              </a:rPr>
              <a:t> are used to decompose a structure into it’s constituent parts. </a:t>
            </a:r>
            <a:endParaRPr lang="en-US" sz="2400" b="0" u="none" strike="noStrike">
              <a:solidFill>
                <a:srgbClr val="000000"/>
              </a:solidFill>
              <a:effectLst/>
              <a:uFillTx/>
              <a:latin typeface="Arial"/>
            </a:endParaRPr>
          </a:p>
          <a:p>
            <a:pPr marL="380880" indent="-380880">
              <a:lnSpc>
                <a:spcPct val="85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In this hierarchical structure the higher the level number, the lower the item is in the hierarchy. At the lowest level the data is completely atomic.</a:t>
            </a:r>
            <a:endParaRPr lang="en-US" sz="2400" b="0" u="none" strike="noStrike">
              <a:solidFill>
                <a:srgbClr val="000000"/>
              </a:solidFill>
              <a:effectLst/>
              <a:uFillTx/>
              <a:latin typeface="Arial"/>
            </a:endParaRPr>
          </a:p>
          <a:p>
            <a:pPr marL="380880" indent="-380880">
              <a:lnSpc>
                <a:spcPct val="85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The level numbers </a:t>
            </a:r>
            <a:r>
              <a:rPr lang="en-US" sz="2400" b="1" u="none" strike="noStrike">
                <a:solidFill>
                  <a:srgbClr val="00FF00"/>
                </a:solidFill>
                <a:effectLst/>
                <a:uFillTx/>
                <a:latin typeface="Arial"/>
                <a:ea typeface="Arial"/>
              </a:rPr>
              <a:t>01</a:t>
            </a:r>
            <a:r>
              <a:rPr lang="en-US" sz="2400" b="1" u="none" strike="noStrike">
                <a:solidFill>
                  <a:srgbClr val="FFFFFF"/>
                </a:solidFill>
                <a:effectLst/>
                <a:uFillTx/>
                <a:latin typeface="Arial"/>
                <a:ea typeface="Arial"/>
              </a:rPr>
              <a:t> through </a:t>
            </a:r>
            <a:r>
              <a:rPr lang="en-US" sz="2400" b="1" u="none" strike="noStrike">
                <a:solidFill>
                  <a:srgbClr val="00FF00"/>
                </a:solidFill>
                <a:effectLst/>
                <a:uFillTx/>
                <a:latin typeface="Arial"/>
                <a:ea typeface="Arial"/>
              </a:rPr>
              <a:t>49 </a:t>
            </a:r>
            <a:r>
              <a:rPr lang="en-US" sz="2400" b="1" u="none" strike="noStrike">
                <a:solidFill>
                  <a:srgbClr val="FFFFFF"/>
                </a:solidFill>
                <a:effectLst/>
                <a:uFillTx/>
                <a:latin typeface="Arial"/>
                <a:ea typeface="Arial"/>
              </a:rPr>
              <a:t>are general level numbers but there are also special level numbers such as 66, 77 and </a:t>
            </a:r>
            <a:r>
              <a:rPr lang="en-US" sz="2400" b="1" u="none" strike="noStrike">
                <a:solidFill>
                  <a:srgbClr val="00FF00"/>
                </a:solidFill>
                <a:effectLst/>
                <a:uFillTx/>
                <a:latin typeface="Arial"/>
                <a:ea typeface="Arial"/>
              </a:rPr>
              <a:t>88</a:t>
            </a:r>
            <a:r>
              <a:rPr lang="en-US" sz="2400" b="1" u="none" strike="noStrike">
                <a:solidFill>
                  <a:srgbClr val="FFFFFF"/>
                </a:solidFill>
                <a:effectLst/>
                <a:uFillTx/>
                <a:latin typeface="Arial"/>
                <a:ea typeface="Arial"/>
              </a:rPr>
              <a:t>.</a:t>
            </a:r>
            <a:endParaRPr lang="en-US" sz="2400" b="0" u="none" strike="noStrike">
              <a:solidFill>
                <a:srgbClr val="000000"/>
              </a:solidFill>
              <a:effectLst/>
              <a:uFillTx/>
              <a:latin typeface="Arial"/>
            </a:endParaRPr>
          </a:p>
          <a:p>
            <a:pPr marL="380880" indent="-380880">
              <a:lnSpc>
                <a:spcPct val="85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In a hierarchical data description what is important is the </a:t>
            </a:r>
            <a:r>
              <a:rPr lang="en-US" sz="2400" b="1" u="none" strike="noStrike">
                <a:solidFill>
                  <a:srgbClr val="00FF00"/>
                </a:solidFill>
                <a:effectLst/>
                <a:uFillTx/>
                <a:latin typeface="Arial"/>
                <a:ea typeface="Arial"/>
              </a:rPr>
              <a:t>relationship</a:t>
            </a:r>
            <a:r>
              <a:rPr lang="en-US" sz="2400" b="1" u="none" strike="noStrike">
                <a:solidFill>
                  <a:srgbClr val="FFFFFF"/>
                </a:solidFill>
                <a:effectLst/>
                <a:uFillTx/>
                <a:latin typeface="Arial"/>
                <a:ea typeface="Arial"/>
              </a:rPr>
              <a:t> of the level numbers to one another, not the actual level numbers used.</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
          <p:cNvSpPr txBox="1"/>
          <p:nvPr/>
        </p:nvSpPr>
        <p:spPr>
          <a:xfrm>
            <a:off x="998640" y="131760"/>
            <a:ext cx="719928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LEVEL Numbers express DATA hierarchy</a:t>
            </a:r>
            <a:endParaRPr lang="en-US" sz="2800" b="0" u="none" strike="noStrike">
              <a:solidFill>
                <a:srgbClr val="000000"/>
              </a:solidFill>
              <a:effectLst/>
              <a:uFillTx/>
              <a:latin typeface="Arial"/>
            </a:endParaRPr>
          </a:p>
        </p:txBody>
      </p:sp>
      <p:sp>
        <p:nvSpPr>
          <p:cNvPr id="136" name=""/>
          <p:cNvSpPr txBox="1"/>
          <p:nvPr/>
        </p:nvSpPr>
        <p:spPr>
          <a:xfrm>
            <a:off x="423720" y="638280"/>
            <a:ext cx="8148600" cy="4865760"/>
          </a:xfrm>
          <a:prstGeom prst="rect">
            <a:avLst/>
          </a:prstGeom>
          <a:noFill/>
          <a:ln w="0">
            <a:noFill/>
          </a:ln>
        </p:spPr>
        <p:txBody>
          <a:bodyPr lIns="0" tIns="0" rIns="0" bIns="0" anchor="t">
            <a:spAutoFit/>
          </a:bodyPr>
          <a:p>
            <a:pPr marL="380880" indent="-380880">
              <a:lnSpc>
                <a:spcPct val="85000"/>
              </a:lnSpc>
              <a:spcBef>
                <a:spcPts val="1321"/>
              </a:spcBef>
              <a:buClr>
                <a:srgbClr val="FC0128"/>
              </a:buClr>
              <a:buSzPct val="75000"/>
              <a:buFont typeface="Wingdings"/>
              <a:buChar char="_x0000_"/>
            </a:pPr>
            <a:r>
              <a:rPr lang="en-US" sz="2400" b="1" u="none" strike="noStrike">
                <a:solidFill>
                  <a:srgbClr val="DADADA"/>
                </a:solidFill>
                <a:effectLst/>
                <a:uFillTx/>
                <a:latin typeface="Arial"/>
                <a:ea typeface="Arial"/>
              </a:rPr>
              <a:t>In COBOL, level numbers are used to decompose a structure into it’s constituent parts. </a:t>
            </a:r>
            <a:endParaRPr lang="en-US" sz="2400" b="0" u="none" strike="noStrike">
              <a:solidFill>
                <a:srgbClr val="000000"/>
              </a:solidFill>
              <a:effectLst/>
              <a:uFillTx/>
              <a:latin typeface="Arial"/>
            </a:endParaRPr>
          </a:p>
          <a:p>
            <a:pPr marL="380880" indent="-380880">
              <a:lnSpc>
                <a:spcPct val="85000"/>
              </a:lnSpc>
              <a:spcBef>
                <a:spcPts val="1321"/>
              </a:spcBef>
              <a:buClr>
                <a:srgbClr val="FC0128"/>
              </a:buClr>
              <a:buSzPct val="75000"/>
              <a:buFont typeface="Wingdings"/>
              <a:buChar char="_x0000_"/>
            </a:pPr>
            <a:r>
              <a:rPr lang="en-US" sz="2400" b="1" u="none" strike="noStrike">
                <a:solidFill>
                  <a:srgbClr val="DADADA"/>
                </a:solidFill>
                <a:effectLst/>
                <a:uFillTx/>
                <a:latin typeface="Arial"/>
                <a:ea typeface="Arial"/>
              </a:rPr>
              <a:t>In this hierarchical structure the higher the level number, the lower the item is in the hierarchy. At the lowest level the data is completely atomic.</a:t>
            </a:r>
            <a:endParaRPr lang="en-US" sz="2400" b="0" u="none" strike="noStrike">
              <a:solidFill>
                <a:srgbClr val="000000"/>
              </a:solidFill>
              <a:effectLst/>
              <a:uFillTx/>
              <a:latin typeface="Arial"/>
            </a:endParaRPr>
          </a:p>
          <a:p>
            <a:pPr marL="380880" indent="-380880">
              <a:lnSpc>
                <a:spcPct val="85000"/>
              </a:lnSpc>
              <a:spcBef>
                <a:spcPts val="1321"/>
              </a:spcBef>
              <a:buClr>
                <a:srgbClr val="FC0128"/>
              </a:buClr>
              <a:buSzPct val="75000"/>
              <a:buFont typeface="Wingdings"/>
              <a:buChar char="_x0000_"/>
            </a:pPr>
            <a:r>
              <a:rPr lang="en-US" sz="2400" b="1" u="none" strike="noStrike">
                <a:solidFill>
                  <a:srgbClr val="DADADA"/>
                </a:solidFill>
                <a:effectLst/>
                <a:uFillTx/>
                <a:latin typeface="Arial"/>
                <a:ea typeface="Arial"/>
              </a:rPr>
              <a:t>The level numbers 01 through 49 are general level numbers but there are also special level numbers such as 66, 77 and 88.</a:t>
            </a:r>
            <a:endParaRPr lang="en-US" sz="2400" b="0" u="none" strike="noStrike">
              <a:solidFill>
                <a:srgbClr val="000000"/>
              </a:solidFill>
              <a:effectLst/>
              <a:uFillTx/>
              <a:latin typeface="Arial"/>
            </a:endParaRPr>
          </a:p>
          <a:p>
            <a:pPr marL="380880" indent="-380880">
              <a:lnSpc>
                <a:spcPct val="85000"/>
              </a:lnSpc>
              <a:spcBef>
                <a:spcPts val="1321"/>
              </a:spcBef>
              <a:buClr>
                <a:srgbClr val="FC0128"/>
              </a:buClr>
              <a:buSzPct val="75000"/>
              <a:buFont typeface="Wingdings"/>
              <a:buChar char="_x0000_"/>
            </a:pPr>
            <a:r>
              <a:rPr lang="en-US" sz="2400" b="1" u="none" strike="noStrike">
                <a:solidFill>
                  <a:srgbClr val="DADADA"/>
                </a:solidFill>
                <a:effectLst/>
                <a:uFillTx/>
                <a:latin typeface="Arial"/>
                <a:ea typeface="Arial"/>
              </a:rPr>
              <a:t>In a hierarchical data description what is important is the relationship of the level numbers to one another, not the actual level numbers used.</a:t>
            </a:r>
            <a:endParaRPr lang="en-US" sz="2400" b="0" u="none" strike="noStrike">
              <a:solidFill>
                <a:srgbClr val="000000"/>
              </a:solidFill>
              <a:effectLst/>
              <a:uFillTx/>
              <a:latin typeface="Arial"/>
            </a:endParaRPr>
          </a:p>
        </p:txBody>
      </p:sp>
      <p:sp>
        <p:nvSpPr>
          <p:cNvPr id="137" name=""/>
          <p:cNvSpPr txBox="1"/>
          <p:nvPr/>
        </p:nvSpPr>
        <p:spPr>
          <a:xfrm>
            <a:off x="554040" y="4946760"/>
            <a:ext cx="3782880" cy="167940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01</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StudentDetails.</a:t>
            </a:r>
            <a:r>
              <a:rPr lang="en-US" sz="1600" b="1" u="none" strike="noStrike">
                <a:solidFill>
                  <a:srgbClr val="000000"/>
                </a:solidFill>
                <a:effectLst/>
                <a:uFillTx/>
                <a:latin typeface="Courier New"/>
                <a:ea typeface="Courier New"/>
              </a:rPr>
              <a:t>	</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02</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StudentName.</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03 Surname</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X(8).</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03 Initials</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XX.</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02</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StudentId</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9(7).</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02</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CourseCode</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X(4).</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02</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Grant</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9(4).</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02</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Gender</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X.</a:t>
            </a:r>
            <a:endParaRPr lang="en-US" sz="1600" b="0" u="none" strike="noStrike">
              <a:solidFill>
                <a:srgbClr val="000000"/>
              </a:solidFill>
              <a:effectLst/>
              <a:uFillTx/>
              <a:latin typeface="Arial"/>
            </a:endParaRPr>
          </a:p>
        </p:txBody>
      </p:sp>
      <p:sp>
        <p:nvSpPr>
          <p:cNvPr id="138" name=""/>
          <p:cNvSpPr txBox="1"/>
          <p:nvPr/>
        </p:nvSpPr>
        <p:spPr>
          <a:xfrm>
            <a:off x="4941720" y="4941720"/>
            <a:ext cx="3782880" cy="167940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01</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StudentDetails.</a:t>
            </a:r>
            <a:r>
              <a:rPr lang="en-US" sz="1600" b="1" u="none" strike="noStrike">
                <a:solidFill>
                  <a:srgbClr val="000000"/>
                </a:solidFill>
                <a:effectLst/>
                <a:uFillTx/>
                <a:latin typeface="Courier New"/>
                <a:ea typeface="Courier New"/>
              </a:rPr>
              <a:t>	</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05</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StudentName.</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10 Surname</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X(8).</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10 Initials</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XX.</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05</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StudentId</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9(7).</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05</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CourseCode</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X(4).</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05</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Grant</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9(4).</a:t>
            </a:r>
            <a:endParaRPr lang="en-US" sz="1600" b="0" u="none" strike="noStrike">
              <a:solidFill>
                <a:srgbClr val="000000"/>
              </a:solidFill>
              <a:effectLst/>
              <a:uFillTx/>
              <a:latin typeface="Arial"/>
            </a:endParaRPr>
          </a:p>
          <a:p>
            <a:pPr>
              <a:lnSpc>
                <a:spcPct val="80000"/>
              </a:lnSpc>
              <a:tabLst>
                <a:tab pos="380880" algn="l"/>
                <a:tab pos="762120" algn="l"/>
                <a:tab pos="2476440" algn="l"/>
              </a:tabLst>
            </a:pP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05</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Gender</a:t>
            </a:r>
            <a:r>
              <a:rPr lang="en-US" sz="1600" b="1" u="none" strike="noStrike">
                <a:solidFill>
                  <a:srgbClr val="000000"/>
                </a:solidFill>
                <a:effectLst/>
                <a:uFillTx/>
                <a:latin typeface="Courier New"/>
                <a:ea typeface="Courier New"/>
              </a:rPr>
              <a:t>	</a:t>
            </a:r>
            <a:r>
              <a:rPr lang="en-US" sz="1600" b="1" u="none" strike="noStrike">
                <a:solidFill>
                  <a:srgbClr val="000000"/>
                </a:solidFill>
                <a:effectLst/>
                <a:uFillTx/>
                <a:latin typeface="Courier New"/>
                <a:ea typeface="Courier New"/>
              </a:rPr>
              <a:t>PIC X.</a:t>
            </a:r>
            <a:endParaRPr lang="en-US" sz="1600" b="0" u="none" strike="noStrike">
              <a:solidFill>
                <a:srgbClr val="000000"/>
              </a:solidFill>
              <a:effectLst/>
              <a:uFillTx/>
              <a:latin typeface="Arial"/>
            </a:endParaRPr>
          </a:p>
        </p:txBody>
      </p:sp>
      <p:sp>
        <p:nvSpPr>
          <p:cNvPr id="139" name=""/>
          <p:cNvSpPr txBox="1"/>
          <p:nvPr/>
        </p:nvSpPr>
        <p:spPr>
          <a:xfrm>
            <a:off x="4524480" y="5549760"/>
            <a:ext cx="371520" cy="471600"/>
          </a:xfrm>
          <a:prstGeom prst="rect">
            <a:avLst/>
          </a:prstGeom>
          <a:noFill/>
          <a:ln w="12600">
            <a:solidFill>
              <a:srgbClr val="000000"/>
            </a:solidFill>
            <a:round/>
          </a:ln>
        </p:spPr>
        <p:txBody>
          <a:bodyPr lIns="0" tIns="0" rIns="0" bIns="0" anchor="t">
            <a:spAutoFit/>
          </a:bodyPr>
          <a:p>
            <a:pPr marL="190440" indent="-190440" algn="ctr">
              <a:lnSpc>
                <a:spcPct val="103000"/>
              </a:lnSpc>
              <a:spcAft>
                <a:spcPts val="1247"/>
              </a:spcAft>
            </a:pPr>
            <a:r>
              <a:rPr lang="en-US" sz="2800" b="1" u="none" strike="noStrike">
                <a:solidFill>
                  <a:srgbClr val="FFFFFF"/>
                </a:solidFill>
                <a:effectLst/>
                <a:uFillTx/>
                <a:latin typeface="Arial"/>
                <a:ea typeface="Arial"/>
              </a:rPr>
              <a:t>=</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
          <p:cNvSpPr txBox="1"/>
          <p:nvPr/>
        </p:nvSpPr>
        <p:spPr>
          <a:xfrm>
            <a:off x="2098800" y="74520"/>
            <a:ext cx="508464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Group and elementary items.</a:t>
            </a:r>
            <a:endParaRPr lang="en-US" sz="2800" b="0" u="none" strike="noStrike">
              <a:solidFill>
                <a:srgbClr val="000000"/>
              </a:solidFill>
              <a:effectLst/>
              <a:uFillTx/>
              <a:latin typeface="Arial"/>
            </a:endParaRPr>
          </a:p>
        </p:txBody>
      </p:sp>
      <p:sp>
        <p:nvSpPr>
          <p:cNvPr id="141" name=""/>
          <p:cNvSpPr txBox="1"/>
          <p:nvPr/>
        </p:nvSpPr>
        <p:spPr>
          <a:xfrm>
            <a:off x="154080" y="704880"/>
            <a:ext cx="8790120" cy="5222880"/>
          </a:xfrm>
          <a:prstGeom prst="rect">
            <a:avLst/>
          </a:prstGeom>
          <a:noFill/>
          <a:ln w="0">
            <a:noFill/>
          </a:ln>
        </p:spPr>
        <p:txBody>
          <a:bodyPr lIns="0" tIns="0" rIns="0" bIns="0" anchor="t">
            <a:spAutoFit/>
          </a:bodyPr>
          <a:p>
            <a:pPr marL="317520" indent="-31752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In COBOL the term “</a:t>
            </a:r>
            <a:r>
              <a:rPr lang="en-US" sz="2400" b="1" u="none" strike="noStrike">
                <a:solidFill>
                  <a:srgbClr val="00FF00"/>
                </a:solidFill>
                <a:effectLst/>
                <a:uFillTx/>
                <a:latin typeface="Arial"/>
                <a:ea typeface="Arial"/>
              </a:rPr>
              <a:t>group item</a:t>
            </a:r>
            <a:r>
              <a:rPr lang="en-US" sz="2400" b="1" u="none" strike="noStrike">
                <a:solidFill>
                  <a:srgbClr val="FFFFFF"/>
                </a:solidFill>
                <a:effectLst/>
                <a:uFillTx/>
                <a:latin typeface="Arial"/>
                <a:ea typeface="Arial"/>
              </a:rPr>
              <a:t>” is used to describe a data item which has been further subdivided.</a:t>
            </a:r>
            <a:endParaRPr lang="en-US" sz="2400" b="0" u="none" strike="noStrike">
              <a:solidFill>
                <a:srgbClr val="000000"/>
              </a:solidFill>
              <a:effectLst/>
              <a:uFillTx/>
              <a:latin typeface="Arial"/>
            </a:endParaRPr>
          </a:p>
          <a:p>
            <a:pPr marL="793800" lvl="1" indent="-316080">
              <a:lnSpc>
                <a:spcPct val="90000"/>
              </a:lnSpc>
              <a:spcBef>
                <a:spcPts val="720"/>
              </a:spcBef>
              <a:buClr>
                <a:srgbClr val="00FF00"/>
              </a:buClr>
              <a:buSzPct val="65000"/>
              <a:buFont typeface="Monotype Sorts"/>
              <a:buChar char="_x0000_"/>
            </a:pPr>
            <a:r>
              <a:rPr lang="en-US" sz="2000" b="1" u="none" strike="noStrike">
                <a:solidFill>
                  <a:srgbClr val="FFFFFF"/>
                </a:solidFill>
                <a:effectLst/>
                <a:uFillTx/>
                <a:latin typeface="Arial"/>
                <a:ea typeface="Arial"/>
              </a:rPr>
              <a:t>A Group item is declared using a level number and a data name.  It </a:t>
            </a:r>
            <a:r>
              <a:rPr lang="en-US" sz="2000" b="1" u="none" strike="noStrike">
                <a:solidFill>
                  <a:srgbClr val="FAFD00"/>
                </a:solidFill>
                <a:effectLst/>
                <a:uFillTx/>
                <a:latin typeface="Arial"/>
                <a:ea typeface="Arial"/>
              </a:rPr>
              <a:t>cannot</a:t>
            </a:r>
            <a:r>
              <a:rPr lang="en-US" sz="2000" b="1" u="none" strike="noStrike">
                <a:solidFill>
                  <a:srgbClr val="FFFFFF"/>
                </a:solidFill>
                <a:effectLst/>
                <a:uFillTx/>
                <a:latin typeface="Arial"/>
                <a:ea typeface="Arial"/>
              </a:rPr>
              <a:t> have a picture clause.</a:t>
            </a:r>
            <a:endParaRPr lang="en-US" sz="2000" b="0" u="none" strike="noStrike">
              <a:solidFill>
                <a:srgbClr val="000000"/>
              </a:solidFill>
              <a:effectLst/>
              <a:uFillTx/>
              <a:latin typeface="Arial"/>
            </a:endParaRPr>
          </a:p>
          <a:p>
            <a:pPr marL="793800" lvl="1" indent="-316080">
              <a:lnSpc>
                <a:spcPct val="90000"/>
              </a:lnSpc>
              <a:spcBef>
                <a:spcPts val="720"/>
              </a:spcBef>
              <a:buClr>
                <a:srgbClr val="00FF00"/>
              </a:buClr>
              <a:buSzPct val="65000"/>
              <a:buFont typeface="Monotype Sorts"/>
              <a:buChar char="_x0000_"/>
            </a:pPr>
            <a:r>
              <a:rPr lang="en-US" sz="2000" b="1" u="none" strike="noStrike">
                <a:solidFill>
                  <a:srgbClr val="FFFFFF"/>
                </a:solidFill>
                <a:effectLst/>
                <a:uFillTx/>
                <a:latin typeface="Arial"/>
                <a:ea typeface="Arial"/>
              </a:rPr>
              <a:t>Where a group item is the highest item in a data hierarchy it is referred to as a </a:t>
            </a:r>
            <a:r>
              <a:rPr lang="en-US" sz="2000" b="1" u="none" strike="noStrike">
                <a:solidFill>
                  <a:srgbClr val="00FF00"/>
                </a:solidFill>
                <a:effectLst/>
                <a:uFillTx/>
                <a:latin typeface="Arial"/>
                <a:ea typeface="Arial"/>
              </a:rPr>
              <a:t>record</a:t>
            </a:r>
            <a:r>
              <a:rPr lang="en-US" sz="2000" b="1" u="none" strike="noStrike">
                <a:solidFill>
                  <a:srgbClr val="FFFFFF"/>
                </a:solidFill>
                <a:effectLst/>
                <a:uFillTx/>
                <a:latin typeface="Arial"/>
                <a:ea typeface="Arial"/>
              </a:rPr>
              <a:t> and uses the level number </a:t>
            </a:r>
            <a:r>
              <a:rPr lang="en-US" sz="2000" b="1" u="none" strike="noStrike">
                <a:solidFill>
                  <a:srgbClr val="00FF00"/>
                </a:solidFill>
                <a:effectLst/>
                <a:uFillTx/>
                <a:latin typeface="Arial"/>
                <a:ea typeface="Arial"/>
              </a:rPr>
              <a:t>01</a:t>
            </a:r>
            <a:r>
              <a:rPr lang="en-US" sz="2000" b="1" u="none" strike="noStrike">
                <a:solidFill>
                  <a:srgbClr val="FFFFFF"/>
                </a:solidFill>
                <a:effectLst/>
                <a:uFillTx/>
                <a:latin typeface="Arial"/>
                <a:ea typeface="Arial"/>
              </a:rPr>
              <a:t>.</a:t>
            </a:r>
            <a:r>
              <a:rPr lang="en-US" sz="2000" b="1" u="none" strike="noStrike">
                <a:solidFill>
                  <a:srgbClr val="FFFFFF"/>
                </a:solidFill>
                <a:effectLst/>
                <a:uFillTx/>
                <a:latin typeface="Arial"/>
                <a:ea typeface="Arial"/>
              </a:rPr>
              <a:t> </a:t>
            </a:r>
            <a:r>
              <a:rPr lang="en-US" sz="2400" b="1" u="none" strike="noStrike">
                <a:solidFill>
                  <a:srgbClr val="FFFFFF"/>
                </a:solidFill>
                <a:effectLst/>
                <a:uFillTx/>
                <a:latin typeface="Times New Roman"/>
                <a:ea typeface="Times New Roman"/>
              </a:rPr>
              <a:t>	</a:t>
            </a:r>
            <a:endParaRPr lang="en-US" sz="2400" b="0" u="none" strike="noStrike">
              <a:solidFill>
                <a:srgbClr val="000000"/>
              </a:solidFill>
              <a:effectLst/>
              <a:uFillTx/>
              <a:latin typeface="Arial"/>
            </a:endParaRPr>
          </a:p>
          <a:p>
            <a:pPr marL="317520" indent="-31752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The term “</a:t>
            </a:r>
            <a:r>
              <a:rPr lang="en-US" sz="2400" b="1" u="none" strike="noStrike">
                <a:solidFill>
                  <a:srgbClr val="00FF00"/>
                </a:solidFill>
                <a:effectLst/>
                <a:uFillTx/>
                <a:latin typeface="Arial"/>
                <a:ea typeface="Arial"/>
              </a:rPr>
              <a:t>elementary item</a:t>
            </a:r>
            <a:r>
              <a:rPr lang="en-US" sz="2400" b="1" u="none" strike="noStrike">
                <a:solidFill>
                  <a:srgbClr val="FFFFFF"/>
                </a:solidFill>
                <a:effectLst/>
                <a:uFillTx/>
                <a:latin typeface="Arial"/>
                <a:ea typeface="Arial"/>
              </a:rPr>
              <a:t>” is used to describe data items which are atomic; that is, not further subdivided.</a:t>
            </a:r>
            <a:endParaRPr lang="en-US" sz="2400" b="0" u="none" strike="noStrike">
              <a:solidFill>
                <a:srgbClr val="000000"/>
              </a:solidFill>
              <a:effectLst/>
              <a:uFillTx/>
              <a:latin typeface="Arial"/>
            </a:endParaRPr>
          </a:p>
          <a:p>
            <a:pPr marL="317520" indent="-31752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An elementary item declaration consists of; </a:t>
            </a:r>
            <a:endParaRPr lang="en-US" sz="2400" b="0" u="none" strike="noStrike">
              <a:solidFill>
                <a:srgbClr val="000000"/>
              </a:solidFill>
              <a:effectLst/>
              <a:uFillTx/>
              <a:latin typeface="Arial"/>
            </a:endParaRPr>
          </a:p>
          <a:p>
            <a:pPr marL="2666880" lvl="2" indent="-334800">
              <a:lnSpc>
                <a:spcPct val="90000"/>
              </a:lnSpc>
              <a:spcBef>
                <a:spcPts val="720"/>
              </a:spcBef>
              <a:buClr>
                <a:srgbClr val="FAFD00"/>
              </a:buClr>
              <a:buSzPct val="80000"/>
              <a:buFont typeface="Wingdings"/>
              <a:buChar char="_x0000_"/>
            </a:pPr>
            <a:r>
              <a:rPr lang="en-US" sz="2000" b="1" u="none" strike="noStrike">
                <a:solidFill>
                  <a:srgbClr val="FFFFFF"/>
                </a:solidFill>
                <a:effectLst/>
                <a:uFillTx/>
                <a:latin typeface="Arial"/>
                <a:ea typeface="Arial"/>
              </a:rPr>
              <a:t>a level number, </a:t>
            </a:r>
            <a:endParaRPr lang="en-US" sz="2000" b="0" u="none" strike="noStrike">
              <a:solidFill>
                <a:srgbClr val="000000"/>
              </a:solidFill>
              <a:effectLst/>
              <a:uFillTx/>
              <a:latin typeface="Arial"/>
            </a:endParaRPr>
          </a:p>
          <a:p>
            <a:pPr marL="2666880" lvl="2" indent="-334800">
              <a:lnSpc>
                <a:spcPct val="90000"/>
              </a:lnSpc>
              <a:spcBef>
                <a:spcPts val="720"/>
              </a:spcBef>
              <a:buClr>
                <a:srgbClr val="FAFD00"/>
              </a:buClr>
              <a:buSzPct val="80000"/>
              <a:buFont typeface="Wingdings"/>
              <a:buChar char="_x0000_"/>
            </a:pPr>
            <a:r>
              <a:rPr lang="en-US" sz="2000" b="1" u="none" strike="noStrike">
                <a:solidFill>
                  <a:srgbClr val="FFFFFF"/>
                </a:solidFill>
                <a:effectLst/>
                <a:uFillTx/>
                <a:latin typeface="Arial"/>
                <a:ea typeface="Arial"/>
              </a:rPr>
              <a:t>a data name </a:t>
            </a:r>
            <a:endParaRPr lang="en-US" sz="2000" b="0" u="none" strike="noStrike">
              <a:solidFill>
                <a:srgbClr val="000000"/>
              </a:solidFill>
              <a:effectLst/>
              <a:uFillTx/>
              <a:latin typeface="Arial"/>
            </a:endParaRPr>
          </a:p>
          <a:p>
            <a:pPr marL="2666880" lvl="2" indent="-334800">
              <a:lnSpc>
                <a:spcPct val="90000"/>
              </a:lnSpc>
              <a:spcBef>
                <a:spcPts val="720"/>
              </a:spcBef>
              <a:buClr>
                <a:srgbClr val="FAFD00"/>
              </a:buClr>
              <a:buSzPct val="80000"/>
              <a:buFont typeface="Wingdings"/>
              <a:buChar char="_x0000_"/>
            </a:pPr>
            <a:r>
              <a:rPr lang="en-US" sz="2000" b="1" u="none" strike="noStrike">
                <a:solidFill>
                  <a:srgbClr val="FFFFFF"/>
                </a:solidFill>
                <a:effectLst/>
                <a:uFillTx/>
                <a:latin typeface="Arial"/>
                <a:ea typeface="Arial"/>
              </a:rPr>
              <a:t>picture clause.</a:t>
            </a:r>
            <a:endParaRPr lang="en-US" sz="2000" b="0" u="none" strike="noStrike">
              <a:solidFill>
                <a:srgbClr val="000000"/>
              </a:solidFill>
              <a:effectLst/>
              <a:uFillTx/>
              <a:latin typeface="Arial"/>
            </a:endParaRPr>
          </a:p>
          <a:p>
            <a:pPr marL="793800" indent="-316080">
              <a:lnSpc>
                <a:spcPct val="90000"/>
              </a:lnSpc>
              <a:spcBef>
                <a:spcPts val="720"/>
              </a:spcBef>
            </a:pPr>
            <a:r>
              <a:rPr lang="en-US" sz="2400" b="1" u="none" strike="noStrike">
                <a:solidFill>
                  <a:srgbClr val="FFFFFF"/>
                </a:solidFill>
                <a:effectLst/>
                <a:uFillTx/>
                <a:latin typeface="Times New Roman"/>
                <a:ea typeface="Times New Roman"/>
              </a:rPr>
              <a:t>An elementary item </a:t>
            </a:r>
            <a:r>
              <a:rPr lang="en-US" sz="2400" b="1" u="none" strike="noStrike">
                <a:solidFill>
                  <a:srgbClr val="00FF00"/>
                </a:solidFill>
                <a:effectLst/>
                <a:uFillTx/>
                <a:latin typeface="Times New Roman"/>
                <a:ea typeface="Times New Roman"/>
              </a:rPr>
              <a:t>must</a:t>
            </a:r>
            <a:r>
              <a:rPr lang="en-US" sz="2400" b="1" u="none" strike="noStrike">
                <a:solidFill>
                  <a:srgbClr val="FFFFFF"/>
                </a:solidFill>
                <a:effectLst/>
                <a:uFillTx/>
                <a:latin typeface="Times New Roman"/>
                <a:ea typeface="Times New Roman"/>
              </a:rPr>
              <a:t> have a picture clause.</a:t>
            </a:r>
            <a:endParaRPr lang="en-US" sz="2400" b="0" u="none" strike="noStrike">
              <a:solidFill>
                <a:srgbClr val="000000"/>
              </a:solidFill>
              <a:effectLst/>
              <a:uFillTx/>
              <a:latin typeface="Arial"/>
            </a:endParaRPr>
          </a:p>
          <a:p>
            <a:pPr marL="317520" indent="-317520">
              <a:lnSpc>
                <a:spcPct val="90000"/>
              </a:lnSpc>
              <a:spcBef>
                <a:spcPts val="479"/>
              </a:spcBef>
              <a:buClr>
                <a:srgbClr val="FC0128"/>
              </a:buClr>
              <a:buSzPct val="75000"/>
              <a:buFont typeface="Wingdings"/>
              <a:buChar char="_x0000_"/>
            </a:pPr>
            <a:r>
              <a:rPr lang="en-US" sz="2400" b="1" u="none" strike="noStrike">
                <a:solidFill>
                  <a:srgbClr val="FFFFFF"/>
                </a:solidFill>
                <a:effectLst/>
                <a:uFillTx/>
                <a:latin typeface="Arial"/>
                <a:ea typeface="Arial"/>
              </a:rPr>
              <a:t>Every group or elementary item declaration </a:t>
            </a:r>
            <a:r>
              <a:rPr lang="en-US" sz="2400" b="1" u="none" strike="noStrike">
                <a:solidFill>
                  <a:srgbClr val="00FF00"/>
                </a:solidFill>
                <a:effectLst/>
                <a:uFillTx/>
                <a:latin typeface="Arial"/>
                <a:ea typeface="Arial"/>
              </a:rPr>
              <a:t>must</a:t>
            </a:r>
            <a:r>
              <a:rPr lang="en-US" sz="2400" b="1" u="none" strike="noStrike">
                <a:solidFill>
                  <a:srgbClr val="FFFFFF"/>
                </a:solidFill>
                <a:effectLst/>
                <a:uFillTx/>
                <a:latin typeface="Arial"/>
                <a:ea typeface="Arial"/>
              </a:rPr>
              <a:t> be followed by a full stop.</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
          <p:cNvSpPr txBox="1"/>
          <p:nvPr/>
        </p:nvSpPr>
        <p:spPr>
          <a:xfrm>
            <a:off x="2046240" y="79200"/>
            <a:ext cx="470844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PICTUREs for Group Items</a:t>
            </a:r>
            <a:endParaRPr lang="en-US" sz="2800" b="0" u="none" strike="noStrike">
              <a:solidFill>
                <a:srgbClr val="000000"/>
              </a:solidFill>
              <a:effectLst/>
              <a:uFillTx/>
              <a:latin typeface="Arial"/>
            </a:endParaRPr>
          </a:p>
        </p:txBody>
      </p:sp>
      <p:sp>
        <p:nvSpPr>
          <p:cNvPr id="143" name=""/>
          <p:cNvSpPr txBox="1"/>
          <p:nvPr/>
        </p:nvSpPr>
        <p:spPr>
          <a:xfrm>
            <a:off x="368280" y="930240"/>
            <a:ext cx="8273880" cy="4079880"/>
          </a:xfrm>
          <a:prstGeom prst="rect">
            <a:avLst/>
          </a:prstGeom>
          <a:noFill/>
          <a:ln w="0">
            <a:noFill/>
          </a:ln>
        </p:spPr>
        <p:txBody>
          <a:bodyPr lIns="0" tIns="0" rIns="0" bIns="0" anchor="t">
            <a:spAutoFit/>
          </a:bodyPr>
          <a:p>
            <a:pPr marL="380880" indent="-380880">
              <a:lnSpc>
                <a:spcPct val="90000"/>
              </a:lnSpc>
              <a:spcBef>
                <a:spcPts val="1919"/>
              </a:spcBef>
              <a:buClr>
                <a:srgbClr val="FC0128"/>
              </a:buClr>
              <a:buSzPct val="75000"/>
              <a:buFont typeface="Wingdings"/>
              <a:buChar char="_x0000_"/>
            </a:pPr>
            <a:r>
              <a:rPr lang="en-US" sz="2400" b="1" u="none" strike="noStrike">
                <a:solidFill>
                  <a:srgbClr val="FFFFFF"/>
                </a:solidFill>
                <a:effectLst/>
                <a:uFillTx/>
                <a:latin typeface="Arial"/>
                <a:ea typeface="Arial"/>
              </a:rPr>
              <a:t>Picture clauses are </a:t>
            </a:r>
            <a:r>
              <a:rPr lang="en-US" sz="2400" b="1" u="none" strike="noStrike">
                <a:solidFill>
                  <a:srgbClr val="FAFD00"/>
                </a:solidFill>
                <a:effectLst/>
                <a:uFillTx/>
                <a:latin typeface="Arial"/>
                <a:ea typeface="Arial"/>
              </a:rPr>
              <a:t>NOT</a:t>
            </a:r>
            <a:r>
              <a:rPr lang="en-US" sz="2400" b="1" u="none" strike="noStrike">
                <a:solidFill>
                  <a:srgbClr val="FFFFFF"/>
                </a:solidFill>
                <a:effectLst/>
                <a:uFillTx/>
                <a:latin typeface="Arial"/>
                <a:ea typeface="Arial"/>
              </a:rPr>
              <a:t> specified for  ‘group’ data items because the </a:t>
            </a:r>
            <a:r>
              <a:rPr lang="en-US" sz="2400" b="1" u="none" strike="noStrike">
                <a:solidFill>
                  <a:srgbClr val="00FF00"/>
                </a:solidFill>
                <a:effectLst/>
                <a:uFillTx/>
                <a:latin typeface="Arial"/>
                <a:ea typeface="Arial"/>
              </a:rPr>
              <a:t>size</a:t>
            </a:r>
            <a:r>
              <a:rPr lang="en-US" sz="2400" b="1" u="none" strike="noStrike">
                <a:solidFill>
                  <a:srgbClr val="FFFFFF"/>
                </a:solidFill>
                <a:effectLst/>
                <a:uFillTx/>
                <a:latin typeface="Arial"/>
                <a:ea typeface="Arial"/>
              </a:rPr>
              <a:t> a group item is the sum of the sizes of its subordinate, elementary items and its </a:t>
            </a:r>
            <a:r>
              <a:rPr lang="en-US" sz="2400" b="1" u="none" strike="noStrike">
                <a:solidFill>
                  <a:srgbClr val="00FF00"/>
                </a:solidFill>
                <a:effectLst/>
                <a:uFillTx/>
                <a:latin typeface="Arial"/>
                <a:ea typeface="Arial"/>
              </a:rPr>
              <a:t>type</a:t>
            </a:r>
            <a:r>
              <a:rPr lang="en-US" sz="2400" b="1" u="none" strike="noStrike">
                <a:solidFill>
                  <a:srgbClr val="FFFFFF"/>
                </a:solidFill>
                <a:effectLst/>
                <a:uFillTx/>
                <a:latin typeface="Arial"/>
                <a:ea typeface="Arial"/>
              </a:rPr>
              <a:t> is always assumed to be </a:t>
            </a:r>
            <a:r>
              <a:rPr lang="en-US" sz="2400" b="1" u="none" strike="noStrike">
                <a:solidFill>
                  <a:srgbClr val="FAFD00"/>
                </a:solidFill>
                <a:effectLst/>
                <a:uFillTx/>
                <a:latin typeface="Arial"/>
                <a:ea typeface="Arial"/>
              </a:rPr>
              <a:t>PIC X</a:t>
            </a:r>
            <a:r>
              <a:rPr lang="en-US" sz="2400" b="1" u="none" strike="noStrike">
                <a:solidFill>
                  <a:srgbClr val="FFFFFF"/>
                </a:solidFill>
                <a:effectLst/>
                <a:uFillTx/>
                <a:latin typeface="Arial"/>
                <a:ea typeface="Arial"/>
              </a:rPr>
              <a:t>.</a:t>
            </a:r>
            <a:endParaRPr lang="en-US" sz="2400" b="0" u="none" strike="noStrike">
              <a:solidFill>
                <a:srgbClr val="000000"/>
              </a:solidFill>
              <a:effectLst/>
              <a:uFillTx/>
              <a:latin typeface="Arial"/>
            </a:endParaRPr>
          </a:p>
          <a:p>
            <a:pPr marL="380880" indent="-380880">
              <a:lnSpc>
                <a:spcPct val="90000"/>
              </a:lnSpc>
              <a:spcBef>
                <a:spcPts val="1919"/>
              </a:spcBef>
              <a:buClr>
                <a:srgbClr val="FC0128"/>
              </a:buClr>
              <a:buSzPct val="75000"/>
              <a:buFont typeface="Wingdings"/>
              <a:buChar char="_x0000_"/>
            </a:pPr>
            <a:r>
              <a:rPr lang="en-US" sz="2400" b="1" u="none" strike="noStrike">
                <a:solidFill>
                  <a:srgbClr val="FFFFFF"/>
                </a:solidFill>
                <a:effectLst/>
                <a:uFillTx/>
                <a:latin typeface="Arial"/>
                <a:ea typeface="Arial"/>
              </a:rPr>
              <a:t>The type of a group items is always assumed to be PIC X because group items may have several different data items and types subordinate to them.</a:t>
            </a:r>
            <a:endParaRPr lang="en-US" sz="2400" b="0" u="none" strike="noStrike">
              <a:solidFill>
                <a:srgbClr val="000000"/>
              </a:solidFill>
              <a:effectLst/>
              <a:uFillTx/>
              <a:latin typeface="Arial"/>
            </a:endParaRPr>
          </a:p>
          <a:p>
            <a:pPr marL="380880" indent="-380880">
              <a:lnSpc>
                <a:spcPct val="90000"/>
              </a:lnSpc>
              <a:spcBef>
                <a:spcPts val="1919"/>
              </a:spcBef>
              <a:buClr>
                <a:srgbClr val="FC0128"/>
              </a:buClr>
              <a:buSzPct val="75000"/>
              <a:buFont typeface="Wingdings"/>
              <a:buChar char="_x0000_"/>
            </a:pPr>
            <a:r>
              <a:rPr lang="en-US" sz="2400" b="1" u="none" strike="noStrike">
                <a:solidFill>
                  <a:srgbClr val="FFFFFF"/>
                </a:solidFill>
                <a:effectLst/>
                <a:uFillTx/>
                <a:latin typeface="Arial"/>
                <a:ea typeface="Arial"/>
              </a:rPr>
              <a:t>An X picture is the only one which could support such collections.</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txBox="1"/>
          <p:nvPr/>
        </p:nvSpPr>
        <p:spPr>
          <a:xfrm>
            <a:off x="2405160" y="79200"/>
            <a:ext cx="401652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Assignment in COBOL</a:t>
            </a:r>
            <a:endParaRPr lang="en-US" sz="2800" b="0" u="none" strike="noStrike">
              <a:solidFill>
                <a:srgbClr val="000000"/>
              </a:solidFill>
              <a:effectLst/>
              <a:uFillTx/>
              <a:latin typeface="Arial"/>
            </a:endParaRPr>
          </a:p>
        </p:txBody>
      </p:sp>
      <p:sp>
        <p:nvSpPr>
          <p:cNvPr id="145" name=""/>
          <p:cNvSpPr txBox="1"/>
          <p:nvPr/>
        </p:nvSpPr>
        <p:spPr>
          <a:xfrm>
            <a:off x="304920" y="717480"/>
            <a:ext cx="7770960" cy="5538960"/>
          </a:xfrm>
          <a:prstGeom prst="rect">
            <a:avLst/>
          </a:prstGeom>
          <a:noFill/>
          <a:ln w="0">
            <a:noFill/>
          </a:ln>
        </p:spPr>
        <p:txBody>
          <a:bodyPr lIns="0" tIns="0" rIns="0" bIns="0" anchor="t">
            <a:spAutoFit/>
          </a:bodyPr>
          <a:p>
            <a:pPr marL="317520" indent="-31752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In “strongly typed” languages like Modula-2, Pascal or ADA the assignment operation is simple because assignment is only allowed between data items with compatible types.</a:t>
            </a:r>
            <a:endParaRPr lang="en-US" sz="2400" b="0" u="none" strike="noStrike">
              <a:solidFill>
                <a:srgbClr val="000000"/>
              </a:solidFill>
              <a:effectLst/>
              <a:uFillTx/>
              <a:latin typeface="Arial"/>
            </a:endParaRPr>
          </a:p>
          <a:p>
            <a:pPr marL="317520" indent="-31752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The simplicity of assignment in these languages is achieved at the “cost” of having a large number of data types.</a:t>
            </a:r>
            <a:endParaRPr lang="en-US" sz="2400" b="0" u="none" strike="noStrike">
              <a:solidFill>
                <a:srgbClr val="000000"/>
              </a:solidFill>
              <a:effectLst/>
              <a:uFillTx/>
              <a:latin typeface="Arial"/>
            </a:endParaRPr>
          </a:p>
          <a:p>
            <a:pPr marL="317520" indent="-31752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In COBOL there are basically only three data types,</a:t>
            </a:r>
            <a:endParaRPr lang="en-US" sz="2400" b="0" u="none" strike="noStrike">
              <a:solidFill>
                <a:srgbClr val="000000"/>
              </a:solidFill>
              <a:effectLst/>
              <a:uFillTx/>
              <a:latin typeface="Arial"/>
            </a:endParaRPr>
          </a:p>
          <a:p>
            <a:pPr marL="1270080" lvl="2" indent="-317520">
              <a:lnSpc>
                <a:spcPct val="90000"/>
              </a:lnSpc>
              <a:spcBef>
                <a:spcPts val="720"/>
              </a:spcBef>
              <a:buClr>
                <a:srgbClr val="FAFD00"/>
              </a:buClr>
              <a:buSzPct val="80000"/>
              <a:buFont typeface="Wingdings"/>
              <a:buChar char="_x0000_"/>
            </a:pPr>
            <a:r>
              <a:rPr lang="en-US" sz="2000" b="1" u="none" strike="noStrike">
                <a:solidFill>
                  <a:srgbClr val="FFFFFF"/>
                </a:solidFill>
                <a:effectLst/>
                <a:uFillTx/>
                <a:latin typeface="Arial"/>
                <a:ea typeface="Arial"/>
              </a:rPr>
              <a:t>Alphabetic (PIC A)</a:t>
            </a:r>
            <a:endParaRPr lang="en-US" sz="2000" b="0" u="none" strike="noStrike">
              <a:solidFill>
                <a:srgbClr val="000000"/>
              </a:solidFill>
              <a:effectLst/>
              <a:uFillTx/>
              <a:latin typeface="Arial"/>
            </a:endParaRPr>
          </a:p>
          <a:p>
            <a:pPr marL="1270080" lvl="2" indent="-317520">
              <a:lnSpc>
                <a:spcPct val="90000"/>
              </a:lnSpc>
              <a:spcBef>
                <a:spcPts val="720"/>
              </a:spcBef>
              <a:buClr>
                <a:srgbClr val="FAFD00"/>
              </a:buClr>
              <a:buSzPct val="80000"/>
              <a:buFont typeface="Wingdings"/>
              <a:buChar char="_x0000_"/>
            </a:pPr>
            <a:r>
              <a:rPr lang="en-US" sz="2000" b="1" u="none" strike="noStrike">
                <a:solidFill>
                  <a:srgbClr val="FFFFFF"/>
                </a:solidFill>
                <a:effectLst/>
                <a:uFillTx/>
                <a:latin typeface="Arial"/>
                <a:ea typeface="Arial"/>
              </a:rPr>
              <a:t>Alphanumeric (PIC X)</a:t>
            </a:r>
            <a:endParaRPr lang="en-US" sz="2000" b="0" u="none" strike="noStrike">
              <a:solidFill>
                <a:srgbClr val="000000"/>
              </a:solidFill>
              <a:effectLst/>
              <a:uFillTx/>
              <a:latin typeface="Arial"/>
            </a:endParaRPr>
          </a:p>
          <a:p>
            <a:pPr marL="1270080" lvl="2" indent="-317520">
              <a:lnSpc>
                <a:spcPct val="90000"/>
              </a:lnSpc>
              <a:spcBef>
                <a:spcPts val="720"/>
              </a:spcBef>
              <a:buClr>
                <a:srgbClr val="FAFD00"/>
              </a:buClr>
              <a:buSzPct val="80000"/>
              <a:buFont typeface="Wingdings"/>
              <a:buChar char="_x0000_"/>
            </a:pPr>
            <a:r>
              <a:rPr lang="en-US" sz="2000" b="1" u="none" strike="noStrike">
                <a:solidFill>
                  <a:srgbClr val="FFFFFF"/>
                </a:solidFill>
                <a:effectLst/>
                <a:uFillTx/>
                <a:latin typeface="Arial"/>
                <a:ea typeface="Arial"/>
              </a:rPr>
              <a:t>Numeric  (PIC 9)</a:t>
            </a:r>
            <a:endParaRPr lang="en-US" sz="2000" b="0" u="none" strike="noStrike">
              <a:solidFill>
                <a:srgbClr val="000000"/>
              </a:solidFill>
              <a:effectLst/>
              <a:uFillTx/>
              <a:latin typeface="Arial"/>
            </a:endParaRPr>
          </a:p>
          <a:p>
            <a:pPr marL="317520" indent="-31752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But this simplicity is achieved only at the cost of having a very complex assignment statement.</a:t>
            </a:r>
            <a:endParaRPr lang="en-US" sz="2400" b="0" u="none" strike="noStrike">
              <a:solidFill>
                <a:srgbClr val="000000"/>
              </a:solidFill>
              <a:effectLst/>
              <a:uFillTx/>
              <a:latin typeface="Arial"/>
            </a:endParaRPr>
          </a:p>
          <a:p>
            <a:pPr marL="317520" indent="-31752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In COBOL assignment is achieved using the </a:t>
            </a:r>
            <a:r>
              <a:rPr lang="en-US" sz="2400" b="1" u="none" strike="noStrike">
                <a:solidFill>
                  <a:srgbClr val="00FF00"/>
                </a:solidFill>
                <a:effectLst/>
                <a:uFillTx/>
                <a:latin typeface="Arial"/>
                <a:ea typeface="Arial"/>
              </a:rPr>
              <a:t>MOVE </a:t>
            </a:r>
            <a:r>
              <a:rPr lang="en-US" sz="2400" b="1" u="none" strike="noStrike">
                <a:solidFill>
                  <a:srgbClr val="FFFFFF"/>
                </a:solidFill>
                <a:effectLst/>
                <a:uFillTx/>
                <a:latin typeface="Arial"/>
                <a:ea typeface="Arial"/>
              </a:rPr>
              <a:t>verb.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
          <p:cNvSpPr txBox="1"/>
          <p:nvPr/>
        </p:nvSpPr>
        <p:spPr>
          <a:xfrm>
            <a:off x="2617920" y="65160"/>
            <a:ext cx="285120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The MOVE Verb</a:t>
            </a:r>
            <a:endParaRPr lang="en-US" sz="2800" b="0" u="none" strike="noStrike">
              <a:solidFill>
                <a:srgbClr val="000000"/>
              </a:solidFill>
              <a:effectLst/>
              <a:uFillTx/>
              <a:latin typeface="Arial"/>
            </a:endParaRPr>
          </a:p>
        </p:txBody>
      </p:sp>
      <p:sp>
        <p:nvSpPr>
          <p:cNvPr id="147" name=""/>
          <p:cNvSpPr txBox="1"/>
          <p:nvPr/>
        </p:nvSpPr>
        <p:spPr>
          <a:xfrm>
            <a:off x="385920" y="1838160"/>
            <a:ext cx="8153280" cy="4419720"/>
          </a:xfrm>
          <a:prstGeom prst="rect">
            <a:avLst/>
          </a:prstGeom>
          <a:noFill/>
          <a:ln w="0">
            <a:noFill/>
          </a:ln>
        </p:spPr>
        <p:txBody>
          <a:bodyPr lIns="0" tIns="0" rIns="0" bIns="0" anchor="t">
            <a:spAutoFit/>
          </a:bodyPr>
          <a:p>
            <a:pPr marL="380880" indent="-38088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The</a:t>
            </a:r>
            <a:r>
              <a:rPr lang="en-US" sz="2400" b="1" u="none" strike="noStrike">
                <a:solidFill>
                  <a:srgbClr val="037C03"/>
                </a:solidFill>
                <a:effectLst/>
                <a:uFillTx/>
                <a:latin typeface="Arial"/>
                <a:ea typeface="Arial"/>
              </a:rPr>
              <a:t> </a:t>
            </a:r>
            <a:r>
              <a:rPr lang="en-US" sz="2400" b="1" u="none" strike="noStrike">
                <a:solidFill>
                  <a:srgbClr val="00FF00"/>
                </a:solidFill>
                <a:effectLst/>
                <a:uFillTx/>
                <a:latin typeface="Arial"/>
                <a:ea typeface="Arial"/>
              </a:rPr>
              <a:t>MOVE </a:t>
            </a:r>
            <a:r>
              <a:rPr lang="en-US" sz="2400" b="1" u="none" strike="noStrike">
                <a:solidFill>
                  <a:srgbClr val="FFFFFF"/>
                </a:solidFill>
                <a:effectLst/>
                <a:uFillTx/>
                <a:latin typeface="Arial"/>
                <a:ea typeface="Arial"/>
              </a:rPr>
              <a:t>copies data from the source identifier or literal to one or more destination identifiers.</a:t>
            </a:r>
            <a:endParaRPr lang="en-US" sz="2400" b="0" u="none" strike="noStrike">
              <a:solidFill>
                <a:srgbClr val="000000"/>
              </a:solidFill>
              <a:effectLst/>
              <a:uFillTx/>
              <a:latin typeface="Arial"/>
            </a:endParaRPr>
          </a:p>
          <a:p>
            <a:pPr marL="380880" indent="-38088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The source and destination identifiers can be group or elementary data items.</a:t>
            </a:r>
            <a:endParaRPr lang="en-US" sz="2400" b="0" u="none" strike="noStrike">
              <a:solidFill>
                <a:srgbClr val="000000"/>
              </a:solidFill>
              <a:effectLst/>
              <a:uFillTx/>
              <a:latin typeface="Arial"/>
            </a:endParaRPr>
          </a:p>
          <a:p>
            <a:pPr marL="380880" indent="-38088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When the destination item is alphanumeric or alphabetic (PIC X or A) data is copied into the destination area from</a:t>
            </a:r>
            <a:r>
              <a:rPr lang="en-US" sz="2400" b="1" u="none" strike="noStrike">
                <a:solidFill>
                  <a:srgbClr val="037C03"/>
                </a:solidFill>
                <a:effectLst/>
                <a:uFillTx/>
                <a:latin typeface="Arial"/>
                <a:ea typeface="Arial"/>
              </a:rPr>
              <a:t> </a:t>
            </a:r>
            <a:r>
              <a:rPr lang="en-US" sz="2400" b="1" u="none" strike="noStrike">
                <a:solidFill>
                  <a:srgbClr val="00FF00"/>
                </a:solidFill>
                <a:effectLst/>
                <a:uFillTx/>
                <a:latin typeface="Arial"/>
                <a:ea typeface="Arial"/>
              </a:rPr>
              <a:t>left</a:t>
            </a:r>
            <a:r>
              <a:rPr lang="en-US" sz="2400" b="1" u="none" strike="noStrike">
                <a:solidFill>
                  <a:srgbClr val="037C03"/>
                </a:solidFill>
                <a:effectLst/>
                <a:uFillTx/>
                <a:latin typeface="Arial"/>
                <a:ea typeface="Arial"/>
              </a:rPr>
              <a:t> </a:t>
            </a:r>
            <a:r>
              <a:rPr lang="en-US" sz="2400" b="1" u="none" strike="noStrike">
                <a:solidFill>
                  <a:srgbClr val="FFFFFF"/>
                </a:solidFill>
                <a:effectLst/>
                <a:uFillTx/>
                <a:latin typeface="Arial"/>
                <a:ea typeface="Arial"/>
              </a:rPr>
              <a:t>to</a:t>
            </a:r>
            <a:r>
              <a:rPr lang="en-US" sz="2400" b="1" u="none" strike="noStrike">
                <a:solidFill>
                  <a:srgbClr val="037C03"/>
                </a:solidFill>
                <a:effectLst/>
                <a:uFillTx/>
                <a:latin typeface="Arial"/>
                <a:ea typeface="Arial"/>
              </a:rPr>
              <a:t> </a:t>
            </a:r>
            <a:r>
              <a:rPr lang="en-US" sz="2400" b="1" u="none" strike="noStrike">
                <a:solidFill>
                  <a:srgbClr val="00FF00"/>
                </a:solidFill>
                <a:effectLst/>
                <a:uFillTx/>
                <a:latin typeface="Arial"/>
                <a:ea typeface="Arial"/>
              </a:rPr>
              <a:t>right </a:t>
            </a:r>
            <a:r>
              <a:rPr lang="en-US" sz="2400" b="1" u="none" strike="noStrike">
                <a:solidFill>
                  <a:srgbClr val="FFFFFF"/>
                </a:solidFill>
                <a:effectLst/>
                <a:uFillTx/>
                <a:latin typeface="Arial"/>
                <a:ea typeface="Arial"/>
              </a:rPr>
              <a:t>with space filling or truncation on the right.</a:t>
            </a:r>
            <a:endParaRPr lang="en-US" sz="2400" b="0" u="none" strike="noStrike">
              <a:solidFill>
                <a:srgbClr val="000000"/>
              </a:solidFill>
              <a:effectLst/>
              <a:uFillTx/>
              <a:latin typeface="Arial"/>
            </a:endParaRPr>
          </a:p>
          <a:p>
            <a:pPr marL="380880" indent="-38088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When data is MOVEd into an item the contents of the item are completely </a:t>
            </a:r>
            <a:r>
              <a:rPr lang="en-US" sz="2400" b="1" u="none" strike="noStrike">
                <a:solidFill>
                  <a:srgbClr val="00FF00"/>
                </a:solidFill>
                <a:effectLst/>
                <a:uFillTx/>
                <a:latin typeface="Arial"/>
                <a:ea typeface="Arial"/>
              </a:rPr>
              <a:t>replaced</a:t>
            </a:r>
            <a:r>
              <a:rPr lang="en-US" sz="2400" b="1" u="none" strike="noStrike">
                <a:solidFill>
                  <a:srgbClr val="FFFFFF"/>
                </a:solidFill>
                <a:effectLst/>
                <a:uFillTx/>
                <a:latin typeface="Arial"/>
                <a:ea typeface="Arial"/>
              </a:rPr>
              <a:t>.  If the source data is too small to fill the destination item entirely the remaining area is </a:t>
            </a:r>
            <a:r>
              <a:rPr lang="en-US" sz="2400" b="1" u="none" strike="noStrike">
                <a:solidFill>
                  <a:srgbClr val="00FF00"/>
                </a:solidFill>
                <a:effectLst/>
                <a:uFillTx/>
                <a:latin typeface="Arial"/>
                <a:ea typeface="Arial"/>
              </a:rPr>
              <a:t>zero </a:t>
            </a:r>
            <a:r>
              <a:rPr lang="en-US" sz="2400" b="1" u="none" strike="noStrike">
                <a:solidFill>
                  <a:srgbClr val="FFFFFF"/>
                </a:solidFill>
                <a:effectLst/>
                <a:uFillTx/>
                <a:latin typeface="Arial"/>
                <a:ea typeface="Arial"/>
              </a:rPr>
              <a:t>or</a:t>
            </a:r>
            <a:r>
              <a:rPr lang="en-US" sz="2400" b="1" u="none" strike="noStrike">
                <a:solidFill>
                  <a:srgbClr val="037C03"/>
                </a:solidFill>
                <a:effectLst/>
                <a:uFillTx/>
                <a:latin typeface="Arial"/>
                <a:ea typeface="Arial"/>
              </a:rPr>
              <a:t> </a:t>
            </a:r>
            <a:r>
              <a:rPr lang="en-US" sz="2400" b="1" u="none" strike="noStrike">
                <a:solidFill>
                  <a:srgbClr val="00FF00"/>
                </a:solidFill>
                <a:effectLst/>
                <a:uFillTx/>
                <a:latin typeface="Arial"/>
                <a:ea typeface="Arial"/>
              </a:rPr>
              <a:t>space filled</a:t>
            </a:r>
            <a:r>
              <a:rPr lang="en-US" sz="2400" b="1" u="none" strike="noStrike">
                <a:solidFill>
                  <a:srgbClr val="FFFFFF"/>
                </a:solidFill>
                <a:effectLst/>
                <a:uFillTx/>
                <a:latin typeface="Arial"/>
                <a:ea typeface="Arial"/>
              </a:rPr>
              <a:t>.</a:t>
            </a:r>
            <a:endParaRPr lang="en-US" sz="2400" b="0" u="none" strike="noStrike">
              <a:solidFill>
                <a:srgbClr val="000000"/>
              </a:solidFill>
              <a:effectLst/>
              <a:uFillTx/>
              <a:latin typeface="Arial"/>
            </a:endParaRPr>
          </a:p>
        </p:txBody>
      </p:sp>
      <p:pic>
        <p:nvPicPr>
          <p:cNvPr id="148" name=""/>
          <p:cNvPicPr/>
          <p:nvPr/>
        </p:nvPicPr>
        <p:blipFill>
          <a:blip r:embed="rId1"/>
          <a:stretch/>
        </p:blipFill>
        <p:spPr>
          <a:xfrm>
            <a:off x="1996920" y="782640"/>
            <a:ext cx="4848120" cy="8859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9" name=""/>
          <p:cNvGrpSpPr/>
          <p:nvPr/>
        </p:nvGrpSpPr>
        <p:grpSpPr>
          <a:xfrm>
            <a:off x="2006640" y="4046400"/>
            <a:ext cx="3479760" cy="482760"/>
            <a:chOff x="2006640" y="4046400"/>
            <a:chExt cx="3479760" cy="482760"/>
          </a:xfrm>
        </p:grpSpPr>
        <p:sp>
          <p:nvSpPr>
            <p:cNvPr id="150" name=""/>
            <p:cNvSpPr/>
            <p:nvPr/>
          </p:nvSpPr>
          <p:spPr>
            <a:xfrm>
              <a:off x="200664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51" name=""/>
            <p:cNvSpPr/>
            <p:nvPr/>
          </p:nvSpPr>
          <p:spPr>
            <a:xfrm>
              <a:off x="24382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52" name=""/>
            <p:cNvSpPr/>
            <p:nvPr/>
          </p:nvSpPr>
          <p:spPr>
            <a:xfrm>
              <a:off x="28702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53" name=""/>
            <p:cNvSpPr/>
            <p:nvPr/>
          </p:nvSpPr>
          <p:spPr>
            <a:xfrm>
              <a:off x="33148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54" name=""/>
            <p:cNvSpPr/>
            <p:nvPr/>
          </p:nvSpPr>
          <p:spPr>
            <a:xfrm>
              <a:off x="374652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55" name=""/>
            <p:cNvSpPr/>
            <p:nvPr/>
          </p:nvSpPr>
          <p:spPr>
            <a:xfrm>
              <a:off x="417816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56" name=""/>
            <p:cNvSpPr/>
            <p:nvPr/>
          </p:nvSpPr>
          <p:spPr>
            <a:xfrm>
              <a:off x="459756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57" name=""/>
            <p:cNvSpPr/>
            <p:nvPr/>
          </p:nvSpPr>
          <p:spPr>
            <a:xfrm>
              <a:off x="502920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grpSp>
      <p:sp>
        <p:nvSpPr>
          <p:cNvPr id="158" name=""/>
          <p:cNvSpPr txBox="1"/>
          <p:nvPr/>
        </p:nvSpPr>
        <p:spPr>
          <a:xfrm>
            <a:off x="1141560" y="1192320"/>
            <a:ext cx="6275520" cy="143208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a:lnSpc>
                <a:spcPct val="90000"/>
              </a:lnSpc>
              <a:tabLst>
                <a:tab pos="571680" algn="l"/>
                <a:tab pos="1143000" algn="l"/>
              </a:tabLst>
            </a:pPr>
            <a:br>
              <a:rPr sz="2400"/>
            </a:br>
            <a:r>
              <a:rPr lang="en-US" sz="2400" b="1" u="none" strike="noStrike">
                <a:solidFill>
                  <a:srgbClr val="000000"/>
                </a:solidFill>
                <a:effectLst/>
                <a:uFillTx/>
                <a:latin typeface="Courier New"/>
                <a:ea typeface="Courier New"/>
              </a:rPr>
              <a:t>MOVE “RYAN” TO Surname.</a:t>
            </a: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000000"/>
                </a:solidFill>
                <a:effectLst/>
                <a:uFillTx/>
                <a:latin typeface="Courier New"/>
                <a:ea typeface="Courier New"/>
              </a:rPr>
              <a:t>MOVE “FITZPATRICK” TO Surname.</a:t>
            </a:r>
            <a:br>
              <a:rPr sz="2400"/>
            </a:br>
            <a:endParaRPr lang="en-US" sz="2400" b="0" u="none" strike="noStrike">
              <a:solidFill>
                <a:srgbClr val="000000"/>
              </a:solidFill>
              <a:effectLst/>
              <a:uFillTx/>
              <a:latin typeface="Arial"/>
            </a:endParaRPr>
          </a:p>
        </p:txBody>
      </p:sp>
      <p:sp>
        <p:nvSpPr>
          <p:cNvPr id="159" name=""/>
          <p:cNvSpPr txBox="1"/>
          <p:nvPr/>
        </p:nvSpPr>
        <p:spPr>
          <a:xfrm>
            <a:off x="1774800" y="3625920"/>
            <a:ext cx="4116240" cy="420840"/>
          </a:xfrm>
          <a:prstGeom prst="rect">
            <a:avLst/>
          </a:prstGeom>
          <a:noFill/>
          <a:ln w="0">
            <a:noFill/>
          </a:ln>
        </p:spPr>
        <p:txBody>
          <a:bodyPr lIns="0" tIns="0" rIns="0" bIns="0" anchor="t">
            <a:spAutoFit/>
          </a:bodyPr>
          <a:p>
            <a:pPr>
              <a:lnSpc>
                <a:spcPct val="90000"/>
              </a:lnSpc>
              <a:tabLst>
                <a:tab pos="571680" algn="l"/>
                <a:tab pos="1143000" algn="l"/>
              </a:tabLst>
            </a:pPr>
            <a:r>
              <a:rPr lang="en-US" sz="2400" b="1" u="none" strike="noStrike">
                <a:solidFill>
                  <a:srgbClr val="FFFFFF"/>
                </a:solidFill>
                <a:effectLst/>
                <a:uFillTx/>
                <a:latin typeface="Courier New"/>
                <a:ea typeface="Courier New"/>
              </a:rPr>
              <a:t>01 Surname</a:t>
            </a:r>
            <a:r>
              <a:rPr lang="en-US" sz="2400" b="1" u="none" strike="noStrike">
                <a:solidFill>
                  <a:srgbClr val="FFFFFF"/>
                </a:solidFill>
                <a:effectLst/>
                <a:uFillTx/>
                <a:latin typeface="Courier New"/>
                <a:ea typeface="Courier New"/>
              </a:rPr>
              <a:t>	</a:t>
            </a:r>
            <a:r>
              <a:rPr lang="en-US" sz="2400" b="1" u="none" strike="noStrike">
                <a:solidFill>
                  <a:srgbClr val="FFFFFF"/>
                </a:solidFill>
                <a:effectLst/>
                <a:uFillTx/>
                <a:latin typeface="Courier New"/>
                <a:ea typeface="Courier New"/>
              </a:rPr>
              <a:t>PIC X(8).</a:t>
            </a:r>
            <a:endParaRPr lang="en-US" sz="2400" b="0" u="none" strike="noStrike">
              <a:solidFill>
                <a:srgbClr val="000000"/>
              </a:solidFill>
              <a:effectLst/>
              <a:uFillTx/>
              <a:latin typeface="Arial"/>
            </a:endParaRPr>
          </a:p>
        </p:txBody>
      </p:sp>
      <p:sp>
        <p:nvSpPr>
          <p:cNvPr id="160" name=""/>
          <p:cNvSpPr txBox="1"/>
          <p:nvPr/>
        </p:nvSpPr>
        <p:spPr>
          <a:xfrm>
            <a:off x="2819520" y="133200"/>
            <a:ext cx="263376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MOVEing Data</a:t>
            </a:r>
            <a:endParaRPr lang="en-US" sz="2800" b="0" u="none" strike="noStrike">
              <a:solidFill>
                <a:srgbClr val="000000"/>
              </a:solidFill>
              <a:effectLst/>
              <a:uFillTx/>
              <a:latin typeface="Arial"/>
            </a:endParaRPr>
          </a:p>
        </p:txBody>
      </p:sp>
      <p:sp>
        <p:nvSpPr>
          <p:cNvPr id="161" name=""/>
          <p:cNvSpPr/>
          <p:nvPr/>
        </p:nvSpPr>
        <p:spPr>
          <a:xfrm>
            <a:off x="965160" y="1041480"/>
            <a:ext cx="6604200" cy="533880"/>
          </a:xfrm>
          <a:custGeom>
            <a:avLst/>
            <a:gdLst/>
            <a:ahLst/>
            <a:rect l="0" t="0" r="r" b="b"/>
            <a:pathLst>
              <a:path w="18345" h="1483">
                <a:moveTo>
                  <a:pt x="211" y="1059"/>
                </a:moveTo>
                <a:lnTo>
                  <a:pt x="352" y="1130"/>
                </a:lnTo>
                <a:lnTo>
                  <a:pt x="423" y="1236"/>
                </a:lnTo>
                <a:lnTo>
                  <a:pt x="529" y="1307"/>
                </a:lnTo>
                <a:lnTo>
                  <a:pt x="635" y="1377"/>
                </a:lnTo>
                <a:lnTo>
                  <a:pt x="740" y="1483"/>
                </a:lnTo>
                <a:lnTo>
                  <a:pt x="846" y="1448"/>
                </a:lnTo>
                <a:lnTo>
                  <a:pt x="987" y="1377"/>
                </a:lnTo>
                <a:lnTo>
                  <a:pt x="1093" y="1342"/>
                </a:lnTo>
                <a:lnTo>
                  <a:pt x="1234" y="1236"/>
                </a:lnTo>
                <a:lnTo>
                  <a:pt x="1375" y="1166"/>
                </a:lnTo>
                <a:lnTo>
                  <a:pt x="1446" y="1272"/>
                </a:lnTo>
                <a:lnTo>
                  <a:pt x="1552" y="1377"/>
                </a:lnTo>
                <a:lnTo>
                  <a:pt x="1658" y="1342"/>
                </a:lnTo>
                <a:lnTo>
                  <a:pt x="1763" y="1307"/>
                </a:lnTo>
                <a:lnTo>
                  <a:pt x="1869" y="1201"/>
                </a:lnTo>
                <a:lnTo>
                  <a:pt x="1975" y="1130"/>
                </a:lnTo>
                <a:lnTo>
                  <a:pt x="2116" y="1166"/>
                </a:lnTo>
                <a:lnTo>
                  <a:pt x="2257" y="1166"/>
                </a:lnTo>
                <a:lnTo>
                  <a:pt x="2398" y="1130"/>
                </a:lnTo>
                <a:lnTo>
                  <a:pt x="2504" y="1094"/>
                </a:lnTo>
                <a:lnTo>
                  <a:pt x="2645" y="1094"/>
                </a:lnTo>
                <a:lnTo>
                  <a:pt x="2822" y="1059"/>
                </a:lnTo>
                <a:lnTo>
                  <a:pt x="2928" y="1059"/>
                </a:lnTo>
                <a:lnTo>
                  <a:pt x="3104" y="918"/>
                </a:lnTo>
                <a:lnTo>
                  <a:pt x="3245" y="847"/>
                </a:lnTo>
                <a:lnTo>
                  <a:pt x="3386" y="953"/>
                </a:lnTo>
                <a:lnTo>
                  <a:pt x="3492" y="953"/>
                </a:lnTo>
                <a:lnTo>
                  <a:pt x="3633" y="988"/>
                </a:lnTo>
                <a:lnTo>
                  <a:pt x="3739" y="988"/>
                </a:lnTo>
                <a:lnTo>
                  <a:pt x="3880" y="1059"/>
                </a:lnTo>
                <a:lnTo>
                  <a:pt x="4021" y="1094"/>
                </a:lnTo>
                <a:lnTo>
                  <a:pt x="4092" y="1201"/>
                </a:lnTo>
                <a:lnTo>
                  <a:pt x="4198" y="1236"/>
                </a:lnTo>
                <a:lnTo>
                  <a:pt x="4268" y="1342"/>
                </a:lnTo>
                <a:lnTo>
                  <a:pt x="4374" y="1342"/>
                </a:lnTo>
                <a:lnTo>
                  <a:pt x="4515" y="1272"/>
                </a:lnTo>
                <a:lnTo>
                  <a:pt x="4656" y="1201"/>
                </a:lnTo>
                <a:lnTo>
                  <a:pt x="4762" y="1059"/>
                </a:lnTo>
                <a:lnTo>
                  <a:pt x="4868" y="953"/>
                </a:lnTo>
                <a:lnTo>
                  <a:pt x="4938" y="847"/>
                </a:lnTo>
                <a:lnTo>
                  <a:pt x="5079" y="918"/>
                </a:lnTo>
                <a:lnTo>
                  <a:pt x="5185" y="988"/>
                </a:lnTo>
                <a:lnTo>
                  <a:pt x="5291" y="988"/>
                </a:lnTo>
                <a:lnTo>
                  <a:pt x="5397" y="918"/>
                </a:lnTo>
                <a:lnTo>
                  <a:pt x="5503" y="953"/>
                </a:lnTo>
                <a:lnTo>
                  <a:pt x="5644" y="953"/>
                </a:lnTo>
                <a:lnTo>
                  <a:pt x="5785" y="882"/>
                </a:lnTo>
                <a:lnTo>
                  <a:pt x="5891" y="918"/>
                </a:lnTo>
                <a:lnTo>
                  <a:pt x="5997" y="918"/>
                </a:lnTo>
                <a:lnTo>
                  <a:pt x="6279" y="918"/>
                </a:lnTo>
                <a:lnTo>
                  <a:pt x="6491" y="812"/>
                </a:lnTo>
                <a:lnTo>
                  <a:pt x="6596" y="706"/>
                </a:lnTo>
                <a:lnTo>
                  <a:pt x="6632" y="812"/>
                </a:lnTo>
                <a:lnTo>
                  <a:pt x="6738" y="777"/>
                </a:lnTo>
                <a:lnTo>
                  <a:pt x="6843" y="741"/>
                </a:lnTo>
                <a:lnTo>
                  <a:pt x="6843" y="847"/>
                </a:lnTo>
                <a:lnTo>
                  <a:pt x="6985" y="882"/>
                </a:lnTo>
                <a:lnTo>
                  <a:pt x="7090" y="953"/>
                </a:lnTo>
                <a:lnTo>
                  <a:pt x="7196" y="988"/>
                </a:lnTo>
                <a:lnTo>
                  <a:pt x="7302" y="953"/>
                </a:lnTo>
                <a:lnTo>
                  <a:pt x="7443" y="918"/>
                </a:lnTo>
                <a:lnTo>
                  <a:pt x="7549" y="918"/>
                </a:lnTo>
                <a:lnTo>
                  <a:pt x="7690" y="847"/>
                </a:lnTo>
                <a:lnTo>
                  <a:pt x="7796" y="847"/>
                </a:lnTo>
                <a:lnTo>
                  <a:pt x="7937" y="847"/>
                </a:lnTo>
                <a:lnTo>
                  <a:pt x="8078" y="847"/>
                </a:lnTo>
                <a:lnTo>
                  <a:pt x="8255" y="847"/>
                </a:lnTo>
                <a:lnTo>
                  <a:pt x="8431" y="847"/>
                </a:lnTo>
                <a:lnTo>
                  <a:pt x="8572" y="812"/>
                </a:lnTo>
                <a:lnTo>
                  <a:pt x="8678" y="812"/>
                </a:lnTo>
                <a:lnTo>
                  <a:pt x="8819" y="777"/>
                </a:lnTo>
                <a:lnTo>
                  <a:pt x="8960" y="777"/>
                </a:lnTo>
                <a:lnTo>
                  <a:pt x="9101" y="777"/>
                </a:lnTo>
                <a:lnTo>
                  <a:pt x="9208" y="812"/>
                </a:lnTo>
                <a:lnTo>
                  <a:pt x="9314" y="777"/>
                </a:lnTo>
                <a:lnTo>
                  <a:pt x="9526" y="812"/>
                </a:lnTo>
                <a:lnTo>
                  <a:pt x="9737" y="918"/>
                </a:lnTo>
                <a:lnTo>
                  <a:pt x="9949" y="988"/>
                </a:lnTo>
                <a:lnTo>
                  <a:pt x="10055" y="1024"/>
                </a:lnTo>
                <a:lnTo>
                  <a:pt x="10161" y="988"/>
                </a:lnTo>
                <a:lnTo>
                  <a:pt x="10302" y="953"/>
                </a:lnTo>
                <a:lnTo>
                  <a:pt x="10407" y="918"/>
                </a:lnTo>
                <a:lnTo>
                  <a:pt x="10513" y="882"/>
                </a:lnTo>
                <a:lnTo>
                  <a:pt x="10619" y="777"/>
                </a:lnTo>
                <a:lnTo>
                  <a:pt x="10760" y="671"/>
                </a:lnTo>
                <a:lnTo>
                  <a:pt x="10866" y="706"/>
                </a:lnTo>
                <a:lnTo>
                  <a:pt x="10866" y="812"/>
                </a:lnTo>
                <a:lnTo>
                  <a:pt x="10937" y="918"/>
                </a:lnTo>
                <a:lnTo>
                  <a:pt x="11042" y="988"/>
                </a:lnTo>
                <a:lnTo>
                  <a:pt x="11148" y="953"/>
                </a:lnTo>
                <a:lnTo>
                  <a:pt x="11289" y="918"/>
                </a:lnTo>
                <a:lnTo>
                  <a:pt x="11431" y="882"/>
                </a:lnTo>
                <a:lnTo>
                  <a:pt x="11536" y="847"/>
                </a:lnTo>
                <a:lnTo>
                  <a:pt x="11642" y="812"/>
                </a:lnTo>
                <a:lnTo>
                  <a:pt x="11783" y="812"/>
                </a:lnTo>
                <a:lnTo>
                  <a:pt x="11924" y="777"/>
                </a:lnTo>
                <a:lnTo>
                  <a:pt x="12066" y="777"/>
                </a:lnTo>
                <a:lnTo>
                  <a:pt x="12171" y="777"/>
                </a:lnTo>
                <a:lnTo>
                  <a:pt x="12277" y="777"/>
                </a:lnTo>
                <a:lnTo>
                  <a:pt x="12418" y="777"/>
                </a:lnTo>
                <a:lnTo>
                  <a:pt x="12524" y="812"/>
                </a:lnTo>
                <a:lnTo>
                  <a:pt x="12665" y="847"/>
                </a:lnTo>
                <a:lnTo>
                  <a:pt x="12842" y="847"/>
                </a:lnTo>
                <a:lnTo>
                  <a:pt x="13336" y="882"/>
                </a:lnTo>
                <a:lnTo>
                  <a:pt x="13547" y="918"/>
                </a:lnTo>
                <a:lnTo>
                  <a:pt x="13653" y="918"/>
                </a:lnTo>
                <a:lnTo>
                  <a:pt x="13759" y="988"/>
                </a:lnTo>
                <a:lnTo>
                  <a:pt x="13865" y="1059"/>
                </a:lnTo>
                <a:lnTo>
                  <a:pt x="13971" y="1059"/>
                </a:lnTo>
                <a:lnTo>
                  <a:pt x="14006" y="1166"/>
                </a:lnTo>
                <a:lnTo>
                  <a:pt x="14147" y="1059"/>
                </a:lnTo>
                <a:lnTo>
                  <a:pt x="14323" y="953"/>
                </a:lnTo>
                <a:lnTo>
                  <a:pt x="14429" y="918"/>
                </a:lnTo>
                <a:lnTo>
                  <a:pt x="14535" y="918"/>
                </a:lnTo>
                <a:lnTo>
                  <a:pt x="14676" y="812"/>
                </a:lnTo>
                <a:lnTo>
                  <a:pt x="14747" y="918"/>
                </a:lnTo>
                <a:lnTo>
                  <a:pt x="14852" y="988"/>
                </a:lnTo>
                <a:lnTo>
                  <a:pt x="14994" y="953"/>
                </a:lnTo>
                <a:lnTo>
                  <a:pt x="15099" y="953"/>
                </a:lnTo>
                <a:lnTo>
                  <a:pt x="15205" y="953"/>
                </a:lnTo>
                <a:lnTo>
                  <a:pt x="15311" y="953"/>
                </a:lnTo>
                <a:lnTo>
                  <a:pt x="15452" y="953"/>
                </a:lnTo>
                <a:lnTo>
                  <a:pt x="15664" y="953"/>
                </a:lnTo>
                <a:lnTo>
                  <a:pt x="15840" y="1024"/>
                </a:lnTo>
                <a:lnTo>
                  <a:pt x="15981" y="1059"/>
                </a:lnTo>
                <a:lnTo>
                  <a:pt x="16087" y="1059"/>
                </a:lnTo>
                <a:lnTo>
                  <a:pt x="16264" y="988"/>
                </a:lnTo>
                <a:lnTo>
                  <a:pt x="16440" y="918"/>
                </a:lnTo>
                <a:lnTo>
                  <a:pt x="16581" y="918"/>
                </a:lnTo>
                <a:lnTo>
                  <a:pt x="16687" y="882"/>
                </a:lnTo>
                <a:lnTo>
                  <a:pt x="16793" y="953"/>
                </a:lnTo>
                <a:lnTo>
                  <a:pt x="16899" y="1059"/>
                </a:lnTo>
                <a:lnTo>
                  <a:pt x="17004" y="988"/>
                </a:lnTo>
                <a:lnTo>
                  <a:pt x="17110" y="953"/>
                </a:lnTo>
                <a:lnTo>
                  <a:pt x="17216" y="953"/>
                </a:lnTo>
                <a:lnTo>
                  <a:pt x="17322" y="988"/>
                </a:lnTo>
                <a:lnTo>
                  <a:pt x="17463" y="1059"/>
                </a:lnTo>
                <a:lnTo>
                  <a:pt x="17569" y="1201"/>
                </a:lnTo>
                <a:lnTo>
                  <a:pt x="17675" y="1130"/>
                </a:lnTo>
                <a:lnTo>
                  <a:pt x="17816" y="1130"/>
                </a:lnTo>
                <a:lnTo>
                  <a:pt x="17922" y="1201"/>
                </a:lnTo>
                <a:lnTo>
                  <a:pt x="18027" y="1236"/>
                </a:lnTo>
                <a:lnTo>
                  <a:pt x="18133" y="1342"/>
                </a:lnTo>
                <a:lnTo>
                  <a:pt x="18239" y="1413"/>
                </a:lnTo>
                <a:lnTo>
                  <a:pt x="18345" y="1448"/>
                </a:lnTo>
                <a:lnTo>
                  <a:pt x="18345" y="0"/>
                </a:lnTo>
                <a:lnTo>
                  <a:pt x="0" y="141"/>
                </a:lnTo>
                <a:lnTo>
                  <a:pt x="211" y="1059"/>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62" name=""/>
          <p:cNvSpPr/>
          <p:nvPr/>
        </p:nvSpPr>
        <p:spPr>
          <a:xfrm>
            <a:off x="1015920" y="2260440"/>
            <a:ext cx="6604200" cy="533880"/>
          </a:xfrm>
          <a:custGeom>
            <a:avLst/>
            <a:gdLst/>
            <a:ahLst/>
            <a:rect l="0" t="0" r="r" b="b"/>
            <a:pathLst>
              <a:path w="18345" h="1483">
                <a:moveTo>
                  <a:pt x="35" y="1236"/>
                </a:moveTo>
                <a:lnTo>
                  <a:pt x="176" y="1130"/>
                </a:lnTo>
                <a:lnTo>
                  <a:pt x="246" y="1024"/>
                </a:lnTo>
                <a:lnTo>
                  <a:pt x="388" y="953"/>
                </a:lnTo>
                <a:lnTo>
                  <a:pt x="493" y="847"/>
                </a:lnTo>
                <a:lnTo>
                  <a:pt x="599" y="741"/>
                </a:lnTo>
                <a:lnTo>
                  <a:pt x="705" y="706"/>
                </a:lnTo>
                <a:lnTo>
                  <a:pt x="811" y="741"/>
                </a:lnTo>
                <a:lnTo>
                  <a:pt x="952" y="812"/>
                </a:lnTo>
                <a:lnTo>
                  <a:pt x="1058" y="847"/>
                </a:lnTo>
                <a:lnTo>
                  <a:pt x="1164" y="847"/>
                </a:lnTo>
                <a:lnTo>
                  <a:pt x="1305" y="777"/>
                </a:lnTo>
                <a:lnTo>
                  <a:pt x="1481" y="777"/>
                </a:lnTo>
                <a:lnTo>
                  <a:pt x="1587" y="741"/>
                </a:lnTo>
                <a:lnTo>
                  <a:pt x="1728" y="706"/>
                </a:lnTo>
                <a:lnTo>
                  <a:pt x="1869" y="812"/>
                </a:lnTo>
                <a:lnTo>
                  <a:pt x="1975" y="882"/>
                </a:lnTo>
                <a:lnTo>
                  <a:pt x="2081" y="882"/>
                </a:lnTo>
                <a:lnTo>
                  <a:pt x="2222" y="847"/>
                </a:lnTo>
                <a:lnTo>
                  <a:pt x="2363" y="812"/>
                </a:lnTo>
                <a:lnTo>
                  <a:pt x="2469" y="741"/>
                </a:lnTo>
                <a:lnTo>
                  <a:pt x="2575" y="671"/>
                </a:lnTo>
                <a:lnTo>
                  <a:pt x="2681" y="565"/>
                </a:lnTo>
                <a:lnTo>
                  <a:pt x="2786" y="494"/>
                </a:lnTo>
                <a:lnTo>
                  <a:pt x="2892" y="424"/>
                </a:lnTo>
                <a:lnTo>
                  <a:pt x="2998" y="389"/>
                </a:lnTo>
                <a:lnTo>
                  <a:pt x="3104" y="459"/>
                </a:lnTo>
                <a:lnTo>
                  <a:pt x="3210" y="530"/>
                </a:lnTo>
                <a:lnTo>
                  <a:pt x="3280" y="636"/>
                </a:lnTo>
                <a:lnTo>
                  <a:pt x="3457" y="671"/>
                </a:lnTo>
                <a:lnTo>
                  <a:pt x="3633" y="565"/>
                </a:lnTo>
                <a:lnTo>
                  <a:pt x="3739" y="530"/>
                </a:lnTo>
                <a:lnTo>
                  <a:pt x="3915" y="530"/>
                </a:lnTo>
                <a:lnTo>
                  <a:pt x="4056" y="459"/>
                </a:lnTo>
                <a:lnTo>
                  <a:pt x="4056" y="565"/>
                </a:lnTo>
                <a:lnTo>
                  <a:pt x="4127" y="812"/>
                </a:lnTo>
                <a:lnTo>
                  <a:pt x="4198" y="988"/>
                </a:lnTo>
                <a:lnTo>
                  <a:pt x="4550" y="741"/>
                </a:lnTo>
                <a:lnTo>
                  <a:pt x="4762" y="671"/>
                </a:lnTo>
                <a:lnTo>
                  <a:pt x="4903" y="671"/>
                </a:lnTo>
                <a:lnTo>
                  <a:pt x="5044" y="600"/>
                </a:lnTo>
                <a:lnTo>
                  <a:pt x="5256" y="530"/>
                </a:lnTo>
                <a:lnTo>
                  <a:pt x="5750" y="424"/>
                </a:lnTo>
                <a:lnTo>
                  <a:pt x="5961" y="317"/>
                </a:lnTo>
                <a:lnTo>
                  <a:pt x="6067" y="282"/>
                </a:lnTo>
                <a:lnTo>
                  <a:pt x="6103" y="389"/>
                </a:lnTo>
                <a:lnTo>
                  <a:pt x="6138" y="530"/>
                </a:lnTo>
                <a:lnTo>
                  <a:pt x="6208" y="671"/>
                </a:lnTo>
                <a:lnTo>
                  <a:pt x="6350" y="671"/>
                </a:lnTo>
                <a:lnTo>
                  <a:pt x="6491" y="530"/>
                </a:lnTo>
                <a:lnTo>
                  <a:pt x="6596" y="459"/>
                </a:lnTo>
                <a:lnTo>
                  <a:pt x="6738" y="389"/>
                </a:lnTo>
                <a:lnTo>
                  <a:pt x="6843" y="389"/>
                </a:lnTo>
                <a:lnTo>
                  <a:pt x="6949" y="424"/>
                </a:lnTo>
                <a:lnTo>
                  <a:pt x="7055" y="424"/>
                </a:lnTo>
                <a:lnTo>
                  <a:pt x="7161" y="424"/>
                </a:lnTo>
                <a:lnTo>
                  <a:pt x="7267" y="424"/>
                </a:lnTo>
                <a:lnTo>
                  <a:pt x="7443" y="459"/>
                </a:lnTo>
                <a:lnTo>
                  <a:pt x="7549" y="459"/>
                </a:lnTo>
                <a:lnTo>
                  <a:pt x="7655" y="424"/>
                </a:lnTo>
                <a:lnTo>
                  <a:pt x="7761" y="424"/>
                </a:lnTo>
                <a:lnTo>
                  <a:pt x="7866" y="530"/>
                </a:lnTo>
                <a:lnTo>
                  <a:pt x="7972" y="494"/>
                </a:lnTo>
                <a:lnTo>
                  <a:pt x="8113" y="494"/>
                </a:lnTo>
                <a:lnTo>
                  <a:pt x="8290" y="494"/>
                </a:lnTo>
                <a:lnTo>
                  <a:pt x="8396" y="494"/>
                </a:lnTo>
                <a:lnTo>
                  <a:pt x="8501" y="459"/>
                </a:lnTo>
                <a:lnTo>
                  <a:pt x="8537" y="565"/>
                </a:lnTo>
                <a:lnTo>
                  <a:pt x="8643" y="565"/>
                </a:lnTo>
                <a:lnTo>
                  <a:pt x="8748" y="600"/>
                </a:lnTo>
                <a:lnTo>
                  <a:pt x="8854" y="600"/>
                </a:lnTo>
                <a:lnTo>
                  <a:pt x="8995" y="671"/>
                </a:lnTo>
                <a:lnTo>
                  <a:pt x="9101" y="777"/>
                </a:lnTo>
                <a:lnTo>
                  <a:pt x="9243" y="706"/>
                </a:lnTo>
                <a:lnTo>
                  <a:pt x="9349" y="671"/>
                </a:lnTo>
                <a:lnTo>
                  <a:pt x="9455" y="636"/>
                </a:lnTo>
                <a:lnTo>
                  <a:pt x="9596" y="565"/>
                </a:lnTo>
                <a:lnTo>
                  <a:pt x="9702" y="530"/>
                </a:lnTo>
                <a:lnTo>
                  <a:pt x="9914" y="459"/>
                </a:lnTo>
                <a:lnTo>
                  <a:pt x="10019" y="352"/>
                </a:lnTo>
                <a:lnTo>
                  <a:pt x="10125" y="317"/>
                </a:lnTo>
                <a:lnTo>
                  <a:pt x="10266" y="459"/>
                </a:lnTo>
                <a:lnTo>
                  <a:pt x="10407" y="530"/>
                </a:lnTo>
                <a:lnTo>
                  <a:pt x="10549" y="600"/>
                </a:lnTo>
                <a:lnTo>
                  <a:pt x="10654" y="600"/>
                </a:lnTo>
                <a:lnTo>
                  <a:pt x="10760" y="636"/>
                </a:lnTo>
                <a:lnTo>
                  <a:pt x="10866" y="741"/>
                </a:lnTo>
                <a:lnTo>
                  <a:pt x="11007" y="741"/>
                </a:lnTo>
                <a:lnTo>
                  <a:pt x="11113" y="671"/>
                </a:lnTo>
                <a:lnTo>
                  <a:pt x="11219" y="600"/>
                </a:lnTo>
                <a:lnTo>
                  <a:pt x="11289" y="494"/>
                </a:lnTo>
                <a:lnTo>
                  <a:pt x="11431" y="424"/>
                </a:lnTo>
                <a:lnTo>
                  <a:pt x="11536" y="389"/>
                </a:lnTo>
                <a:lnTo>
                  <a:pt x="11677" y="389"/>
                </a:lnTo>
                <a:lnTo>
                  <a:pt x="11819" y="389"/>
                </a:lnTo>
                <a:lnTo>
                  <a:pt x="11995" y="459"/>
                </a:lnTo>
                <a:lnTo>
                  <a:pt x="12101" y="530"/>
                </a:lnTo>
                <a:lnTo>
                  <a:pt x="12277" y="600"/>
                </a:lnTo>
                <a:lnTo>
                  <a:pt x="12383" y="636"/>
                </a:lnTo>
                <a:lnTo>
                  <a:pt x="12489" y="706"/>
                </a:lnTo>
                <a:lnTo>
                  <a:pt x="12524" y="812"/>
                </a:lnTo>
                <a:lnTo>
                  <a:pt x="12806" y="0"/>
                </a:lnTo>
                <a:lnTo>
                  <a:pt x="12842" y="141"/>
                </a:lnTo>
                <a:lnTo>
                  <a:pt x="12877" y="246"/>
                </a:lnTo>
                <a:lnTo>
                  <a:pt x="12947" y="352"/>
                </a:lnTo>
                <a:lnTo>
                  <a:pt x="12983" y="494"/>
                </a:lnTo>
                <a:lnTo>
                  <a:pt x="13053" y="600"/>
                </a:lnTo>
                <a:lnTo>
                  <a:pt x="13089" y="706"/>
                </a:lnTo>
                <a:lnTo>
                  <a:pt x="13159" y="812"/>
                </a:lnTo>
                <a:lnTo>
                  <a:pt x="13265" y="777"/>
                </a:lnTo>
                <a:lnTo>
                  <a:pt x="13406" y="706"/>
                </a:lnTo>
                <a:lnTo>
                  <a:pt x="13512" y="600"/>
                </a:lnTo>
                <a:lnTo>
                  <a:pt x="13512" y="741"/>
                </a:lnTo>
                <a:lnTo>
                  <a:pt x="13618" y="671"/>
                </a:lnTo>
                <a:lnTo>
                  <a:pt x="13724" y="600"/>
                </a:lnTo>
                <a:lnTo>
                  <a:pt x="13829" y="530"/>
                </a:lnTo>
                <a:lnTo>
                  <a:pt x="13971" y="600"/>
                </a:lnTo>
                <a:lnTo>
                  <a:pt x="14112" y="671"/>
                </a:lnTo>
                <a:lnTo>
                  <a:pt x="14253" y="671"/>
                </a:lnTo>
                <a:lnTo>
                  <a:pt x="14359" y="565"/>
                </a:lnTo>
                <a:lnTo>
                  <a:pt x="14464" y="459"/>
                </a:lnTo>
                <a:lnTo>
                  <a:pt x="14606" y="424"/>
                </a:lnTo>
                <a:lnTo>
                  <a:pt x="14782" y="459"/>
                </a:lnTo>
                <a:lnTo>
                  <a:pt x="14888" y="530"/>
                </a:lnTo>
                <a:lnTo>
                  <a:pt x="14994" y="600"/>
                </a:lnTo>
                <a:lnTo>
                  <a:pt x="15099" y="600"/>
                </a:lnTo>
                <a:lnTo>
                  <a:pt x="15205" y="565"/>
                </a:lnTo>
                <a:lnTo>
                  <a:pt x="15346" y="530"/>
                </a:lnTo>
                <a:lnTo>
                  <a:pt x="15523" y="565"/>
                </a:lnTo>
                <a:lnTo>
                  <a:pt x="15629" y="530"/>
                </a:lnTo>
                <a:lnTo>
                  <a:pt x="15805" y="530"/>
                </a:lnTo>
                <a:lnTo>
                  <a:pt x="15911" y="530"/>
                </a:lnTo>
                <a:lnTo>
                  <a:pt x="16052" y="565"/>
                </a:lnTo>
                <a:lnTo>
                  <a:pt x="16158" y="600"/>
                </a:lnTo>
                <a:lnTo>
                  <a:pt x="16334" y="530"/>
                </a:lnTo>
                <a:lnTo>
                  <a:pt x="16440" y="494"/>
                </a:lnTo>
                <a:lnTo>
                  <a:pt x="16616" y="459"/>
                </a:lnTo>
                <a:lnTo>
                  <a:pt x="16722" y="424"/>
                </a:lnTo>
                <a:lnTo>
                  <a:pt x="16828" y="424"/>
                </a:lnTo>
                <a:lnTo>
                  <a:pt x="16969" y="530"/>
                </a:lnTo>
                <a:lnTo>
                  <a:pt x="17075" y="530"/>
                </a:lnTo>
                <a:lnTo>
                  <a:pt x="17181" y="530"/>
                </a:lnTo>
                <a:lnTo>
                  <a:pt x="17287" y="459"/>
                </a:lnTo>
                <a:lnTo>
                  <a:pt x="17428" y="389"/>
                </a:lnTo>
                <a:lnTo>
                  <a:pt x="17534" y="389"/>
                </a:lnTo>
                <a:lnTo>
                  <a:pt x="17675" y="317"/>
                </a:lnTo>
                <a:lnTo>
                  <a:pt x="18345" y="587"/>
                </a:lnTo>
                <a:lnTo>
                  <a:pt x="18310" y="1377"/>
                </a:lnTo>
                <a:lnTo>
                  <a:pt x="0" y="1483"/>
                </a:lnTo>
                <a:lnTo>
                  <a:pt x="35" y="1236"/>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63" name=""/>
          <p:cNvSpPr txBox="1"/>
          <p:nvPr/>
        </p:nvSpPr>
        <p:spPr>
          <a:xfrm>
            <a:off x="2031840" y="4046400"/>
            <a:ext cx="3384720" cy="476280"/>
          </a:xfrm>
          <a:prstGeom prst="rect">
            <a:avLst/>
          </a:prstGeom>
          <a:noFill/>
          <a:ln w="0">
            <a:noFill/>
          </a:ln>
        </p:spPr>
        <p:txBody>
          <a:bodyPr lIns="0" tIns="0" rIns="0" bIns="0" anchor="t">
            <a:spAutoFit/>
          </a:bodyPr>
          <a:p>
            <a:pPr marL="380880" indent="-380880">
              <a:lnSpc>
                <a:spcPct val="90000"/>
              </a:lnSpc>
            </a:pPr>
            <a:r>
              <a:rPr lang="en-US" sz="2800" b="1" u="none" strike="noStrike">
                <a:solidFill>
                  <a:srgbClr val="FC0128"/>
                </a:solidFill>
                <a:effectLst/>
                <a:uFillTx/>
                <a:latin typeface="Courier New"/>
                <a:ea typeface="Courier New"/>
              </a:rPr>
              <a:t>C O U G H L A N</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4" name=""/>
          <p:cNvGrpSpPr/>
          <p:nvPr/>
        </p:nvGrpSpPr>
        <p:grpSpPr>
          <a:xfrm>
            <a:off x="2006640" y="4046400"/>
            <a:ext cx="3479760" cy="482760"/>
            <a:chOff x="2006640" y="4046400"/>
            <a:chExt cx="3479760" cy="482760"/>
          </a:xfrm>
        </p:grpSpPr>
        <p:sp>
          <p:nvSpPr>
            <p:cNvPr id="165" name=""/>
            <p:cNvSpPr/>
            <p:nvPr/>
          </p:nvSpPr>
          <p:spPr>
            <a:xfrm>
              <a:off x="200664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66" name=""/>
            <p:cNvSpPr/>
            <p:nvPr/>
          </p:nvSpPr>
          <p:spPr>
            <a:xfrm>
              <a:off x="24382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67" name=""/>
            <p:cNvSpPr/>
            <p:nvPr/>
          </p:nvSpPr>
          <p:spPr>
            <a:xfrm>
              <a:off x="28702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68" name=""/>
            <p:cNvSpPr/>
            <p:nvPr/>
          </p:nvSpPr>
          <p:spPr>
            <a:xfrm>
              <a:off x="33148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69" name=""/>
            <p:cNvSpPr/>
            <p:nvPr/>
          </p:nvSpPr>
          <p:spPr>
            <a:xfrm>
              <a:off x="374652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70" name=""/>
            <p:cNvSpPr/>
            <p:nvPr/>
          </p:nvSpPr>
          <p:spPr>
            <a:xfrm>
              <a:off x="417816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71" name=""/>
            <p:cNvSpPr/>
            <p:nvPr/>
          </p:nvSpPr>
          <p:spPr>
            <a:xfrm>
              <a:off x="459756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72" name=""/>
            <p:cNvSpPr/>
            <p:nvPr/>
          </p:nvSpPr>
          <p:spPr>
            <a:xfrm>
              <a:off x="502920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grpSp>
      <p:sp>
        <p:nvSpPr>
          <p:cNvPr id="173" name=""/>
          <p:cNvSpPr txBox="1"/>
          <p:nvPr/>
        </p:nvSpPr>
        <p:spPr>
          <a:xfrm>
            <a:off x="2031840" y="4046400"/>
            <a:ext cx="3384720" cy="476280"/>
          </a:xfrm>
          <a:prstGeom prst="rect">
            <a:avLst/>
          </a:prstGeom>
          <a:noFill/>
          <a:ln w="0">
            <a:noFill/>
          </a:ln>
        </p:spPr>
        <p:txBody>
          <a:bodyPr lIns="0" tIns="0" rIns="0" bIns="0" anchor="t">
            <a:spAutoFit/>
          </a:bodyPr>
          <a:p>
            <a:pPr marL="380880" indent="-380880">
              <a:lnSpc>
                <a:spcPct val="90000"/>
              </a:lnSpc>
            </a:pPr>
            <a:r>
              <a:rPr lang="en-US" sz="2800" b="1" u="none" strike="noStrike">
                <a:solidFill>
                  <a:srgbClr val="FC0128"/>
                </a:solidFill>
                <a:effectLst/>
                <a:uFillTx/>
                <a:latin typeface="Courier New"/>
                <a:ea typeface="Courier New"/>
              </a:rPr>
              <a:t>R Y A N        </a:t>
            </a:r>
            <a:endParaRPr lang="en-US" sz="2800" b="0" u="none" strike="noStrike">
              <a:solidFill>
                <a:srgbClr val="000000"/>
              </a:solidFill>
              <a:effectLst/>
              <a:uFillTx/>
              <a:latin typeface="Arial"/>
            </a:endParaRPr>
          </a:p>
        </p:txBody>
      </p:sp>
      <p:sp>
        <p:nvSpPr>
          <p:cNvPr id="174" name=""/>
          <p:cNvSpPr txBox="1"/>
          <p:nvPr/>
        </p:nvSpPr>
        <p:spPr>
          <a:xfrm>
            <a:off x="1141560" y="1192320"/>
            <a:ext cx="6275520" cy="143208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a:lnSpc>
                <a:spcPct val="90000"/>
              </a:lnSpc>
              <a:tabLst>
                <a:tab pos="571680" algn="l"/>
                <a:tab pos="1143000" algn="l"/>
              </a:tabLst>
            </a:pPr>
            <a:br>
              <a:rPr sz="2400"/>
            </a:br>
            <a:r>
              <a:rPr lang="en-US" sz="2400" b="1" u="none" strike="noStrike">
                <a:solidFill>
                  <a:srgbClr val="FC0128"/>
                </a:solidFill>
                <a:effectLst/>
                <a:uFillTx/>
                <a:latin typeface="Courier New"/>
                <a:ea typeface="Courier New"/>
              </a:rPr>
              <a:t>MOVE “RYAN” TO Surname.</a:t>
            </a: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000000"/>
                </a:solidFill>
                <a:effectLst/>
                <a:uFillTx/>
                <a:latin typeface="Courier New"/>
                <a:ea typeface="Courier New"/>
              </a:rPr>
              <a:t>MOVE “FITZPATRICK” TO Surname.</a:t>
            </a:r>
            <a:br>
              <a:rPr sz="2400"/>
            </a:br>
            <a:endParaRPr lang="en-US" sz="2400" b="0" u="none" strike="noStrike">
              <a:solidFill>
                <a:srgbClr val="000000"/>
              </a:solidFill>
              <a:effectLst/>
              <a:uFillTx/>
              <a:latin typeface="Arial"/>
            </a:endParaRPr>
          </a:p>
        </p:txBody>
      </p:sp>
      <p:sp>
        <p:nvSpPr>
          <p:cNvPr id="175" name=""/>
          <p:cNvSpPr txBox="1"/>
          <p:nvPr/>
        </p:nvSpPr>
        <p:spPr>
          <a:xfrm>
            <a:off x="1774800" y="3625920"/>
            <a:ext cx="4116240" cy="420840"/>
          </a:xfrm>
          <a:prstGeom prst="rect">
            <a:avLst/>
          </a:prstGeom>
          <a:noFill/>
          <a:ln w="0">
            <a:noFill/>
          </a:ln>
        </p:spPr>
        <p:txBody>
          <a:bodyPr lIns="0" tIns="0" rIns="0" bIns="0" anchor="t">
            <a:spAutoFit/>
          </a:bodyPr>
          <a:p>
            <a:pPr>
              <a:lnSpc>
                <a:spcPct val="90000"/>
              </a:lnSpc>
              <a:tabLst>
                <a:tab pos="571680" algn="l"/>
                <a:tab pos="1143000" algn="l"/>
              </a:tabLst>
            </a:pPr>
            <a:r>
              <a:rPr lang="en-US" sz="2400" b="1" u="none" strike="noStrike">
                <a:solidFill>
                  <a:srgbClr val="FFFFFF"/>
                </a:solidFill>
                <a:effectLst/>
                <a:uFillTx/>
                <a:latin typeface="Courier New"/>
                <a:ea typeface="Courier New"/>
              </a:rPr>
              <a:t>01 Surname</a:t>
            </a:r>
            <a:r>
              <a:rPr lang="en-US" sz="2400" b="1" u="none" strike="noStrike">
                <a:solidFill>
                  <a:srgbClr val="FFFFFF"/>
                </a:solidFill>
                <a:effectLst/>
                <a:uFillTx/>
                <a:latin typeface="Courier New"/>
                <a:ea typeface="Courier New"/>
              </a:rPr>
              <a:t>	</a:t>
            </a:r>
            <a:r>
              <a:rPr lang="en-US" sz="2400" b="1" u="none" strike="noStrike">
                <a:solidFill>
                  <a:srgbClr val="FFFFFF"/>
                </a:solidFill>
                <a:effectLst/>
                <a:uFillTx/>
                <a:latin typeface="Courier New"/>
                <a:ea typeface="Courier New"/>
              </a:rPr>
              <a:t>PIC X(8).</a:t>
            </a:r>
            <a:endParaRPr lang="en-US" sz="2400" b="0" u="none" strike="noStrike">
              <a:solidFill>
                <a:srgbClr val="000000"/>
              </a:solidFill>
              <a:effectLst/>
              <a:uFillTx/>
              <a:latin typeface="Arial"/>
            </a:endParaRPr>
          </a:p>
        </p:txBody>
      </p:sp>
      <p:sp>
        <p:nvSpPr>
          <p:cNvPr id="176" name=""/>
          <p:cNvSpPr txBox="1"/>
          <p:nvPr/>
        </p:nvSpPr>
        <p:spPr>
          <a:xfrm>
            <a:off x="2819520" y="133200"/>
            <a:ext cx="263376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MOVEing Data</a:t>
            </a:r>
            <a:endParaRPr lang="en-US" sz="2800" b="0" u="none" strike="noStrike">
              <a:solidFill>
                <a:srgbClr val="000000"/>
              </a:solidFill>
              <a:effectLst/>
              <a:uFillTx/>
              <a:latin typeface="Arial"/>
            </a:endParaRPr>
          </a:p>
        </p:txBody>
      </p:sp>
      <p:sp>
        <p:nvSpPr>
          <p:cNvPr id="177" name=""/>
          <p:cNvSpPr/>
          <p:nvPr/>
        </p:nvSpPr>
        <p:spPr>
          <a:xfrm>
            <a:off x="965160" y="1041480"/>
            <a:ext cx="6604200" cy="533880"/>
          </a:xfrm>
          <a:custGeom>
            <a:avLst/>
            <a:gdLst/>
            <a:ahLst/>
            <a:rect l="0" t="0" r="r" b="b"/>
            <a:pathLst>
              <a:path w="18345" h="1483">
                <a:moveTo>
                  <a:pt x="211" y="1059"/>
                </a:moveTo>
                <a:lnTo>
                  <a:pt x="352" y="1130"/>
                </a:lnTo>
                <a:lnTo>
                  <a:pt x="423" y="1236"/>
                </a:lnTo>
                <a:lnTo>
                  <a:pt x="529" y="1307"/>
                </a:lnTo>
                <a:lnTo>
                  <a:pt x="635" y="1377"/>
                </a:lnTo>
                <a:lnTo>
                  <a:pt x="740" y="1483"/>
                </a:lnTo>
                <a:lnTo>
                  <a:pt x="846" y="1448"/>
                </a:lnTo>
                <a:lnTo>
                  <a:pt x="987" y="1377"/>
                </a:lnTo>
                <a:lnTo>
                  <a:pt x="1093" y="1342"/>
                </a:lnTo>
                <a:lnTo>
                  <a:pt x="1234" y="1236"/>
                </a:lnTo>
                <a:lnTo>
                  <a:pt x="1375" y="1166"/>
                </a:lnTo>
                <a:lnTo>
                  <a:pt x="1446" y="1272"/>
                </a:lnTo>
                <a:lnTo>
                  <a:pt x="1552" y="1377"/>
                </a:lnTo>
                <a:lnTo>
                  <a:pt x="1658" y="1342"/>
                </a:lnTo>
                <a:lnTo>
                  <a:pt x="1763" y="1307"/>
                </a:lnTo>
                <a:lnTo>
                  <a:pt x="1869" y="1201"/>
                </a:lnTo>
                <a:lnTo>
                  <a:pt x="1975" y="1130"/>
                </a:lnTo>
                <a:lnTo>
                  <a:pt x="2116" y="1166"/>
                </a:lnTo>
                <a:lnTo>
                  <a:pt x="2257" y="1166"/>
                </a:lnTo>
                <a:lnTo>
                  <a:pt x="2398" y="1130"/>
                </a:lnTo>
                <a:lnTo>
                  <a:pt x="2504" y="1094"/>
                </a:lnTo>
                <a:lnTo>
                  <a:pt x="2645" y="1094"/>
                </a:lnTo>
                <a:lnTo>
                  <a:pt x="2822" y="1059"/>
                </a:lnTo>
                <a:lnTo>
                  <a:pt x="2928" y="1059"/>
                </a:lnTo>
                <a:lnTo>
                  <a:pt x="3104" y="918"/>
                </a:lnTo>
                <a:lnTo>
                  <a:pt x="3245" y="847"/>
                </a:lnTo>
                <a:lnTo>
                  <a:pt x="3386" y="953"/>
                </a:lnTo>
                <a:lnTo>
                  <a:pt x="3492" y="953"/>
                </a:lnTo>
                <a:lnTo>
                  <a:pt x="3633" y="988"/>
                </a:lnTo>
                <a:lnTo>
                  <a:pt x="3739" y="988"/>
                </a:lnTo>
                <a:lnTo>
                  <a:pt x="3880" y="1059"/>
                </a:lnTo>
                <a:lnTo>
                  <a:pt x="4021" y="1094"/>
                </a:lnTo>
                <a:lnTo>
                  <a:pt x="4092" y="1201"/>
                </a:lnTo>
                <a:lnTo>
                  <a:pt x="4198" y="1236"/>
                </a:lnTo>
                <a:lnTo>
                  <a:pt x="4268" y="1342"/>
                </a:lnTo>
                <a:lnTo>
                  <a:pt x="4374" y="1342"/>
                </a:lnTo>
                <a:lnTo>
                  <a:pt x="4515" y="1272"/>
                </a:lnTo>
                <a:lnTo>
                  <a:pt x="4656" y="1201"/>
                </a:lnTo>
                <a:lnTo>
                  <a:pt x="4762" y="1059"/>
                </a:lnTo>
                <a:lnTo>
                  <a:pt x="4868" y="953"/>
                </a:lnTo>
                <a:lnTo>
                  <a:pt x="4938" y="847"/>
                </a:lnTo>
                <a:lnTo>
                  <a:pt x="5079" y="918"/>
                </a:lnTo>
                <a:lnTo>
                  <a:pt x="5185" y="988"/>
                </a:lnTo>
                <a:lnTo>
                  <a:pt x="5291" y="988"/>
                </a:lnTo>
                <a:lnTo>
                  <a:pt x="5397" y="918"/>
                </a:lnTo>
                <a:lnTo>
                  <a:pt x="5503" y="953"/>
                </a:lnTo>
                <a:lnTo>
                  <a:pt x="5644" y="953"/>
                </a:lnTo>
                <a:lnTo>
                  <a:pt x="5785" y="882"/>
                </a:lnTo>
                <a:lnTo>
                  <a:pt x="5891" y="918"/>
                </a:lnTo>
                <a:lnTo>
                  <a:pt x="5997" y="918"/>
                </a:lnTo>
                <a:lnTo>
                  <a:pt x="6279" y="918"/>
                </a:lnTo>
                <a:lnTo>
                  <a:pt x="6491" y="812"/>
                </a:lnTo>
                <a:lnTo>
                  <a:pt x="6596" y="706"/>
                </a:lnTo>
                <a:lnTo>
                  <a:pt x="6632" y="812"/>
                </a:lnTo>
                <a:lnTo>
                  <a:pt x="6738" y="777"/>
                </a:lnTo>
                <a:lnTo>
                  <a:pt x="6843" y="741"/>
                </a:lnTo>
                <a:lnTo>
                  <a:pt x="6843" y="847"/>
                </a:lnTo>
                <a:lnTo>
                  <a:pt x="6985" y="882"/>
                </a:lnTo>
                <a:lnTo>
                  <a:pt x="7090" y="953"/>
                </a:lnTo>
                <a:lnTo>
                  <a:pt x="7196" y="988"/>
                </a:lnTo>
                <a:lnTo>
                  <a:pt x="7302" y="953"/>
                </a:lnTo>
                <a:lnTo>
                  <a:pt x="7443" y="918"/>
                </a:lnTo>
                <a:lnTo>
                  <a:pt x="7549" y="918"/>
                </a:lnTo>
                <a:lnTo>
                  <a:pt x="7690" y="847"/>
                </a:lnTo>
                <a:lnTo>
                  <a:pt x="7796" y="847"/>
                </a:lnTo>
                <a:lnTo>
                  <a:pt x="7937" y="847"/>
                </a:lnTo>
                <a:lnTo>
                  <a:pt x="8078" y="847"/>
                </a:lnTo>
                <a:lnTo>
                  <a:pt x="8255" y="847"/>
                </a:lnTo>
                <a:lnTo>
                  <a:pt x="8431" y="847"/>
                </a:lnTo>
                <a:lnTo>
                  <a:pt x="8572" y="812"/>
                </a:lnTo>
                <a:lnTo>
                  <a:pt x="8678" y="812"/>
                </a:lnTo>
                <a:lnTo>
                  <a:pt x="8819" y="777"/>
                </a:lnTo>
                <a:lnTo>
                  <a:pt x="8960" y="777"/>
                </a:lnTo>
                <a:lnTo>
                  <a:pt x="9101" y="777"/>
                </a:lnTo>
                <a:lnTo>
                  <a:pt x="9208" y="812"/>
                </a:lnTo>
                <a:lnTo>
                  <a:pt x="9314" y="777"/>
                </a:lnTo>
                <a:lnTo>
                  <a:pt x="9526" y="812"/>
                </a:lnTo>
                <a:lnTo>
                  <a:pt x="9737" y="918"/>
                </a:lnTo>
                <a:lnTo>
                  <a:pt x="9949" y="988"/>
                </a:lnTo>
                <a:lnTo>
                  <a:pt x="10055" y="1024"/>
                </a:lnTo>
                <a:lnTo>
                  <a:pt x="10161" y="988"/>
                </a:lnTo>
                <a:lnTo>
                  <a:pt x="10302" y="953"/>
                </a:lnTo>
                <a:lnTo>
                  <a:pt x="10407" y="918"/>
                </a:lnTo>
                <a:lnTo>
                  <a:pt x="10513" y="882"/>
                </a:lnTo>
                <a:lnTo>
                  <a:pt x="10619" y="777"/>
                </a:lnTo>
                <a:lnTo>
                  <a:pt x="10760" y="671"/>
                </a:lnTo>
                <a:lnTo>
                  <a:pt x="10866" y="706"/>
                </a:lnTo>
                <a:lnTo>
                  <a:pt x="10866" y="812"/>
                </a:lnTo>
                <a:lnTo>
                  <a:pt x="10937" y="918"/>
                </a:lnTo>
                <a:lnTo>
                  <a:pt x="11042" y="988"/>
                </a:lnTo>
                <a:lnTo>
                  <a:pt x="11148" y="953"/>
                </a:lnTo>
                <a:lnTo>
                  <a:pt x="11289" y="918"/>
                </a:lnTo>
                <a:lnTo>
                  <a:pt x="11431" y="882"/>
                </a:lnTo>
                <a:lnTo>
                  <a:pt x="11536" y="847"/>
                </a:lnTo>
                <a:lnTo>
                  <a:pt x="11642" y="812"/>
                </a:lnTo>
                <a:lnTo>
                  <a:pt x="11783" y="812"/>
                </a:lnTo>
                <a:lnTo>
                  <a:pt x="11924" y="777"/>
                </a:lnTo>
                <a:lnTo>
                  <a:pt x="12066" y="777"/>
                </a:lnTo>
                <a:lnTo>
                  <a:pt x="12171" y="777"/>
                </a:lnTo>
                <a:lnTo>
                  <a:pt x="12277" y="777"/>
                </a:lnTo>
                <a:lnTo>
                  <a:pt x="12418" y="777"/>
                </a:lnTo>
                <a:lnTo>
                  <a:pt x="12524" y="812"/>
                </a:lnTo>
                <a:lnTo>
                  <a:pt x="12665" y="847"/>
                </a:lnTo>
                <a:lnTo>
                  <a:pt x="12842" y="847"/>
                </a:lnTo>
                <a:lnTo>
                  <a:pt x="13336" y="882"/>
                </a:lnTo>
                <a:lnTo>
                  <a:pt x="13547" y="918"/>
                </a:lnTo>
                <a:lnTo>
                  <a:pt x="13653" y="918"/>
                </a:lnTo>
                <a:lnTo>
                  <a:pt x="13759" y="988"/>
                </a:lnTo>
                <a:lnTo>
                  <a:pt x="13865" y="1059"/>
                </a:lnTo>
                <a:lnTo>
                  <a:pt x="13971" y="1059"/>
                </a:lnTo>
                <a:lnTo>
                  <a:pt x="14006" y="1166"/>
                </a:lnTo>
                <a:lnTo>
                  <a:pt x="14147" y="1059"/>
                </a:lnTo>
                <a:lnTo>
                  <a:pt x="14323" y="953"/>
                </a:lnTo>
                <a:lnTo>
                  <a:pt x="14429" y="918"/>
                </a:lnTo>
                <a:lnTo>
                  <a:pt x="14535" y="918"/>
                </a:lnTo>
                <a:lnTo>
                  <a:pt x="14676" y="812"/>
                </a:lnTo>
                <a:lnTo>
                  <a:pt x="14747" y="918"/>
                </a:lnTo>
                <a:lnTo>
                  <a:pt x="14852" y="988"/>
                </a:lnTo>
                <a:lnTo>
                  <a:pt x="14994" y="953"/>
                </a:lnTo>
                <a:lnTo>
                  <a:pt x="15099" y="953"/>
                </a:lnTo>
                <a:lnTo>
                  <a:pt x="15205" y="953"/>
                </a:lnTo>
                <a:lnTo>
                  <a:pt x="15311" y="953"/>
                </a:lnTo>
                <a:lnTo>
                  <a:pt x="15452" y="953"/>
                </a:lnTo>
                <a:lnTo>
                  <a:pt x="15664" y="953"/>
                </a:lnTo>
                <a:lnTo>
                  <a:pt x="15840" y="1024"/>
                </a:lnTo>
                <a:lnTo>
                  <a:pt x="15981" y="1059"/>
                </a:lnTo>
                <a:lnTo>
                  <a:pt x="16087" y="1059"/>
                </a:lnTo>
                <a:lnTo>
                  <a:pt x="16264" y="988"/>
                </a:lnTo>
                <a:lnTo>
                  <a:pt x="16440" y="918"/>
                </a:lnTo>
                <a:lnTo>
                  <a:pt x="16581" y="918"/>
                </a:lnTo>
                <a:lnTo>
                  <a:pt x="16687" y="882"/>
                </a:lnTo>
                <a:lnTo>
                  <a:pt x="16793" y="953"/>
                </a:lnTo>
                <a:lnTo>
                  <a:pt x="16899" y="1059"/>
                </a:lnTo>
                <a:lnTo>
                  <a:pt x="17004" y="988"/>
                </a:lnTo>
                <a:lnTo>
                  <a:pt x="17110" y="953"/>
                </a:lnTo>
                <a:lnTo>
                  <a:pt x="17216" y="953"/>
                </a:lnTo>
                <a:lnTo>
                  <a:pt x="17322" y="988"/>
                </a:lnTo>
                <a:lnTo>
                  <a:pt x="17463" y="1059"/>
                </a:lnTo>
                <a:lnTo>
                  <a:pt x="17569" y="1201"/>
                </a:lnTo>
                <a:lnTo>
                  <a:pt x="17675" y="1130"/>
                </a:lnTo>
                <a:lnTo>
                  <a:pt x="17816" y="1130"/>
                </a:lnTo>
                <a:lnTo>
                  <a:pt x="17922" y="1201"/>
                </a:lnTo>
                <a:lnTo>
                  <a:pt x="18027" y="1236"/>
                </a:lnTo>
                <a:lnTo>
                  <a:pt x="18133" y="1342"/>
                </a:lnTo>
                <a:lnTo>
                  <a:pt x="18239" y="1413"/>
                </a:lnTo>
                <a:lnTo>
                  <a:pt x="18345" y="1448"/>
                </a:lnTo>
                <a:lnTo>
                  <a:pt x="18345" y="0"/>
                </a:lnTo>
                <a:lnTo>
                  <a:pt x="0" y="141"/>
                </a:lnTo>
                <a:lnTo>
                  <a:pt x="211" y="1059"/>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78" name=""/>
          <p:cNvSpPr/>
          <p:nvPr/>
        </p:nvSpPr>
        <p:spPr>
          <a:xfrm>
            <a:off x="1015920" y="2260440"/>
            <a:ext cx="6604200" cy="533880"/>
          </a:xfrm>
          <a:custGeom>
            <a:avLst/>
            <a:gdLst/>
            <a:ahLst/>
            <a:rect l="0" t="0" r="r" b="b"/>
            <a:pathLst>
              <a:path w="18345" h="1483">
                <a:moveTo>
                  <a:pt x="35" y="1236"/>
                </a:moveTo>
                <a:lnTo>
                  <a:pt x="176" y="1130"/>
                </a:lnTo>
                <a:lnTo>
                  <a:pt x="246" y="1024"/>
                </a:lnTo>
                <a:lnTo>
                  <a:pt x="388" y="953"/>
                </a:lnTo>
                <a:lnTo>
                  <a:pt x="493" y="847"/>
                </a:lnTo>
                <a:lnTo>
                  <a:pt x="599" y="741"/>
                </a:lnTo>
                <a:lnTo>
                  <a:pt x="705" y="706"/>
                </a:lnTo>
                <a:lnTo>
                  <a:pt x="811" y="741"/>
                </a:lnTo>
                <a:lnTo>
                  <a:pt x="952" y="812"/>
                </a:lnTo>
                <a:lnTo>
                  <a:pt x="1058" y="847"/>
                </a:lnTo>
                <a:lnTo>
                  <a:pt x="1164" y="847"/>
                </a:lnTo>
                <a:lnTo>
                  <a:pt x="1305" y="777"/>
                </a:lnTo>
                <a:lnTo>
                  <a:pt x="1481" y="777"/>
                </a:lnTo>
                <a:lnTo>
                  <a:pt x="1587" y="741"/>
                </a:lnTo>
                <a:lnTo>
                  <a:pt x="1728" y="706"/>
                </a:lnTo>
                <a:lnTo>
                  <a:pt x="1869" y="812"/>
                </a:lnTo>
                <a:lnTo>
                  <a:pt x="1975" y="882"/>
                </a:lnTo>
                <a:lnTo>
                  <a:pt x="2081" y="882"/>
                </a:lnTo>
                <a:lnTo>
                  <a:pt x="2222" y="847"/>
                </a:lnTo>
                <a:lnTo>
                  <a:pt x="2363" y="812"/>
                </a:lnTo>
                <a:lnTo>
                  <a:pt x="2469" y="741"/>
                </a:lnTo>
                <a:lnTo>
                  <a:pt x="2575" y="671"/>
                </a:lnTo>
                <a:lnTo>
                  <a:pt x="2681" y="565"/>
                </a:lnTo>
                <a:lnTo>
                  <a:pt x="2786" y="494"/>
                </a:lnTo>
                <a:lnTo>
                  <a:pt x="2892" y="424"/>
                </a:lnTo>
                <a:lnTo>
                  <a:pt x="2998" y="389"/>
                </a:lnTo>
                <a:lnTo>
                  <a:pt x="3104" y="459"/>
                </a:lnTo>
                <a:lnTo>
                  <a:pt x="3210" y="530"/>
                </a:lnTo>
                <a:lnTo>
                  <a:pt x="3280" y="636"/>
                </a:lnTo>
                <a:lnTo>
                  <a:pt x="3457" y="671"/>
                </a:lnTo>
                <a:lnTo>
                  <a:pt x="3633" y="565"/>
                </a:lnTo>
                <a:lnTo>
                  <a:pt x="3739" y="530"/>
                </a:lnTo>
                <a:lnTo>
                  <a:pt x="3915" y="530"/>
                </a:lnTo>
                <a:lnTo>
                  <a:pt x="4056" y="459"/>
                </a:lnTo>
                <a:lnTo>
                  <a:pt x="4056" y="565"/>
                </a:lnTo>
                <a:lnTo>
                  <a:pt x="4127" y="812"/>
                </a:lnTo>
                <a:lnTo>
                  <a:pt x="4198" y="988"/>
                </a:lnTo>
                <a:lnTo>
                  <a:pt x="4550" y="741"/>
                </a:lnTo>
                <a:lnTo>
                  <a:pt x="4762" y="671"/>
                </a:lnTo>
                <a:lnTo>
                  <a:pt x="4903" y="671"/>
                </a:lnTo>
                <a:lnTo>
                  <a:pt x="5044" y="600"/>
                </a:lnTo>
                <a:lnTo>
                  <a:pt x="5256" y="530"/>
                </a:lnTo>
                <a:lnTo>
                  <a:pt x="5750" y="424"/>
                </a:lnTo>
                <a:lnTo>
                  <a:pt x="5961" y="317"/>
                </a:lnTo>
                <a:lnTo>
                  <a:pt x="6067" y="282"/>
                </a:lnTo>
                <a:lnTo>
                  <a:pt x="6103" y="389"/>
                </a:lnTo>
                <a:lnTo>
                  <a:pt x="6138" y="530"/>
                </a:lnTo>
                <a:lnTo>
                  <a:pt x="6208" y="671"/>
                </a:lnTo>
                <a:lnTo>
                  <a:pt x="6350" y="671"/>
                </a:lnTo>
                <a:lnTo>
                  <a:pt x="6491" y="530"/>
                </a:lnTo>
                <a:lnTo>
                  <a:pt x="6596" y="459"/>
                </a:lnTo>
                <a:lnTo>
                  <a:pt x="6738" y="389"/>
                </a:lnTo>
                <a:lnTo>
                  <a:pt x="6843" y="389"/>
                </a:lnTo>
                <a:lnTo>
                  <a:pt x="6949" y="424"/>
                </a:lnTo>
                <a:lnTo>
                  <a:pt x="7055" y="424"/>
                </a:lnTo>
                <a:lnTo>
                  <a:pt x="7161" y="424"/>
                </a:lnTo>
                <a:lnTo>
                  <a:pt x="7267" y="424"/>
                </a:lnTo>
                <a:lnTo>
                  <a:pt x="7443" y="459"/>
                </a:lnTo>
                <a:lnTo>
                  <a:pt x="7549" y="459"/>
                </a:lnTo>
                <a:lnTo>
                  <a:pt x="7655" y="424"/>
                </a:lnTo>
                <a:lnTo>
                  <a:pt x="7761" y="424"/>
                </a:lnTo>
                <a:lnTo>
                  <a:pt x="7866" y="530"/>
                </a:lnTo>
                <a:lnTo>
                  <a:pt x="7972" y="494"/>
                </a:lnTo>
                <a:lnTo>
                  <a:pt x="8113" y="494"/>
                </a:lnTo>
                <a:lnTo>
                  <a:pt x="8290" y="494"/>
                </a:lnTo>
                <a:lnTo>
                  <a:pt x="8396" y="494"/>
                </a:lnTo>
                <a:lnTo>
                  <a:pt x="8501" y="459"/>
                </a:lnTo>
                <a:lnTo>
                  <a:pt x="8537" y="565"/>
                </a:lnTo>
                <a:lnTo>
                  <a:pt x="8643" y="565"/>
                </a:lnTo>
                <a:lnTo>
                  <a:pt x="8748" y="600"/>
                </a:lnTo>
                <a:lnTo>
                  <a:pt x="8854" y="600"/>
                </a:lnTo>
                <a:lnTo>
                  <a:pt x="8995" y="671"/>
                </a:lnTo>
                <a:lnTo>
                  <a:pt x="9101" y="777"/>
                </a:lnTo>
                <a:lnTo>
                  <a:pt x="9243" y="706"/>
                </a:lnTo>
                <a:lnTo>
                  <a:pt x="9349" y="671"/>
                </a:lnTo>
                <a:lnTo>
                  <a:pt x="9455" y="636"/>
                </a:lnTo>
                <a:lnTo>
                  <a:pt x="9596" y="565"/>
                </a:lnTo>
                <a:lnTo>
                  <a:pt x="9702" y="530"/>
                </a:lnTo>
                <a:lnTo>
                  <a:pt x="9914" y="459"/>
                </a:lnTo>
                <a:lnTo>
                  <a:pt x="10019" y="352"/>
                </a:lnTo>
                <a:lnTo>
                  <a:pt x="10125" y="317"/>
                </a:lnTo>
                <a:lnTo>
                  <a:pt x="10266" y="459"/>
                </a:lnTo>
                <a:lnTo>
                  <a:pt x="10407" y="530"/>
                </a:lnTo>
                <a:lnTo>
                  <a:pt x="10549" y="600"/>
                </a:lnTo>
                <a:lnTo>
                  <a:pt x="10654" y="600"/>
                </a:lnTo>
                <a:lnTo>
                  <a:pt x="10760" y="636"/>
                </a:lnTo>
                <a:lnTo>
                  <a:pt x="10866" y="741"/>
                </a:lnTo>
                <a:lnTo>
                  <a:pt x="11007" y="741"/>
                </a:lnTo>
                <a:lnTo>
                  <a:pt x="11113" y="671"/>
                </a:lnTo>
                <a:lnTo>
                  <a:pt x="11219" y="600"/>
                </a:lnTo>
                <a:lnTo>
                  <a:pt x="11289" y="494"/>
                </a:lnTo>
                <a:lnTo>
                  <a:pt x="11431" y="424"/>
                </a:lnTo>
                <a:lnTo>
                  <a:pt x="11536" y="389"/>
                </a:lnTo>
                <a:lnTo>
                  <a:pt x="11677" y="389"/>
                </a:lnTo>
                <a:lnTo>
                  <a:pt x="11819" y="389"/>
                </a:lnTo>
                <a:lnTo>
                  <a:pt x="11995" y="459"/>
                </a:lnTo>
                <a:lnTo>
                  <a:pt x="12101" y="530"/>
                </a:lnTo>
                <a:lnTo>
                  <a:pt x="12277" y="600"/>
                </a:lnTo>
                <a:lnTo>
                  <a:pt x="12383" y="636"/>
                </a:lnTo>
                <a:lnTo>
                  <a:pt x="12489" y="706"/>
                </a:lnTo>
                <a:lnTo>
                  <a:pt x="12524" y="812"/>
                </a:lnTo>
                <a:lnTo>
                  <a:pt x="12806" y="0"/>
                </a:lnTo>
                <a:lnTo>
                  <a:pt x="12842" y="141"/>
                </a:lnTo>
                <a:lnTo>
                  <a:pt x="12877" y="246"/>
                </a:lnTo>
                <a:lnTo>
                  <a:pt x="12947" y="352"/>
                </a:lnTo>
                <a:lnTo>
                  <a:pt x="12983" y="494"/>
                </a:lnTo>
                <a:lnTo>
                  <a:pt x="13053" y="600"/>
                </a:lnTo>
                <a:lnTo>
                  <a:pt x="13089" y="706"/>
                </a:lnTo>
                <a:lnTo>
                  <a:pt x="13159" y="812"/>
                </a:lnTo>
                <a:lnTo>
                  <a:pt x="13265" y="777"/>
                </a:lnTo>
                <a:lnTo>
                  <a:pt x="13406" y="706"/>
                </a:lnTo>
                <a:lnTo>
                  <a:pt x="13512" y="600"/>
                </a:lnTo>
                <a:lnTo>
                  <a:pt x="13512" y="741"/>
                </a:lnTo>
                <a:lnTo>
                  <a:pt x="13618" y="671"/>
                </a:lnTo>
                <a:lnTo>
                  <a:pt x="13724" y="600"/>
                </a:lnTo>
                <a:lnTo>
                  <a:pt x="13829" y="530"/>
                </a:lnTo>
                <a:lnTo>
                  <a:pt x="13971" y="600"/>
                </a:lnTo>
                <a:lnTo>
                  <a:pt x="14112" y="671"/>
                </a:lnTo>
                <a:lnTo>
                  <a:pt x="14253" y="671"/>
                </a:lnTo>
                <a:lnTo>
                  <a:pt x="14359" y="565"/>
                </a:lnTo>
                <a:lnTo>
                  <a:pt x="14464" y="459"/>
                </a:lnTo>
                <a:lnTo>
                  <a:pt x="14606" y="424"/>
                </a:lnTo>
                <a:lnTo>
                  <a:pt x="14782" y="459"/>
                </a:lnTo>
                <a:lnTo>
                  <a:pt x="14888" y="530"/>
                </a:lnTo>
                <a:lnTo>
                  <a:pt x="14994" y="600"/>
                </a:lnTo>
                <a:lnTo>
                  <a:pt x="15099" y="600"/>
                </a:lnTo>
                <a:lnTo>
                  <a:pt x="15205" y="565"/>
                </a:lnTo>
                <a:lnTo>
                  <a:pt x="15346" y="530"/>
                </a:lnTo>
                <a:lnTo>
                  <a:pt x="15523" y="565"/>
                </a:lnTo>
                <a:lnTo>
                  <a:pt x="15629" y="530"/>
                </a:lnTo>
                <a:lnTo>
                  <a:pt x="15805" y="530"/>
                </a:lnTo>
                <a:lnTo>
                  <a:pt x="15911" y="530"/>
                </a:lnTo>
                <a:lnTo>
                  <a:pt x="16052" y="565"/>
                </a:lnTo>
                <a:lnTo>
                  <a:pt x="16158" y="600"/>
                </a:lnTo>
                <a:lnTo>
                  <a:pt x="16334" y="530"/>
                </a:lnTo>
                <a:lnTo>
                  <a:pt x="16440" y="494"/>
                </a:lnTo>
                <a:lnTo>
                  <a:pt x="16616" y="459"/>
                </a:lnTo>
                <a:lnTo>
                  <a:pt x="16722" y="424"/>
                </a:lnTo>
                <a:lnTo>
                  <a:pt x="16828" y="424"/>
                </a:lnTo>
                <a:lnTo>
                  <a:pt x="16969" y="530"/>
                </a:lnTo>
                <a:lnTo>
                  <a:pt x="17075" y="530"/>
                </a:lnTo>
                <a:lnTo>
                  <a:pt x="17181" y="530"/>
                </a:lnTo>
                <a:lnTo>
                  <a:pt x="17287" y="459"/>
                </a:lnTo>
                <a:lnTo>
                  <a:pt x="17428" y="389"/>
                </a:lnTo>
                <a:lnTo>
                  <a:pt x="17534" y="389"/>
                </a:lnTo>
                <a:lnTo>
                  <a:pt x="17675" y="317"/>
                </a:lnTo>
                <a:lnTo>
                  <a:pt x="18345" y="587"/>
                </a:lnTo>
                <a:lnTo>
                  <a:pt x="18310" y="1377"/>
                </a:lnTo>
                <a:lnTo>
                  <a:pt x="0" y="1483"/>
                </a:lnTo>
                <a:lnTo>
                  <a:pt x="35" y="1236"/>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9" name=""/>
          <p:cNvGrpSpPr/>
          <p:nvPr/>
        </p:nvGrpSpPr>
        <p:grpSpPr>
          <a:xfrm>
            <a:off x="2006640" y="4046400"/>
            <a:ext cx="3479760" cy="482760"/>
            <a:chOff x="2006640" y="4046400"/>
            <a:chExt cx="3479760" cy="482760"/>
          </a:xfrm>
        </p:grpSpPr>
        <p:sp>
          <p:nvSpPr>
            <p:cNvPr id="180" name=""/>
            <p:cNvSpPr/>
            <p:nvPr/>
          </p:nvSpPr>
          <p:spPr>
            <a:xfrm>
              <a:off x="200664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81" name=""/>
            <p:cNvSpPr/>
            <p:nvPr/>
          </p:nvSpPr>
          <p:spPr>
            <a:xfrm>
              <a:off x="24382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82" name=""/>
            <p:cNvSpPr/>
            <p:nvPr/>
          </p:nvSpPr>
          <p:spPr>
            <a:xfrm>
              <a:off x="28702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83" name=""/>
            <p:cNvSpPr/>
            <p:nvPr/>
          </p:nvSpPr>
          <p:spPr>
            <a:xfrm>
              <a:off x="331488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84" name=""/>
            <p:cNvSpPr/>
            <p:nvPr/>
          </p:nvSpPr>
          <p:spPr>
            <a:xfrm>
              <a:off x="374652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85" name=""/>
            <p:cNvSpPr/>
            <p:nvPr/>
          </p:nvSpPr>
          <p:spPr>
            <a:xfrm>
              <a:off x="417816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86" name=""/>
            <p:cNvSpPr/>
            <p:nvPr/>
          </p:nvSpPr>
          <p:spPr>
            <a:xfrm>
              <a:off x="459756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187" name=""/>
            <p:cNvSpPr/>
            <p:nvPr/>
          </p:nvSpPr>
          <p:spPr>
            <a:xfrm>
              <a:off x="5029200" y="4046400"/>
              <a:ext cx="457200" cy="482760"/>
            </a:xfrm>
            <a:prstGeom prst="rect">
              <a:avLst/>
            </a:prstGeom>
            <a:solidFill>
              <a:srgbClr val="DADADA"/>
            </a:solidFill>
            <a:ln w="25560">
              <a:solidFill>
                <a:srgbClr val="919191"/>
              </a:solidFill>
              <a:round/>
            </a:ln>
          </p:spPr>
          <p:txBody>
            <a:bodyPr lIns="102600" tIns="57600" rIns="102600" bIns="57600" anchor="t">
              <a:noAutofit/>
            </a:bodyPr>
            <a:p>
              <a:endParaRPr lang="en-US" sz="1800" b="0" u="none" strike="noStrike">
                <a:solidFill>
                  <a:srgbClr val="000000"/>
                </a:solidFill>
                <a:effectLst/>
                <a:uFillTx/>
                <a:latin typeface="Arial"/>
              </a:endParaRPr>
            </a:p>
          </p:txBody>
        </p:sp>
      </p:grpSp>
      <p:sp>
        <p:nvSpPr>
          <p:cNvPr id="188" name=""/>
          <p:cNvSpPr txBox="1"/>
          <p:nvPr/>
        </p:nvSpPr>
        <p:spPr>
          <a:xfrm>
            <a:off x="1141560" y="1192320"/>
            <a:ext cx="6275520" cy="143208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a:lnSpc>
                <a:spcPct val="90000"/>
              </a:lnSpc>
              <a:tabLst>
                <a:tab pos="571680" algn="l"/>
                <a:tab pos="1143000" algn="l"/>
              </a:tabLst>
            </a:pPr>
            <a:br>
              <a:rPr sz="2400"/>
            </a:br>
            <a:r>
              <a:rPr lang="en-US" sz="2400" b="1" u="none" strike="noStrike">
                <a:solidFill>
                  <a:srgbClr val="000000"/>
                </a:solidFill>
                <a:effectLst/>
                <a:uFillTx/>
                <a:latin typeface="Courier New"/>
                <a:ea typeface="Courier New"/>
              </a:rPr>
              <a:t>MOVE “RYAN” TO Surname.</a:t>
            </a: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FC0128"/>
                </a:solidFill>
                <a:effectLst/>
                <a:uFillTx/>
                <a:latin typeface="Courier New"/>
                <a:ea typeface="Courier New"/>
              </a:rPr>
              <a:t>MOVE “FITZPATRICK” TO Surname.</a:t>
            </a:r>
            <a:br>
              <a:rPr sz="1800"/>
            </a:br>
            <a:endParaRPr lang="en-US" sz="2400" b="0" u="none" strike="noStrike">
              <a:solidFill>
                <a:srgbClr val="000000"/>
              </a:solidFill>
              <a:effectLst/>
              <a:uFillTx/>
              <a:latin typeface="Arial"/>
            </a:endParaRPr>
          </a:p>
        </p:txBody>
      </p:sp>
      <p:sp>
        <p:nvSpPr>
          <p:cNvPr id="189" name=""/>
          <p:cNvSpPr txBox="1"/>
          <p:nvPr/>
        </p:nvSpPr>
        <p:spPr>
          <a:xfrm>
            <a:off x="1774800" y="3625920"/>
            <a:ext cx="4116240" cy="420840"/>
          </a:xfrm>
          <a:prstGeom prst="rect">
            <a:avLst/>
          </a:prstGeom>
          <a:noFill/>
          <a:ln w="0">
            <a:noFill/>
          </a:ln>
        </p:spPr>
        <p:txBody>
          <a:bodyPr lIns="0" tIns="0" rIns="0" bIns="0" anchor="t">
            <a:spAutoFit/>
          </a:bodyPr>
          <a:p>
            <a:pPr>
              <a:lnSpc>
                <a:spcPct val="90000"/>
              </a:lnSpc>
              <a:tabLst>
                <a:tab pos="571680" algn="l"/>
                <a:tab pos="1143000" algn="l"/>
              </a:tabLst>
            </a:pPr>
            <a:r>
              <a:rPr lang="en-US" sz="2400" b="1" u="none" strike="noStrike">
                <a:solidFill>
                  <a:srgbClr val="FFFFFF"/>
                </a:solidFill>
                <a:effectLst/>
                <a:uFillTx/>
                <a:latin typeface="Courier New"/>
                <a:ea typeface="Courier New"/>
              </a:rPr>
              <a:t>01 Surname</a:t>
            </a:r>
            <a:r>
              <a:rPr lang="en-US" sz="2400" b="1" u="none" strike="noStrike">
                <a:solidFill>
                  <a:srgbClr val="FFFFFF"/>
                </a:solidFill>
                <a:effectLst/>
                <a:uFillTx/>
                <a:latin typeface="Courier New"/>
                <a:ea typeface="Courier New"/>
              </a:rPr>
              <a:t>	</a:t>
            </a:r>
            <a:r>
              <a:rPr lang="en-US" sz="2400" b="1" u="none" strike="noStrike">
                <a:solidFill>
                  <a:srgbClr val="FFFFFF"/>
                </a:solidFill>
                <a:effectLst/>
                <a:uFillTx/>
                <a:latin typeface="Courier New"/>
                <a:ea typeface="Courier New"/>
              </a:rPr>
              <a:t>PIC X(8).</a:t>
            </a:r>
            <a:endParaRPr lang="en-US" sz="2400" b="0" u="none" strike="noStrike">
              <a:solidFill>
                <a:srgbClr val="000000"/>
              </a:solidFill>
              <a:effectLst/>
              <a:uFillTx/>
              <a:latin typeface="Arial"/>
            </a:endParaRPr>
          </a:p>
        </p:txBody>
      </p:sp>
      <p:sp>
        <p:nvSpPr>
          <p:cNvPr id="190" name=""/>
          <p:cNvSpPr txBox="1"/>
          <p:nvPr/>
        </p:nvSpPr>
        <p:spPr>
          <a:xfrm>
            <a:off x="2819520" y="133200"/>
            <a:ext cx="263376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MOVEing Data</a:t>
            </a:r>
            <a:endParaRPr lang="en-US" sz="2800" b="0" u="none" strike="noStrike">
              <a:solidFill>
                <a:srgbClr val="000000"/>
              </a:solidFill>
              <a:effectLst/>
              <a:uFillTx/>
              <a:latin typeface="Arial"/>
            </a:endParaRPr>
          </a:p>
        </p:txBody>
      </p:sp>
      <p:sp>
        <p:nvSpPr>
          <p:cNvPr id="191" name=""/>
          <p:cNvSpPr/>
          <p:nvPr/>
        </p:nvSpPr>
        <p:spPr>
          <a:xfrm>
            <a:off x="965160" y="1041480"/>
            <a:ext cx="6604200" cy="533880"/>
          </a:xfrm>
          <a:custGeom>
            <a:avLst/>
            <a:gdLst/>
            <a:ahLst/>
            <a:rect l="0" t="0" r="r" b="b"/>
            <a:pathLst>
              <a:path w="18345" h="1483">
                <a:moveTo>
                  <a:pt x="211" y="1059"/>
                </a:moveTo>
                <a:lnTo>
                  <a:pt x="352" y="1130"/>
                </a:lnTo>
                <a:lnTo>
                  <a:pt x="423" y="1236"/>
                </a:lnTo>
                <a:lnTo>
                  <a:pt x="529" y="1307"/>
                </a:lnTo>
                <a:lnTo>
                  <a:pt x="635" y="1377"/>
                </a:lnTo>
                <a:lnTo>
                  <a:pt x="740" y="1483"/>
                </a:lnTo>
                <a:lnTo>
                  <a:pt x="846" y="1448"/>
                </a:lnTo>
                <a:lnTo>
                  <a:pt x="987" y="1377"/>
                </a:lnTo>
                <a:lnTo>
                  <a:pt x="1093" y="1342"/>
                </a:lnTo>
                <a:lnTo>
                  <a:pt x="1234" y="1236"/>
                </a:lnTo>
                <a:lnTo>
                  <a:pt x="1375" y="1166"/>
                </a:lnTo>
                <a:lnTo>
                  <a:pt x="1446" y="1272"/>
                </a:lnTo>
                <a:lnTo>
                  <a:pt x="1552" y="1377"/>
                </a:lnTo>
                <a:lnTo>
                  <a:pt x="1658" y="1342"/>
                </a:lnTo>
                <a:lnTo>
                  <a:pt x="1763" y="1307"/>
                </a:lnTo>
                <a:lnTo>
                  <a:pt x="1869" y="1201"/>
                </a:lnTo>
                <a:lnTo>
                  <a:pt x="1975" y="1130"/>
                </a:lnTo>
                <a:lnTo>
                  <a:pt x="2116" y="1166"/>
                </a:lnTo>
                <a:lnTo>
                  <a:pt x="2257" y="1166"/>
                </a:lnTo>
                <a:lnTo>
                  <a:pt x="2398" y="1130"/>
                </a:lnTo>
                <a:lnTo>
                  <a:pt x="2504" y="1094"/>
                </a:lnTo>
                <a:lnTo>
                  <a:pt x="2645" y="1094"/>
                </a:lnTo>
                <a:lnTo>
                  <a:pt x="2822" y="1059"/>
                </a:lnTo>
                <a:lnTo>
                  <a:pt x="2928" y="1059"/>
                </a:lnTo>
                <a:lnTo>
                  <a:pt x="3104" y="918"/>
                </a:lnTo>
                <a:lnTo>
                  <a:pt x="3245" y="847"/>
                </a:lnTo>
                <a:lnTo>
                  <a:pt x="3386" y="953"/>
                </a:lnTo>
                <a:lnTo>
                  <a:pt x="3492" y="953"/>
                </a:lnTo>
                <a:lnTo>
                  <a:pt x="3633" y="988"/>
                </a:lnTo>
                <a:lnTo>
                  <a:pt x="3739" y="988"/>
                </a:lnTo>
                <a:lnTo>
                  <a:pt x="3880" y="1059"/>
                </a:lnTo>
                <a:lnTo>
                  <a:pt x="4021" y="1094"/>
                </a:lnTo>
                <a:lnTo>
                  <a:pt x="4092" y="1201"/>
                </a:lnTo>
                <a:lnTo>
                  <a:pt x="4198" y="1236"/>
                </a:lnTo>
                <a:lnTo>
                  <a:pt x="4268" y="1342"/>
                </a:lnTo>
                <a:lnTo>
                  <a:pt x="4374" y="1342"/>
                </a:lnTo>
                <a:lnTo>
                  <a:pt x="4515" y="1272"/>
                </a:lnTo>
                <a:lnTo>
                  <a:pt x="4656" y="1201"/>
                </a:lnTo>
                <a:lnTo>
                  <a:pt x="4762" y="1059"/>
                </a:lnTo>
                <a:lnTo>
                  <a:pt x="4868" y="953"/>
                </a:lnTo>
                <a:lnTo>
                  <a:pt x="4938" y="847"/>
                </a:lnTo>
                <a:lnTo>
                  <a:pt x="5079" y="918"/>
                </a:lnTo>
                <a:lnTo>
                  <a:pt x="5185" y="988"/>
                </a:lnTo>
                <a:lnTo>
                  <a:pt x="5291" y="988"/>
                </a:lnTo>
                <a:lnTo>
                  <a:pt x="5397" y="918"/>
                </a:lnTo>
                <a:lnTo>
                  <a:pt x="5503" y="953"/>
                </a:lnTo>
                <a:lnTo>
                  <a:pt x="5644" y="953"/>
                </a:lnTo>
                <a:lnTo>
                  <a:pt x="5785" y="882"/>
                </a:lnTo>
                <a:lnTo>
                  <a:pt x="5891" y="918"/>
                </a:lnTo>
                <a:lnTo>
                  <a:pt x="5997" y="918"/>
                </a:lnTo>
                <a:lnTo>
                  <a:pt x="6279" y="918"/>
                </a:lnTo>
                <a:lnTo>
                  <a:pt x="6491" y="812"/>
                </a:lnTo>
                <a:lnTo>
                  <a:pt x="6596" y="706"/>
                </a:lnTo>
                <a:lnTo>
                  <a:pt x="6632" y="812"/>
                </a:lnTo>
                <a:lnTo>
                  <a:pt x="6738" y="777"/>
                </a:lnTo>
                <a:lnTo>
                  <a:pt x="6843" y="741"/>
                </a:lnTo>
                <a:lnTo>
                  <a:pt x="6843" y="847"/>
                </a:lnTo>
                <a:lnTo>
                  <a:pt x="6985" y="882"/>
                </a:lnTo>
                <a:lnTo>
                  <a:pt x="7090" y="953"/>
                </a:lnTo>
                <a:lnTo>
                  <a:pt x="7196" y="988"/>
                </a:lnTo>
                <a:lnTo>
                  <a:pt x="7302" y="953"/>
                </a:lnTo>
                <a:lnTo>
                  <a:pt x="7443" y="918"/>
                </a:lnTo>
                <a:lnTo>
                  <a:pt x="7549" y="918"/>
                </a:lnTo>
                <a:lnTo>
                  <a:pt x="7690" y="847"/>
                </a:lnTo>
                <a:lnTo>
                  <a:pt x="7796" y="847"/>
                </a:lnTo>
                <a:lnTo>
                  <a:pt x="7937" y="847"/>
                </a:lnTo>
                <a:lnTo>
                  <a:pt x="8078" y="847"/>
                </a:lnTo>
                <a:lnTo>
                  <a:pt x="8255" y="847"/>
                </a:lnTo>
                <a:lnTo>
                  <a:pt x="8431" y="847"/>
                </a:lnTo>
                <a:lnTo>
                  <a:pt x="8572" y="812"/>
                </a:lnTo>
                <a:lnTo>
                  <a:pt x="8678" y="812"/>
                </a:lnTo>
                <a:lnTo>
                  <a:pt x="8819" y="777"/>
                </a:lnTo>
                <a:lnTo>
                  <a:pt x="8960" y="777"/>
                </a:lnTo>
                <a:lnTo>
                  <a:pt x="9101" y="777"/>
                </a:lnTo>
                <a:lnTo>
                  <a:pt x="9208" y="812"/>
                </a:lnTo>
                <a:lnTo>
                  <a:pt x="9314" y="777"/>
                </a:lnTo>
                <a:lnTo>
                  <a:pt x="9526" y="812"/>
                </a:lnTo>
                <a:lnTo>
                  <a:pt x="9737" y="918"/>
                </a:lnTo>
                <a:lnTo>
                  <a:pt x="9949" y="988"/>
                </a:lnTo>
                <a:lnTo>
                  <a:pt x="10055" y="1024"/>
                </a:lnTo>
                <a:lnTo>
                  <a:pt x="10161" y="988"/>
                </a:lnTo>
                <a:lnTo>
                  <a:pt x="10302" y="953"/>
                </a:lnTo>
                <a:lnTo>
                  <a:pt x="10407" y="918"/>
                </a:lnTo>
                <a:lnTo>
                  <a:pt x="10513" y="882"/>
                </a:lnTo>
                <a:lnTo>
                  <a:pt x="10619" y="777"/>
                </a:lnTo>
                <a:lnTo>
                  <a:pt x="10760" y="671"/>
                </a:lnTo>
                <a:lnTo>
                  <a:pt x="10866" y="706"/>
                </a:lnTo>
                <a:lnTo>
                  <a:pt x="10866" y="812"/>
                </a:lnTo>
                <a:lnTo>
                  <a:pt x="10937" y="918"/>
                </a:lnTo>
                <a:lnTo>
                  <a:pt x="11042" y="988"/>
                </a:lnTo>
                <a:lnTo>
                  <a:pt x="11148" y="953"/>
                </a:lnTo>
                <a:lnTo>
                  <a:pt x="11289" y="918"/>
                </a:lnTo>
                <a:lnTo>
                  <a:pt x="11431" y="882"/>
                </a:lnTo>
                <a:lnTo>
                  <a:pt x="11536" y="847"/>
                </a:lnTo>
                <a:lnTo>
                  <a:pt x="11642" y="812"/>
                </a:lnTo>
                <a:lnTo>
                  <a:pt x="11783" y="812"/>
                </a:lnTo>
                <a:lnTo>
                  <a:pt x="11924" y="777"/>
                </a:lnTo>
                <a:lnTo>
                  <a:pt x="12066" y="777"/>
                </a:lnTo>
                <a:lnTo>
                  <a:pt x="12171" y="777"/>
                </a:lnTo>
                <a:lnTo>
                  <a:pt x="12277" y="777"/>
                </a:lnTo>
                <a:lnTo>
                  <a:pt x="12418" y="777"/>
                </a:lnTo>
                <a:lnTo>
                  <a:pt x="12524" y="812"/>
                </a:lnTo>
                <a:lnTo>
                  <a:pt x="12665" y="847"/>
                </a:lnTo>
                <a:lnTo>
                  <a:pt x="12842" y="847"/>
                </a:lnTo>
                <a:lnTo>
                  <a:pt x="13336" y="882"/>
                </a:lnTo>
                <a:lnTo>
                  <a:pt x="13547" y="918"/>
                </a:lnTo>
                <a:lnTo>
                  <a:pt x="13653" y="918"/>
                </a:lnTo>
                <a:lnTo>
                  <a:pt x="13759" y="988"/>
                </a:lnTo>
                <a:lnTo>
                  <a:pt x="13865" y="1059"/>
                </a:lnTo>
                <a:lnTo>
                  <a:pt x="13971" y="1059"/>
                </a:lnTo>
                <a:lnTo>
                  <a:pt x="14006" y="1166"/>
                </a:lnTo>
                <a:lnTo>
                  <a:pt x="14147" y="1059"/>
                </a:lnTo>
                <a:lnTo>
                  <a:pt x="14323" y="953"/>
                </a:lnTo>
                <a:lnTo>
                  <a:pt x="14429" y="918"/>
                </a:lnTo>
                <a:lnTo>
                  <a:pt x="14535" y="918"/>
                </a:lnTo>
                <a:lnTo>
                  <a:pt x="14676" y="812"/>
                </a:lnTo>
                <a:lnTo>
                  <a:pt x="14747" y="918"/>
                </a:lnTo>
                <a:lnTo>
                  <a:pt x="14852" y="988"/>
                </a:lnTo>
                <a:lnTo>
                  <a:pt x="14994" y="953"/>
                </a:lnTo>
                <a:lnTo>
                  <a:pt x="15099" y="953"/>
                </a:lnTo>
                <a:lnTo>
                  <a:pt x="15205" y="953"/>
                </a:lnTo>
                <a:lnTo>
                  <a:pt x="15311" y="953"/>
                </a:lnTo>
                <a:lnTo>
                  <a:pt x="15452" y="953"/>
                </a:lnTo>
                <a:lnTo>
                  <a:pt x="15664" y="953"/>
                </a:lnTo>
                <a:lnTo>
                  <a:pt x="15840" y="1024"/>
                </a:lnTo>
                <a:lnTo>
                  <a:pt x="15981" y="1059"/>
                </a:lnTo>
                <a:lnTo>
                  <a:pt x="16087" y="1059"/>
                </a:lnTo>
                <a:lnTo>
                  <a:pt x="16264" y="988"/>
                </a:lnTo>
                <a:lnTo>
                  <a:pt x="16440" y="918"/>
                </a:lnTo>
                <a:lnTo>
                  <a:pt x="16581" y="918"/>
                </a:lnTo>
                <a:lnTo>
                  <a:pt x="16687" y="882"/>
                </a:lnTo>
                <a:lnTo>
                  <a:pt x="16793" y="953"/>
                </a:lnTo>
                <a:lnTo>
                  <a:pt x="16899" y="1059"/>
                </a:lnTo>
                <a:lnTo>
                  <a:pt x="17004" y="988"/>
                </a:lnTo>
                <a:lnTo>
                  <a:pt x="17110" y="953"/>
                </a:lnTo>
                <a:lnTo>
                  <a:pt x="17216" y="953"/>
                </a:lnTo>
                <a:lnTo>
                  <a:pt x="17322" y="988"/>
                </a:lnTo>
                <a:lnTo>
                  <a:pt x="17463" y="1059"/>
                </a:lnTo>
                <a:lnTo>
                  <a:pt x="17569" y="1201"/>
                </a:lnTo>
                <a:lnTo>
                  <a:pt x="17675" y="1130"/>
                </a:lnTo>
                <a:lnTo>
                  <a:pt x="17816" y="1130"/>
                </a:lnTo>
                <a:lnTo>
                  <a:pt x="17922" y="1201"/>
                </a:lnTo>
                <a:lnTo>
                  <a:pt x="18027" y="1236"/>
                </a:lnTo>
                <a:lnTo>
                  <a:pt x="18133" y="1342"/>
                </a:lnTo>
                <a:lnTo>
                  <a:pt x="18239" y="1413"/>
                </a:lnTo>
                <a:lnTo>
                  <a:pt x="18345" y="1448"/>
                </a:lnTo>
                <a:lnTo>
                  <a:pt x="18345" y="0"/>
                </a:lnTo>
                <a:lnTo>
                  <a:pt x="0" y="141"/>
                </a:lnTo>
                <a:lnTo>
                  <a:pt x="211" y="1059"/>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92" name=""/>
          <p:cNvSpPr/>
          <p:nvPr/>
        </p:nvSpPr>
        <p:spPr>
          <a:xfrm>
            <a:off x="1015920" y="2260440"/>
            <a:ext cx="6604200" cy="533880"/>
          </a:xfrm>
          <a:custGeom>
            <a:avLst/>
            <a:gdLst/>
            <a:ahLst/>
            <a:rect l="0" t="0" r="r" b="b"/>
            <a:pathLst>
              <a:path w="18345" h="1483">
                <a:moveTo>
                  <a:pt x="35" y="1236"/>
                </a:moveTo>
                <a:lnTo>
                  <a:pt x="176" y="1130"/>
                </a:lnTo>
                <a:lnTo>
                  <a:pt x="246" y="1024"/>
                </a:lnTo>
                <a:lnTo>
                  <a:pt x="388" y="953"/>
                </a:lnTo>
                <a:lnTo>
                  <a:pt x="493" y="847"/>
                </a:lnTo>
                <a:lnTo>
                  <a:pt x="599" y="741"/>
                </a:lnTo>
                <a:lnTo>
                  <a:pt x="705" y="706"/>
                </a:lnTo>
                <a:lnTo>
                  <a:pt x="811" y="741"/>
                </a:lnTo>
                <a:lnTo>
                  <a:pt x="952" y="812"/>
                </a:lnTo>
                <a:lnTo>
                  <a:pt x="1058" y="847"/>
                </a:lnTo>
                <a:lnTo>
                  <a:pt x="1164" y="847"/>
                </a:lnTo>
                <a:lnTo>
                  <a:pt x="1305" y="777"/>
                </a:lnTo>
                <a:lnTo>
                  <a:pt x="1481" y="777"/>
                </a:lnTo>
                <a:lnTo>
                  <a:pt x="1587" y="741"/>
                </a:lnTo>
                <a:lnTo>
                  <a:pt x="1728" y="706"/>
                </a:lnTo>
                <a:lnTo>
                  <a:pt x="1869" y="812"/>
                </a:lnTo>
                <a:lnTo>
                  <a:pt x="1975" y="882"/>
                </a:lnTo>
                <a:lnTo>
                  <a:pt x="2081" y="882"/>
                </a:lnTo>
                <a:lnTo>
                  <a:pt x="2222" y="847"/>
                </a:lnTo>
                <a:lnTo>
                  <a:pt x="2363" y="812"/>
                </a:lnTo>
                <a:lnTo>
                  <a:pt x="2469" y="741"/>
                </a:lnTo>
                <a:lnTo>
                  <a:pt x="2575" y="671"/>
                </a:lnTo>
                <a:lnTo>
                  <a:pt x="2681" y="565"/>
                </a:lnTo>
                <a:lnTo>
                  <a:pt x="2786" y="494"/>
                </a:lnTo>
                <a:lnTo>
                  <a:pt x="2892" y="424"/>
                </a:lnTo>
                <a:lnTo>
                  <a:pt x="2998" y="389"/>
                </a:lnTo>
                <a:lnTo>
                  <a:pt x="3104" y="459"/>
                </a:lnTo>
                <a:lnTo>
                  <a:pt x="3210" y="530"/>
                </a:lnTo>
                <a:lnTo>
                  <a:pt x="3280" y="636"/>
                </a:lnTo>
                <a:lnTo>
                  <a:pt x="3457" y="671"/>
                </a:lnTo>
                <a:lnTo>
                  <a:pt x="3633" y="565"/>
                </a:lnTo>
                <a:lnTo>
                  <a:pt x="3739" y="530"/>
                </a:lnTo>
                <a:lnTo>
                  <a:pt x="3915" y="530"/>
                </a:lnTo>
                <a:lnTo>
                  <a:pt x="4056" y="459"/>
                </a:lnTo>
                <a:lnTo>
                  <a:pt x="4056" y="565"/>
                </a:lnTo>
                <a:lnTo>
                  <a:pt x="4127" y="812"/>
                </a:lnTo>
                <a:lnTo>
                  <a:pt x="4198" y="988"/>
                </a:lnTo>
                <a:lnTo>
                  <a:pt x="4550" y="741"/>
                </a:lnTo>
                <a:lnTo>
                  <a:pt x="4762" y="671"/>
                </a:lnTo>
                <a:lnTo>
                  <a:pt x="4903" y="671"/>
                </a:lnTo>
                <a:lnTo>
                  <a:pt x="5044" y="600"/>
                </a:lnTo>
                <a:lnTo>
                  <a:pt x="5256" y="530"/>
                </a:lnTo>
                <a:lnTo>
                  <a:pt x="5750" y="424"/>
                </a:lnTo>
                <a:lnTo>
                  <a:pt x="5961" y="317"/>
                </a:lnTo>
                <a:lnTo>
                  <a:pt x="6067" y="282"/>
                </a:lnTo>
                <a:lnTo>
                  <a:pt x="6103" y="389"/>
                </a:lnTo>
                <a:lnTo>
                  <a:pt x="6138" y="530"/>
                </a:lnTo>
                <a:lnTo>
                  <a:pt x="6208" y="671"/>
                </a:lnTo>
                <a:lnTo>
                  <a:pt x="6350" y="671"/>
                </a:lnTo>
                <a:lnTo>
                  <a:pt x="6491" y="530"/>
                </a:lnTo>
                <a:lnTo>
                  <a:pt x="6596" y="459"/>
                </a:lnTo>
                <a:lnTo>
                  <a:pt x="6738" y="389"/>
                </a:lnTo>
                <a:lnTo>
                  <a:pt x="6843" y="389"/>
                </a:lnTo>
                <a:lnTo>
                  <a:pt x="6949" y="424"/>
                </a:lnTo>
                <a:lnTo>
                  <a:pt x="7055" y="424"/>
                </a:lnTo>
                <a:lnTo>
                  <a:pt x="7161" y="424"/>
                </a:lnTo>
                <a:lnTo>
                  <a:pt x="7267" y="424"/>
                </a:lnTo>
                <a:lnTo>
                  <a:pt x="7443" y="459"/>
                </a:lnTo>
                <a:lnTo>
                  <a:pt x="7549" y="459"/>
                </a:lnTo>
                <a:lnTo>
                  <a:pt x="7655" y="424"/>
                </a:lnTo>
                <a:lnTo>
                  <a:pt x="7761" y="424"/>
                </a:lnTo>
                <a:lnTo>
                  <a:pt x="7866" y="530"/>
                </a:lnTo>
                <a:lnTo>
                  <a:pt x="7972" y="494"/>
                </a:lnTo>
                <a:lnTo>
                  <a:pt x="8113" y="494"/>
                </a:lnTo>
                <a:lnTo>
                  <a:pt x="8290" y="494"/>
                </a:lnTo>
                <a:lnTo>
                  <a:pt x="8396" y="494"/>
                </a:lnTo>
                <a:lnTo>
                  <a:pt x="8501" y="459"/>
                </a:lnTo>
                <a:lnTo>
                  <a:pt x="8537" y="565"/>
                </a:lnTo>
                <a:lnTo>
                  <a:pt x="8643" y="565"/>
                </a:lnTo>
                <a:lnTo>
                  <a:pt x="8748" y="600"/>
                </a:lnTo>
                <a:lnTo>
                  <a:pt x="8854" y="600"/>
                </a:lnTo>
                <a:lnTo>
                  <a:pt x="8995" y="671"/>
                </a:lnTo>
                <a:lnTo>
                  <a:pt x="9101" y="777"/>
                </a:lnTo>
                <a:lnTo>
                  <a:pt x="9243" y="706"/>
                </a:lnTo>
                <a:lnTo>
                  <a:pt x="9349" y="671"/>
                </a:lnTo>
                <a:lnTo>
                  <a:pt x="9455" y="636"/>
                </a:lnTo>
                <a:lnTo>
                  <a:pt x="9596" y="565"/>
                </a:lnTo>
                <a:lnTo>
                  <a:pt x="9702" y="530"/>
                </a:lnTo>
                <a:lnTo>
                  <a:pt x="9914" y="459"/>
                </a:lnTo>
                <a:lnTo>
                  <a:pt x="10019" y="352"/>
                </a:lnTo>
                <a:lnTo>
                  <a:pt x="10125" y="317"/>
                </a:lnTo>
                <a:lnTo>
                  <a:pt x="10266" y="459"/>
                </a:lnTo>
                <a:lnTo>
                  <a:pt x="10407" y="530"/>
                </a:lnTo>
                <a:lnTo>
                  <a:pt x="10549" y="600"/>
                </a:lnTo>
                <a:lnTo>
                  <a:pt x="10654" y="600"/>
                </a:lnTo>
                <a:lnTo>
                  <a:pt x="10760" y="636"/>
                </a:lnTo>
                <a:lnTo>
                  <a:pt x="10866" y="741"/>
                </a:lnTo>
                <a:lnTo>
                  <a:pt x="11007" y="741"/>
                </a:lnTo>
                <a:lnTo>
                  <a:pt x="11113" y="671"/>
                </a:lnTo>
                <a:lnTo>
                  <a:pt x="11219" y="600"/>
                </a:lnTo>
                <a:lnTo>
                  <a:pt x="11289" y="494"/>
                </a:lnTo>
                <a:lnTo>
                  <a:pt x="11431" y="424"/>
                </a:lnTo>
                <a:lnTo>
                  <a:pt x="11536" y="389"/>
                </a:lnTo>
                <a:lnTo>
                  <a:pt x="11677" y="389"/>
                </a:lnTo>
                <a:lnTo>
                  <a:pt x="11819" y="389"/>
                </a:lnTo>
                <a:lnTo>
                  <a:pt x="11995" y="459"/>
                </a:lnTo>
                <a:lnTo>
                  <a:pt x="12101" y="530"/>
                </a:lnTo>
                <a:lnTo>
                  <a:pt x="12277" y="600"/>
                </a:lnTo>
                <a:lnTo>
                  <a:pt x="12383" y="636"/>
                </a:lnTo>
                <a:lnTo>
                  <a:pt x="12489" y="706"/>
                </a:lnTo>
                <a:lnTo>
                  <a:pt x="12524" y="812"/>
                </a:lnTo>
                <a:lnTo>
                  <a:pt x="12806" y="0"/>
                </a:lnTo>
                <a:lnTo>
                  <a:pt x="12842" y="141"/>
                </a:lnTo>
                <a:lnTo>
                  <a:pt x="12877" y="246"/>
                </a:lnTo>
                <a:lnTo>
                  <a:pt x="12947" y="352"/>
                </a:lnTo>
                <a:lnTo>
                  <a:pt x="12983" y="494"/>
                </a:lnTo>
                <a:lnTo>
                  <a:pt x="13053" y="600"/>
                </a:lnTo>
                <a:lnTo>
                  <a:pt x="13089" y="706"/>
                </a:lnTo>
                <a:lnTo>
                  <a:pt x="13159" y="812"/>
                </a:lnTo>
                <a:lnTo>
                  <a:pt x="13265" y="777"/>
                </a:lnTo>
                <a:lnTo>
                  <a:pt x="13406" y="706"/>
                </a:lnTo>
                <a:lnTo>
                  <a:pt x="13512" y="600"/>
                </a:lnTo>
                <a:lnTo>
                  <a:pt x="13512" y="741"/>
                </a:lnTo>
                <a:lnTo>
                  <a:pt x="13618" y="671"/>
                </a:lnTo>
                <a:lnTo>
                  <a:pt x="13724" y="600"/>
                </a:lnTo>
                <a:lnTo>
                  <a:pt x="13829" y="530"/>
                </a:lnTo>
                <a:lnTo>
                  <a:pt x="13971" y="600"/>
                </a:lnTo>
                <a:lnTo>
                  <a:pt x="14112" y="671"/>
                </a:lnTo>
                <a:lnTo>
                  <a:pt x="14253" y="671"/>
                </a:lnTo>
                <a:lnTo>
                  <a:pt x="14359" y="565"/>
                </a:lnTo>
                <a:lnTo>
                  <a:pt x="14464" y="459"/>
                </a:lnTo>
                <a:lnTo>
                  <a:pt x="14606" y="424"/>
                </a:lnTo>
                <a:lnTo>
                  <a:pt x="14782" y="459"/>
                </a:lnTo>
                <a:lnTo>
                  <a:pt x="14888" y="530"/>
                </a:lnTo>
                <a:lnTo>
                  <a:pt x="14994" y="600"/>
                </a:lnTo>
                <a:lnTo>
                  <a:pt x="15099" y="600"/>
                </a:lnTo>
                <a:lnTo>
                  <a:pt x="15205" y="565"/>
                </a:lnTo>
                <a:lnTo>
                  <a:pt x="15346" y="530"/>
                </a:lnTo>
                <a:lnTo>
                  <a:pt x="15523" y="565"/>
                </a:lnTo>
                <a:lnTo>
                  <a:pt x="15629" y="530"/>
                </a:lnTo>
                <a:lnTo>
                  <a:pt x="15805" y="530"/>
                </a:lnTo>
                <a:lnTo>
                  <a:pt x="15911" y="530"/>
                </a:lnTo>
                <a:lnTo>
                  <a:pt x="16052" y="565"/>
                </a:lnTo>
                <a:lnTo>
                  <a:pt x="16158" y="600"/>
                </a:lnTo>
                <a:lnTo>
                  <a:pt x="16334" y="530"/>
                </a:lnTo>
                <a:lnTo>
                  <a:pt x="16440" y="494"/>
                </a:lnTo>
                <a:lnTo>
                  <a:pt x="16616" y="459"/>
                </a:lnTo>
                <a:lnTo>
                  <a:pt x="16722" y="424"/>
                </a:lnTo>
                <a:lnTo>
                  <a:pt x="16828" y="424"/>
                </a:lnTo>
                <a:lnTo>
                  <a:pt x="16969" y="530"/>
                </a:lnTo>
                <a:lnTo>
                  <a:pt x="17075" y="530"/>
                </a:lnTo>
                <a:lnTo>
                  <a:pt x="17181" y="530"/>
                </a:lnTo>
                <a:lnTo>
                  <a:pt x="17287" y="459"/>
                </a:lnTo>
                <a:lnTo>
                  <a:pt x="17428" y="389"/>
                </a:lnTo>
                <a:lnTo>
                  <a:pt x="17534" y="389"/>
                </a:lnTo>
                <a:lnTo>
                  <a:pt x="17675" y="317"/>
                </a:lnTo>
                <a:lnTo>
                  <a:pt x="18345" y="587"/>
                </a:lnTo>
                <a:lnTo>
                  <a:pt x="18310" y="1377"/>
                </a:lnTo>
                <a:lnTo>
                  <a:pt x="0" y="1483"/>
                </a:lnTo>
                <a:lnTo>
                  <a:pt x="35" y="1236"/>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93" name=""/>
          <p:cNvSpPr txBox="1"/>
          <p:nvPr/>
        </p:nvSpPr>
        <p:spPr>
          <a:xfrm>
            <a:off x="2031840" y="4046400"/>
            <a:ext cx="4665600" cy="476280"/>
          </a:xfrm>
          <a:prstGeom prst="rect">
            <a:avLst/>
          </a:prstGeom>
          <a:noFill/>
          <a:ln w="0">
            <a:noFill/>
          </a:ln>
        </p:spPr>
        <p:txBody>
          <a:bodyPr lIns="0" tIns="0" rIns="0" bIns="0" anchor="t">
            <a:spAutoFit/>
          </a:bodyPr>
          <a:p>
            <a:pPr marL="380880" indent="-380880">
              <a:lnSpc>
                <a:spcPct val="90000"/>
              </a:lnSpc>
            </a:pPr>
            <a:r>
              <a:rPr lang="en-US" sz="2800" b="1" u="none" strike="noStrike">
                <a:solidFill>
                  <a:srgbClr val="FC0128"/>
                </a:solidFill>
                <a:effectLst/>
                <a:uFillTx/>
                <a:latin typeface="Courier New"/>
                <a:ea typeface="Courier New"/>
              </a:rPr>
              <a:t>F I T Z P A T R </a:t>
            </a:r>
            <a:r>
              <a:rPr lang="en-US" sz="2800" b="1" u="none" strike="noStrike">
                <a:solidFill>
                  <a:srgbClr val="FFFFFF"/>
                </a:solidFill>
                <a:effectLst/>
                <a:uFillTx/>
                <a:latin typeface="Courier New"/>
                <a:ea typeface="Courier New"/>
              </a:rPr>
              <a:t>I C K</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
          <p:cNvSpPr txBox="1"/>
          <p:nvPr/>
        </p:nvSpPr>
        <p:spPr>
          <a:xfrm>
            <a:off x="2017800" y="108000"/>
            <a:ext cx="490680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MOVEing to a numeric item.</a:t>
            </a:r>
            <a:endParaRPr lang="en-US" sz="2800" b="0" u="none" strike="noStrike">
              <a:solidFill>
                <a:srgbClr val="000000"/>
              </a:solidFill>
              <a:effectLst/>
              <a:uFillTx/>
              <a:latin typeface="Arial"/>
            </a:endParaRPr>
          </a:p>
        </p:txBody>
      </p:sp>
      <p:sp>
        <p:nvSpPr>
          <p:cNvPr id="195" name=""/>
          <p:cNvSpPr txBox="1"/>
          <p:nvPr/>
        </p:nvSpPr>
        <p:spPr>
          <a:xfrm>
            <a:off x="338040" y="1185840"/>
            <a:ext cx="7953480" cy="2684520"/>
          </a:xfrm>
          <a:prstGeom prst="rect">
            <a:avLst/>
          </a:prstGeom>
          <a:noFill/>
          <a:ln w="0">
            <a:noFill/>
          </a:ln>
        </p:spPr>
        <p:txBody>
          <a:bodyPr lIns="0" tIns="0" rIns="0" bIns="0" anchor="t">
            <a:spAutoFit/>
          </a:bodyPr>
          <a:p>
            <a:pPr marL="380880" indent="-380880">
              <a:lnSpc>
                <a:spcPct val="90000"/>
              </a:lnSpc>
              <a:spcBef>
                <a:spcPts val="1919"/>
              </a:spcBef>
              <a:buClr>
                <a:srgbClr val="FC0128"/>
              </a:buClr>
              <a:buSzPct val="75000"/>
              <a:buFont typeface="Wingdings"/>
              <a:buChar char="_x0000_"/>
            </a:pPr>
            <a:r>
              <a:rPr lang="en-US" sz="2400" b="1" u="none" strike="noStrike">
                <a:solidFill>
                  <a:srgbClr val="FFFFFF"/>
                </a:solidFill>
                <a:effectLst/>
                <a:uFillTx/>
                <a:latin typeface="Arial"/>
                <a:ea typeface="Arial"/>
              </a:rPr>
              <a:t>When the destination item is numeric, or edited numeric, then data is aligned along the </a:t>
            </a:r>
            <a:r>
              <a:rPr lang="en-US" sz="2400" b="1" u="none" strike="noStrike">
                <a:solidFill>
                  <a:srgbClr val="00FF00"/>
                </a:solidFill>
                <a:effectLst/>
                <a:uFillTx/>
                <a:latin typeface="Arial"/>
                <a:ea typeface="Arial"/>
              </a:rPr>
              <a:t>decimal point</a:t>
            </a:r>
            <a:r>
              <a:rPr lang="en-US" sz="2400" b="1" u="none" strike="noStrike">
                <a:solidFill>
                  <a:srgbClr val="FFFFFF"/>
                </a:solidFill>
                <a:effectLst/>
                <a:uFillTx/>
                <a:latin typeface="Arial"/>
                <a:ea typeface="Arial"/>
              </a:rPr>
              <a:t> with zero filling or truncation as necessary.</a:t>
            </a:r>
            <a:endParaRPr lang="en-US" sz="2400" b="0" u="none" strike="noStrike">
              <a:solidFill>
                <a:srgbClr val="000000"/>
              </a:solidFill>
              <a:effectLst/>
              <a:uFillTx/>
              <a:latin typeface="Arial"/>
            </a:endParaRPr>
          </a:p>
          <a:p>
            <a:pPr marL="380880" indent="-380880">
              <a:lnSpc>
                <a:spcPct val="90000"/>
              </a:lnSpc>
              <a:spcBef>
                <a:spcPts val="1919"/>
              </a:spcBef>
              <a:buClr>
                <a:srgbClr val="FC0128"/>
              </a:buClr>
              <a:buSzPct val="75000"/>
              <a:buFont typeface="Wingdings"/>
              <a:buChar char="_x0000_"/>
            </a:pPr>
            <a:r>
              <a:rPr lang="en-US" sz="2400" b="1" u="none" strike="noStrike">
                <a:solidFill>
                  <a:srgbClr val="FFFFFF"/>
                </a:solidFill>
                <a:effectLst/>
                <a:uFillTx/>
                <a:latin typeface="Arial"/>
                <a:ea typeface="Arial"/>
              </a:rPr>
              <a:t>When the decimal point is not explicitly specified in either the source or destination items, the item is treated as if it had an assumed decimal point immediately after its rightmost character.</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
          <p:cNvSpPr/>
          <p:nvPr/>
        </p:nvSpPr>
        <p:spPr>
          <a:xfrm>
            <a:off x="157320" y="622440"/>
            <a:ext cx="5448240" cy="5292720"/>
          </a:xfrm>
          <a:prstGeom prst="rect">
            <a:avLst/>
          </a:prstGeom>
          <a:solidFill>
            <a:srgbClr val="DADADA"/>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97" name=""/>
          <p:cNvSpPr txBox="1"/>
          <p:nvPr/>
        </p:nvSpPr>
        <p:spPr>
          <a:xfrm>
            <a:off x="262080" y="2104920"/>
            <a:ext cx="5160960" cy="3487680"/>
          </a:xfrm>
          <a:prstGeom prst="rect">
            <a:avLst/>
          </a:prstGeom>
          <a:solidFill>
            <a:srgbClr val="DADADA"/>
          </a:solidFill>
          <a:ln w="0">
            <a:noFill/>
          </a:ln>
        </p:spPr>
        <p:txBody>
          <a:bodyPr lIns="0" tIns="0" rIns="0" bIns="0" anchor="t">
            <a:spAutoFit/>
          </a:bodyPr>
          <a:p>
            <a:pPr>
              <a:lnSpc>
                <a:spcPct val="90000"/>
              </a:lnSpc>
              <a:tabLst>
                <a:tab pos="571680" algn="l"/>
                <a:tab pos="1143000" algn="l"/>
              </a:tabLst>
            </a:pPr>
            <a:r>
              <a:rPr lang="en-US" sz="2400" b="1" u="none" strike="noStrike">
                <a:solidFill>
                  <a:srgbClr val="037C03"/>
                </a:solidFill>
                <a:effectLst/>
                <a:uFillTx/>
                <a:latin typeface="Courier New"/>
                <a:ea typeface="Courier New"/>
              </a:rPr>
              <a:t>MOVE ZEROS TO GrossPay.</a:t>
            </a: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CF0E30"/>
                </a:solidFill>
                <a:effectLst/>
                <a:uFillTx/>
                <a:latin typeface="Courier New"/>
                <a:ea typeface="Courier New"/>
              </a:rPr>
              <a:t>MOVE 12.4 TO GrossPay.</a:t>
            </a:r>
            <a:endParaRPr lang="en-US" sz="2400" b="0" u="none" strike="noStrike">
              <a:solidFill>
                <a:srgbClr val="000000"/>
              </a:solidFill>
              <a:effectLst/>
              <a:uFillTx/>
              <a:latin typeface="Arial"/>
            </a:endParaRPr>
          </a:p>
          <a:p>
            <a:pPr>
              <a:lnSpc>
                <a:spcPct val="90000"/>
              </a:lnSpc>
              <a:spcBef>
                <a:spcPts val="720"/>
              </a:spcBef>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114FFB"/>
                </a:solidFill>
                <a:effectLst/>
                <a:uFillTx/>
                <a:latin typeface="Courier New"/>
                <a:ea typeface="Courier New"/>
              </a:rPr>
              <a:t>MOVE 123.456 TO GrossPay.</a:t>
            </a: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CF0E30"/>
                </a:solidFill>
                <a:effectLst/>
                <a:uFillTx/>
                <a:latin typeface="Courier New"/>
                <a:ea typeface="Courier New"/>
              </a:rPr>
              <a:t>MOVE 12345.757 TO GrossPay.</a:t>
            </a:r>
            <a:endParaRPr lang="en-US" sz="2400" b="0" u="none" strike="noStrike">
              <a:solidFill>
                <a:srgbClr val="000000"/>
              </a:solidFill>
              <a:effectLst/>
              <a:uFillTx/>
              <a:latin typeface="Arial"/>
            </a:endParaRPr>
          </a:p>
        </p:txBody>
      </p:sp>
      <p:sp>
        <p:nvSpPr>
          <p:cNvPr id="198" name=""/>
          <p:cNvSpPr txBox="1"/>
          <p:nvPr/>
        </p:nvSpPr>
        <p:spPr>
          <a:xfrm>
            <a:off x="281160" y="1047600"/>
            <a:ext cx="5060880" cy="366840"/>
          </a:xfrm>
          <a:prstGeom prst="rect">
            <a:avLst/>
          </a:prstGeom>
          <a:solidFill>
            <a:srgbClr val="DADADA"/>
          </a:solidFill>
          <a:ln w="0">
            <a:noFill/>
          </a:ln>
        </p:spPr>
        <p:txBody>
          <a:bodyPr lIns="0" tIns="0" rIns="0" bIns="0" anchor="t">
            <a:spAutoFit/>
          </a:bodyPr>
          <a:p>
            <a:pPr>
              <a:lnSpc>
                <a:spcPct val="90000"/>
              </a:lnSpc>
              <a:tabLst>
                <a:tab pos="571680" algn="l"/>
                <a:tab pos="1143000" algn="l"/>
              </a:tabLst>
            </a:pPr>
            <a:r>
              <a:rPr lang="en-US" sz="2000" b="1" u="none" strike="noStrike">
                <a:solidFill>
                  <a:srgbClr val="000000"/>
                </a:solidFill>
                <a:effectLst/>
                <a:uFillTx/>
                <a:latin typeface="Courier New"/>
                <a:ea typeface="Courier New"/>
              </a:rPr>
              <a:t>01 GrossPay</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PIC 9(4)V99.</a:t>
            </a:r>
            <a:endParaRPr lang="en-US" sz="2000" b="0" u="none" strike="noStrike">
              <a:solidFill>
                <a:srgbClr val="000000"/>
              </a:solidFill>
              <a:effectLst/>
              <a:uFillTx/>
              <a:latin typeface="Arial"/>
            </a:endParaRPr>
          </a:p>
        </p:txBody>
      </p:sp>
      <p:sp>
        <p:nvSpPr>
          <p:cNvPr id="199" name=""/>
          <p:cNvSpPr txBox="1"/>
          <p:nvPr/>
        </p:nvSpPr>
        <p:spPr>
          <a:xfrm>
            <a:off x="5792760" y="2112840"/>
            <a:ext cx="3200400" cy="3552840"/>
          </a:xfrm>
          <a:prstGeom prst="rect">
            <a:avLst/>
          </a:prstGeom>
          <a:noFill/>
          <a:ln w="0">
            <a:noFill/>
          </a:ln>
        </p:spPr>
        <p:txBody>
          <a:bodyPr lIns="0" tIns="0" rIns="0" bIns="0" anchor="t">
            <a:spAutoFit/>
          </a:bodyPr>
          <a:p>
            <a:pPr marL="380880" indent="-380880">
              <a:lnSpc>
                <a:spcPct val="90000"/>
              </a:lnSpc>
              <a:spcBef>
                <a:spcPts val="720"/>
              </a:spcBef>
            </a:pPr>
            <a:r>
              <a:rPr lang="en-US" sz="2800" b="1" u="none" strike="noStrike">
                <a:solidFill>
                  <a:srgbClr val="CF0E30"/>
                </a:solidFill>
                <a:effectLst/>
                <a:uFillTx/>
                <a:latin typeface="Courier New"/>
                <a:ea typeface="Courier New"/>
              </a:rPr>
              <a:t> </a:t>
            </a:r>
            <a:r>
              <a:rPr lang="en-US" sz="2800" b="1" u="none" strike="noStrike">
                <a:solidFill>
                  <a:srgbClr val="00FF00"/>
                </a:solidFill>
                <a:effectLst/>
                <a:uFillTx/>
                <a:latin typeface="Courier New"/>
                <a:ea typeface="Courier New"/>
              </a:rPr>
              <a:t>0 0 0 0 0 0 </a:t>
            </a:r>
            <a:endParaRPr lang="en-US" sz="2800" b="0" u="none" strike="noStrike">
              <a:solidFill>
                <a:srgbClr val="000000"/>
              </a:solidFill>
              <a:effectLst/>
              <a:uFillTx/>
              <a:latin typeface="Arial"/>
            </a:endParaRPr>
          </a:p>
          <a:p>
            <a:pPr marL="380880" indent="-380880">
              <a:lnSpc>
                <a:spcPct val="90000"/>
              </a:lnSpc>
              <a:spcBef>
                <a:spcPts val="720"/>
              </a:spcBef>
            </a:pPr>
            <a:endParaRPr lang="en-US" sz="2800" b="0" u="none" strike="noStrike">
              <a:solidFill>
                <a:srgbClr val="000000"/>
              </a:solidFill>
              <a:effectLst/>
              <a:uFillTx/>
              <a:latin typeface="Arial"/>
            </a:endParaRPr>
          </a:p>
          <a:p>
            <a:pPr marL="380880" indent="-380880">
              <a:lnSpc>
                <a:spcPct val="90000"/>
              </a:lnSpc>
              <a:spcBef>
                <a:spcPts val="720"/>
              </a:spcBef>
            </a:pPr>
            <a:r>
              <a:rPr lang="en-US" sz="2800" b="1" u="none" strike="noStrike">
                <a:solidFill>
                  <a:srgbClr val="FFFFFF"/>
                </a:solidFill>
                <a:effectLst/>
                <a:uFillTx/>
                <a:latin typeface="Courier New"/>
                <a:ea typeface="Courier New"/>
              </a:rPr>
              <a:t> 0 0</a:t>
            </a:r>
            <a:r>
              <a:rPr lang="en-US" sz="2800" b="1" u="none" strike="noStrike">
                <a:solidFill>
                  <a:srgbClr val="037C03"/>
                </a:solidFill>
                <a:effectLst/>
                <a:uFillTx/>
                <a:latin typeface="Courier New"/>
                <a:ea typeface="Courier New"/>
              </a:rPr>
              <a:t> </a:t>
            </a:r>
            <a:r>
              <a:rPr lang="en-US" sz="2800" b="1" u="none" strike="noStrike">
                <a:solidFill>
                  <a:srgbClr val="FC0128"/>
                </a:solidFill>
                <a:effectLst/>
                <a:uFillTx/>
                <a:latin typeface="Courier New"/>
                <a:ea typeface="Courier New"/>
              </a:rPr>
              <a:t>1 2 4</a:t>
            </a:r>
            <a:r>
              <a:rPr lang="en-US" sz="2800" b="1" u="none" strike="noStrike">
                <a:solidFill>
                  <a:srgbClr val="037C03"/>
                </a:solidFill>
                <a:effectLst/>
                <a:uFillTx/>
                <a:latin typeface="Courier New"/>
                <a:ea typeface="Courier New"/>
              </a:rPr>
              <a:t> </a:t>
            </a:r>
            <a:r>
              <a:rPr lang="en-US" sz="2800" b="1" u="none" strike="noStrike">
                <a:solidFill>
                  <a:srgbClr val="FFFFFF"/>
                </a:solidFill>
                <a:effectLst/>
                <a:uFillTx/>
                <a:latin typeface="Courier New"/>
                <a:ea typeface="Courier New"/>
              </a:rPr>
              <a:t>0</a:t>
            </a:r>
            <a:endParaRPr lang="en-US" sz="2800" b="0" u="none" strike="noStrike">
              <a:solidFill>
                <a:srgbClr val="000000"/>
              </a:solidFill>
              <a:effectLst/>
              <a:uFillTx/>
              <a:latin typeface="Arial"/>
            </a:endParaRPr>
          </a:p>
          <a:p>
            <a:pPr marL="380880" indent="-380880">
              <a:lnSpc>
                <a:spcPct val="90000"/>
              </a:lnSpc>
              <a:spcBef>
                <a:spcPts val="720"/>
              </a:spcBef>
            </a:pPr>
            <a:endParaRPr lang="en-US" sz="2800" b="0" u="none" strike="noStrike">
              <a:solidFill>
                <a:srgbClr val="000000"/>
              </a:solidFill>
              <a:effectLst/>
              <a:uFillTx/>
              <a:latin typeface="Arial"/>
            </a:endParaRPr>
          </a:p>
          <a:p>
            <a:pPr marL="380880" indent="-380880">
              <a:lnSpc>
                <a:spcPct val="90000"/>
              </a:lnSpc>
              <a:spcBef>
                <a:spcPts val="720"/>
              </a:spcBef>
            </a:pPr>
            <a:r>
              <a:rPr lang="en-US" sz="2800" b="1" u="none" strike="noStrike">
                <a:solidFill>
                  <a:srgbClr val="FFFFFF"/>
                </a:solidFill>
                <a:effectLst/>
                <a:uFillTx/>
                <a:latin typeface="Courier New"/>
                <a:ea typeface="Courier New"/>
              </a:rPr>
              <a:t> 0 </a:t>
            </a:r>
            <a:r>
              <a:rPr lang="en-US" sz="2800" b="1" u="none" strike="noStrike">
                <a:solidFill>
                  <a:srgbClr val="A2C1FE"/>
                </a:solidFill>
                <a:effectLst/>
                <a:uFillTx/>
                <a:latin typeface="Courier New"/>
                <a:ea typeface="Courier New"/>
              </a:rPr>
              <a:t>1 2 3 4 5</a:t>
            </a:r>
            <a:r>
              <a:rPr lang="en-US" sz="2800" b="1" u="none" strike="noStrike">
                <a:solidFill>
                  <a:srgbClr val="063DE8"/>
                </a:solidFill>
                <a:effectLst/>
                <a:uFillTx/>
                <a:latin typeface="Courier New"/>
                <a:ea typeface="Courier New"/>
              </a:rPr>
              <a:t> </a:t>
            </a:r>
            <a:r>
              <a:rPr lang="en-US" sz="2800" b="1" u="none" strike="noStrike">
                <a:solidFill>
                  <a:srgbClr val="FFFFFF"/>
                </a:solidFill>
                <a:effectLst/>
                <a:uFillTx/>
                <a:latin typeface="Courier New"/>
                <a:ea typeface="Courier New"/>
              </a:rPr>
              <a:t>6</a:t>
            </a:r>
            <a:endParaRPr lang="en-US" sz="2800" b="0" u="none" strike="noStrike">
              <a:solidFill>
                <a:srgbClr val="000000"/>
              </a:solidFill>
              <a:effectLst/>
              <a:uFillTx/>
              <a:latin typeface="Arial"/>
            </a:endParaRPr>
          </a:p>
          <a:p>
            <a:pPr marL="380880" indent="-380880">
              <a:lnSpc>
                <a:spcPct val="90000"/>
              </a:lnSpc>
              <a:spcBef>
                <a:spcPts val="720"/>
              </a:spcBef>
            </a:pPr>
            <a:endParaRPr lang="en-US" sz="2800" b="0" u="none" strike="noStrike">
              <a:solidFill>
                <a:srgbClr val="000000"/>
              </a:solidFill>
              <a:effectLst/>
              <a:uFillTx/>
              <a:latin typeface="Arial"/>
            </a:endParaRPr>
          </a:p>
          <a:p>
            <a:pPr marL="380880" indent="-380880">
              <a:lnSpc>
                <a:spcPct val="90000"/>
              </a:lnSpc>
              <a:spcBef>
                <a:spcPts val="720"/>
              </a:spcBef>
            </a:pPr>
            <a:r>
              <a:rPr lang="en-US" sz="2800" b="1" u="none" strike="noStrike">
                <a:solidFill>
                  <a:srgbClr val="FFFFFF"/>
                </a:solidFill>
                <a:effectLst/>
                <a:uFillTx/>
                <a:latin typeface="Courier New"/>
                <a:ea typeface="Courier New"/>
              </a:rPr>
              <a:t>1</a:t>
            </a:r>
            <a:r>
              <a:rPr lang="en-US" sz="2800" b="1" u="none" strike="noStrike">
                <a:solidFill>
                  <a:srgbClr val="CF0E30"/>
                </a:solidFill>
                <a:effectLst/>
                <a:uFillTx/>
                <a:latin typeface="Courier New"/>
                <a:ea typeface="Courier New"/>
              </a:rPr>
              <a:t> </a:t>
            </a:r>
            <a:r>
              <a:rPr lang="en-US" sz="2800" b="1" u="none" strike="noStrike">
                <a:solidFill>
                  <a:srgbClr val="FC0128"/>
                </a:solidFill>
                <a:effectLst/>
                <a:uFillTx/>
                <a:latin typeface="Courier New"/>
                <a:ea typeface="Courier New"/>
              </a:rPr>
              <a:t>2 3 4 5 7 5 </a:t>
            </a:r>
            <a:r>
              <a:rPr lang="en-US" sz="2800" b="1" u="none" strike="noStrike">
                <a:solidFill>
                  <a:srgbClr val="FFFFFF"/>
                </a:solidFill>
                <a:effectLst/>
                <a:uFillTx/>
                <a:latin typeface="Courier New"/>
                <a:ea typeface="Courier New"/>
              </a:rPr>
              <a:t>7</a:t>
            </a:r>
            <a:endParaRPr lang="en-US" sz="2800" b="0" u="none" strike="noStrike">
              <a:solidFill>
                <a:srgbClr val="000000"/>
              </a:solidFill>
              <a:effectLst/>
              <a:uFillTx/>
              <a:latin typeface="Arial"/>
            </a:endParaRPr>
          </a:p>
        </p:txBody>
      </p:sp>
      <p:grpSp>
        <p:nvGrpSpPr>
          <p:cNvPr id="200" name=""/>
          <p:cNvGrpSpPr/>
          <p:nvPr/>
        </p:nvGrpSpPr>
        <p:grpSpPr>
          <a:xfrm>
            <a:off x="6067440" y="2147760"/>
            <a:ext cx="2585880" cy="416160"/>
            <a:chOff x="6067440" y="2147760"/>
            <a:chExt cx="2585880" cy="416160"/>
          </a:xfrm>
        </p:grpSpPr>
        <p:sp>
          <p:nvSpPr>
            <p:cNvPr id="201" name=""/>
            <p:cNvSpPr/>
            <p:nvPr/>
          </p:nvSpPr>
          <p:spPr>
            <a:xfrm>
              <a:off x="6067440" y="2147760"/>
              <a:ext cx="2585880" cy="414360"/>
            </a:xfrm>
            <a:prstGeom prst="rect">
              <a:avLst/>
            </a:prstGeom>
            <a:noFill/>
            <a:ln w="25560">
              <a:solidFill>
                <a:srgbClr val="FFFFFF"/>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202" name=""/>
            <p:cNvSpPr/>
            <p:nvPr/>
          </p:nvSpPr>
          <p:spPr>
            <a:xfrm>
              <a:off x="6467400" y="21621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03" name=""/>
            <p:cNvSpPr/>
            <p:nvPr/>
          </p:nvSpPr>
          <p:spPr>
            <a:xfrm>
              <a:off x="6900840" y="21621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04" name=""/>
            <p:cNvSpPr/>
            <p:nvPr/>
          </p:nvSpPr>
          <p:spPr>
            <a:xfrm>
              <a:off x="7324560" y="21621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05" name=""/>
            <p:cNvSpPr/>
            <p:nvPr/>
          </p:nvSpPr>
          <p:spPr>
            <a:xfrm>
              <a:off x="7748640" y="21621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06" name=""/>
            <p:cNvSpPr/>
            <p:nvPr/>
          </p:nvSpPr>
          <p:spPr>
            <a:xfrm>
              <a:off x="8186760" y="21621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grpSp>
      <p:grpSp>
        <p:nvGrpSpPr>
          <p:cNvPr id="207" name=""/>
          <p:cNvGrpSpPr/>
          <p:nvPr/>
        </p:nvGrpSpPr>
        <p:grpSpPr>
          <a:xfrm>
            <a:off x="6076800" y="3147840"/>
            <a:ext cx="2585880" cy="444600"/>
            <a:chOff x="6076800" y="3147840"/>
            <a:chExt cx="2585880" cy="444600"/>
          </a:xfrm>
        </p:grpSpPr>
        <p:sp>
          <p:nvSpPr>
            <p:cNvPr id="208" name=""/>
            <p:cNvSpPr/>
            <p:nvPr/>
          </p:nvSpPr>
          <p:spPr>
            <a:xfrm>
              <a:off x="6076800" y="3147840"/>
              <a:ext cx="2585880" cy="442800"/>
            </a:xfrm>
            <a:prstGeom prst="rect">
              <a:avLst/>
            </a:prstGeom>
            <a:noFill/>
            <a:ln w="25560">
              <a:solidFill>
                <a:srgbClr val="FFFFFF"/>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209" name=""/>
            <p:cNvSpPr/>
            <p:nvPr/>
          </p:nvSpPr>
          <p:spPr>
            <a:xfrm>
              <a:off x="6477120" y="3164040"/>
              <a:ext cx="0" cy="428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0" name=""/>
            <p:cNvSpPr/>
            <p:nvPr/>
          </p:nvSpPr>
          <p:spPr>
            <a:xfrm>
              <a:off x="6910560" y="3164040"/>
              <a:ext cx="0" cy="428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1" name=""/>
            <p:cNvSpPr/>
            <p:nvPr/>
          </p:nvSpPr>
          <p:spPr>
            <a:xfrm>
              <a:off x="7334280" y="3164040"/>
              <a:ext cx="0" cy="428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2" name=""/>
            <p:cNvSpPr/>
            <p:nvPr/>
          </p:nvSpPr>
          <p:spPr>
            <a:xfrm>
              <a:off x="7758000" y="3164040"/>
              <a:ext cx="0" cy="428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3" name=""/>
            <p:cNvSpPr/>
            <p:nvPr/>
          </p:nvSpPr>
          <p:spPr>
            <a:xfrm>
              <a:off x="8196120" y="3164040"/>
              <a:ext cx="0" cy="428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grpSp>
      <p:grpSp>
        <p:nvGrpSpPr>
          <p:cNvPr id="214" name=""/>
          <p:cNvGrpSpPr/>
          <p:nvPr/>
        </p:nvGrpSpPr>
        <p:grpSpPr>
          <a:xfrm>
            <a:off x="6067440" y="4200480"/>
            <a:ext cx="2585880" cy="414360"/>
            <a:chOff x="6067440" y="4200480"/>
            <a:chExt cx="2585880" cy="414360"/>
          </a:xfrm>
        </p:grpSpPr>
        <p:sp>
          <p:nvSpPr>
            <p:cNvPr id="215" name=""/>
            <p:cNvSpPr/>
            <p:nvPr/>
          </p:nvSpPr>
          <p:spPr>
            <a:xfrm>
              <a:off x="6067440" y="4200480"/>
              <a:ext cx="2585880" cy="414360"/>
            </a:xfrm>
            <a:prstGeom prst="rect">
              <a:avLst/>
            </a:prstGeom>
            <a:noFill/>
            <a:ln w="25560">
              <a:solidFill>
                <a:srgbClr val="FFFFFF"/>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216" name=""/>
            <p:cNvSpPr/>
            <p:nvPr/>
          </p:nvSpPr>
          <p:spPr>
            <a:xfrm>
              <a:off x="6467400" y="420048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7" name=""/>
            <p:cNvSpPr/>
            <p:nvPr/>
          </p:nvSpPr>
          <p:spPr>
            <a:xfrm>
              <a:off x="6900840" y="420048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8" name=""/>
            <p:cNvSpPr/>
            <p:nvPr/>
          </p:nvSpPr>
          <p:spPr>
            <a:xfrm>
              <a:off x="7324560" y="420048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9" name=""/>
            <p:cNvSpPr/>
            <p:nvPr/>
          </p:nvSpPr>
          <p:spPr>
            <a:xfrm>
              <a:off x="7748640" y="420048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20" name=""/>
            <p:cNvSpPr/>
            <p:nvPr/>
          </p:nvSpPr>
          <p:spPr>
            <a:xfrm>
              <a:off x="8186760" y="420048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grpSp>
      <p:grpSp>
        <p:nvGrpSpPr>
          <p:cNvPr id="221" name=""/>
          <p:cNvGrpSpPr/>
          <p:nvPr/>
        </p:nvGrpSpPr>
        <p:grpSpPr>
          <a:xfrm>
            <a:off x="6067440" y="5214960"/>
            <a:ext cx="2585880" cy="415800"/>
            <a:chOff x="6067440" y="5214960"/>
            <a:chExt cx="2585880" cy="415800"/>
          </a:xfrm>
        </p:grpSpPr>
        <p:sp>
          <p:nvSpPr>
            <p:cNvPr id="222" name=""/>
            <p:cNvSpPr/>
            <p:nvPr/>
          </p:nvSpPr>
          <p:spPr>
            <a:xfrm>
              <a:off x="6067440" y="5214960"/>
              <a:ext cx="2585880" cy="414360"/>
            </a:xfrm>
            <a:prstGeom prst="rect">
              <a:avLst/>
            </a:prstGeom>
            <a:noFill/>
            <a:ln w="25560">
              <a:solidFill>
                <a:srgbClr val="FFFFFF"/>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223" name=""/>
            <p:cNvSpPr/>
            <p:nvPr/>
          </p:nvSpPr>
          <p:spPr>
            <a:xfrm>
              <a:off x="6467400" y="5229360"/>
              <a:ext cx="0" cy="401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24" name=""/>
            <p:cNvSpPr/>
            <p:nvPr/>
          </p:nvSpPr>
          <p:spPr>
            <a:xfrm>
              <a:off x="6900840" y="5229360"/>
              <a:ext cx="0" cy="401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25" name=""/>
            <p:cNvSpPr/>
            <p:nvPr/>
          </p:nvSpPr>
          <p:spPr>
            <a:xfrm>
              <a:off x="7324560" y="5229360"/>
              <a:ext cx="0" cy="401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26" name=""/>
            <p:cNvSpPr/>
            <p:nvPr/>
          </p:nvSpPr>
          <p:spPr>
            <a:xfrm>
              <a:off x="7748640" y="5229360"/>
              <a:ext cx="0" cy="401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27" name=""/>
            <p:cNvSpPr/>
            <p:nvPr/>
          </p:nvSpPr>
          <p:spPr>
            <a:xfrm>
              <a:off x="8186760" y="5229360"/>
              <a:ext cx="0" cy="40140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grpSp>
      <p:sp>
        <p:nvSpPr>
          <p:cNvPr id="228" name=""/>
          <p:cNvSpPr txBox="1"/>
          <p:nvPr/>
        </p:nvSpPr>
        <p:spPr>
          <a:xfrm>
            <a:off x="7561440" y="2494080"/>
            <a:ext cx="369720" cy="531720"/>
          </a:xfrm>
          <a:prstGeom prst="rect">
            <a:avLst/>
          </a:prstGeom>
          <a:noFill/>
          <a:ln w="0">
            <a:noFill/>
          </a:ln>
        </p:spPr>
        <p:txBody>
          <a:bodyPr lIns="0" tIns="0" rIns="0" bIns="0" anchor="t">
            <a:spAutoFit/>
          </a:bodyPr>
          <a:p>
            <a:pPr marL="190440" indent="-190440" algn="ctr">
              <a:lnSpc>
                <a:spcPct val="103000"/>
              </a:lnSpc>
            </a:pPr>
            <a:r>
              <a:rPr lang="en-US" sz="1800" b="1" u="none" strike="noStrike">
                <a:solidFill>
                  <a:srgbClr val="FAFD00"/>
                </a:solidFill>
                <a:effectLst/>
                <a:uFillTx/>
                <a:latin typeface="Wingdings"/>
                <a:ea typeface="Wingdings"/>
              </a:rPr>
              <a:t>⟧</a:t>
            </a:r>
            <a:endParaRPr lang="en-US" sz="1800" b="0" u="none" strike="noStrike">
              <a:solidFill>
                <a:srgbClr val="000000"/>
              </a:solidFill>
              <a:effectLst/>
              <a:uFillTx/>
              <a:latin typeface="Arial"/>
            </a:endParaRPr>
          </a:p>
          <a:p>
            <a:pPr marL="190440" indent="-190440" algn="ctr">
              <a:lnSpc>
                <a:spcPct val="103000"/>
              </a:lnSpc>
            </a:pPr>
            <a:r>
              <a:rPr lang="en-US" sz="1000" b="0" u="none" strike="noStrike">
                <a:solidFill>
                  <a:srgbClr val="FAFD00"/>
                </a:solidFill>
                <a:effectLst/>
                <a:uFillTx/>
                <a:latin typeface="Wingdings"/>
                <a:ea typeface="Wingdings"/>
              </a:rPr>
              <a:t>●</a:t>
            </a:r>
            <a:endParaRPr lang="en-US" sz="1000" b="0" u="none" strike="noStrike">
              <a:solidFill>
                <a:srgbClr val="000000"/>
              </a:solidFill>
              <a:effectLst/>
              <a:uFillTx/>
              <a:latin typeface="Arial"/>
            </a:endParaRPr>
          </a:p>
        </p:txBody>
      </p:sp>
      <p:sp>
        <p:nvSpPr>
          <p:cNvPr id="229" name=""/>
          <p:cNvSpPr txBox="1"/>
          <p:nvPr/>
        </p:nvSpPr>
        <p:spPr>
          <a:xfrm>
            <a:off x="7586640" y="3522600"/>
            <a:ext cx="369720" cy="531720"/>
          </a:xfrm>
          <a:prstGeom prst="rect">
            <a:avLst/>
          </a:prstGeom>
          <a:noFill/>
          <a:ln w="0">
            <a:noFill/>
          </a:ln>
        </p:spPr>
        <p:txBody>
          <a:bodyPr lIns="0" tIns="0" rIns="0" bIns="0" anchor="t">
            <a:spAutoFit/>
          </a:bodyPr>
          <a:p>
            <a:pPr marL="190440" indent="-190440" algn="ctr">
              <a:lnSpc>
                <a:spcPct val="103000"/>
              </a:lnSpc>
            </a:pPr>
            <a:r>
              <a:rPr lang="en-US" sz="1800" b="1" u="none" strike="noStrike">
                <a:solidFill>
                  <a:srgbClr val="FAFD00"/>
                </a:solidFill>
                <a:effectLst/>
                <a:uFillTx/>
                <a:latin typeface="Wingdings"/>
                <a:ea typeface="Wingdings"/>
              </a:rPr>
              <a:t>⟧</a:t>
            </a:r>
            <a:endParaRPr lang="en-US" sz="1800" b="0" u="none" strike="noStrike">
              <a:solidFill>
                <a:srgbClr val="000000"/>
              </a:solidFill>
              <a:effectLst/>
              <a:uFillTx/>
              <a:latin typeface="Arial"/>
            </a:endParaRPr>
          </a:p>
          <a:p>
            <a:pPr marL="190440" indent="-190440" algn="ctr">
              <a:lnSpc>
                <a:spcPct val="103000"/>
              </a:lnSpc>
            </a:pPr>
            <a:r>
              <a:rPr lang="en-US" sz="1000" b="0" u="none" strike="noStrike">
                <a:solidFill>
                  <a:srgbClr val="FAFD00"/>
                </a:solidFill>
                <a:effectLst/>
                <a:uFillTx/>
                <a:latin typeface="Wingdings"/>
                <a:ea typeface="Wingdings"/>
              </a:rPr>
              <a:t>●</a:t>
            </a:r>
            <a:endParaRPr lang="en-US" sz="1000" b="0" u="none" strike="noStrike">
              <a:solidFill>
                <a:srgbClr val="000000"/>
              </a:solidFill>
              <a:effectLst/>
              <a:uFillTx/>
              <a:latin typeface="Arial"/>
            </a:endParaRPr>
          </a:p>
        </p:txBody>
      </p:sp>
      <p:sp>
        <p:nvSpPr>
          <p:cNvPr id="230" name=""/>
          <p:cNvSpPr txBox="1"/>
          <p:nvPr/>
        </p:nvSpPr>
        <p:spPr>
          <a:xfrm>
            <a:off x="7586640" y="4541760"/>
            <a:ext cx="369720" cy="531720"/>
          </a:xfrm>
          <a:prstGeom prst="rect">
            <a:avLst/>
          </a:prstGeom>
          <a:noFill/>
          <a:ln w="0">
            <a:noFill/>
          </a:ln>
        </p:spPr>
        <p:txBody>
          <a:bodyPr lIns="0" tIns="0" rIns="0" bIns="0" anchor="t">
            <a:spAutoFit/>
          </a:bodyPr>
          <a:p>
            <a:pPr marL="190440" indent="-190440" algn="ctr">
              <a:lnSpc>
                <a:spcPct val="103000"/>
              </a:lnSpc>
            </a:pPr>
            <a:r>
              <a:rPr lang="en-US" sz="1800" b="1" u="none" strike="noStrike">
                <a:solidFill>
                  <a:srgbClr val="FAFD00"/>
                </a:solidFill>
                <a:effectLst/>
                <a:uFillTx/>
                <a:latin typeface="Wingdings"/>
                <a:ea typeface="Wingdings"/>
              </a:rPr>
              <a:t>⟧</a:t>
            </a:r>
            <a:endParaRPr lang="en-US" sz="1800" b="0" u="none" strike="noStrike">
              <a:solidFill>
                <a:srgbClr val="000000"/>
              </a:solidFill>
              <a:effectLst/>
              <a:uFillTx/>
              <a:latin typeface="Arial"/>
            </a:endParaRPr>
          </a:p>
          <a:p>
            <a:pPr marL="190440" indent="-190440" algn="ctr">
              <a:lnSpc>
                <a:spcPct val="103000"/>
              </a:lnSpc>
            </a:pPr>
            <a:r>
              <a:rPr lang="en-US" sz="1000" b="0" u="none" strike="noStrike">
                <a:solidFill>
                  <a:srgbClr val="FAFD00"/>
                </a:solidFill>
                <a:effectLst/>
                <a:uFillTx/>
                <a:latin typeface="Wingdings"/>
                <a:ea typeface="Wingdings"/>
              </a:rPr>
              <a:t>●</a:t>
            </a:r>
            <a:endParaRPr lang="en-US" sz="1000" b="0" u="none" strike="noStrike">
              <a:solidFill>
                <a:srgbClr val="000000"/>
              </a:solidFill>
              <a:effectLst/>
              <a:uFillTx/>
              <a:latin typeface="Arial"/>
            </a:endParaRPr>
          </a:p>
        </p:txBody>
      </p:sp>
      <p:sp>
        <p:nvSpPr>
          <p:cNvPr id="231" name=""/>
          <p:cNvSpPr txBox="1"/>
          <p:nvPr/>
        </p:nvSpPr>
        <p:spPr>
          <a:xfrm>
            <a:off x="7586640" y="5551560"/>
            <a:ext cx="369720" cy="531720"/>
          </a:xfrm>
          <a:prstGeom prst="rect">
            <a:avLst/>
          </a:prstGeom>
          <a:noFill/>
          <a:ln w="0">
            <a:noFill/>
          </a:ln>
        </p:spPr>
        <p:txBody>
          <a:bodyPr lIns="0" tIns="0" rIns="0" bIns="0" anchor="t">
            <a:spAutoFit/>
          </a:bodyPr>
          <a:p>
            <a:pPr marL="190440" indent="-190440" algn="ctr">
              <a:lnSpc>
                <a:spcPct val="103000"/>
              </a:lnSpc>
            </a:pPr>
            <a:r>
              <a:rPr lang="en-US" sz="1800" b="1" u="none" strike="noStrike">
                <a:solidFill>
                  <a:srgbClr val="FAFD00"/>
                </a:solidFill>
                <a:effectLst/>
                <a:uFillTx/>
                <a:latin typeface="Wingdings"/>
                <a:ea typeface="Wingdings"/>
              </a:rPr>
              <a:t>⟧</a:t>
            </a:r>
            <a:endParaRPr lang="en-US" sz="1800" b="0" u="none" strike="noStrike">
              <a:solidFill>
                <a:srgbClr val="000000"/>
              </a:solidFill>
              <a:effectLst/>
              <a:uFillTx/>
              <a:latin typeface="Arial"/>
            </a:endParaRPr>
          </a:p>
          <a:p>
            <a:pPr marL="190440" indent="-190440" algn="ctr">
              <a:lnSpc>
                <a:spcPct val="103000"/>
              </a:lnSpc>
            </a:pPr>
            <a:r>
              <a:rPr lang="en-US" sz="1000" b="0" u="none" strike="noStrike">
                <a:solidFill>
                  <a:srgbClr val="FAFD00"/>
                </a:solidFill>
                <a:effectLst/>
                <a:uFillTx/>
                <a:latin typeface="Wingdings"/>
                <a:ea typeface="Wingdings"/>
              </a:rPr>
              <a:t>●</a:t>
            </a:r>
            <a:endParaRPr lang="en-US" sz="1000" b="0" u="none" strike="noStrike">
              <a:solidFill>
                <a:srgbClr val="000000"/>
              </a:solidFill>
              <a:effectLst/>
              <a:uFillTx/>
              <a:latin typeface="Arial"/>
            </a:endParaRPr>
          </a:p>
        </p:txBody>
      </p:sp>
      <p:sp>
        <p:nvSpPr>
          <p:cNvPr id="232" name=""/>
          <p:cNvSpPr txBox="1"/>
          <p:nvPr/>
        </p:nvSpPr>
        <p:spPr>
          <a:xfrm>
            <a:off x="6110280" y="1887480"/>
            <a:ext cx="835200" cy="252360"/>
          </a:xfrm>
          <a:prstGeom prst="rect">
            <a:avLst/>
          </a:prstGeom>
          <a:noFill/>
          <a:ln w="0">
            <a:noFill/>
          </a:ln>
        </p:spPr>
        <p:txBody>
          <a:bodyPr lIns="0" tIns="0" rIns="0" bIns="0" anchor="t">
            <a:spAutoFit/>
          </a:bodyPr>
          <a:p>
            <a:pPr marL="190440" indent="-190440" algn="ctr">
              <a:lnSpc>
                <a:spcPct val="103000"/>
              </a:lnSpc>
              <a:spcAft>
                <a:spcPts val="1247"/>
              </a:spcAft>
            </a:pPr>
            <a:r>
              <a:rPr lang="en-US" sz="1600" b="1" u="none" strike="noStrike">
                <a:solidFill>
                  <a:srgbClr val="FFFFFF"/>
                </a:solidFill>
                <a:effectLst/>
                <a:uFillTx/>
                <a:latin typeface="Times New Roman"/>
                <a:ea typeface="Times New Roman"/>
              </a:rPr>
              <a:t>GrossPay</a:t>
            </a:r>
            <a:endParaRPr lang="en-US" sz="1600" b="0" u="none" strike="noStrike">
              <a:solidFill>
                <a:srgbClr val="000000"/>
              </a:solidFill>
              <a:effectLst/>
              <a:uFillTx/>
              <a:latin typeface="Arial"/>
            </a:endParaRPr>
          </a:p>
        </p:txBody>
      </p:sp>
      <p:sp>
        <p:nvSpPr>
          <p:cNvPr id="233" name=""/>
          <p:cNvSpPr txBox="1"/>
          <p:nvPr/>
        </p:nvSpPr>
        <p:spPr>
          <a:xfrm>
            <a:off x="6110280" y="2911320"/>
            <a:ext cx="835200" cy="252360"/>
          </a:xfrm>
          <a:prstGeom prst="rect">
            <a:avLst/>
          </a:prstGeom>
          <a:noFill/>
          <a:ln w="0">
            <a:noFill/>
          </a:ln>
        </p:spPr>
        <p:txBody>
          <a:bodyPr lIns="0" tIns="0" rIns="0" bIns="0" anchor="t">
            <a:spAutoFit/>
          </a:bodyPr>
          <a:p>
            <a:pPr marL="190440" indent="-190440" algn="ctr">
              <a:lnSpc>
                <a:spcPct val="103000"/>
              </a:lnSpc>
              <a:spcAft>
                <a:spcPts val="1247"/>
              </a:spcAft>
            </a:pPr>
            <a:r>
              <a:rPr lang="en-US" sz="1600" b="1" u="none" strike="noStrike">
                <a:solidFill>
                  <a:srgbClr val="FFFFFF"/>
                </a:solidFill>
                <a:effectLst/>
                <a:uFillTx/>
                <a:latin typeface="Times New Roman"/>
                <a:ea typeface="Times New Roman"/>
              </a:rPr>
              <a:t>GrossPay</a:t>
            </a:r>
            <a:endParaRPr lang="en-US" sz="1600" b="0" u="none" strike="noStrike">
              <a:solidFill>
                <a:srgbClr val="000000"/>
              </a:solidFill>
              <a:effectLst/>
              <a:uFillTx/>
              <a:latin typeface="Arial"/>
            </a:endParaRPr>
          </a:p>
        </p:txBody>
      </p:sp>
      <p:sp>
        <p:nvSpPr>
          <p:cNvPr id="234" name=""/>
          <p:cNvSpPr txBox="1"/>
          <p:nvPr/>
        </p:nvSpPr>
        <p:spPr>
          <a:xfrm>
            <a:off x="6110280" y="3935520"/>
            <a:ext cx="835200" cy="252360"/>
          </a:xfrm>
          <a:prstGeom prst="rect">
            <a:avLst/>
          </a:prstGeom>
          <a:noFill/>
          <a:ln w="0">
            <a:noFill/>
          </a:ln>
        </p:spPr>
        <p:txBody>
          <a:bodyPr lIns="0" tIns="0" rIns="0" bIns="0" anchor="t">
            <a:spAutoFit/>
          </a:bodyPr>
          <a:p>
            <a:pPr marL="190440" indent="-190440" algn="ctr">
              <a:lnSpc>
                <a:spcPct val="103000"/>
              </a:lnSpc>
              <a:spcAft>
                <a:spcPts val="1247"/>
              </a:spcAft>
            </a:pPr>
            <a:r>
              <a:rPr lang="en-US" sz="1600" b="1" u="none" strike="noStrike">
                <a:solidFill>
                  <a:srgbClr val="FFFFFF"/>
                </a:solidFill>
                <a:effectLst/>
                <a:uFillTx/>
                <a:latin typeface="Times New Roman"/>
                <a:ea typeface="Times New Roman"/>
              </a:rPr>
              <a:t>GrossPay</a:t>
            </a:r>
            <a:endParaRPr lang="en-US" sz="1600" b="0" u="none" strike="noStrike">
              <a:solidFill>
                <a:srgbClr val="000000"/>
              </a:solidFill>
              <a:effectLst/>
              <a:uFillTx/>
              <a:latin typeface="Arial"/>
            </a:endParaRPr>
          </a:p>
        </p:txBody>
      </p:sp>
      <p:sp>
        <p:nvSpPr>
          <p:cNvPr id="235" name=""/>
          <p:cNvSpPr txBox="1"/>
          <p:nvPr/>
        </p:nvSpPr>
        <p:spPr>
          <a:xfrm>
            <a:off x="6110280" y="4959360"/>
            <a:ext cx="835200" cy="252360"/>
          </a:xfrm>
          <a:prstGeom prst="rect">
            <a:avLst/>
          </a:prstGeom>
          <a:noFill/>
          <a:ln w="0">
            <a:noFill/>
          </a:ln>
        </p:spPr>
        <p:txBody>
          <a:bodyPr lIns="0" tIns="0" rIns="0" bIns="0" anchor="t">
            <a:spAutoFit/>
          </a:bodyPr>
          <a:p>
            <a:pPr marL="190440" indent="-190440" algn="ctr">
              <a:lnSpc>
                <a:spcPct val="103000"/>
              </a:lnSpc>
              <a:spcAft>
                <a:spcPts val="1247"/>
              </a:spcAft>
            </a:pPr>
            <a:r>
              <a:rPr lang="en-US" sz="1600" b="1" u="none" strike="noStrike">
                <a:solidFill>
                  <a:srgbClr val="FFFFFF"/>
                </a:solidFill>
                <a:effectLst/>
                <a:uFillTx/>
                <a:latin typeface="Times New Roman"/>
                <a:ea typeface="Times New Roman"/>
              </a:rPr>
              <a:t>GrossPay</a:t>
            </a:r>
            <a:endParaRPr lang="en-US" sz="1600" b="0" u="none" strike="noStrike">
              <a:solidFill>
                <a:srgbClr val="000000"/>
              </a:solidFill>
              <a:effectLst/>
              <a:uFillTx/>
              <a:latin typeface="Arial"/>
            </a:endParaRPr>
          </a:p>
        </p:txBody>
      </p:sp>
      <p:sp>
        <p:nvSpPr>
          <p:cNvPr id="236" name=""/>
          <p:cNvSpPr/>
          <p:nvPr/>
        </p:nvSpPr>
        <p:spPr>
          <a:xfrm>
            <a:off x="88920" y="571680"/>
            <a:ext cx="5664600" cy="495720"/>
          </a:xfrm>
          <a:custGeom>
            <a:avLst/>
            <a:gdLst/>
            <a:ahLst/>
            <a:rect l="0" t="0" r="r" b="b"/>
            <a:pathLst>
              <a:path w="15735" h="1377">
                <a:moveTo>
                  <a:pt x="70" y="565"/>
                </a:moveTo>
                <a:lnTo>
                  <a:pt x="176" y="671"/>
                </a:lnTo>
                <a:lnTo>
                  <a:pt x="282" y="706"/>
                </a:lnTo>
                <a:lnTo>
                  <a:pt x="317" y="812"/>
                </a:lnTo>
                <a:lnTo>
                  <a:pt x="423" y="882"/>
                </a:lnTo>
                <a:lnTo>
                  <a:pt x="529" y="953"/>
                </a:lnTo>
                <a:lnTo>
                  <a:pt x="635" y="882"/>
                </a:lnTo>
                <a:lnTo>
                  <a:pt x="776" y="812"/>
                </a:lnTo>
                <a:lnTo>
                  <a:pt x="917" y="918"/>
                </a:lnTo>
                <a:lnTo>
                  <a:pt x="1023" y="953"/>
                </a:lnTo>
                <a:lnTo>
                  <a:pt x="1128" y="953"/>
                </a:lnTo>
                <a:lnTo>
                  <a:pt x="1270" y="1024"/>
                </a:lnTo>
                <a:lnTo>
                  <a:pt x="1411" y="988"/>
                </a:lnTo>
                <a:lnTo>
                  <a:pt x="1552" y="882"/>
                </a:lnTo>
                <a:lnTo>
                  <a:pt x="2116" y="741"/>
                </a:lnTo>
                <a:lnTo>
                  <a:pt x="2681" y="636"/>
                </a:lnTo>
                <a:lnTo>
                  <a:pt x="2822" y="565"/>
                </a:lnTo>
                <a:lnTo>
                  <a:pt x="2786" y="671"/>
                </a:lnTo>
                <a:lnTo>
                  <a:pt x="2963" y="600"/>
                </a:lnTo>
                <a:lnTo>
                  <a:pt x="3104" y="636"/>
                </a:lnTo>
                <a:lnTo>
                  <a:pt x="3245" y="636"/>
                </a:lnTo>
                <a:lnTo>
                  <a:pt x="3386" y="741"/>
                </a:lnTo>
                <a:lnTo>
                  <a:pt x="3563" y="777"/>
                </a:lnTo>
                <a:lnTo>
                  <a:pt x="3704" y="812"/>
                </a:lnTo>
                <a:lnTo>
                  <a:pt x="3810" y="777"/>
                </a:lnTo>
                <a:lnTo>
                  <a:pt x="3952" y="741"/>
                </a:lnTo>
                <a:lnTo>
                  <a:pt x="4057" y="812"/>
                </a:lnTo>
                <a:lnTo>
                  <a:pt x="4199" y="882"/>
                </a:lnTo>
                <a:lnTo>
                  <a:pt x="4375" y="847"/>
                </a:lnTo>
                <a:lnTo>
                  <a:pt x="4516" y="812"/>
                </a:lnTo>
                <a:lnTo>
                  <a:pt x="4657" y="812"/>
                </a:lnTo>
                <a:lnTo>
                  <a:pt x="4798" y="812"/>
                </a:lnTo>
                <a:lnTo>
                  <a:pt x="5010" y="812"/>
                </a:lnTo>
                <a:lnTo>
                  <a:pt x="5186" y="812"/>
                </a:lnTo>
                <a:lnTo>
                  <a:pt x="5327" y="812"/>
                </a:lnTo>
                <a:lnTo>
                  <a:pt x="5433" y="812"/>
                </a:lnTo>
                <a:lnTo>
                  <a:pt x="5539" y="847"/>
                </a:lnTo>
                <a:lnTo>
                  <a:pt x="5645" y="882"/>
                </a:lnTo>
                <a:lnTo>
                  <a:pt x="5716" y="988"/>
                </a:lnTo>
                <a:lnTo>
                  <a:pt x="5821" y="1024"/>
                </a:lnTo>
                <a:lnTo>
                  <a:pt x="5927" y="988"/>
                </a:lnTo>
                <a:lnTo>
                  <a:pt x="6033" y="953"/>
                </a:lnTo>
                <a:lnTo>
                  <a:pt x="6139" y="882"/>
                </a:lnTo>
                <a:lnTo>
                  <a:pt x="6280" y="812"/>
                </a:lnTo>
                <a:lnTo>
                  <a:pt x="6386" y="741"/>
                </a:lnTo>
                <a:lnTo>
                  <a:pt x="6492" y="706"/>
                </a:lnTo>
                <a:lnTo>
                  <a:pt x="6633" y="671"/>
                </a:lnTo>
                <a:lnTo>
                  <a:pt x="6739" y="600"/>
                </a:lnTo>
                <a:lnTo>
                  <a:pt x="6844" y="530"/>
                </a:lnTo>
                <a:lnTo>
                  <a:pt x="6950" y="424"/>
                </a:lnTo>
                <a:lnTo>
                  <a:pt x="7056" y="389"/>
                </a:lnTo>
                <a:lnTo>
                  <a:pt x="7127" y="282"/>
                </a:lnTo>
                <a:lnTo>
                  <a:pt x="7232" y="317"/>
                </a:lnTo>
                <a:lnTo>
                  <a:pt x="7338" y="424"/>
                </a:lnTo>
                <a:lnTo>
                  <a:pt x="7479" y="530"/>
                </a:lnTo>
                <a:lnTo>
                  <a:pt x="7585" y="600"/>
                </a:lnTo>
                <a:lnTo>
                  <a:pt x="7726" y="706"/>
                </a:lnTo>
                <a:lnTo>
                  <a:pt x="7797" y="812"/>
                </a:lnTo>
                <a:lnTo>
                  <a:pt x="7903" y="882"/>
                </a:lnTo>
                <a:lnTo>
                  <a:pt x="8009" y="953"/>
                </a:lnTo>
                <a:lnTo>
                  <a:pt x="8185" y="988"/>
                </a:lnTo>
                <a:lnTo>
                  <a:pt x="8326" y="1024"/>
                </a:lnTo>
                <a:lnTo>
                  <a:pt x="8397" y="1130"/>
                </a:lnTo>
                <a:lnTo>
                  <a:pt x="8467" y="1236"/>
                </a:lnTo>
                <a:lnTo>
                  <a:pt x="8573" y="1272"/>
                </a:lnTo>
                <a:lnTo>
                  <a:pt x="8714" y="1166"/>
                </a:lnTo>
                <a:lnTo>
                  <a:pt x="8785" y="1060"/>
                </a:lnTo>
                <a:lnTo>
                  <a:pt x="8891" y="953"/>
                </a:lnTo>
                <a:lnTo>
                  <a:pt x="9032" y="882"/>
                </a:lnTo>
                <a:lnTo>
                  <a:pt x="9173" y="812"/>
                </a:lnTo>
                <a:lnTo>
                  <a:pt x="9279" y="777"/>
                </a:lnTo>
                <a:lnTo>
                  <a:pt x="9455" y="741"/>
                </a:lnTo>
                <a:lnTo>
                  <a:pt x="9561" y="741"/>
                </a:lnTo>
                <a:lnTo>
                  <a:pt x="9667" y="706"/>
                </a:lnTo>
                <a:lnTo>
                  <a:pt x="9772" y="706"/>
                </a:lnTo>
                <a:lnTo>
                  <a:pt x="9878" y="671"/>
                </a:lnTo>
                <a:lnTo>
                  <a:pt x="10019" y="671"/>
                </a:lnTo>
                <a:lnTo>
                  <a:pt x="10125" y="671"/>
                </a:lnTo>
                <a:lnTo>
                  <a:pt x="10231" y="600"/>
                </a:lnTo>
                <a:lnTo>
                  <a:pt x="10302" y="741"/>
                </a:lnTo>
                <a:lnTo>
                  <a:pt x="10337" y="847"/>
                </a:lnTo>
                <a:lnTo>
                  <a:pt x="10443" y="741"/>
                </a:lnTo>
                <a:lnTo>
                  <a:pt x="10549" y="706"/>
                </a:lnTo>
                <a:lnTo>
                  <a:pt x="10654" y="706"/>
                </a:lnTo>
                <a:lnTo>
                  <a:pt x="10760" y="741"/>
                </a:lnTo>
                <a:lnTo>
                  <a:pt x="10866" y="777"/>
                </a:lnTo>
                <a:lnTo>
                  <a:pt x="11007" y="812"/>
                </a:lnTo>
                <a:lnTo>
                  <a:pt x="11148" y="812"/>
                </a:lnTo>
                <a:lnTo>
                  <a:pt x="11254" y="812"/>
                </a:lnTo>
                <a:lnTo>
                  <a:pt x="11431" y="777"/>
                </a:lnTo>
                <a:lnTo>
                  <a:pt x="11572" y="741"/>
                </a:lnTo>
                <a:lnTo>
                  <a:pt x="11713" y="741"/>
                </a:lnTo>
                <a:lnTo>
                  <a:pt x="11890" y="812"/>
                </a:lnTo>
                <a:lnTo>
                  <a:pt x="11996" y="812"/>
                </a:lnTo>
                <a:lnTo>
                  <a:pt x="12137" y="812"/>
                </a:lnTo>
                <a:lnTo>
                  <a:pt x="12278" y="918"/>
                </a:lnTo>
                <a:lnTo>
                  <a:pt x="12419" y="953"/>
                </a:lnTo>
                <a:lnTo>
                  <a:pt x="12525" y="953"/>
                </a:lnTo>
                <a:lnTo>
                  <a:pt x="12631" y="1024"/>
                </a:lnTo>
                <a:lnTo>
                  <a:pt x="12772" y="1024"/>
                </a:lnTo>
                <a:lnTo>
                  <a:pt x="12878" y="1024"/>
                </a:lnTo>
                <a:lnTo>
                  <a:pt x="12984" y="988"/>
                </a:lnTo>
                <a:lnTo>
                  <a:pt x="13054" y="882"/>
                </a:lnTo>
                <a:lnTo>
                  <a:pt x="13266" y="741"/>
                </a:lnTo>
                <a:lnTo>
                  <a:pt x="13407" y="671"/>
                </a:lnTo>
                <a:lnTo>
                  <a:pt x="13548" y="600"/>
                </a:lnTo>
                <a:lnTo>
                  <a:pt x="13654" y="600"/>
                </a:lnTo>
                <a:lnTo>
                  <a:pt x="13795" y="600"/>
                </a:lnTo>
                <a:lnTo>
                  <a:pt x="13901" y="671"/>
                </a:lnTo>
                <a:lnTo>
                  <a:pt x="14042" y="741"/>
                </a:lnTo>
                <a:lnTo>
                  <a:pt x="14218" y="812"/>
                </a:lnTo>
                <a:lnTo>
                  <a:pt x="14360" y="847"/>
                </a:lnTo>
                <a:lnTo>
                  <a:pt x="14465" y="882"/>
                </a:lnTo>
                <a:lnTo>
                  <a:pt x="14607" y="953"/>
                </a:lnTo>
                <a:lnTo>
                  <a:pt x="14712" y="953"/>
                </a:lnTo>
                <a:lnTo>
                  <a:pt x="14818" y="847"/>
                </a:lnTo>
                <a:lnTo>
                  <a:pt x="14924" y="953"/>
                </a:lnTo>
                <a:lnTo>
                  <a:pt x="15065" y="1024"/>
                </a:lnTo>
                <a:lnTo>
                  <a:pt x="15171" y="1095"/>
                </a:lnTo>
                <a:lnTo>
                  <a:pt x="15277" y="1130"/>
                </a:lnTo>
                <a:lnTo>
                  <a:pt x="15383" y="1166"/>
                </a:lnTo>
                <a:lnTo>
                  <a:pt x="15488" y="1236"/>
                </a:lnTo>
                <a:lnTo>
                  <a:pt x="15594" y="1307"/>
                </a:lnTo>
                <a:lnTo>
                  <a:pt x="15700" y="1377"/>
                </a:lnTo>
                <a:lnTo>
                  <a:pt x="15735" y="0"/>
                </a:lnTo>
                <a:lnTo>
                  <a:pt x="0" y="0"/>
                </a:lnTo>
                <a:lnTo>
                  <a:pt x="70" y="565"/>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37" name=""/>
          <p:cNvSpPr/>
          <p:nvPr/>
        </p:nvSpPr>
        <p:spPr>
          <a:xfrm>
            <a:off x="88920" y="5549760"/>
            <a:ext cx="5715360" cy="533880"/>
          </a:xfrm>
          <a:custGeom>
            <a:avLst/>
            <a:gdLst/>
            <a:ahLst/>
            <a:rect l="0" t="0" r="r" b="b"/>
            <a:pathLst>
              <a:path w="15876" h="1483">
                <a:moveTo>
                  <a:pt x="15876" y="988"/>
                </a:moveTo>
                <a:lnTo>
                  <a:pt x="15805" y="882"/>
                </a:lnTo>
                <a:lnTo>
                  <a:pt x="15629" y="777"/>
                </a:lnTo>
                <a:lnTo>
                  <a:pt x="15452" y="636"/>
                </a:lnTo>
                <a:lnTo>
                  <a:pt x="15346" y="600"/>
                </a:lnTo>
                <a:lnTo>
                  <a:pt x="15241" y="565"/>
                </a:lnTo>
                <a:lnTo>
                  <a:pt x="15135" y="494"/>
                </a:lnTo>
                <a:lnTo>
                  <a:pt x="15029" y="459"/>
                </a:lnTo>
                <a:lnTo>
                  <a:pt x="14923" y="389"/>
                </a:lnTo>
                <a:lnTo>
                  <a:pt x="14817" y="246"/>
                </a:lnTo>
                <a:lnTo>
                  <a:pt x="14711" y="389"/>
                </a:lnTo>
                <a:lnTo>
                  <a:pt x="14606" y="459"/>
                </a:lnTo>
                <a:lnTo>
                  <a:pt x="14464" y="530"/>
                </a:lnTo>
                <a:lnTo>
                  <a:pt x="14359" y="565"/>
                </a:lnTo>
                <a:lnTo>
                  <a:pt x="14182" y="600"/>
                </a:lnTo>
                <a:lnTo>
                  <a:pt x="14076" y="636"/>
                </a:lnTo>
                <a:lnTo>
                  <a:pt x="13935" y="530"/>
                </a:lnTo>
                <a:lnTo>
                  <a:pt x="13829" y="459"/>
                </a:lnTo>
                <a:lnTo>
                  <a:pt x="13618" y="282"/>
                </a:lnTo>
                <a:lnTo>
                  <a:pt x="13512" y="211"/>
                </a:lnTo>
                <a:lnTo>
                  <a:pt x="13406" y="317"/>
                </a:lnTo>
                <a:lnTo>
                  <a:pt x="13336" y="424"/>
                </a:lnTo>
                <a:lnTo>
                  <a:pt x="13230" y="530"/>
                </a:lnTo>
                <a:lnTo>
                  <a:pt x="11995" y="812"/>
                </a:lnTo>
                <a:lnTo>
                  <a:pt x="11854" y="741"/>
                </a:lnTo>
                <a:lnTo>
                  <a:pt x="11783" y="636"/>
                </a:lnTo>
                <a:lnTo>
                  <a:pt x="11677" y="600"/>
                </a:lnTo>
                <a:lnTo>
                  <a:pt x="11572" y="459"/>
                </a:lnTo>
                <a:lnTo>
                  <a:pt x="11431" y="530"/>
                </a:lnTo>
                <a:lnTo>
                  <a:pt x="11254" y="530"/>
                </a:lnTo>
                <a:lnTo>
                  <a:pt x="11148" y="459"/>
                </a:lnTo>
                <a:lnTo>
                  <a:pt x="10937" y="389"/>
                </a:lnTo>
                <a:lnTo>
                  <a:pt x="10831" y="389"/>
                </a:lnTo>
                <a:lnTo>
                  <a:pt x="10725" y="317"/>
                </a:lnTo>
                <a:lnTo>
                  <a:pt x="10584" y="424"/>
                </a:lnTo>
                <a:lnTo>
                  <a:pt x="10478" y="600"/>
                </a:lnTo>
                <a:lnTo>
                  <a:pt x="10372" y="565"/>
                </a:lnTo>
                <a:lnTo>
                  <a:pt x="10337" y="459"/>
                </a:lnTo>
                <a:lnTo>
                  <a:pt x="10231" y="389"/>
                </a:lnTo>
                <a:lnTo>
                  <a:pt x="10090" y="424"/>
                </a:lnTo>
                <a:lnTo>
                  <a:pt x="9984" y="459"/>
                </a:lnTo>
                <a:lnTo>
                  <a:pt x="9772" y="459"/>
                </a:lnTo>
                <a:lnTo>
                  <a:pt x="9631" y="424"/>
                </a:lnTo>
                <a:lnTo>
                  <a:pt x="9490" y="389"/>
                </a:lnTo>
                <a:lnTo>
                  <a:pt x="9349" y="389"/>
                </a:lnTo>
                <a:lnTo>
                  <a:pt x="9243" y="389"/>
                </a:lnTo>
                <a:lnTo>
                  <a:pt x="9102" y="389"/>
                </a:lnTo>
                <a:lnTo>
                  <a:pt x="8926" y="389"/>
                </a:lnTo>
                <a:lnTo>
                  <a:pt x="8820" y="389"/>
                </a:lnTo>
                <a:lnTo>
                  <a:pt x="8608" y="352"/>
                </a:lnTo>
                <a:lnTo>
                  <a:pt x="8502" y="317"/>
                </a:lnTo>
                <a:lnTo>
                  <a:pt x="8397" y="389"/>
                </a:lnTo>
                <a:lnTo>
                  <a:pt x="8256" y="459"/>
                </a:lnTo>
                <a:lnTo>
                  <a:pt x="8114" y="494"/>
                </a:lnTo>
                <a:lnTo>
                  <a:pt x="8009" y="389"/>
                </a:lnTo>
                <a:lnTo>
                  <a:pt x="7902" y="352"/>
                </a:lnTo>
                <a:lnTo>
                  <a:pt x="7761" y="246"/>
                </a:lnTo>
                <a:lnTo>
                  <a:pt x="7620" y="105"/>
                </a:lnTo>
                <a:lnTo>
                  <a:pt x="7443" y="0"/>
                </a:lnTo>
                <a:lnTo>
                  <a:pt x="7161" y="671"/>
                </a:lnTo>
                <a:lnTo>
                  <a:pt x="6985" y="636"/>
                </a:lnTo>
                <a:lnTo>
                  <a:pt x="6879" y="565"/>
                </a:lnTo>
                <a:lnTo>
                  <a:pt x="6773" y="459"/>
                </a:lnTo>
                <a:lnTo>
                  <a:pt x="6702" y="352"/>
                </a:lnTo>
                <a:lnTo>
                  <a:pt x="6596" y="352"/>
                </a:lnTo>
                <a:lnTo>
                  <a:pt x="6491" y="424"/>
                </a:lnTo>
                <a:lnTo>
                  <a:pt x="6385" y="530"/>
                </a:lnTo>
                <a:lnTo>
                  <a:pt x="6279" y="530"/>
                </a:lnTo>
                <a:lnTo>
                  <a:pt x="6173" y="636"/>
                </a:lnTo>
                <a:lnTo>
                  <a:pt x="6032" y="671"/>
                </a:lnTo>
                <a:lnTo>
                  <a:pt x="5891" y="636"/>
                </a:lnTo>
                <a:lnTo>
                  <a:pt x="5785" y="671"/>
                </a:lnTo>
                <a:lnTo>
                  <a:pt x="5679" y="812"/>
                </a:lnTo>
                <a:lnTo>
                  <a:pt x="5573" y="882"/>
                </a:lnTo>
                <a:lnTo>
                  <a:pt x="5468" y="812"/>
                </a:lnTo>
                <a:lnTo>
                  <a:pt x="5362" y="706"/>
                </a:lnTo>
                <a:lnTo>
                  <a:pt x="5291" y="600"/>
                </a:lnTo>
                <a:lnTo>
                  <a:pt x="5150" y="636"/>
                </a:lnTo>
                <a:lnTo>
                  <a:pt x="5044" y="636"/>
                </a:lnTo>
                <a:lnTo>
                  <a:pt x="4938" y="530"/>
                </a:lnTo>
                <a:lnTo>
                  <a:pt x="4727" y="565"/>
                </a:lnTo>
                <a:lnTo>
                  <a:pt x="4586" y="494"/>
                </a:lnTo>
                <a:lnTo>
                  <a:pt x="4445" y="389"/>
                </a:lnTo>
                <a:lnTo>
                  <a:pt x="4303" y="459"/>
                </a:lnTo>
                <a:lnTo>
                  <a:pt x="4162" y="530"/>
                </a:lnTo>
                <a:lnTo>
                  <a:pt x="4021" y="671"/>
                </a:lnTo>
                <a:lnTo>
                  <a:pt x="3915" y="671"/>
                </a:lnTo>
                <a:lnTo>
                  <a:pt x="3774" y="671"/>
                </a:lnTo>
                <a:lnTo>
                  <a:pt x="3704" y="777"/>
                </a:lnTo>
                <a:lnTo>
                  <a:pt x="3598" y="847"/>
                </a:lnTo>
                <a:lnTo>
                  <a:pt x="3457" y="777"/>
                </a:lnTo>
                <a:lnTo>
                  <a:pt x="3316" y="671"/>
                </a:lnTo>
                <a:lnTo>
                  <a:pt x="3210" y="636"/>
                </a:lnTo>
                <a:lnTo>
                  <a:pt x="3069" y="565"/>
                </a:lnTo>
                <a:lnTo>
                  <a:pt x="2963" y="494"/>
                </a:lnTo>
                <a:lnTo>
                  <a:pt x="2857" y="459"/>
                </a:lnTo>
                <a:lnTo>
                  <a:pt x="2751" y="424"/>
                </a:lnTo>
                <a:lnTo>
                  <a:pt x="2645" y="352"/>
                </a:lnTo>
                <a:lnTo>
                  <a:pt x="2469" y="317"/>
                </a:lnTo>
                <a:lnTo>
                  <a:pt x="2328" y="246"/>
                </a:lnTo>
                <a:lnTo>
                  <a:pt x="2222" y="176"/>
                </a:lnTo>
                <a:lnTo>
                  <a:pt x="2081" y="105"/>
                </a:lnTo>
                <a:lnTo>
                  <a:pt x="1905" y="105"/>
                </a:lnTo>
                <a:lnTo>
                  <a:pt x="1799" y="176"/>
                </a:lnTo>
                <a:lnTo>
                  <a:pt x="1763" y="282"/>
                </a:lnTo>
                <a:lnTo>
                  <a:pt x="1693" y="389"/>
                </a:lnTo>
                <a:lnTo>
                  <a:pt x="1622" y="530"/>
                </a:lnTo>
                <a:lnTo>
                  <a:pt x="1481" y="636"/>
                </a:lnTo>
                <a:lnTo>
                  <a:pt x="1375" y="636"/>
                </a:lnTo>
                <a:lnTo>
                  <a:pt x="1199" y="671"/>
                </a:lnTo>
                <a:lnTo>
                  <a:pt x="1093" y="706"/>
                </a:lnTo>
                <a:lnTo>
                  <a:pt x="987" y="777"/>
                </a:lnTo>
                <a:lnTo>
                  <a:pt x="881" y="812"/>
                </a:lnTo>
                <a:lnTo>
                  <a:pt x="776" y="812"/>
                </a:lnTo>
                <a:lnTo>
                  <a:pt x="635" y="812"/>
                </a:lnTo>
                <a:lnTo>
                  <a:pt x="529" y="812"/>
                </a:lnTo>
                <a:lnTo>
                  <a:pt x="0" y="1094"/>
                </a:lnTo>
                <a:lnTo>
                  <a:pt x="70" y="1483"/>
                </a:lnTo>
                <a:lnTo>
                  <a:pt x="15876" y="1448"/>
                </a:lnTo>
                <a:lnTo>
                  <a:pt x="15840" y="777"/>
                </a:lnTo>
                <a:lnTo>
                  <a:pt x="15876" y="988"/>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38" name=""/>
          <p:cNvSpPr/>
          <p:nvPr/>
        </p:nvSpPr>
        <p:spPr>
          <a:xfrm>
            <a:off x="101520" y="1473120"/>
            <a:ext cx="5639040" cy="876600"/>
          </a:xfrm>
          <a:custGeom>
            <a:avLst/>
            <a:gdLst/>
            <a:ahLst/>
            <a:rect l="0" t="0" r="r" b="b"/>
            <a:pathLst>
              <a:path w="15664" h="2435">
                <a:moveTo>
                  <a:pt x="35" y="635"/>
                </a:moveTo>
                <a:lnTo>
                  <a:pt x="176" y="599"/>
                </a:lnTo>
                <a:lnTo>
                  <a:pt x="317" y="529"/>
                </a:lnTo>
                <a:lnTo>
                  <a:pt x="423" y="493"/>
                </a:lnTo>
                <a:lnTo>
                  <a:pt x="564" y="458"/>
                </a:lnTo>
                <a:lnTo>
                  <a:pt x="670" y="458"/>
                </a:lnTo>
                <a:lnTo>
                  <a:pt x="811" y="352"/>
                </a:lnTo>
                <a:lnTo>
                  <a:pt x="917" y="317"/>
                </a:lnTo>
                <a:lnTo>
                  <a:pt x="917" y="423"/>
                </a:lnTo>
                <a:lnTo>
                  <a:pt x="987" y="529"/>
                </a:lnTo>
                <a:lnTo>
                  <a:pt x="1023" y="635"/>
                </a:lnTo>
                <a:lnTo>
                  <a:pt x="1164" y="670"/>
                </a:lnTo>
                <a:lnTo>
                  <a:pt x="1305" y="776"/>
                </a:lnTo>
                <a:lnTo>
                  <a:pt x="1411" y="811"/>
                </a:lnTo>
                <a:lnTo>
                  <a:pt x="1516" y="917"/>
                </a:lnTo>
                <a:lnTo>
                  <a:pt x="1622" y="881"/>
                </a:lnTo>
                <a:lnTo>
                  <a:pt x="1728" y="776"/>
                </a:lnTo>
                <a:lnTo>
                  <a:pt x="1869" y="670"/>
                </a:lnTo>
                <a:lnTo>
                  <a:pt x="2010" y="599"/>
                </a:lnTo>
                <a:lnTo>
                  <a:pt x="2151" y="493"/>
                </a:lnTo>
                <a:lnTo>
                  <a:pt x="2257" y="423"/>
                </a:lnTo>
                <a:lnTo>
                  <a:pt x="2363" y="388"/>
                </a:lnTo>
                <a:lnTo>
                  <a:pt x="2469" y="317"/>
                </a:lnTo>
                <a:lnTo>
                  <a:pt x="2575" y="246"/>
                </a:lnTo>
                <a:lnTo>
                  <a:pt x="2681" y="176"/>
                </a:lnTo>
                <a:lnTo>
                  <a:pt x="2716" y="282"/>
                </a:lnTo>
                <a:lnTo>
                  <a:pt x="2822" y="352"/>
                </a:lnTo>
                <a:lnTo>
                  <a:pt x="2963" y="352"/>
                </a:lnTo>
                <a:lnTo>
                  <a:pt x="3033" y="458"/>
                </a:lnTo>
                <a:lnTo>
                  <a:pt x="3139" y="493"/>
                </a:lnTo>
                <a:lnTo>
                  <a:pt x="3280" y="458"/>
                </a:lnTo>
                <a:lnTo>
                  <a:pt x="3421" y="388"/>
                </a:lnTo>
                <a:lnTo>
                  <a:pt x="3563" y="388"/>
                </a:lnTo>
                <a:lnTo>
                  <a:pt x="3704" y="352"/>
                </a:lnTo>
                <a:lnTo>
                  <a:pt x="3810" y="352"/>
                </a:lnTo>
                <a:lnTo>
                  <a:pt x="3915" y="317"/>
                </a:lnTo>
                <a:lnTo>
                  <a:pt x="4021" y="317"/>
                </a:lnTo>
                <a:lnTo>
                  <a:pt x="4127" y="282"/>
                </a:lnTo>
                <a:lnTo>
                  <a:pt x="4268" y="246"/>
                </a:lnTo>
                <a:lnTo>
                  <a:pt x="4339" y="352"/>
                </a:lnTo>
                <a:lnTo>
                  <a:pt x="4480" y="493"/>
                </a:lnTo>
                <a:lnTo>
                  <a:pt x="4586" y="529"/>
                </a:lnTo>
                <a:lnTo>
                  <a:pt x="4691" y="564"/>
                </a:lnTo>
                <a:lnTo>
                  <a:pt x="4833" y="564"/>
                </a:lnTo>
                <a:lnTo>
                  <a:pt x="4974" y="564"/>
                </a:lnTo>
                <a:lnTo>
                  <a:pt x="5080" y="599"/>
                </a:lnTo>
                <a:lnTo>
                  <a:pt x="5221" y="635"/>
                </a:lnTo>
                <a:lnTo>
                  <a:pt x="5362" y="599"/>
                </a:lnTo>
                <a:lnTo>
                  <a:pt x="5538" y="599"/>
                </a:lnTo>
                <a:lnTo>
                  <a:pt x="5679" y="599"/>
                </a:lnTo>
                <a:lnTo>
                  <a:pt x="5820" y="635"/>
                </a:lnTo>
                <a:lnTo>
                  <a:pt x="5926" y="635"/>
                </a:lnTo>
                <a:lnTo>
                  <a:pt x="6032" y="599"/>
                </a:lnTo>
                <a:lnTo>
                  <a:pt x="6138" y="599"/>
                </a:lnTo>
                <a:lnTo>
                  <a:pt x="6279" y="493"/>
                </a:lnTo>
                <a:lnTo>
                  <a:pt x="6385" y="458"/>
                </a:lnTo>
                <a:lnTo>
                  <a:pt x="6455" y="352"/>
                </a:lnTo>
                <a:lnTo>
                  <a:pt x="6632" y="246"/>
                </a:lnTo>
                <a:lnTo>
                  <a:pt x="6808" y="105"/>
                </a:lnTo>
                <a:lnTo>
                  <a:pt x="6949" y="0"/>
                </a:lnTo>
                <a:lnTo>
                  <a:pt x="6985" y="105"/>
                </a:lnTo>
                <a:lnTo>
                  <a:pt x="7090" y="211"/>
                </a:lnTo>
                <a:lnTo>
                  <a:pt x="7161" y="317"/>
                </a:lnTo>
                <a:lnTo>
                  <a:pt x="7302" y="458"/>
                </a:lnTo>
                <a:lnTo>
                  <a:pt x="7408" y="493"/>
                </a:lnTo>
                <a:lnTo>
                  <a:pt x="7514" y="599"/>
                </a:lnTo>
                <a:lnTo>
                  <a:pt x="7655" y="564"/>
                </a:lnTo>
                <a:lnTo>
                  <a:pt x="7796" y="529"/>
                </a:lnTo>
                <a:lnTo>
                  <a:pt x="7903" y="458"/>
                </a:lnTo>
                <a:lnTo>
                  <a:pt x="8009" y="388"/>
                </a:lnTo>
                <a:lnTo>
                  <a:pt x="8185" y="282"/>
                </a:lnTo>
                <a:lnTo>
                  <a:pt x="8291" y="211"/>
                </a:lnTo>
                <a:lnTo>
                  <a:pt x="8538" y="141"/>
                </a:lnTo>
                <a:lnTo>
                  <a:pt x="8679" y="105"/>
                </a:lnTo>
                <a:lnTo>
                  <a:pt x="8785" y="211"/>
                </a:lnTo>
                <a:lnTo>
                  <a:pt x="8961" y="211"/>
                </a:lnTo>
                <a:lnTo>
                  <a:pt x="9137" y="211"/>
                </a:lnTo>
                <a:lnTo>
                  <a:pt x="9243" y="211"/>
                </a:lnTo>
                <a:lnTo>
                  <a:pt x="9349" y="246"/>
                </a:lnTo>
                <a:lnTo>
                  <a:pt x="9455" y="246"/>
                </a:lnTo>
                <a:lnTo>
                  <a:pt x="9561" y="211"/>
                </a:lnTo>
                <a:lnTo>
                  <a:pt x="9772" y="176"/>
                </a:lnTo>
                <a:lnTo>
                  <a:pt x="9984" y="176"/>
                </a:lnTo>
                <a:lnTo>
                  <a:pt x="10125" y="105"/>
                </a:lnTo>
                <a:lnTo>
                  <a:pt x="10231" y="105"/>
                </a:lnTo>
                <a:lnTo>
                  <a:pt x="10337" y="176"/>
                </a:lnTo>
                <a:lnTo>
                  <a:pt x="10443" y="176"/>
                </a:lnTo>
                <a:lnTo>
                  <a:pt x="10619" y="211"/>
                </a:lnTo>
                <a:lnTo>
                  <a:pt x="10725" y="282"/>
                </a:lnTo>
                <a:lnTo>
                  <a:pt x="10866" y="352"/>
                </a:lnTo>
                <a:lnTo>
                  <a:pt x="10972" y="352"/>
                </a:lnTo>
                <a:lnTo>
                  <a:pt x="11113" y="317"/>
                </a:lnTo>
                <a:lnTo>
                  <a:pt x="11254" y="317"/>
                </a:lnTo>
                <a:lnTo>
                  <a:pt x="11748" y="317"/>
                </a:lnTo>
                <a:lnTo>
                  <a:pt x="12242" y="282"/>
                </a:lnTo>
                <a:lnTo>
                  <a:pt x="12454" y="246"/>
                </a:lnTo>
                <a:lnTo>
                  <a:pt x="12559" y="282"/>
                </a:lnTo>
                <a:lnTo>
                  <a:pt x="12665" y="211"/>
                </a:lnTo>
                <a:lnTo>
                  <a:pt x="12806" y="176"/>
                </a:lnTo>
                <a:lnTo>
                  <a:pt x="12877" y="317"/>
                </a:lnTo>
                <a:lnTo>
                  <a:pt x="12983" y="458"/>
                </a:lnTo>
                <a:lnTo>
                  <a:pt x="13089" y="529"/>
                </a:lnTo>
                <a:lnTo>
                  <a:pt x="13230" y="564"/>
                </a:lnTo>
                <a:lnTo>
                  <a:pt x="13336" y="599"/>
                </a:lnTo>
                <a:lnTo>
                  <a:pt x="13477" y="670"/>
                </a:lnTo>
                <a:lnTo>
                  <a:pt x="13653" y="635"/>
                </a:lnTo>
                <a:lnTo>
                  <a:pt x="13794" y="599"/>
                </a:lnTo>
                <a:lnTo>
                  <a:pt x="13935" y="493"/>
                </a:lnTo>
                <a:lnTo>
                  <a:pt x="14147" y="352"/>
                </a:lnTo>
                <a:lnTo>
                  <a:pt x="14288" y="282"/>
                </a:lnTo>
                <a:lnTo>
                  <a:pt x="14429" y="176"/>
                </a:lnTo>
                <a:lnTo>
                  <a:pt x="14641" y="105"/>
                </a:lnTo>
                <a:lnTo>
                  <a:pt x="14782" y="35"/>
                </a:lnTo>
                <a:lnTo>
                  <a:pt x="14852" y="176"/>
                </a:lnTo>
                <a:lnTo>
                  <a:pt x="14994" y="282"/>
                </a:lnTo>
                <a:lnTo>
                  <a:pt x="15099" y="246"/>
                </a:lnTo>
                <a:lnTo>
                  <a:pt x="15205" y="176"/>
                </a:lnTo>
                <a:lnTo>
                  <a:pt x="15311" y="105"/>
                </a:lnTo>
                <a:lnTo>
                  <a:pt x="15417" y="70"/>
                </a:lnTo>
                <a:lnTo>
                  <a:pt x="15558" y="35"/>
                </a:lnTo>
                <a:lnTo>
                  <a:pt x="15664" y="0"/>
                </a:lnTo>
                <a:lnTo>
                  <a:pt x="15664" y="1199"/>
                </a:lnTo>
                <a:lnTo>
                  <a:pt x="14747" y="1800"/>
                </a:lnTo>
                <a:lnTo>
                  <a:pt x="14641" y="1659"/>
                </a:lnTo>
                <a:lnTo>
                  <a:pt x="14606" y="1553"/>
                </a:lnTo>
                <a:lnTo>
                  <a:pt x="14500" y="1482"/>
                </a:lnTo>
                <a:lnTo>
                  <a:pt x="14500" y="1588"/>
                </a:lnTo>
                <a:lnTo>
                  <a:pt x="14429" y="1694"/>
                </a:lnTo>
                <a:lnTo>
                  <a:pt x="14359" y="1800"/>
                </a:lnTo>
                <a:lnTo>
                  <a:pt x="14359" y="1906"/>
                </a:lnTo>
                <a:lnTo>
                  <a:pt x="14288" y="2011"/>
                </a:lnTo>
                <a:lnTo>
                  <a:pt x="14217" y="2152"/>
                </a:lnTo>
                <a:lnTo>
                  <a:pt x="14112" y="2152"/>
                </a:lnTo>
                <a:lnTo>
                  <a:pt x="14006" y="2047"/>
                </a:lnTo>
                <a:lnTo>
                  <a:pt x="13935" y="1941"/>
                </a:lnTo>
                <a:lnTo>
                  <a:pt x="13794" y="1870"/>
                </a:lnTo>
                <a:lnTo>
                  <a:pt x="13653" y="1800"/>
                </a:lnTo>
                <a:lnTo>
                  <a:pt x="13547" y="1764"/>
                </a:lnTo>
                <a:lnTo>
                  <a:pt x="13512" y="1870"/>
                </a:lnTo>
                <a:lnTo>
                  <a:pt x="13477" y="2011"/>
                </a:lnTo>
                <a:lnTo>
                  <a:pt x="13441" y="2152"/>
                </a:lnTo>
                <a:lnTo>
                  <a:pt x="13371" y="2329"/>
                </a:lnTo>
                <a:lnTo>
                  <a:pt x="13371" y="2435"/>
                </a:lnTo>
                <a:lnTo>
                  <a:pt x="13230" y="2364"/>
                </a:lnTo>
                <a:lnTo>
                  <a:pt x="13124" y="2294"/>
                </a:lnTo>
                <a:lnTo>
                  <a:pt x="13018" y="2223"/>
                </a:lnTo>
                <a:lnTo>
                  <a:pt x="12912" y="2152"/>
                </a:lnTo>
                <a:lnTo>
                  <a:pt x="12806" y="2082"/>
                </a:lnTo>
                <a:lnTo>
                  <a:pt x="12665" y="1906"/>
                </a:lnTo>
                <a:lnTo>
                  <a:pt x="12524" y="1764"/>
                </a:lnTo>
                <a:lnTo>
                  <a:pt x="12418" y="1659"/>
                </a:lnTo>
                <a:lnTo>
                  <a:pt x="12277" y="1588"/>
                </a:lnTo>
                <a:lnTo>
                  <a:pt x="12207" y="1447"/>
                </a:lnTo>
                <a:lnTo>
                  <a:pt x="12101" y="1376"/>
                </a:lnTo>
                <a:lnTo>
                  <a:pt x="11960" y="1306"/>
                </a:lnTo>
                <a:lnTo>
                  <a:pt x="11854" y="1235"/>
                </a:lnTo>
                <a:lnTo>
                  <a:pt x="11819" y="1341"/>
                </a:lnTo>
                <a:lnTo>
                  <a:pt x="11713" y="1447"/>
                </a:lnTo>
                <a:lnTo>
                  <a:pt x="11607" y="1447"/>
                </a:lnTo>
                <a:lnTo>
                  <a:pt x="11501" y="1447"/>
                </a:lnTo>
                <a:lnTo>
                  <a:pt x="11395" y="1376"/>
                </a:lnTo>
                <a:lnTo>
                  <a:pt x="11254" y="1517"/>
                </a:lnTo>
                <a:lnTo>
                  <a:pt x="11113" y="1447"/>
                </a:lnTo>
                <a:lnTo>
                  <a:pt x="10937" y="1306"/>
                </a:lnTo>
                <a:lnTo>
                  <a:pt x="10831" y="1199"/>
                </a:lnTo>
                <a:lnTo>
                  <a:pt x="10725" y="1164"/>
                </a:lnTo>
                <a:lnTo>
                  <a:pt x="10619" y="1058"/>
                </a:lnTo>
                <a:lnTo>
                  <a:pt x="10478" y="987"/>
                </a:lnTo>
                <a:lnTo>
                  <a:pt x="10337" y="1058"/>
                </a:lnTo>
                <a:lnTo>
                  <a:pt x="10266" y="1164"/>
                </a:lnTo>
                <a:lnTo>
                  <a:pt x="10125" y="1164"/>
                </a:lnTo>
                <a:lnTo>
                  <a:pt x="9984" y="1199"/>
                </a:lnTo>
                <a:lnTo>
                  <a:pt x="9914" y="1306"/>
                </a:lnTo>
                <a:lnTo>
                  <a:pt x="9808" y="1447"/>
                </a:lnTo>
                <a:lnTo>
                  <a:pt x="9631" y="1623"/>
                </a:lnTo>
                <a:lnTo>
                  <a:pt x="9455" y="1800"/>
                </a:lnTo>
                <a:lnTo>
                  <a:pt x="9420" y="1659"/>
                </a:lnTo>
                <a:lnTo>
                  <a:pt x="9279" y="1517"/>
                </a:lnTo>
                <a:lnTo>
                  <a:pt x="9137" y="1412"/>
                </a:lnTo>
                <a:lnTo>
                  <a:pt x="8926" y="1306"/>
                </a:lnTo>
                <a:lnTo>
                  <a:pt x="8785" y="1235"/>
                </a:lnTo>
                <a:lnTo>
                  <a:pt x="8679" y="1164"/>
                </a:lnTo>
                <a:lnTo>
                  <a:pt x="8502" y="1093"/>
                </a:lnTo>
                <a:lnTo>
                  <a:pt x="8291" y="987"/>
                </a:lnTo>
                <a:lnTo>
                  <a:pt x="8150" y="917"/>
                </a:lnTo>
                <a:lnTo>
                  <a:pt x="8114" y="1023"/>
                </a:lnTo>
                <a:lnTo>
                  <a:pt x="8044" y="1164"/>
                </a:lnTo>
                <a:lnTo>
                  <a:pt x="7938" y="1271"/>
                </a:lnTo>
                <a:lnTo>
                  <a:pt x="7796" y="1376"/>
                </a:lnTo>
                <a:lnTo>
                  <a:pt x="7655" y="1341"/>
                </a:lnTo>
                <a:lnTo>
                  <a:pt x="7514" y="1235"/>
                </a:lnTo>
                <a:lnTo>
                  <a:pt x="7408" y="1199"/>
                </a:lnTo>
                <a:lnTo>
                  <a:pt x="7302" y="1235"/>
                </a:lnTo>
                <a:lnTo>
                  <a:pt x="7196" y="1341"/>
                </a:lnTo>
                <a:lnTo>
                  <a:pt x="7126" y="1235"/>
                </a:lnTo>
                <a:lnTo>
                  <a:pt x="7020" y="1235"/>
                </a:lnTo>
                <a:lnTo>
                  <a:pt x="6879" y="1164"/>
                </a:lnTo>
                <a:lnTo>
                  <a:pt x="6667" y="1058"/>
                </a:lnTo>
                <a:lnTo>
                  <a:pt x="6632" y="1164"/>
                </a:lnTo>
                <a:lnTo>
                  <a:pt x="6596" y="1306"/>
                </a:lnTo>
                <a:lnTo>
                  <a:pt x="6596" y="1447"/>
                </a:lnTo>
                <a:lnTo>
                  <a:pt x="6526" y="1588"/>
                </a:lnTo>
                <a:lnTo>
                  <a:pt x="6420" y="1623"/>
                </a:lnTo>
                <a:lnTo>
                  <a:pt x="6314" y="1588"/>
                </a:lnTo>
                <a:lnTo>
                  <a:pt x="6173" y="1588"/>
                </a:lnTo>
                <a:lnTo>
                  <a:pt x="6032" y="1623"/>
                </a:lnTo>
                <a:lnTo>
                  <a:pt x="5891" y="1729"/>
                </a:lnTo>
                <a:lnTo>
                  <a:pt x="5785" y="1729"/>
                </a:lnTo>
                <a:lnTo>
                  <a:pt x="5679" y="1729"/>
                </a:lnTo>
                <a:lnTo>
                  <a:pt x="5538" y="1659"/>
                </a:lnTo>
                <a:lnTo>
                  <a:pt x="5432" y="1588"/>
                </a:lnTo>
                <a:lnTo>
                  <a:pt x="5362" y="1482"/>
                </a:lnTo>
                <a:lnTo>
                  <a:pt x="5256" y="1447"/>
                </a:lnTo>
                <a:lnTo>
                  <a:pt x="5044" y="1306"/>
                </a:lnTo>
                <a:lnTo>
                  <a:pt x="4938" y="1235"/>
                </a:lnTo>
                <a:lnTo>
                  <a:pt x="4833" y="1199"/>
                </a:lnTo>
                <a:lnTo>
                  <a:pt x="4797" y="1341"/>
                </a:lnTo>
                <a:lnTo>
                  <a:pt x="4727" y="1447"/>
                </a:lnTo>
                <a:lnTo>
                  <a:pt x="4621" y="1588"/>
                </a:lnTo>
                <a:lnTo>
                  <a:pt x="4550" y="1694"/>
                </a:lnTo>
                <a:lnTo>
                  <a:pt x="4445" y="1729"/>
                </a:lnTo>
                <a:lnTo>
                  <a:pt x="4339" y="1588"/>
                </a:lnTo>
                <a:lnTo>
                  <a:pt x="4268" y="1482"/>
                </a:lnTo>
                <a:lnTo>
                  <a:pt x="4198" y="1376"/>
                </a:lnTo>
                <a:lnTo>
                  <a:pt x="4056" y="1412"/>
                </a:lnTo>
                <a:lnTo>
                  <a:pt x="3951" y="1482"/>
                </a:lnTo>
                <a:lnTo>
                  <a:pt x="3845" y="1517"/>
                </a:lnTo>
                <a:lnTo>
                  <a:pt x="3704" y="1376"/>
                </a:lnTo>
                <a:lnTo>
                  <a:pt x="3633" y="1235"/>
                </a:lnTo>
                <a:lnTo>
                  <a:pt x="3527" y="1128"/>
                </a:lnTo>
                <a:lnTo>
                  <a:pt x="3421" y="1164"/>
                </a:lnTo>
                <a:lnTo>
                  <a:pt x="3351" y="1376"/>
                </a:lnTo>
                <a:lnTo>
                  <a:pt x="3316" y="1482"/>
                </a:lnTo>
                <a:lnTo>
                  <a:pt x="3210" y="1588"/>
                </a:lnTo>
                <a:lnTo>
                  <a:pt x="3069" y="1553"/>
                </a:lnTo>
                <a:lnTo>
                  <a:pt x="2892" y="1517"/>
                </a:lnTo>
                <a:lnTo>
                  <a:pt x="2716" y="1482"/>
                </a:lnTo>
                <a:lnTo>
                  <a:pt x="2540" y="1482"/>
                </a:lnTo>
                <a:lnTo>
                  <a:pt x="2434" y="1517"/>
                </a:lnTo>
                <a:lnTo>
                  <a:pt x="2222" y="1553"/>
                </a:lnTo>
                <a:lnTo>
                  <a:pt x="2081" y="1588"/>
                </a:lnTo>
                <a:lnTo>
                  <a:pt x="1940" y="1623"/>
                </a:lnTo>
                <a:lnTo>
                  <a:pt x="1799" y="1623"/>
                </a:lnTo>
                <a:lnTo>
                  <a:pt x="1658" y="1659"/>
                </a:lnTo>
                <a:lnTo>
                  <a:pt x="1516" y="1694"/>
                </a:lnTo>
                <a:lnTo>
                  <a:pt x="1375" y="1729"/>
                </a:lnTo>
                <a:lnTo>
                  <a:pt x="1270" y="1729"/>
                </a:lnTo>
                <a:lnTo>
                  <a:pt x="1058" y="1659"/>
                </a:lnTo>
                <a:lnTo>
                  <a:pt x="564" y="1623"/>
                </a:lnTo>
                <a:lnTo>
                  <a:pt x="423" y="1659"/>
                </a:lnTo>
                <a:lnTo>
                  <a:pt x="317" y="1729"/>
                </a:lnTo>
                <a:lnTo>
                  <a:pt x="211" y="1800"/>
                </a:lnTo>
                <a:lnTo>
                  <a:pt x="105" y="1870"/>
                </a:lnTo>
                <a:lnTo>
                  <a:pt x="0" y="1906"/>
                </a:lnTo>
                <a:lnTo>
                  <a:pt x="35" y="635"/>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
          <p:cNvSpPr/>
          <p:nvPr/>
        </p:nvSpPr>
        <p:spPr>
          <a:xfrm>
            <a:off x="357120" y="673200"/>
            <a:ext cx="5514840" cy="5184720"/>
          </a:xfrm>
          <a:prstGeom prst="rect">
            <a:avLst/>
          </a:prstGeom>
          <a:solidFill>
            <a:srgbClr val="DADADA"/>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40" name=""/>
          <p:cNvSpPr txBox="1"/>
          <p:nvPr/>
        </p:nvSpPr>
        <p:spPr>
          <a:xfrm>
            <a:off x="585720" y="2095560"/>
            <a:ext cx="5056200" cy="3487680"/>
          </a:xfrm>
          <a:prstGeom prst="rect">
            <a:avLst/>
          </a:prstGeom>
          <a:solidFill>
            <a:srgbClr val="DADADA"/>
          </a:solidFill>
          <a:ln w="0">
            <a:noFill/>
          </a:ln>
        </p:spPr>
        <p:txBody>
          <a:bodyPr lIns="0" tIns="0" rIns="0" bIns="0" anchor="t">
            <a:spAutoFit/>
          </a:bodyPr>
          <a:p>
            <a:pPr>
              <a:lnSpc>
                <a:spcPct val="90000"/>
              </a:lnSpc>
              <a:tabLst>
                <a:tab pos="571680" algn="l"/>
                <a:tab pos="1143000" algn="l"/>
              </a:tabLst>
            </a:pPr>
            <a:r>
              <a:rPr lang="en-US" sz="2400" b="1" u="none" strike="noStrike">
                <a:solidFill>
                  <a:srgbClr val="037C03"/>
                </a:solidFill>
                <a:effectLst/>
                <a:uFillTx/>
                <a:latin typeface="Courier New"/>
                <a:ea typeface="Courier New"/>
              </a:rPr>
              <a:t>MOVE 1234 TO CountyPop.</a:t>
            </a: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CF0E30"/>
                </a:solidFill>
                <a:effectLst/>
                <a:uFillTx/>
                <a:latin typeface="Courier New"/>
                <a:ea typeface="Courier New"/>
              </a:rPr>
              <a:t>MOVE 12.4 TO CountyPop.</a:t>
            </a:r>
            <a:endParaRPr lang="en-US" sz="2400" b="0" u="none" strike="noStrike">
              <a:solidFill>
                <a:srgbClr val="000000"/>
              </a:solidFill>
              <a:effectLst/>
              <a:uFillTx/>
              <a:latin typeface="Arial"/>
            </a:endParaRPr>
          </a:p>
          <a:p>
            <a:pPr>
              <a:lnSpc>
                <a:spcPct val="90000"/>
              </a:lnSpc>
              <a:spcBef>
                <a:spcPts val="720"/>
              </a:spcBef>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114FFB"/>
                </a:solidFill>
                <a:effectLst/>
                <a:uFillTx/>
                <a:latin typeface="Courier New"/>
                <a:ea typeface="Courier New"/>
              </a:rPr>
              <a:t>MOVE 154 TO Price.</a:t>
            </a: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endParaRPr lang="en-US" sz="2400" b="0" u="none" strike="noStrike">
              <a:solidFill>
                <a:srgbClr val="000000"/>
              </a:solidFill>
              <a:effectLst/>
              <a:uFillTx/>
              <a:latin typeface="Arial"/>
            </a:endParaRPr>
          </a:p>
          <a:p>
            <a:pPr>
              <a:lnSpc>
                <a:spcPct val="90000"/>
              </a:lnSpc>
              <a:tabLst>
                <a:tab pos="571680" algn="l"/>
                <a:tab pos="1143000" algn="l"/>
              </a:tabLst>
            </a:pPr>
            <a:r>
              <a:rPr lang="en-US" sz="2400" b="1" u="none" strike="noStrike">
                <a:solidFill>
                  <a:srgbClr val="CF0E30"/>
                </a:solidFill>
                <a:effectLst/>
                <a:uFillTx/>
                <a:latin typeface="Courier New"/>
                <a:ea typeface="Courier New"/>
              </a:rPr>
              <a:t>MOVE 3552.75 TO Price.</a:t>
            </a:r>
            <a:endParaRPr lang="en-US" sz="2400" b="0" u="none" strike="noStrike">
              <a:solidFill>
                <a:srgbClr val="000000"/>
              </a:solidFill>
              <a:effectLst/>
              <a:uFillTx/>
              <a:latin typeface="Arial"/>
            </a:endParaRPr>
          </a:p>
        </p:txBody>
      </p:sp>
      <p:sp>
        <p:nvSpPr>
          <p:cNvPr id="241" name=""/>
          <p:cNvSpPr txBox="1"/>
          <p:nvPr/>
        </p:nvSpPr>
        <p:spPr>
          <a:xfrm>
            <a:off x="538200" y="1076400"/>
            <a:ext cx="5060880" cy="641520"/>
          </a:xfrm>
          <a:prstGeom prst="rect">
            <a:avLst/>
          </a:prstGeom>
          <a:solidFill>
            <a:srgbClr val="DADADA"/>
          </a:solidFill>
          <a:ln w="0">
            <a:noFill/>
          </a:ln>
        </p:spPr>
        <p:txBody>
          <a:bodyPr lIns="0" tIns="0" rIns="0" bIns="0" anchor="t">
            <a:spAutoFit/>
          </a:bodyPr>
          <a:p>
            <a:pPr>
              <a:lnSpc>
                <a:spcPct val="90000"/>
              </a:lnSpc>
              <a:tabLst>
                <a:tab pos="571680" algn="l"/>
                <a:tab pos="1143000" algn="l"/>
              </a:tabLst>
            </a:pPr>
            <a:r>
              <a:rPr lang="en-US" sz="2000" b="1" u="none" strike="noStrike">
                <a:solidFill>
                  <a:srgbClr val="000000"/>
                </a:solidFill>
                <a:effectLst/>
                <a:uFillTx/>
                <a:latin typeface="Courier New"/>
                <a:ea typeface="Courier New"/>
              </a:rPr>
              <a:t>01 CountyPop</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PIC 999.</a:t>
            </a:r>
            <a:endParaRPr lang="en-US" sz="2000" b="0" u="none" strike="noStrike">
              <a:solidFill>
                <a:srgbClr val="000000"/>
              </a:solidFill>
              <a:effectLst/>
              <a:uFillTx/>
              <a:latin typeface="Arial"/>
            </a:endParaRPr>
          </a:p>
          <a:p>
            <a:pPr>
              <a:lnSpc>
                <a:spcPct val="90000"/>
              </a:lnSpc>
              <a:tabLst>
                <a:tab pos="571680" algn="l"/>
                <a:tab pos="1143000" algn="l"/>
              </a:tabLst>
            </a:pPr>
            <a:r>
              <a:rPr lang="en-US" sz="2000" b="1" u="none" strike="noStrike">
                <a:solidFill>
                  <a:srgbClr val="000000"/>
                </a:solidFill>
                <a:effectLst/>
                <a:uFillTx/>
                <a:latin typeface="Courier New"/>
                <a:ea typeface="Courier New"/>
              </a:rPr>
              <a:t>01 Price</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	</a:t>
            </a:r>
            <a:r>
              <a:rPr lang="en-US" sz="2000" b="1" u="none" strike="noStrike">
                <a:solidFill>
                  <a:srgbClr val="000000"/>
                </a:solidFill>
                <a:effectLst/>
                <a:uFillTx/>
                <a:latin typeface="Courier New"/>
                <a:ea typeface="Courier New"/>
              </a:rPr>
              <a:t>PIC 999V99.</a:t>
            </a:r>
            <a:r>
              <a:rPr lang="en-US" sz="2000" b="1" u="none" strike="noStrike">
                <a:solidFill>
                  <a:srgbClr val="FFFFFF"/>
                </a:solidFill>
                <a:effectLst/>
                <a:uFillTx/>
                <a:latin typeface="Courier New"/>
                <a:ea typeface="Courier New"/>
              </a:rPr>
              <a:t> </a:t>
            </a:r>
            <a:endParaRPr lang="en-US" sz="2000" b="0" u="none" strike="noStrike">
              <a:solidFill>
                <a:srgbClr val="000000"/>
              </a:solidFill>
              <a:effectLst/>
              <a:uFillTx/>
              <a:latin typeface="Arial"/>
            </a:endParaRPr>
          </a:p>
        </p:txBody>
      </p:sp>
      <p:sp>
        <p:nvSpPr>
          <p:cNvPr id="242" name=""/>
          <p:cNvSpPr/>
          <p:nvPr/>
        </p:nvSpPr>
        <p:spPr>
          <a:xfrm>
            <a:off x="6076800" y="892080"/>
            <a:ext cx="2689200" cy="566640"/>
          </a:xfrm>
          <a:prstGeom prst="rect">
            <a:avLst/>
          </a:prstGeom>
          <a:no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43" name=""/>
          <p:cNvSpPr txBox="1"/>
          <p:nvPr/>
        </p:nvSpPr>
        <p:spPr>
          <a:xfrm>
            <a:off x="7669080" y="5556240"/>
            <a:ext cx="369720" cy="531720"/>
          </a:xfrm>
          <a:prstGeom prst="rect">
            <a:avLst/>
          </a:prstGeom>
          <a:noFill/>
          <a:ln w="0">
            <a:noFill/>
          </a:ln>
        </p:spPr>
        <p:txBody>
          <a:bodyPr lIns="0" tIns="0" rIns="0" bIns="0" anchor="t">
            <a:spAutoFit/>
          </a:bodyPr>
          <a:p>
            <a:pPr marL="190440" indent="-190440" algn="ctr">
              <a:lnSpc>
                <a:spcPct val="103000"/>
              </a:lnSpc>
            </a:pPr>
            <a:r>
              <a:rPr lang="en-US" sz="1800" b="1" u="none" strike="noStrike">
                <a:solidFill>
                  <a:srgbClr val="FAFD00"/>
                </a:solidFill>
                <a:effectLst/>
                <a:uFillTx/>
                <a:latin typeface="Wingdings"/>
                <a:ea typeface="Wingdings"/>
              </a:rPr>
              <a:t>⟧</a:t>
            </a:r>
            <a:endParaRPr lang="en-US" sz="1800" b="0" u="none" strike="noStrike">
              <a:solidFill>
                <a:srgbClr val="000000"/>
              </a:solidFill>
              <a:effectLst/>
              <a:uFillTx/>
              <a:latin typeface="Arial"/>
            </a:endParaRPr>
          </a:p>
          <a:p>
            <a:pPr marL="190440" indent="-190440" algn="ctr">
              <a:lnSpc>
                <a:spcPct val="103000"/>
              </a:lnSpc>
            </a:pPr>
            <a:r>
              <a:rPr lang="en-US" sz="1000" b="0" u="none" strike="noStrike">
                <a:solidFill>
                  <a:srgbClr val="FAFD00"/>
                </a:solidFill>
                <a:effectLst/>
                <a:uFillTx/>
                <a:latin typeface="Wingdings"/>
                <a:ea typeface="Wingdings"/>
              </a:rPr>
              <a:t>●</a:t>
            </a:r>
            <a:endParaRPr lang="en-US" sz="1000" b="0" u="none" strike="noStrike">
              <a:solidFill>
                <a:srgbClr val="000000"/>
              </a:solidFill>
              <a:effectLst/>
              <a:uFillTx/>
              <a:latin typeface="Arial"/>
            </a:endParaRPr>
          </a:p>
        </p:txBody>
      </p:sp>
      <p:sp>
        <p:nvSpPr>
          <p:cNvPr id="244" name=""/>
          <p:cNvSpPr txBox="1"/>
          <p:nvPr/>
        </p:nvSpPr>
        <p:spPr>
          <a:xfrm>
            <a:off x="6259680" y="2178000"/>
            <a:ext cx="2558880" cy="3460680"/>
          </a:xfrm>
          <a:prstGeom prst="rect">
            <a:avLst/>
          </a:prstGeom>
          <a:noFill/>
          <a:ln w="0">
            <a:noFill/>
          </a:ln>
        </p:spPr>
        <p:txBody>
          <a:bodyPr lIns="0" tIns="0" rIns="0" bIns="0" anchor="t">
            <a:spAutoFit/>
          </a:bodyPr>
          <a:p>
            <a:pPr marL="380880" indent="-380880">
              <a:lnSpc>
                <a:spcPct val="90000"/>
              </a:lnSpc>
              <a:spcBef>
                <a:spcPts val="720"/>
              </a:spcBef>
            </a:pPr>
            <a:r>
              <a:rPr lang="en-US" sz="2800" b="1" u="none" strike="noStrike">
                <a:solidFill>
                  <a:srgbClr val="FFFFFF"/>
                </a:solidFill>
                <a:effectLst/>
                <a:uFillTx/>
                <a:latin typeface="Courier New"/>
                <a:ea typeface="Courier New"/>
              </a:rPr>
              <a:t>1 </a:t>
            </a:r>
            <a:r>
              <a:rPr lang="en-US" sz="2800" b="1" u="none" strike="noStrike">
                <a:solidFill>
                  <a:srgbClr val="00FF00"/>
                </a:solidFill>
                <a:effectLst/>
                <a:uFillTx/>
                <a:latin typeface="Courier New"/>
                <a:ea typeface="Courier New"/>
              </a:rPr>
              <a:t>2 3 4</a:t>
            </a:r>
            <a:endParaRPr lang="en-US" sz="2800" b="0" u="none" strike="noStrike">
              <a:solidFill>
                <a:srgbClr val="000000"/>
              </a:solidFill>
              <a:effectLst/>
              <a:uFillTx/>
              <a:latin typeface="Arial"/>
            </a:endParaRPr>
          </a:p>
          <a:p>
            <a:pPr marL="380880" indent="-380880">
              <a:lnSpc>
                <a:spcPct val="90000"/>
              </a:lnSpc>
              <a:spcBef>
                <a:spcPts val="720"/>
              </a:spcBef>
            </a:pPr>
            <a:endParaRPr lang="en-US" sz="2800" b="0" u="none" strike="noStrike">
              <a:solidFill>
                <a:srgbClr val="000000"/>
              </a:solidFill>
              <a:effectLst/>
              <a:uFillTx/>
              <a:latin typeface="Arial"/>
            </a:endParaRPr>
          </a:p>
          <a:p>
            <a:pPr marL="380880" indent="-380880">
              <a:lnSpc>
                <a:spcPct val="90000"/>
              </a:lnSpc>
              <a:spcBef>
                <a:spcPts val="720"/>
              </a:spcBef>
            </a:pPr>
            <a:r>
              <a:rPr lang="en-US" sz="2800" b="1" u="none" strike="noStrike">
                <a:solidFill>
                  <a:srgbClr val="FFFFFF"/>
                </a:solidFill>
                <a:effectLst/>
                <a:uFillTx/>
                <a:latin typeface="Courier New"/>
                <a:ea typeface="Courier New"/>
              </a:rPr>
              <a:t> 0</a:t>
            </a:r>
            <a:r>
              <a:rPr lang="en-US" sz="2800" b="1" u="none" strike="noStrike">
                <a:solidFill>
                  <a:srgbClr val="CF0E30"/>
                </a:solidFill>
                <a:effectLst/>
                <a:uFillTx/>
                <a:latin typeface="Courier New"/>
                <a:ea typeface="Courier New"/>
              </a:rPr>
              <a:t> </a:t>
            </a:r>
            <a:r>
              <a:rPr lang="en-US" sz="2800" b="1" u="none" strike="noStrike">
                <a:solidFill>
                  <a:srgbClr val="FC0128"/>
                </a:solidFill>
                <a:effectLst/>
                <a:uFillTx/>
                <a:latin typeface="Courier New"/>
                <a:ea typeface="Courier New"/>
              </a:rPr>
              <a:t>1 2</a:t>
            </a:r>
            <a:r>
              <a:rPr lang="en-US" sz="2800" b="1" u="none" strike="noStrike">
                <a:solidFill>
                  <a:srgbClr val="037C03"/>
                </a:solidFill>
                <a:effectLst/>
                <a:uFillTx/>
                <a:latin typeface="Courier New"/>
                <a:ea typeface="Courier New"/>
              </a:rPr>
              <a:t> </a:t>
            </a:r>
            <a:r>
              <a:rPr lang="en-US" sz="2800" b="1" u="none" strike="noStrike">
                <a:solidFill>
                  <a:srgbClr val="FFFFFF"/>
                </a:solidFill>
                <a:effectLst/>
                <a:uFillTx/>
                <a:latin typeface="Courier New"/>
                <a:ea typeface="Courier New"/>
              </a:rPr>
              <a:t>4</a:t>
            </a:r>
            <a:endParaRPr lang="en-US" sz="2800" b="0" u="none" strike="noStrike">
              <a:solidFill>
                <a:srgbClr val="000000"/>
              </a:solidFill>
              <a:effectLst/>
              <a:uFillTx/>
              <a:latin typeface="Arial"/>
            </a:endParaRPr>
          </a:p>
          <a:p>
            <a:pPr marL="380880" indent="-380880">
              <a:lnSpc>
                <a:spcPct val="90000"/>
              </a:lnSpc>
              <a:spcBef>
                <a:spcPts val="720"/>
              </a:spcBef>
            </a:pPr>
            <a:endParaRPr lang="en-US" sz="2800" b="0" u="none" strike="noStrike">
              <a:solidFill>
                <a:srgbClr val="000000"/>
              </a:solidFill>
              <a:effectLst/>
              <a:uFillTx/>
              <a:latin typeface="Arial"/>
            </a:endParaRPr>
          </a:p>
          <a:p>
            <a:pPr marL="380880" indent="-380880">
              <a:lnSpc>
                <a:spcPct val="90000"/>
              </a:lnSpc>
              <a:spcBef>
                <a:spcPts val="720"/>
              </a:spcBef>
            </a:pPr>
            <a:r>
              <a:rPr lang="en-US" sz="2800" b="1" u="none" strike="noStrike">
                <a:solidFill>
                  <a:srgbClr val="A2C1FE"/>
                </a:solidFill>
                <a:effectLst/>
                <a:uFillTx/>
                <a:latin typeface="Courier New"/>
                <a:ea typeface="Courier New"/>
              </a:rPr>
              <a:t>1 5 4</a:t>
            </a:r>
            <a:r>
              <a:rPr lang="en-US" sz="2800" b="1" u="none" strike="noStrike">
                <a:solidFill>
                  <a:srgbClr val="063DE8"/>
                </a:solidFill>
                <a:effectLst/>
                <a:uFillTx/>
                <a:latin typeface="Courier New"/>
                <a:ea typeface="Courier New"/>
              </a:rPr>
              <a:t> </a:t>
            </a:r>
            <a:r>
              <a:rPr lang="en-US" sz="2800" b="1" u="none" strike="noStrike">
                <a:solidFill>
                  <a:srgbClr val="FFFFFF"/>
                </a:solidFill>
                <a:effectLst/>
                <a:uFillTx/>
                <a:latin typeface="Courier New"/>
                <a:ea typeface="Courier New"/>
              </a:rPr>
              <a:t>0 0</a:t>
            </a:r>
            <a:endParaRPr lang="en-US" sz="2800" b="0" u="none" strike="noStrike">
              <a:solidFill>
                <a:srgbClr val="000000"/>
              </a:solidFill>
              <a:effectLst/>
              <a:uFillTx/>
              <a:latin typeface="Arial"/>
            </a:endParaRPr>
          </a:p>
          <a:p>
            <a:pPr marL="380880" indent="-380880">
              <a:lnSpc>
                <a:spcPct val="90000"/>
              </a:lnSpc>
              <a:spcBef>
                <a:spcPts val="720"/>
              </a:spcBef>
            </a:pPr>
            <a:endParaRPr lang="en-US" sz="2800" b="0" u="none" strike="noStrike">
              <a:solidFill>
                <a:srgbClr val="000000"/>
              </a:solidFill>
              <a:effectLst/>
              <a:uFillTx/>
              <a:latin typeface="Arial"/>
            </a:endParaRPr>
          </a:p>
          <a:p>
            <a:pPr marL="380880" indent="-380880">
              <a:lnSpc>
                <a:spcPct val="90000"/>
              </a:lnSpc>
              <a:spcBef>
                <a:spcPts val="720"/>
              </a:spcBef>
            </a:pPr>
            <a:r>
              <a:rPr lang="en-US" sz="2800" b="1" u="none" strike="noStrike">
                <a:solidFill>
                  <a:srgbClr val="FFFFFF"/>
                </a:solidFill>
                <a:effectLst/>
                <a:uFillTx/>
                <a:latin typeface="Courier New"/>
                <a:ea typeface="Courier New"/>
              </a:rPr>
              <a:t>3</a:t>
            </a:r>
            <a:r>
              <a:rPr lang="en-US" sz="2800" b="1" u="none" strike="noStrike">
                <a:solidFill>
                  <a:srgbClr val="CF0E30"/>
                </a:solidFill>
                <a:effectLst/>
                <a:uFillTx/>
                <a:latin typeface="Courier New"/>
                <a:ea typeface="Courier New"/>
              </a:rPr>
              <a:t> </a:t>
            </a:r>
            <a:r>
              <a:rPr lang="en-US" sz="2800" b="1" u="none" strike="noStrike">
                <a:solidFill>
                  <a:srgbClr val="FC0128"/>
                </a:solidFill>
                <a:effectLst/>
                <a:uFillTx/>
                <a:latin typeface="Courier New"/>
                <a:ea typeface="Courier New"/>
              </a:rPr>
              <a:t>5 5 2 7 5 </a:t>
            </a:r>
            <a:endParaRPr lang="en-US" sz="2800" b="0" u="none" strike="noStrike">
              <a:solidFill>
                <a:srgbClr val="000000"/>
              </a:solidFill>
              <a:effectLst/>
              <a:uFillTx/>
              <a:latin typeface="Arial"/>
            </a:endParaRPr>
          </a:p>
        </p:txBody>
      </p:sp>
      <p:sp>
        <p:nvSpPr>
          <p:cNvPr id="245" name=""/>
          <p:cNvSpPr txBox="1"/>
          <p:nvPr/>
        </p:nvSpPr>
        <p:spPr>
          <a:xfrm>
            <a:off x="7669080" y="4537080"/>
            <a:ext cx="369720" cy="531720"/>
          </a:xfrm>
          <a:prstGeom prst="rect">
            <a:avLst/>
          </a:prstGeom>
          <a:noFill/>
          <a:ln w="0">
            <a:noFill/>
          </a:ln>
        </p:spPr>
        <p:txBody>
          <a:bodyPr lIns="0" tIns="0" rIns="0" bIns="0" anchor="t">
            <a:spAutoFit/>
          </a:bodyPr>
          <a:p>
            <a:pPr marL="190440" indent="-190440" algn="ctr">
              <a:lnSpc>
                <a:spcPct val="103000"/>
              </a:lnSpc>
            </a:pPr>
            <a:r>
              <a:rPr lang="en-US" sz="1800" b="1" u="none" strike="noStrike">
                <a:solidFill>
                  <a:srgbClr val="FAFD00"/>
                </a:solidFill>
                <a:effectLst/>
                <a:uFillTx/>
                <a:latin typeface="Wingdings"/>
                <a:ea typeface="Wingdings"/>
              </a:rPr>
              <a:t>⟧</a:t>
            </a:r>
            <a:endParaRPr lang="en-US" sz="1800" b="0" u="none" strike="noStrike">
              <a:solidFill>
                <a:srgbClr val="000000"/>
              </a:solidFill>
              <a:effectLst/>
              <a:uFillTx/>
              <a:latin typeface="Arial"/>
            </a:endParaRPr>
          </a:p>
          <a:p>
            <a:pPr marL="190440" indent="-190440" algn="ctr">
              <a:lnSpc>
                <a:spcPct val="103000"/>
              </a:lnSpc>
            </a:pPr>
            <a:r>
              <a:rPr lang="en-US" sz="1000" b="0" u="none" strike="noStrike">
                <a:solidFill>
                  <a:srgbClr val="FAFD00"/>
                </a:solidFill>
                <a:effectLst/>
                <a:uFillTx/>
                <a:latin typeface="Wingdings"/>
                <a:ea typeface="Wingdings"/>
              </a:rPr>
              <a:t>●</a:t>
            </a:r>
            <a:endParaRPr lang="en-US" sz="1000" b="0" u="none" strike="noStrike">
              <a:solidFill>
                <a:srgbClr val="000000"/>
              </a:solidFill>
              <a:effectLst/>
              <a:uFillTx/>
              <a:latin typeface="Arial"/>
            </a:endParaRPr>
          </a:p>
        </p:txBody>
      </p:sp>
      <p:sp>
        <p:nvSpPr>
          <p:cNvPr id="246" name=""/>
          <p:cNvSpPr txBox="1"/>
          <p:nvPr/>
        </p:nvSpPr>
        <p:spPr>
          <a:xfrm>
            <a:off x="6603840" y="3973680"/>
            <a:ext cx="450720" cy="252360"/>
          </a:xfrm>
          <a:prstGeom prst="rect">
            <a:avLst/>
          </a:prstGeom>
          <a:noFill/>
          <a:ln w="0">
            <a:noFill/>
          </a:ln>
        </p:spPr>
        <p:txBody>
          <a:bodyPr lIns="0" tIns="0" rIns="0" bIns="0" anchor="t">
            <a:spAutoFit/>
          </a:bodyPr>
          <a:p>
            <a:pPr marL="190440" indent="-190440" algn="ctr">
              <a:lnSpc>
                <a:spcPct val="103000"/>
              </a:lnSpc>
              <a:spcAft>
                <a:spcPts val="1247"/>
              </a:spcAft>
            </a:pPr>
            <a:r>
              <a:rPr lang="en-US" sz="1600" b="1" u="none" strike="noStrike">
                <a:solidFill>
                  <a:srgbClr val="FFFFFF"/>
                </a:solidFill>
                <a:effectLst/>
                <a:uFillTx/>
                <a:latin typeface="Times New Roman"/>
                <a:ea typeface="Times New Roman"/>
              </a:rPr>
              <a:t>Price</a:t>
            </a:r>
            <a:endParaRPr lang="en-US" sz="1600" b="0" u="none" strike="noStrike">
              <a:solidFill>
                <a:srgbClr val="000000"/>
              </a:solidFill>
              <a:effectLst/>
              <a:uFillTx/>
              <a:latin typeface="Arial"/>
            </a:endParaRPr>
          </a:p>
        </p:txBody>
      </p:sp>
      <p:sp>
        <p:nvSpPr>
          <p:cNvPr id="247" name=""/>
          <p:cNvSpPr/>
          <p:nvPr/>
        </p:nvSpPr>
        <p:spPr>
          <a:xfrm>
            <a:off x="6591240" y="4206960"/>
            <a:ext cx="2090880" cy="414360"/>
          </a:xfrm>
          <a:prstGeom prst="rect">
            <a:avLst/>
          </a:prstGeom>
          <a:noFill/>
          <a:ln w="25560">
            <a:solidFill>
              <a:srgbClr val="FFFFFF"/>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248" name=""/>
          <p:cNvSpPr/>
          <p:nvPr/>
        </p:nvSpPr>
        <p:spPr>
          <a:xfrm>
            <a:off x="6991200" y="42195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49" name=""/>
          <p:cNvSpPr/>
          <p:nvPr/>
        </p:nvSpPr>
        <p:spPr>
          <a:xfrm>
            <a:off x="7424640" y="42195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50" name=""/>
          <p:cNvSpPr/>
          <p:nvPr/>
        </p:nvSpPr>
        <p:spPr>
          <a:xfrm>
            <a:off x="7848720" y="42195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51" name=""/>
          <p:cNvSpPr/>
          <p:nvPr/>
        </p:nvSpPr>
        <p:spPr>
          <a:xfrm>
            <a:off x="8272440" y="42195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52" name=""/>
          <p:cNvSpPr txBox="1"/>
          <p:nvPr/>
        </p:nvSpPr>
        <p:spPr>
          <a:xfrm>
            <a:off x="6514920" y="1897200"/>
            <a:ext cx="982800" cy="252360"/>
          </a:xfrm>
          <a:prstGeom prst="rect">
            <a:avLst/>
          </a:prstGeom>
          <a:noFill/>
          <a:ln w="0">
            <a:noFill/>
          </a:ln>
        </p:spPr>
        <p:txBody>
          <a:bodyPr lIns="0" tIns="0" rIns="0" bIns="0" anchor="t">
            <a:spAutoFit/>
          </a:bodyPr>
          <a:p>
            <a:pPr marL="190440" indent="-190440" algn="ctr">
              <a:lnSpc>
                <a:spcPct val="103000"/>
              </a:lnSpc>
              <a:spcAft>
                <a:spcPts val="1247"/>
              </a:spcAft>
            </a:pPr>
            <a:r>
              <a:rPr lang="en-US" sz="1600" b="1" u="none" strike="noStrike">
                <a:solidFill>
                  <a:srgbClr val="FFFFFF"/>
                </a:solidFill>
                <a:effectLst/>
                <a:uFillTx/>
                <a:latin typeface="Times New Roman"/>
                <a:ea typeface="Times New Roman"/>
              </a:rPr>
              <a:t>CountyPop</a:t>
            </a:r>
            <a:endParaRPr lang="en-US" sz="1600" b="0" u="none" strike="noStrike">
              <a:solidFill>
                <a:srgbClr val="000000"/>
              </a:solidFill>
              <a:effectLst/>
              <a:uFillTx/>
              <a:latin typeface="Arial"/>
            </a:endParaRPr>
          </a:p>
        </p:txBody>
      </p:sp>
      <p:sp>
        <p:nvSpPr>
          <p:cNvPr id="253" name=""/>
          <p:cNvSpPr txBox="1"/>
          <p:nvPr/>
        </p:nvSpPr>
        <p:spPr>
          <a:xfrm>
            <a:off x="7645320" y="2536920"/>
            <a:ext cx="369720" cy="531720"/>
          </a:xfrm>
          <a:prstGeom prst="rect">
            <a:avLst/>
          </a:prstGeom>
          <a:noFill/>
          <a:ln w="0">
            <a:noFill/>
          </a:ln>
        </p:spPr>
        <p:txBody>
          <a:bodyPr lIns="0" tIns="0" rIns="0" bIns="0" anchor="t">
            <a:spAutoFit/>
          </a:bodyPr>
          <a:p>
            <a:pPr marL="190440" indent="-190440" algn="ctr">
              <a:lnSpc>
                <a:spcPct val="103000"/>
              </a:lnSpc>
            </a:pPr>
            <a:r>
              <a:rPr lang="en-US" sz="1800" b="1" u="none" strike="noStrike">
                <a:solidFill>
                  <a:srgbClr val="FAFD00"/>
                </a:solidFill>
                <a:effectLst/>
                <a:uFillTx/>
                <a:latin typeface="Wingdings"/>
                <a:ea typeface="Wingdings"/>
              </a:rPr>
              <a:t>⟧</a:t>
            </a:r>
            <a:endParaRPr lang="en-US" sz="1800" b="0" u="none" strike="noStrike">
              <a:solidFill>
                <a:srgbClr val="000000"/>
              </a:solidFill>
              <a:effectLst/>
              <a:uFillTx/>
              <a:latin typeface="Arial"/>
            </a:endParaRPr>
          </a:p>
          <a:p>
            <a:pPr marL="190440" indent="-190440" algn="ctr">
              <a:lnSpc>
                <a:spcPct val="103000"/>
              </a:lnSpc>
            </a:pPr>
            <a:r>
              <a:rPr lang="en-US" sz="1000" b="0" u="none" strike="noStrike">
                <a:solidFill>
                  <a:srgbClr val="FAFD00"/>
                </a:solidFill>
                <a:effectLst/>
                <a:uFillTx/>
                <a:latin typeface="Wingdings"/>
                <a:ea typeface="Wingdings"/>
              </a:rPr>
              <a:t>●</a:t>
            </a:r>
            <a:endParaRPr lang="en-US" sz="1000" b="0" u="none" strike="noStrike">
              <a:solidFill>
                <a:srgbClr val="000000"/>
              </a:solidFill>
              <a:effectLst/>
              <a:uFillTx/>
              <a:latin typeface="Arial"/>
            </a:endParaRPr>
          </a:p>
        </p:txBody>
      </p:sp>
      <p:sp>
        <p:nvSpPr>
          <p:cNvPr id="254" name=""/>
          <p:cNvSpPr/>
          <p:nvPr/>
        </p:nvSpPr>
        <p:spPr>
          <a:xfrm>
            <a:off x="6567480" y="2166840"/>
            <a:ext cx="1266840" cy="423720"/>
          </a:xfrm>
          <a:prstGeom prst="rect">
            <a:avLst/>
          </a:prstGeom>
          <a:noFill/>
          <a:ln w="25560">
            <a:solidFill>
              <a:srgbClr val="FFFFFF"/>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255" name=""/>
          <p:cNvSpPr/>
          <p:nvPr/>
        </p:nvSpPr>
        <p:spPr>
          <a:xfrm>
            <a:off x="6967440" y="21891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56" name=""/>
          <p:cNvSpPr/>
          <p:nvPr/>
        </p:nvSpPr>
        <p:spPr>
          <a:xfrm>
            <a:off x="7400880" y="218916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57" name=""/>
          <p:cNvSpPr txBox="1"/>
          <p:nvPr/>
        </p:nvSpPr>
        <p:spPr>
          <a:xfrm>
            <a:off x="7645320" y="3556080"/>
            <a:ext cx="369720" cy="531720"/>
          </a:xfrm>
          <a:prstGeom prst="rect">
            <a:avLst/>
          </a:prstGeom>
          <a:noFill/>
          <a:ln w="0">
            <a:noFill/>
          </a:ln>
        </p:spPr>
        <p:txBody>
          <a:bodyPr lIns="0" tIns="0" rIns="0" bIns="0" anchor="t">
            <a:spAutoFit/>
          </a:bodyPr>
          <a:p>
            <a:pPr marL="190440" indent="-190440" algn="ctr">
              <a:lnSpc>
                <a:spcPct val="103000"/>
              </a:lnSpc>
            </a:pPr>
            <a:r>
              <a:rPr lang="en-US" sz="1800" b="1" u="none" strike="noStrike">
                <a:solidFill>
                  <a:srgbClr val="FAFD00"/>
                </a:solidFill>
                <a:effectLst/>
                <a:uFillTx/>
                <a:latin typeface="Wingdings"/>
                <a:ea typeface="Wingdings"/>
              </a:rPr>
              <a:t>⟧</a:t>
            </a:r>
            <a:endParaRPr lang="en-US" sz="1800" b="0" u="none" strike="noStrike">
              <a:solidFill>
                <a:srgbClr val="000000"/>
              </a:solidFill>
              <a:effectLst/>
              <a:uFillTx/>
              <a:latin typeface="Arial"/>
            </a:endParaRPr>
          </a:p>
          <a:p>
            <a:pPr marL="190440" indent="-190440" algn="ctr">
              <a:lnSpc>
                <a:spcPct val="103000"/>
              </a:lnSpc>
            </a:pPr>
            <a:r>
              <a:rPr lang="en-US" sz="1000" b="0" u="none" strike="noStrike">
                <a:solidFill>
                  <a:srgbClr val="FAFD00"/>
                </a:solidFill>
                <a:effectLst/>
                <a:uFillTx/>
                <a:latin typeface="Wingdings"/>
                <a:ea typeface="Wingdings"/>
              </a:rPr>
              <a:t>●</a:t>
            </a:r>
            <a:endParaRPr lang="en-US" sz="1000" b="0" u="none" strike="noStrike">
              <a:solidFill>
                <a:srgbClr val="000000"/>
              </a:solidFill>
              <a:effectLst/>
              <a:uFillTx/>
              <a:latin typeface="Arial"/>
            </a:endParaRPr>
          </a:p>
        </p:txBody>
      </p:sp>
      <p:sp>
        <p:nvSpPr>
          <p:cNvPr id="258" name=""/>
          <p:cNvSpPr/>
          <p:nvPr/>
        </p:nvSpPr>
        <p:spPr>
          <a:xfrm>
            <a:off x="6567480" y="3186000"/>
            <a:ext cx="1266840" cy="423720"/>
          </a:xfrm>
          <a:prstGeom prst="rect">
            <a:avLst/>
          </a:prstGeom>
          <a:noFill/>
          <a:ln w="25560">
            <a:solidFill>
              <a:srgbClr val="FFFFFF"/>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259" name=""/>
          <p:cNvSpPr/>
          <p:nvPr/>
        </p:nvSpPr>
        <p:spPr>
          <a:xfrm>
            <a:off x="6967440" y="320832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60" name=""/>
          <p:cNvSpPr/>
          <p:nvPr/>
        </p:nvSpPr>
        <p:spPr>
          <a:xfrm>
            <a:off x="7400880" y="320832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61" name=""/>
          <p:cNvSpPr/>
          <p:nvPr/>
        </p:nvSpPr>
        <p:spPr>
          <a:xfrm>
            <a:off x="6585120" y="2925720"/>
            <a:ext cx="450720" cy="252360"/>
          </a:xfrm>
          <a:prstGeom prst="rect">
            <a:avLst/>
          </a:prstGeom>
          <a:no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62" name=""/>
          <p:cNvSpPr txBox="1"/>
          <p:nvPr/>
        </p:nvSpPr>
        <p:spPr>
          <a:xfrm>
            <a:off x="6572160" y="2916360"/>
            <a:ext cx="982800" cy="252360"/>
          </a:xfrm>
          <a:prstGeom prst="rect">
            <a:avLst/>
          </a:prstGeom>
          <a:noFill/>
          <a:ln w="0">
            <a:noFill/>
          </a:ln>
        </p:spPr>
        <p:txBody>
          <a:bodyPr lIns="0" tIns="0" rIns="0" bIns="0" anchor="t">
            <a:spAutoFit/>
          </a:bodyPr>
          <a:p>
            <a:pPr marL="190440" indent="-190440" algn="ctr">
              <a:lnSpc>
                <a:spcPct val="103000"/>
              </a:lnSpc>
              <a:spcAft>
                <a:spcPts val="1247"/>
              </a:spcAft>
            </a:pPr>
            <a:r>
              <a:rPr lang="en-US" sz="1600" b="1" u="none" strike="noStrike">
                <a:solidFill>
                  <a:srgbClr val="FFFFFF"/>
                </a:solidFill>
                <a:effectLst/>
                <a:uFillTx/>
                <a:latin typeface="Times New Roman"/>
                <a:ea typeface="Times New Roman"/>
              </a:rPr>
              <a:t>CountyPop</a:t>
            </a:r>
            <a:endParaRPr lang="en-US" sz="1600" b="0" u="none" strike="noStrike">
              <a:solidFill>
                <a:srgbClr val="000000"/>
              </a:solidFill>
              <a:effectLst/>
              <a:uFillTx/>
              <a:latin typeface="Arial"/>
            </a:endParaRPr>
          </a:p>
        </p:txBody>
      </p:sp>
      <p:sp>
        <p:nvSpPr>
          <p:cNvPr id="263" name=""/>
          <p:cNvSpPr txBox="1"/>
          <p:nvPr/>
        </p:nvSpPr>
        <p:spPr>
          <a:xfrm>
            <a:off x="6603840" y="4992840"/>
            <a:ext cx="450720" cy="252360"/>
          </a:xfrm>
          <a:prstGeom prst="rect">
            <a:avLst/>
          </a:prstGeom>
          <a:noFill/>
          <a:ln w="0">
            <a:noFill/>
          </a:ln>
        </p:spPr>
        <p:txBody>
          <a:bodyPr lIns="0" tIns="0" rIns="0" bIns="0" anchor="t">
            <a:spAutoFit/>
          </a:bodyPr>
          <a:p>
            <a:pPr marL="190440" indent="-190440" algn="ctr">
              <a:lnSpc>
                <a:spcPct val="103000"/>
              </a:lnSpc>
              <a:spcAft>
                <a:spcPts val="1247"/>
              </a:spcAft>
            </a:pPr>
            <a:r>
              <a:rPr lang="en-US" sz="1600" b="1" u="none" strike="noStrike">
                <a:solidFill>
                  <a:srgbClr val="FFFFFF"/>
                </a:solidFill>
                <a:effectLst/>
                <a:uFillTx/>
                <a:latin typeface="Times New Roman"/>
                <a:ea typeface="Times New Roman"/>
              </a:rPr>
              <a:t>Price</a:t>
            </a:r>
            <a:endParaRPr lang="en-US" sz="1600" b="0" u="none" strike="noStrike">
              <a:solidFill>
                <a:srgbClr val="000000"/>
              </a:solidFill>
              <a:effectLst/>
              <a:uFillTx/>
              <a:latin typeface="Arial"/>
            </a:endParaRPr>
          </a:p>
        </p:txBody>
      </p:sp>
      <p:grpSp>
        <p:nvGrpSpPr>
          <p:cNvPr id="264" name=""/>
          <p:cNvGrpSpPr/>
          <p:nvPr/>
        </p:nvGrpSpPr>
        <p:grpSpPr>
          <a:xfrm>
            <a:off x="6591240" y="5224320"/>
            <a:ext cx="2090880" cy="416160"/>
            <a:chOff x="6591240" y="5224320"/>
            <a:chExt cx="2090880" cy="416160"/>
          </a:xfrm>
        </p:grpSpPr>
        <p:sp>
          <p:nvSpPr>
            <p:cNvPr id="265" name=""/>
            <p:cNvSpPr/>
            <p:nvPr/>
          </p:nvSpPr>
          <p:spPr>
            <a:xfrm>
              <a:off x="6591240" y="5224320"/>
              <a:ext cx="2090880" cy="414360"/>
            </a:xfrm>
            <a:prstGeom prst="rect">
              <a:avLst/>
            </a:prstGeom>
            <a:noFill/>
            <a:ln w="25560">
              <a:solidFill>
                <a:srgbClr val="FFFFFF"/>
              </a:solidFill>
              <a:round/>
            </a:ln>
          </p:spPr>
          <p:txBody>
            <a:bodyPr lIns="102600" tIns="57600" rIns="102600" bIns="57600" anchor="t">
              <a:noAutofit/>
            </a:bodyPr>
            <a:p>
              <a:endParaRPr lang="en-US" sz="1800" b="0" u="none" strike="noStrike">
                <a:solidFill>
                  <a:srgbClr val="000000"/>
                </a:solidFill>
                <a:effectLst/>
                <a:uFillTx/>
                <a:latin typeface="Arial"/>
              </a:endParaRPr>
            </a:p>
          </p:txBody>
        </p:sp>
        <p:sp>
          <p:nvSpPr>
            <p:cNvPr id="266" name=""/>
            <p:cNvSpPr/>
            <p:nvPr/>
          </p:nvSpPr>
          <p:spPr>
            <a:xfrm>
              <a:off x="6991200" y="523872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67" name=""/>
            <p:cNvSpPr/>
            <p:nvPr/>
          </p:nvSpPr>
          <p:spPr>
            <a:xfrm>
              <a:off x="7424640" y="523872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68" name=""/>
            <p:cNvSpPr/>
            <p:nvPr/>
          </p:nvSpPr>
          <p:spPr>
            <a:xfrm>
              <a:off x="7848720" y="523872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69" name=""/>
            <p:cNvSpPr/>
            <p:nvPr/>
          </p:nvSpPr>
          <p:spPr>
            <a:xfrm>
              <a:off x="8272440" y="5238720"/>
              <a:ext cx="0" cy="401760"/>
            </a:xfrm>
            <a:prstGeom prst="line">
              <a:avLst/>
            </a:prstGeom>
            <a:ln w="25560">
              <a:solidFill>
                <a:srgbClr val="FFFFFF"/>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grpSp>
      <p:sp>
        <p:nvSpPr>
          <p:cNvPr id="270" name=""/>
          <p:cNvSpPr/>
          <p:nvPr/>
        </p:nvSpPr>
        <p:spPr>
          <a:xfrm>
            <a:off x="279360" y="596880"/>
            <a:ext cx="5727960" cy="457560"/>
          </a:xfrm>
          <a:custGeom>
            <a:avLst/>
            <a:gdLst/>
            <a:ahLst/>
            <a:rect l="0" t="0" r="r" b="b"/>
            <a:pathLst>
              <a:path w="15911" h="1271">
                <a:moveTo>
                  <a:pt x="0" y="636"/>
                </a:moveTo>
                <a:lnTo>
                  <a:pt x="176" y="636"/>
                </a:lnTo>
                <a:lnTo>
                  <a:pt x="317" y="671"/>
                </a:lnTo>
                <a:lnTo>
                  <a:pt x="423" y="671"/>
                </a:lnTo>
                <a:lnTo>
                  <a:pt x="529" y="671"/>
                </a:lnTo>
                <a:lnTo>
                  <a:pt x="740" y="777"/>
                </a:lnTo>
                <a:lnTo>
                  <a:pt x="881" y="777"/>
                </a:lnTo>
                <a:lnTo>
                  <a:pt x="1023" y="706"/>
                </a:lnTo>
                <a:lnTo>
                  <a:pt x="1164" y="636"/>
                </a:lnTo>
                <a:lnTo>
                  <a:pt x="1270" y="600"/>
                </a:lnTo>
                <a:lnTo>
                  <a:pt x="1446" y="600"/>
                </a:lnTo>
                <a:lnTo>
                  <a:pt x="1587" y="636"/>
                </a:lnTo>
                <a:lnTo>
                  <a:pt x="1693" y="706"/>
                </a:lnTo>
                <a:lnTo>
                  <a:pt x="1834" y="565"/>
                </a:lnTo>
                <a:lnTo>
                  <a:pt x="1940" y="565"/>
                </a:lnTo>
                <a:lnTo>
                  <a:pt x="2046" y="600"/>
                </a:lnTo>
                <a:lnTo>
                  <a:pt x="2151" y="600"/>
                </a:lnTo>
                <a:lnTo>
                  <a:pt x="2293" y="636"/>
                </a:lnTo>
                <a:lnTo>
                  <a:pt x="2398" y="671"/>
                </a:lnTo>
                <a:lnTo>
                  <a:pt x="2504" y="741"/>
                </a:lnTo>
                <a:lnTo>
                  <a:pt x="2645" y="777"/>
                </a:lnTo>
                <a:lnTo>
                  <a:pt x="2857" y="847"/>
                </a:lnTo>
                <a:lnTo>
                  <a:pt x="3033" y="882"/>
                </a:lnTo>
                <a:lnTo>
                  <a:pt x="3175" y="918"/>
                </a:lnTo>
                <a:lnTo>
                  <a:pt x="3280" y="1025"/>
                </a:lnTo>
                <a:lnTo>
                  <a:pt x="3386" y="1060"/>
                </a:lnTo>
                <a:lnTo>
                  <a:pt x="4762" y="459"/>
                </a:lnTo>
                <a:lnTo>
                  <a:pt x="6103" y="1025"/>
                </a:lnTo>
                <a:lnTo>
                  <a:pt x="6244" y="918"/>
                </a:lnTo>
                <a:lnTo>
                  <a:pt x="6385" y="847"/>
                </a:lnTo>
                <a:lnTo>
                  <a:pt x="6526" y="741"/>
                </a:lnTo>
                <a:lnTo>
                  <a:pt x="6667" y="706"/>
                </a:lnTo>
                <a:lnTo>
                  <a:pt x="6773" y="671"/>
                </a:lnTo>
                <a:lnTo>
                  <a:pt x="6985" y="494"/>
                </a:lnTo>
                <a:lnTo>
                  <a:pt x="7090" y="459"/>
                </a:lnTo>
                <a:lnTo>
                  <a:pt x="7090" y="565"/>
                </a:lnTo>
                <a:lnTo>
                  <a:pt x="7161" y="671"/>
                </a:lnTo>
                <a:lnTo>
                  <a:pt x="7337" y="706"/>
                </a:lnTo>
                <a:lnTo>
                  <a:pt x="7478" y="600"/>
                </a:lnTo>
                <a:lnTo>
                  <a:pt x="7584" y="600"/>
                </a:lnTo>
                <a:lnTo>
                  <a:pt x="7761" y="600"/>
                </a:lnTo>
                <a:lnTo>
                  <a:pt x="7937" y="636"/>
                </a:lnTo>
                <a:lnTo>
                  <a:pt x="7973" y="777"/>
                </a:lnTo>
                <a:lnTo>
                  <a:pt x="8079" y="847"/>
                </a:lnTo>
                <a:lnTo>
                  <a:pt x="8220" y="847"/>
                </a:lnTo>
                <a:lnTo>
                  <a:pt x="8326" y="847"/>
                </a:lnTo>
                <a:lnTo>
                  <a:pt x="8502" y="847"/>
                </a:lnTo>
                <a:lnTo>
                  <a:pt x="8644" y="812"/>
                </a:lnTo>
                <a:lnTo>
                  <a:pt x="8749" y="777"/>
                </a:lnTo>
                <a:lnTo>
                  <a:pt x="8926" y="741"/>
                </a:lnTo>
                <a:lnTo>
                  <a:pt x="9032" y="706"/>
                </a:lnTo>
                <a:lnTo>
                  <a:pt x="9137" y="671"/>
                </a:lnTo>
                <a:lnTo>
                  <a:pt x="9349" y="600"/>
                </a:lnTo>
                <a:lnTo>
                  <a:pt x="9490" y="530"/>
                </a:lnTo>
                <a:lnTo>
                  <a:pt x="9631" y="706"/>
                </a:lnTo>
                <a:lnTo>
                  <a:pt x="9737" y="741"/>
                </a:lnTo>
                <a:lnTo>
                  <a:pt x="9914" y="777"/>
                </a:lnTo>
                <a:lnTo>
                  <a:pt x="10055" y="777"/>
                </a:lnTo>
                <a:lnTo>
                  <a:pt x="10161" y="777"/>
                </a:lnTo>
                <a:lnTo>
                  <a:pt x="10337" y="741"/>
                </a:lnTo>
                <a:lnTo>
                  <a:pt x="10513" y="706"/>
                </a:lnTo>
                <a:lnTo>
                  <a:pt x="12454" y="989"/>
                </a:lnTo>
                <a:lnTo>
                  <a:pt x="13089" y="459"/>
                </a:lnTo>
                <a:lnTo>
                  <a:pt x="13935" y="1130"/>
                </a:lnTo>
                <a:lnTo>
                  <a:pt x="14076" y="1060"/>
                </a:lnTo>
                <a:lnTo>
                  <a:pt x="14217" y="954"/>
                </a:lnTo>
                <a:lnTo>
                  <a:pt x="14323" y="882"/>
                </a:lnTo>
                <a:lnTo>
                  <a:pt x="14429" y="812"/>
                </a:lnTo>
                <a:lnTo>
                  <a:pt x="14535" y="741"/>
                </a:lnTo>
                <a:lnTo>
                  <a:pt x="14641" y="741"/>
                </a:lnTo>
                <a:lnTo>
                  <a:pt x="14711" y="882"/>
                </a:lnTo>
                <a:lnTo>
                  <a:pt x="14852" y="989"/>
                </a:lnTo>
                <a:lnTo>
                  <a:pt x="14958" y="954"/>
                </a:lnTo>
                <a:lnTo>
                  <a:pt x="15064" y="1025"/>
                </a:lnTo>
                <a:lnTo>
                  <a:pt x="15241" y="1166"/>
                </a:lnTo>
                <a:lnTo>
                  <a:pt x="15382" y="1271"/>
                </a:lnTo>
                <a:lnTo>
                  <a:pt x="15487" y="1236"/>
                </a:lnTo>
                <a:lnTo>
                  <a:pt x="15593" y="1201"/>
                </a:lnTo>
                <a:lnTo>
                  <a:pt x="15699" y="1201"/>
                </a:lnTo>
                <a:lnTo>
                  <a:pt x="15805" y="1201"/>
                </a:lnTo>
                <a:lnTo>
                  <a:pt x="15911" y="1201"/>
                </a:lnTo>
                <a:lnTo>
                  <a:pt x="15911" y="0"/>
                </a:lnTo>
                <a:lnTo>
                  <a:pt x="0" y="35"/>
                </a:lnTo>
                <a:lnTo>
                  <a:pt x="0" y="636"/>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71" name=""/>
          <p:cNvSpPr/>
          <p:nvPr/>
        </p:nvSpPr>
        <p:spPr>
          <a:xfrm>
            <a:off x="203040" y="5626080"/>
            <a:ext cx="5816880" cy="406800"/>
          </a:xfrm>
          <a:custGeom>
            <a:avLst/>
            <a:gdLst/>
            <a:ahLst/>
            <a:rect l="0" t="0" r="r" b="b"/>
            <a:pathLst>
              <a:path w="16158" h="1130">
                <a:moveTo>
                  <a:pt x="0" y="459"/>
                </a:moveTo>
                <a:lnTo>
                  <a:pt x="105" y="459"/>
                </a:lnTo>
                <a:lnTo>
                  <a:pt x="246" y="424"/>
                </a:lnTo>
                <a:lnTo>
                  <a:pt x="352" y="424"/>
                </a:lnTo>
                <a:lnTo>
                  <a:pt x="458" y="353"/>
                </a:lnTo>
                <a:lnTo>
                  <a:pt x="564" y="318"/>
                </a:lnTo>
                <a:lnTo>
                  <a:pt x="705" y="246"/>
                </a:lnTo>
                <a:lnTo>
                  <a:pt x="811" y="176"/>
                </a:lnTo>
                <a:lnTo>
                  <a:pt x="917" y="246"/>
                </a:lnTo>
                <a:lnTo>
                  <a:pt x="987" y="353"/>
                </a:lnTo>
                <a:lnTo>
                  <a:pt x="1093" y="424"/>
                </a:lnTo>
                <a:lnTo>
                  <a:pt x="1270" y="283"/>
                </a:lnTo>
                <a:lnTo>
                  <a:pt x="1375" y="318"/>
                </a:lnTo>
                <a:lnTo>
                  <a:pt x="1446" y="424"/>
                </a:lnTo>
                <a:lnTo>
                  <a:pt x="1552" y="353"/>
                </a:lnTo>
                <a:lnTo>
                  <a:pt x="1693" y="283"/>
                </a:lnTo>
                <a:lnTo>
                  <a:pt x="1834" y="176"/>
                </a:lnTo>
                <a:lnTo>
                  <a:pt x="1975" y="141"/>
                </a:lnTo>
                <a:lnTo>
                  <a:pt x="2116" y="283"/>
                </a:lnTo>
                <a:lnTo>
                  <a:pt x="2257" y="424"/>
                </a:lnTo>
                <a:lnTo>
                  <a:pt x="2363" y="494"/>
                </a:lnTo>
                <a:lnTo>
                  <a:pt x="2469" y="565"/>
                </a:lnTo>
                <a:lnTo>
                  <a:pt x="2681" y="459"/>
                </a:lnTo>
                <a:lnTo>
                  <a:pt x="2892" y="389"/>
                </a:lnTo>
                <a:lnTo>
                  <a:pt x="3069" y="353"/>
                </a:lnTo>
                <a:lnTo>
                  <a:pt x="3175" y="283"/>
                </a:lnTo>
                <a:lnTo>
                  <a:pt x="3316" y="211"/>
                </a:lnTo>
                <a:lnTo>
                  <a:pt x="3457" y="141"/>
                </a:lnTo>
                <a:lnTo>
                  <a:pt x="3598" y="70"/>
                </a:lnTo>
                <a:lnTo>
                  <a:pt x="3668" y="246"/>
                </a:lnTo>
                <a:lnTo>
                  <a:pt x="3704" y="353"/>
                </a:lnTo>
                <a:lnTo>
                  <a:pt x="3774" y="459"/>
                </a:lnTo>
                <a:lnTo>
                  <a:pt x="3951" y="424"/>
                </a:lnTo>
                <a:lnTo>
                  <a:pt x="4056" y="353"/>
                </a:lnTo>
                <a:lnTo>
                  <a:pt x="4233" y="353"/>
                </a:lnTo>
                <a:lnTo>
                  <a:pt x="4445" y="283"/>
                </a:lnTo>
                <a:lnTo>
                  <a:pt x="4621" y="211"/>
                </a:lnTo>
                <a:lnTo>
                  <a:pt x="4727" y="246"/>
                </a:lnTo>
                <a:lnTo>
                  <a:pt x="4868" y="283"/>
                </a:lnTo>
                <a:lnTo>
                  <a:pt x="5080" y="246"/>
                </a:lnTo>
                <a:lnTo>
                  <a:pt x="5221" y="211"/>
                </a:lnTo>
                <a:lnTo>
                  <a:pt x="5362" y="211"/>
                </a:lnTo>
                <a:lnTo>
                  <a:pt x="5362" y="318"/>
                </a:lnTo>
                <a:lnTo>
                  <a:pt x="5432" y="459"/>
                </a:lnTo>
                <a:lnTo>
                  <a:pt x="5503" y="600"/>
                </a:lnTo>
                <a:lnTo>
                  <a:pt x="5644" y="530"/>
                </a:lnTo>
                <a:lnTo>
                  <a:pt x="5785" y="424"/>
                </a:lnTo>
                <a:lnTo>
                  <a:pt x="5961" y="353"/>
                </a:lnTo>
                <a:lnTo>
                  <a:pt x="6067" y="353"/>
                </a:lnTo>
                <a:lnTo>
                  <a:pt x="6208" y="459"/>
                </a:lnTo>
                <a:lnTo>
                  <a:pt x="6314" y="494"/>
                </a:lnTo>
                <a:lnTo>
                  <a:pt x="6491" y="459"/>
                </a:lnTo>
                <a:lnTo>
                  <a:pt x="6632" y="353"/>
                </a:lnTo>
                <a:lnTo>
                  <a:pt x="6773" y="283"/>
                </a:lnTo>
                <a:lnTo>
                  <a:pt x="6914" y="211"/>
                </a:lnTo>
                <a:lnTo>
                  <a:pt x="7020" y="141"/>
                </a:lnTo>
                <a:lnTo>
                  <a:pt x="7161" y="0"/>
                </a:lnTo>
                <a:lnTo>
                  <a:pt x="7196" y="105"/>
                </a:lnTo>
                <a:lnTo>
                  <a:pt x="7337" y="211"/>
                </a:lnTo>
                <a:lnTo>
                  <a:pt x="7478" y="318"/>
                </a:lnTo>
                <a:lnTo>
                  <a:pt x="7620" y="424"/>
                </a:lnTo>
                <a:lnTo>
                  <a:pt x="7725" y="530"/>
                </a:lnTo>
                <a:lnTo>
                  <a:pt x="7831" y="565"/>
                </a:lnTo>
                <a:lnTo>
                  <a:pt x="8043" y="424"/>
                </a:lnTo>
                <a:lnTo>
                  <a:pt x="8185" y="318"/>
                </a:lnTo>
                <a:lnTo>
                  <a:pt x="8397" y="211"/>
                </a:lnTo>
                <a:lnTo>
                  <a:pt x="8502" y="141"/>
                </a:lnTo>
                <a:lnTo>
                  <a:pt x="8502" y="318"/>
                </a:lnTo>
                <a:lnTo>
                  <a:pt x="8608" y="318"/>
                </a:lnTo>
                <a:lnTo>
                  <a:pt x="8749" y="283"/>
                </a:lnTo>
                <a:lnTo>
                  <a:pt x="8891" y="424"/>
                </a:lnTo>
                <a:lnTo>
                  <a:pt x="8961" y="530"/>
                </a:lnTo>
                <a:lnTo>
                  <a:pt x="9102" y="494"/>
                </a:lnTo>
                <a:lnTo>
                  <a:pt x="9208" y="459"/>
                </a:lnTo>
                <a:lnTo>
                  <a:pt x="9349" y="389"/>
                </a:lnTo>
                <a:lnTo>
                  <a:pt x="9490" y="353"/>
                </a:lnTo>
                <a:lnTo>
                  <a:pt x="9596" y="353"/>
                </a:lnTo>
                <a:lnTo>
                  <a:pt x="9631" y="494"/>
                </a:lnTo>
                <a:lnTo>
                  <a:pt x="9737" y="600"/>
                </a:lnTo>
                <a:lnTo>
                  <a:pt x="9914" y="494"/>
                </a:lnTo>
                <a:lnTo>
                  <a:pt x="10090" y="389"/>
                </a:lnTo>
                <a:lnTo>
                  <a:pt x="10266" y="283"/>
                </a:lnTo>
                <a:lnTo>
                  <a:pt x="10407" y="141"/>
                </a:lnTo>
                <a:lnTo>
                  <a:pt x="10513" y="176"/>
                </a:lnTo>
                <a:lnTo>
                  <a:pt x="10619" y="318"/>
                </a:lnTo>
                <a:lnTo>
                  <a:pt x="10725" y="389"/>
                </a:lnTo>
                <a:lnTo>
                  <a:pt x="10901" y="318"/>
                </a:lnTo>
                <a:lnTo>
                  <a:pt x="11007" y="211"/>
                </a:lnTo>
                <a:lnTo>
                  <a:pt x="11113" y="141"/>
                </a:lnTo>
                <a:lnTo>
                  <a:pt x="11148" y="246"/>
                </a:lnTo>
                <a:lnTo>
                  <a:pt x="11289" y="389"/>
                </a:lnTo>
                <a:lnTo>
                  <a:pt x="11395" y="389"/>
                </a:lnTo>
                <a:lnTo>
                  <a:pt x="11501" y="424"/>
                </a:lnTo>
                <a:lnTo>
                  <a:pt x="11713" y="459"/>
                </a:lnTo>
                <a:lnTo>
                  <a:pt x="11924" y="459"/>
                </a:lnTo>
                <a:lnTo>
                  <a:pt x="12136" y="494"/>
                </a:lnTo>
                <a:lnTo>
                  <a:pt x="12277" y="494"/>
                </a:lnTo>
                <a:lnTo>
                  <a:pt x="12418" y="565"/>
                </a:lnTo>
                <a:lnTo>
                  <a:pt x="12559" y="600"/>
                </a:lnTo>
                <a:lnTo>
                  <a:pt x="12701" y="600"/>
                </a:lnTo>
                <a:lnTo>
                  <a:pt x="12842" y="565"/>
                </a:lnTo>
                <a:lnTo>
                  <a:pt x="13018" y="494"/>
                </a:lnTo>
                <a:lnTo>
                  <a:pt x="13124" y="494"/>
                </a:lnTo>
                <a:lnTo>
                  <a:pt x="13230" y="424"/>
                </a:lnTo>
                <a:lnTo>
                  <a:pt x="13336" y="389"/>
                </a:lnTo>
                <a:lnTo>
                  <a:pt x="13512" y="318"/>
                </a:lnTo>
                <a:lnTo>
                  <a:pt x="13618" y="424"/>
                </a:lnTo>
                <a:lnTo>
                  <a:pt x="13724" y="424"/>
                </a:lnTo>
                <a:lnTo>
                  <a:pt x="13900" y="494"/>
                </a:lnTo>
                <a:lnTo>
                  <a:pt x="14006" y="565"/>
                </a:lnTo>
                <a:lnTo>
                  <a:pt x="14112" y="565"/>
                </a:lnTo>
                <a:lnTo>
                  <a:pt x="14217" y="424"/>
                </a:lnTo>
                <a:lnTo>
                  <a:pt x="14323" y="424"/>
                </a:lnTo>
                <a:lnTo>
                  <a:pt x="14535" y="424"/>
                </a:lnTo>
                <a:lnTo>
                  <a:pt x="14676" y="318"/>
                </a:lnTo>
                <a:lnTo>
                  <a:pt x="14817" y="283"/>
                </a:lnTo>
                <a:lnTo>
                  <a:pt x="14923" y="246"/>
                </a:lnTo>
                <a:lnTo>
                  <a:pt x="15064" y="318"/>
                </a:lnTo>
                <a:lnTo>
                  <a:pt x="15205" y="389"/>
                </a:lnTo>
                <a:lnTo>
                  <a:pt x="15311" y="353"/>
                </a:lnTo>
                <a:lnTo>
                  <a:pt x="15417" y="353"/>
                </a:lnTo>
                <a:lnTo>
                  <a:pt x="15523" y="424"/>
                </a:lnTo>
                <a:lnTo>
                  <a:pt x="15664" y="389"/>
                </a:lnTo>
                <a:lnTo>
                  <a:pt x="15805" y="353"/>
                </a:lnTo>
                <a:lnTo>
                  <a:pt x="15946" y="318"/>
                </a:lnTo>
                <a:lnTo>
                  <a:pt x="16052" y="283"/>
                </a:lnTo>
                <a:lnTo>
                  <a:pt x="16158" y="211"/>
                </a:lnTo>
                <a:lnTo>
                  <a:pt x="16087" y="1130"/>
                </a:lnTo>
                <a:lnTo>
                  <a:pt x="317" y="989"/>
                </a:lnTo>
                <a:lnTo>
                  <a:pt x="0" y="459"/>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72" name=""/>
          <p:cNvSpPr/>
          <p:nvPr/>
        </p:nvSpPr>
        <p:spPr>
          <a:xfrm>
            <a:off x="254160" y="1536840"/>
            <a:ext cx="5753520" cy="991080"/>
          </a:xfrm>
          <a:custGeom>
            <a:avLst/>
            <a:gdLst/>
            <a:ahLst/>
            <a:rect l="0" t="0" r="r" b="b"/>
            <a:pathLst>
              <a:path w="15982" h="2753">
                <a:moveTo>
                  <a:pt x="176" y="988"/>
                </a:moveTo>
                <a:lnTo>
                  <a:pt x="317" y="882"/>
                </a:lnTo>
                <a:lnTo>
                  <a:pt x="423" y="847"/>
                </a:lnTo>
                <a:lnTo>
                  <a:pt x="529" y="777"/>
                </a:lnTo>
                <a:lnTo>
                  <a:pt x="635" y="706"/>
                </a:lnTo>
                <a:lnTo>
                  <a:pt x="740" y="635"/>
                </a:lnTo>
                <a:lnTo>
                  <a:pt x="846" y="564"/>
                </a:lnTo>
                <a:lnTo>
                  <a:pt x="952" y="493"/>
                </a:lnTo>
                <a:lnTo>
                  <a:pt x="1058" y="458"/>
                </a:lnTo>
                <a:lnTo>
                  <a:pt x="1164" y="423"/>
                </a:lnTo>
                <a:lnTo>
                  <a:pt x="1234" y="564"/>
                </a:lnTo>
                <a:lnTo>
                  <a:pt x="1305" y="670"/>
                </a:lnTo>
                <a:lnTo>
                  <a:pt x="1375" y="777"/>
                </a:lnTo>
                <a:lnTo>
                  <a:pt x="1481" y="706"/>
                </a:lnTo>
                <a:lnTo>
                  <a:pt x="1587" y="670"/>
                </a:lnTo>
                <a:lnTo>
                  <a:pt x="1693" y="741"/>
                </a:lnTo>
                <a:lnTo>
                  <a:pt x="1799" y="706"/>
                </a:lnTo>
                <a:lnTo>
                  <a:pt x="1940" y="635"/>
                </a:lnTo>
                <a:lnTo>
                  <a:pt x="2046" y="635"/>
                </a:lnTo>
                <a:lnTo>
                  <a:pt x="2222" y="493"/>
                </a:lnTo>
                <a:lnTo>
                  <a:pt x="2363" y="388"/>
                </a:lnTo>
                <a:lnTo>
                  <a:pt x="2469" y="423"/>
                </a:lnTo>
                <a:lnTo>
                  <a:pt x="2610" y="493"/>
                </a:lnTo>
                <a:lnTo>
                  <a:pt x="2786" y="599"/>
                </a:lnTo>
                <a:lnTo>
                  <a:pt x="2892" y="564"/>
                </a:lnTo>
                <a:lnTo>
                  <a:pt x="2928" y="458"/>
                </a:lnTo>
                <a:lnTo>
                  <a:pt x="3069" y="564"/>
                </a:lnTo>
                <a:lnTo>
                  <a:pt x="3175" y="564"/>
                </a:lnTo>
                <a:lnTo>
                  <a:pt x="3351" y="493"/>
                </a:lnTo>
                <a:lnTo>
                  <a:pt x="3457" y="458"/>
                </a:lnTo>
                <a:lnTo>
                  <a:pt x="3563" y="458"/>
                </a:lnTo>
                <a:lnTo>
                  <a:pt x="3668" y="458"/>
                </a:lnTo>
                <a:lnTo>
                  <a:pt x="3774" y="458"/>
                </a:lnTo>
                <a:lnTo>
                  <a:pt x="3915" y="423"/>
                </a:lnTo>
                <a:lnTo>
                  <a:pt x="4057" y="458"/>
                </a:lnTo>
                <a:lnTo>
                  <a:pt x="4163" y="493"/>
                </a:lnTo>
                <a:lnTo>
                  <a:pt x="4340" y="529"/>
                </a:lnTo>
                <a:lnTo>
                  <a:pt x="4481" y="493"/>
                </a:lnTo>
                <a:lnTo>
                  <a:pt x="4622" y="388"/>
                </a:lnTo>
                <a:lnTo>
                  <a:pt x="4728" y="282"/>
                </a:lnTo>
                <a:lnTo>
                  <a:pt x="4834" y="211"/>
                </a:lnTo>
                <a:lnTo>
                  <a:pt x="4904" y="70"/>
                </a:lnTo>
                <a:lnTo>
                  <a:pt x="5010" y="0"/>
                </a:lnTo>
                <a:lnTo>
                  <a:pt x="5151" y="141"/>
                </a:lnTo>
                <a:lnTo>
                  <a:pt x="5292" y="176"/>
                </a:lnTo>
                <a:lnTo>
                  <a:pt x="5363" y="282"/>
                </a:lnTo>
                <a:lnTo>
                  <a:pt x="5469" y="352"/>
                </a:lnTo>
                <a:lnTo>
                  <a:pt x="5539" y="458"/>
                </a:lnTo>
                <a:lnTo>
                  <a:pt x="5645" y="493"/>
                </a:lnTo>
                <a:lnTo>
                  <a:pt x="5751" y="564"/>
                </a:lnTo>
                <a:lnTo>
                  <a:pt x="5892" y="599"/>
                </a:lnTo>
                <a:lnTo>
                  <a:pt x="5998" y="599"/>
                </a:lnTo>
                <a:lnTo>
                  <a:pt x="6104" y="564"/>
                </a:lnTo>
                <a:lnTo>
                  <a:pt x="6245" y="458"/>
                </a:lnTo>
                <a:lnTo>
                  <a:pt x="6386" y="317"/>
                </a:lnTo>
                <a:lnTo>
                  <a:pt x="6527" y="246"/>
                </a:lnTo>
                <a:lnTo>
                  <a:pt x="6597" y="141"/>
                </a:lnTo>
                <a:lnTo>
                  <a:pt x="6739" y="282"/>
                </a:lnTo>
                <a:lnTo>
                  <a:pt x="6844" y="423"/>
                </a:lnTo>
                <a:lnTo>
                  <a:pt x="6950" y="388"/>
                </a:lnTo>
                <a:lnTo>
                  <a:pt x="7127" y="423"/>
                </a:lnTo>
                <a:lnTo>
                  <a:pt x="7232" y="423"/>
                </a:lnTo>
                <a:lnTo>
                  <a:pt x="7374" y="388"/>
                </a:lnTo>
                <a:lnTo>
                  <a:pt x="7515" y="423"/>
                </a:lnTo>
                <a:lnTo>
                  <a:pt x="7656" y="352"/>
                </a:lnTo>
                <a:lnTo>
                  <a:pt x="7762" y="352"/>
                </a:lnTo>
                <a:lnTo>
                  <a:pt x="7867" y="317"/>
                </a:lnTo>
                <a:lnTo>
                  <a:pt x="8009" y="352"/>
                </a:lnTo>
                <a:lnTo>
                  <a:pt x="8114" y="352"/>
                </a:lnTo>
                <a:lnTo>
                  <a:pt x="8291" y="423"/>
                </a:lnTo>
                <a:lnTo>
                  <a:pt x="8397" y="423"/>
                </a:lnTo>
                <a:lnTo>
                  <a:pt x="8573" y="423"/>
                </a:lnTo>
                <a:lnTo>
                  <a:pt x="8679" y="458"/>
                </a:lnTo>
                <a:lnTo>
                  <a:pt x="8785" y="458"/>
                </a:lnTo>
                <a:lnTo>
                  <a:pt x="8996" y="458"/>
                </a:lnTo>
                <a:lnTo>
                  <a:pt x="9102" y="423"/>
                </a:lnTo>
                <a:lnTo>
                  <a:pt x="9208" y="423"/>
                </a:lnTo>
                <a:lnTo>
                  <a:pt x="9349" y="423"/>
                </a:lnTo>
                <a:lnTo>
                  <a:pt x="9455" y="423"/>
                </a:lnTo>
                <a:lnTo>
                  <a:pt x="9631" y="458"/>
                </a:lnTo>
                <a:lnTo>
                  <a:pt x="9772" y="529"/>
                </a:lnTo>
                <a:lnTo>
                  <a:pt x="9914" y="564"/>
                </a:lnTo>
                <a:lnTo>
                  <a:pt x="10055" y="599"/>
                </a:lnTo>
                <a:lnTo>
                  <a:pt x="10161" y="564"/>
                </a:lnTo>
                <a:lnTo>
                  <a:pt x="10266" y="529"/>
                </a:lnTo>
                <a:lnTo>
                  <a:pt x="10372" y="458"/>
                </a:lnTo>
                <a:lnTo>
                  <a:pt x="10478" y="423"/>
                </a:lnTo>
                <a:lnTo>
                  <a:pt x="10619" y="352"/>
                </a:lnTo>
                <a:lnTo>
                  <a:pt x="10725" y="388"/>
                </a:lnTo>
                <a:lnTo>
                  <a:pt x="10831" y="423"/>
                </a:lnTo>
                <a:lnTo>
                  <a:pt x="10972" y="423"/>
                </a:lnTo>
                <a:lnTo>
                  <a:pt x="11078" y="423"/>
                </a:lnTo>
                <a:lnTo>
                  <a:pt x="11219" y="423"/>
                </a:lnTo>
                <a:lnTo>
                  <a:pt x="11325" y="458"/>
                </a:lnTo>
                <a:lnTo>
                  <a:pt x="11431" y="493"/>
                </a:lnTo>
                <a:lnTo>
                  <a:pt x="11536" y="493"/>
                </a:lnTo>
                <a:lnTo>
                  <a:pt x="11642" y="529"/>
                </a:lnTo>
                <a:lnTo>
                  <a:pt x="11748" y="599"/>
                </a:lnTo>
                <a:lnTo>
                  <a:pt x="11924" y="599"/>
                </a:lnTo>
                <a:lnTo>
                  <a:pt x="12067" y="635"/>
                </a:lnTo>
                <a:lnTo>
                  <a:pt x="12172" y="635"/>
                </a:lnTo>
                <a:lnTo>
                  <a:pt x="12278" y="635"/>
                </a:lnTo>
                <a:lnTo>
                  <a:pt x="12384" y="599"/>
                </a:lnTo>
                <a:lnTo>
                  <a:pt x="12490" y="564"/>
                </a:lnTo>
                <a:lnTo>
                  <a:pt x="12596" y="564"/>
                </a:lnTo>
                <a:lnTo>
                  <a:pt x="12737" y="529"/>
                </a:lnTo>
                <a:lnTo>
                  <a:pt x="12948" y="493"/>
                </a:lnTo>
                <a:lnTo>
                  <a:pt x="13090" y="529"/>
                </a:lnTo>
                <a:lnTo>
                  <a:pt x="13160" y="635"/>
                </a:lnTo>
                <a:lnTo>
                  <a:pt x="13266" y="599"/>
                </a:lnTo>
                <a:lnTo>
                  <a:pt x="13372" y="635"/>
                </a:lnTo>
                <a:lnTo>
                  <a:pt x="13478" y="635"/>
                </a:lnTo>
                <a:lnTo>
                  <a:pt x="13583" y="599"/>
                </a:lnTo>
                <a:lnTo>
                  <a:pt x="13725" y="564"/>
                </a:lnTo>
                <a:lnTo>
                  <a:pt x="13866" y="493"/>
                </a:lnTo>
                <a:lnTo>
                  <a:pt x="14042" y="493"/>
                </a:lnTo>
                <a:lnTo>
                  <a:pt x="14148" y="493"/>
                </a:lnTo>
                <a:lnTo>
                  <a:pt x="14289" y="564"/>
                </a:lnTo>
                <a:lnTo>
                  <a:pt x="14430" y="635"/>
                </a:lnTo>
                <a:lnTo>
                  <a:pt x="14536" y="635"/>
                </a:lnTo>
                <a:lnTo>
                  <a:pt x="14642" y="635"/>
                </a:lnTo>
                <a:lnTo>
                  <a:pt x="14783" y="635"/>
                </a:lnTo>
                <a:lnTo>
                  <a:pt x="14889" y="635"/>
                </a:lnTo>
                <a:lnTo>
                  <a:pt x="14995" y="635"/>
                </a:lnTo>
                <a:lnTo>
                  <a:pt x="15100" y="635"/>
                </a:lnTo>
                <a:lnTo>
                  <a:pt x="15206" y="706"/>
                </a:lnTo>
                <a:lnTo>
                  <a:pt x="15347" y="706"/>
                </a:lnTo>
                <a:lnTo>
                  <a:pt x="15488" y="777"/>
                </a:lnTo>
                <a:lnTo>
                  <a:pt x="15594" y="847"/>
                </a:lnTo>
                <a:lnTo>
                  <a:pt x="15735" y="847"/>
                </a:lnTo>
                <a:lnTo>
                  <a:pt x="15841" y="777"/>
                </a:lnTo>
                <a:lnTo>
                  <a:pt x="15947" y="777"/>
                </a:lnTo>
                <a:lnTo>
                  <a:pt x="15982" y="2753"/>
                </a:lnTo>
                <a:lnTo>
                  <a:pt x="14465" y="953"/>
                </a:lnTo>
                <a:lnTo>
                  <a:pt x="14430" y="1129"/>
                </a:lnTo>
                <a:lnTo>
                  <a:pt x="14430" y="1235"/>
                </a:lnTo>
                <a:lnTo>
                  <a:pt x="14395" y="1341"/>
                </a:lnTo>
                <a:lnTo>
                  <a:pt x="14360" y="1447"/>
                </a:lnTo>
                <a:lnTo>
                  <a:pt x="14360" y="1553"/>
                </a:lnTo>
                <a:lnTo>
                  <a:pt x="14360" y="1659"/>
                </a:lnTo>
                <a:lnTo>
                  <a:pt x="14324" y="1764"/>
                </a:lnTo>
                <a:lnTo>
                  <a:pt x="14289" y="1905"/>
                </a:lnTo>
                <a:lnTo>
                  <a:pt x="14254" y="2011"/>
                </a:lnTo>
                <a:lnTo>
                  <a:pt x="14218" y="2118"/>
                </a:lnTo>
                <a:lnTo>
                  <a:pt x="14218" y="2224"/>
                </a:lnTo>
                <a:lnTo>
                  <a:pt x="14218" y="2330"/>
                </a:lnTo>
                <a:lnTo>
                  <a:pt x="14113" y="2189"/>
                </a:lnTo>
                <a:lnTo>
                  <a:pt x="14077" y="2083"/>
                </a:lnTo>
                <a:lnTo>
                  <a:pt x="14042" y="1976"/>
                </a:lnTo>
                <a:lnTo>
                  <a:pt x="13972" y="1835"/>
                </a:lnTo>
                <a:lnTo>
                  <a:pt x="13830" y="1659"/>
                </a:lnTo>
                <a:lnTo>
                  <a:pt x="13725" y="1764"/>
                </a:lnTo>
                <a:lnTo>
                  <a:pt x="13654" y="1623"/>
                </a:lnTo>
                <a:lnTo>
                  <a:pt x="13513" y="1553"/>
                </a:lnTo>
                <a:lnTo>
                  <a:pt x="13372" y="1553"/>
                </a:lnTo>
                <a:lnTo>
                  <a:pt x="13266" y="1517"/>
                </a:lnTo>
                <a:lnTo>
                  <a:pt x="13160" y="1412"/>
                </a:lnTo>
                <a:lnTo>
                  <a:pt x="13054" y="1306"/>
                </a:lnTo>
                <a:lnTo>
                  <a:pt x="12948" y="1200"/>
                </a:lnTo>
                <a:lnTo>
                  <a:pt x="12807" y="1200"/>
                </a:lnTo>
                <a:lnTo>
                  <a:pt x="12702" y="1270"/>
                </a:lnTo>
                <a:lnTo>
                  <a:pt x="12525" y="1341"/>
                </a:lnTo>
                <a:lnTo>
                  <a:pt x="12419" y="1376"/>
                </a:lnTo>
                <a:lnTo>
                  <a:pt x="12243" y="1341"/>
                </a:lnTo>
                <a:lnTo>
                  <a:pt x="12102" y="1412"/>
                </a:lnTo>
                <a:lnTo>
                  <a:pt x="12031" y="1517"/>
                </a:lnTo>
                <a:lnTo>
                  <a:pt x="11924" y="1517"/>
                </a:lnTo>
                <a:lnTo>
                  <a:pt x="11819" y="1482"/>
                </a:lnTo>
                <a:lnTo>
                  <a:pt x="11713" y="1447"/>
                </a:lnTo>
                <a:lnTo>
                  <a:pt x="11572" y="1482"/>
                </a:lnTo>
                <a:lnTo>
                  <a:pt x="11466" y="1412"/>
                </a:lnTo>
                <a:lnTo>
                  <a:pt x="11325" y="1306"/>
                </a:lnTo>
                <a:lnTo>
                  <a:pt x="11219" y="1235"/>
                </a:lnTo>
                <a:lnTo>
                  <a:pt x="11078" y="1200"/>
                </a:lnTo>
                <a:lnTo>
                  <a:pt x="10972" y="1200"/>
                </a:lnTo>
                <a:lnTo>
                  <a:pt x="10866" y="1129"/>
                </a:lnTo>
                <a:lnTo>
                  <a:pt x="10760" y="1235"/>
                </a:lnTo>
                <a:lnTo>
                  <a:pt x="10654" y="1165"/>
                </a:lnTo>
                <a:lnTo>
                  <a:pt x="10513" y="1165"/>
                </a:lnTo>
                <a:lnTo>
                  <a:pt x="10372" y="1129"/>
                </a:lnTo>
                <a:lnTo>
                  <a:pt x="10266" y="1129"/>
                </a:lnTo>
                <a:lnTo>
                  <a:pt x="10125" y="1129"/>
                </a:lnTo>
                <a:lnTo>
                  <a:pt x="10019" y="1094"/>
                </a:lnTo>
                <a:lnTo>
                  <a:pt x="9914" y="1094"/>
                </a:lnTo>
                <a:lnTo>
                  <a:pt x="9702" y="1129"/>
                </a:lnTo>
                <a:lnTo>
                  <a:pt x="9596" y="1059"/>
                </a:lnTo>
                <a:lnTo>
                  <a:pt x="9490" y="1024"/>
                </a:lnTo>
                <a:lnTo>
                  <a:pt x="9384" y="918"/>
                </a:lnTo>
                <a:lnTo>
                  <a:pt x="9279" y="882"/>
                </a:lnTo>
                <a:lnTo>
                  <a:pt x="9279" y="988"/>
                </a:lnTo>
                <a:lnTo>
                  <a:pt x="9137" y="1129"/>
                </a:lnTo>
                <a:lnTo>
                  <a:pt x="8996" y="1200"/>
                </a:lnTo>
                <a:lnTo>
                  <a:pt x="8855" y="1059"/>
                </a:lnTo>
                <a:lnTo>
                  <a:pt x="8714" y="988"/>
                </a:lnTo>
                <a:lnTo>
                  <a:pt x="8608" y="988"/>
                </a:lnTo>
                <a:lnTo>
                  <a:pt x="8432" y="988"/>
                </a:lnTo>
                <a:lnTo>
                  <a:pt x="8326" y="1024"/>
                </a:lnTo>
                <a:lnTo>
                  <a:pt x="8220" y="953"/>
                </a:lnTo>
                <a:lnTo>
                  <a:pt x="8114" y="918"/>
                </a:lnTo>
                <a:lnTo>
                  <a:pt x="8009" y="988"/>
                </a:lnTo>
                <a:lnTo>
                  <a:pt x="7903" y="988"/>
                </a:lnTo>
                <a:lnTo>
                  <a:pt x="7762" y="1129"/>
                </a:lnTo>
                <a:lnTo>
                  <a:pt x="7656" y="1059"/>
                </a:lnTo>
                <a:lnTo>
                  <a:pt x="7515" y="988"/>
                </a:lnTo>
                <a:lnTo>
                  <a:pt x="7409" y="918"/>
                </a:lnTo>
                <a:lnTo>
                  <a:pt x="7303" y="882"/>
                </a:lnTo>
                <a:lnTo>
                  <a:pt x="7162" y="777"/>
                </a:lnTo>
                <a:lnTo>
                  <a:pt x="7162" y="882"/>
                </a:lnTo>
                <a:lnTo>
                  <a:pt x="7197" y="988"/>
                </a:lnTo>
                <a:lnTo>
                  <a:pt x="7303" y="1094"/>
                </a:lnTo>
                <a:lnTo>
                  <a:pt x="7162" y="1059"/>
                </a:lnTo>
                <a:lnTo>
                  <a:pt x="7056" y="1024"/>
                </a:lnTo>
                <a:lnTo>
                  <a:pt x="6950" y="988"/>
                </a:lnTo>
                <a:lnTo>
                  <a:pt x="6844" y="1059"/>
                </a:lnTo>
                <a:lnTo>
                  <a:pt x="6739" y="1129"/>
                </a:lnTo>
                <a:lnTo>
                  <a:pt x="6597" y="1024"/>
                </a:lnTo>
                <a:lnTo>
                  <a:pt x="6456" y="988"/>
                </a:lnTo>
                <a:lnTo>
                  <a:pt x="6351" y="953"/>
                </a:lnTo>
                <a:lnTo>
                  <a:pt x="6209" y="918"/>
                </a:lnTo>
                <a:lnTo>
                  <a:pt x="6068" y="918"/>
                </a:lnTo>
                <a:lnTo>
                  <a:pt x="5962" y="847"/>
                </a:lnTo>
                <a:lnTo>
                  <a:pt x="5716" y="847"/>
                </a:lnTo>
                <a:lnTo>
                  <a:pt x="5539" y="847"/>
                </a:lnTo>
                <a:lnTo>
                  <a:pt x="5433" y="847"/>
                </a:lnTo>
                <a:lnTo>
                  <a:pt x="5327" y="918"/>
                </a:lnTo>
                <a:lnTo>
                  <a:pt x="5257" y="1024"/>
                </a:lnTo>
                <a:lnTo>
                  <a:pt x="5116" y="988"/>
                </a:lnTo>
                <a:lnTo>
                  <a:pt x="4975" y="1024"/>
                </a:lnTo>
                <a:lnTo>
                  <a:pt x="4869" y="1024"/>
                </a:lnTo>
                <a:lnTo>
                  <a:pt x="4763" y="918"/>
                </a:lnTo>
                <a:lnTo>
                  <a:pt x="4622" y="953"/>
                </a:lnTo>
                <a:lnTo>
                  <a:pt x="4516" y="1024"/>
                </a:lnTo>
                <a:lnTo>
                  <a:pt x="4269" y="882"/>
                </a:lnTo>
                <a:lnTo>
                  <a:pt x="4093" y="847"/>
                </a:lnTo>
                <a:lnTo>
                  <a:pt x="3986" y="847"/>
                </a:lnTo>
                <a:lnTo>
                  <a:pt x="3951" y="953"/>
                </a:lnTo>
                <a:lnTo>
                  <a:pt x="3774" y="1024"/>
                </a:lnTo>
                <a:lnTo>
                  <a:pt x="3633" y="1024"/>
                </a:lnTo>
                <a:lnTo>
                  <a:pt x="3527" y="988"/>
                </a:lnTo>
                <a:lnTo>
                  <a:pt x="3351" y="988"/>
                </a:lnTo>
                <a:lnTo>
                  <a:pt x="3245" y="988"/>
                </a:lnTo>
                <a:lnTo>
                  <a:pt x="3139" y="988"/>
                </a:lnTo>
                <a:lnTo>
                  <a:pt x="2928" y="1024"/>
                </a:lnTo>
                <a:lnTo>
                  <a:pt x="2786" y="1059"/>
                </a:lnTo>
                <a:lnTo>
                  <a:pt x="2681" y="1129"/>
                </a:lnTo>
                <a:lnTo>
                  <a:pt x="2575" y="1200"/>
                </a:lnTo>
                <a:lnTo>
                  <a:pt x="2469" y="1200"/>
                </a:lnTo>
                <a:lnTo>
                  <a:pt x="2363" y="1200"/>
                </a:lnTo>
                <a:lnTo>
                  <a:pt x="2257" y="1200"/>
                </a:lnTo>
                <a:lnTo>
                  <a:pt x="2151" y="1270"/>
                </a:lnTo>
                <a:lnTo>
                  <a:pt x="2046" y="1341"/>
                </a:lnTo>
                <a:lnTo>
                  <a:pt x="1940" y="1341"/>
                </a:lnTo>
                <a:lnTo>
                  <a:pt x="1799" y="1306"/>
                </a:lnTo>
                <a:lnTo>
                  <a:pt x="1693" y="1270"/>
                </a:lnTo>
                <a:lnTo>
                  <a:pt x="1587" y="1200"/>
                </a:lnTo>
                <a:lnTo>
                  <a:pt x="1481" y="1200"/>
                </a:lnTo>
                <a:lnTo>
                  <a:pt x="1375" y="1200"/>
                </a:lnTo>
                <a:lnTo>
                  <a:pt x="1234" y="1059"/>
                </a:lnTo>
                <a:lnTo>
                  <a:pt x="1128" y="1024"/>
                </a:lnTo>
                <a:lnTo>
                  <a:pt x="1023" y="988"/>
                </a:lnTo>
                <a:lnTo>
                  <a:pt x="987" y="1094"/>
                </a:lnTo>
                <a:lnTo>
                  <a:pt x="952" y="1200"/>
                </a:lnTo>
                <a:lnTo>
                  <a:pt x="881" y="1341"/>
                </a:lnTo>
                <a:lnTo>
                  <a:pt x="776" y="1376"/>
                </a:lnTo>
                <a:lnTo>
                  <a:pt x="670" y="1376"/>
                </a:lnTo>
                <a:lnTo>
                  <a:pt x="564" y="1341"/>
                </a:lnTo>
                <a:lnTo>
                  <a:pt x="458" y="1200"/>
                </a:lnTo>
                <a:lnTo>
                  <a:pt x="388" y="1341"/>
                </a:lnTo>
                <a:lnTo>
                  <a:pt x="211" y="1306"/>
                </a:lnTo>
                <a:lnTo>
                  <a:pt x="141" y="988"/>
                </a:lnTo>
                <a:lnTo>
                  <a:pt x="0" y="1764"/>
                </a:lnTo>
                <a:lnTo>
                  <a:pt x="176" y="988"/>
                </a:lnTo>
                <a:close/>
              </a:path>
            </a:pathLst>
          </a:custGeom>
          <a:solidFill>
            <a:srgbClr val="114FF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
          <p:cNvSpPr txBox="1"/>
          <p:nvPr/>
        </p:nvSpPr>
        <p:spPr>
          <a:xfrm>
            <a:off x="2989440" y="79200"/>
            <a:ext cx="245736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Legal MOVEs</a:t>
            </a:r>
            <a:endParaRPr lang="en-US" sz="2800" b="0" u="none" strike="noStrike">
              <a:solidFill>
                <a:srgbClr val="000000"/>
              </a:solidFill>
              <a:effectLst/>
              <a:uFillTx/>
              <a:latin typeface="Arial"/>
            </a:endParaRPr>
          </a:p>
        </p:txBody>
      </p:sp>
      <p:sp>
        <p:nvSpPr>
          <p:cNvPr id="274" name=""/>
          <p:cNvSpPr txBox="1"/>
          <p:nvPr/>
        </p:nvSpPr>
        <p:spPr>
          <a:xfrm>
            <a:off x="380880" y="838080"/>
            <a:ext cx="8153280" cy="5410080"/>
          </a:xfrm>
          <a:prstGeom prst="rect">
            <a:avLst/>
          </a:prstGeom>
          <a:noFill/>
          <a:ln w="0">
            <a:noFill/>
          </a:ln>
        </p:spPr>
        <p:txBody>
          <a:bodyPr lIns="0" tIns="0" rIns="0" bIns="0" anchor="t">
            <a:spAutoFit/>
          </a:bodyPr>
          <a:p>
            <a:pPr marL="380880" indent="-380880">
              <a:lnSpc>
                <a:spcPct val="90000"/>
              </a:lnSpc>
              <a:spcBef>
                <a:spcPts val="720"/>
              </a:spcBef>
            </a:pPr>
            <a:r>
              <a:rPr lang="en-US" sz="2400" b="1" u="none" strike="noStrike">
                <a:solidFill>
                  <a:srgbClr val="FFFFFF"/>
                </a:solidFill>
                <a:effectLst/>
                <a:uFillTx/>
                <a:latin typeface="Arial"/>
                <a:ea typeface="Arial"/>
              </a:rPr>
              <a:t>	</a:t>
            </a:r>
            <a:r>
              <a:rPr lang="en-US" sz="2400" b="1" u="none" strike="noStrike">
                <a:solidFill>
                  <a:srgbClr val="FFFFFF"/>
                </a:solidFill>
                <a:effectLst/>
                <a:uFillTx/>
                <a:latin typeface="Arial"/>
                <a:ea typeface="Arial"/>
              </a:rPr>
              <a:t>Certain combinations of sending and receiving data types are not permitted (even by COBOL).</a:t>
            </a:r>
            <a:endParaRPr lang="en-US" sz="2400" b="0" u="none" strike="noStrike">
              <a:solidFill>
                <a:srgbClr val="000000"/>
              </a:solidFill>
              <a:effectLst/>
              <a:uFillTx/>
              <a:latin typeface="Arial"/>
            </a:endParaRPr>
          </a:p>
        </p:txBody>
      </p:sp>
      <p:pic>
        <p:nvPicPr>
          <p:cNvPr id="275" name=""/>
          <p:cNvPicPr/>
          <p:nvPr/>
        </p:nvPicPr>
        <p:blipFill>
          <a:blip r:embed="rId1"/>
          <a:stretch/>
        </p:blipFill>
        <p:spPr>
          <a:xfrm>
            <a:off x="1538280" y="2038320"/>
            <a:ext cx="5800680" cy="396252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
          <p:cNvSpPr txBox="1"/>
          <p:nvPr/>
        </p:nvSpPr>
        <p:spPr>
          <a:xfrm>
            <a:off x="2703600" y="79200"/>
            <a:ext cx="334656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The DISPLAY Verb</a:t>
            </a:r>
            <a:endParaRPr lang="en-US" sz="2800" b="0" u="none" strike="noStrike">
              <a:solidFill>
                <a:srgbClr val="000000"/>
              </a:solidFill>
              <a:effectLst/>
              <a:uFillTx/>
              <a:latin typeface="Arial"/>
            </a:endParaRPr>
          </a:p>
        </p:txBody>
      </p:sp>
      <p:sp>
        <p:nvSpPr>
          <p:cNvPr id="277" name=""/>
          <p:cNvSpPr txBox="1"/>
          <p:nvPr/>
        </p:nvSpPr>
        <p:spPr>
          <a:xfrm>
            <a:off x="291960" y="2486160"/>
            <a:ext cx="8236080" cy="3452760"/>
          </a:xfrm>
          <a:prstGeom prst="rect">
            <a:avLst/>
          </a:prstGeom>
          <a:noFill/>
          <a:ln w="0">
            <a:noFill/>
          </a:ln>
        </p:spPr>
        <p:txBody>
          <a:bodyPr lIns="0" tIns="0" rIns="0" bIns="0" anchor="t">
            <a:spAutoFit/>
          </a:bodyPr>
          <a:p>
            <a:pPr marL="380880" indent="-38088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From time to time it may be useful to display messages and data values on the screen.</a:t>
            </a:r>
            <a:endParaRPr lang="en-US" sz="2400" b="0" u="none" strike="noStrike">
              <a:solidFill>
                <a:srgbClr val="000000"/>
              </a:solidFill>
              <a:effectLst/>
              <a:uFillTx/>
              <a:latin typeface="Arial"/>
            </a:endParaRPr>
          </a:p>
          <a:p>
            <a:pPr marL="380880" indent="-38088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A simple </a:t>
            </a:r>
            <a:r>
              <a:rPr lang="en-US" sz="2400" b="1" u="none" strike="noStrike">
                <a:solidFill>
                  <a:srgbClr val="00FF00"/>
                </a:solidFill>
                <a:effectLst/>
                <a:uFillTx/>
                <a:latin typeface="Arial"/>
                <a:ea typeface="Arial"/>
              </a:rPr>
              <a:t>DISPLAY</a:t>
            </a:r>
            <a:r>
              <a:rPr lang="en-US" sz="2400" b="1" u="none" strike="noStrike">
                <a:solidFill>
                  <a:srgbClr val="FFFFFF"/>
                </a:solidFill>
                <a:effectLst/>
                <a:uFillTx/>
                <a:latin typeface="Arial"/>
                <a:ea typeface="Arial"/>
              </a:rPr>
              <a:t> statement can be used to achieve this.</a:t>
            </a:r>
            <a:endParaRPr lang="en-US" sz="2400" b="0" u="none" strike="noStrike">
              <a:solidFill>
                <a:srgbClr val="000000"/>
              </a:solidFill>
              <a:effectLst/>
              <a:uFillTx/>
              <a:latin typeface="Arial"/>
            </a:endParaRPr>
          </a:p>
          <a:p>
            <a:pPr marL="380880" indent="-38088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A single DISPLAY can be used to display several data items or literals or any combination of these.</a:t>
            </a:r>
            <a:endParaRPr lang="en-US" sz="2400" b="0" u="none" strike="noStrike">
              <a:solidFill>
                <a:srgbClr val="000000"/>
              </a:solidFill>
              <a:effectLst/>
              <a:uFillTx/>
              <a:latin typeface="Arial"/>
            </a:endParaRPr>
          </a:p>
          <a:p>
            <a:pPr marL="380880" indent="-380880">
              <a:lnSpc>
                <a:spcPct val="90000"/>
              </a:lnSpc>
              <a:spcBef>
                <a:spcPts val="1321"/>
              </a:spcBef>
              <a:buClr>
                <a:srgbClr val="FC0128"/>
              </a:buClr>
              <a:buSzPct val="75000"/>
              <a:buFont typeface="Wingdings"/>
              <a:buChar char="_x0000_"/>
            </a:pPr>
            <a:r>
              <a:rPr lang="en-US" sz="2400" b="1" u="none" strike="noStrike">
                <a:solidFill>
                  <a:srgbClr val="FFFFFF"/>
                </a:solidFill>
                <a:effectLst/>
                <a:uFillTx/>
                <a:latin typeface="Arial"/>
                <a:ea typeface="Arial"/>
              </a:rPr>
              <a:t>The </a:t>
            </a:r>
            <a:r>
              <a:rPr lang="en-US" sz="2400" b="1" u="none" strike="noStrike">
                <a:solidFill>
                  <a:srgbClr val="00FF00"/>
                </a:solidFill>
                <a:effectLst/>
                <a:uFillTx/>
                <a:latin typeface="Arial"/>
                <a:ea typeface="Arial"/>
              </a:rPr>
              <a:t>WITH NO ADVANCING</a:t>
            </a:r>
            <a:r>
              <a:rPr lang="en-US" sz="2400" b="1" u="none" strike="noStrike">
                <a:solidFill>
                  <a:srgbClr val="FFFFFF"/>
                </a:solidFill>
                <a:effectLst/>
                <a:uFillTx/>
                <a:latin typeface="Arial"/>
                <a:ea typeface="Arial"/>
              </a:rPr>
              <a:t> clause suppresses  the carriage return/line feed.</a:t>
            </a:r>
            <a:endParaRPr lang="en-US" sz="2400" b="0" u="none" strike="noStrike">
              <a:solidFill>
                <a:srgbClr val="000000"/>
              </a:solidFill>
              <a:effectLst/>
              <a:uFillTx/>
              <a:latin typeface="Arial"/>
            </a:endParaRPr>
          </a:p>
        </p:txBody>
      </p:sp>
      <p:pic>
        <p:nvPicPr>
          <p:cNvPr id="278" name=""/>
          <p:cNvPicPr/>
          <p:nvPr/>
        </p:nvPicPr>
        <p:blipFill>
          <a:blip r:embed="rId1"/>
          <a:stretch/>
        </p:blipFill>
        <p:spPr>
          <a:xfrm>
            <a:off x="1219320" y="885960"/>
            <a:ext cx="6265800" cy="11034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
          <p:cNvSpPr txBox="1"/>
          <p:nvPr/>
        </p:nvSpPr>
        <p:spPr>
          <a:xfrm>
            <a:off x="2631960" y="79200"/>
            <a:ext cx="3227400" cy="476280"/>
          </a:xfrm>
          <a:prstGeom prst="rect">
            <a:avLst/>
          </a:prstGeom>
          <a:noFill/>
          <a:ln w="0">
            <a:noFill/>
          </a:ln>
        </p:spPr>
        <p:txBody>
          <a:bodyPr lIns="0" tIns="0" rIns="0" bIns="0" anchor="t">
            <a:spAutoFit/>
          </a:bodyPr>
          <a:p>
            <a:pPr>
              <a:lnSpc>
                <a:spcPct val="90000"/>
              </a:lnSpc>
            </a:pPr>
            <a:r>
              <a:rPr lang="en-US" sz="2800" b="1" u="none" strike="noStrike">
                <a:solidFill>
                  <a:srgbClr val="FAFD00"/>
                </a:solidFill>
                <a:effectLst/>
                <a:uFillTx/>
                <a:latin typeface="Arial"/>
                <a:ea typeface="Arial"/>
              </a:rPr>
              <a:t>The ACCEPT verb</a:t>
            </a:r>
            <a:endParaRPr lang="en-US" sz="2800" b="0" u="none" strike="noStrike">
              <a:solidFill>
                <a:srgbClr val="000000"/>
              </a:solidFill>
              <a:effectLst/>
              <a:uFillTx/>
              <a:latin typeface="Arial"/>
            </a:endParaRPr>
          </a:p>
        </p:txBody>
      </p:sp>
      <p:pic>
        <p:nvPicPr>
          <p:cNvPr id="280" name=""/>
          <p:cNvPicPr/>
          <p:nvPr/>
        </p:nvPicPr>
        <p:blipFill>
          <a:blip r:embed="rId1"/>
          <a:stretch/>
        </p:blipFill>
        <p:spPr>
          <a:xfrm>
            <a:off x="1428840" y="793800"/>
            <a:ext cx="5637240" cy="1751040"/>
          </a:xfrm>
          <a:prstGeom prst="rect">
            <a:avLst/>
          </a:prstGeom>
          <a:noFill/>
          <a:ln w="0">
            <a:noFill/>
          </a:ln>
        </p:spPr>
      </p:pic>
      <p:sp>
        <p:nvSpPr>
          <p:cNvPr id="281" name=""/>
          <p:cNvSpPr txBox="1"/>
          <p:nvPr/>
        </p:nvSpPr>
        <p:spPr>
          <a:xfrm>
            <a:off x="905040" y="3032280"/>
            <a:ext cx="6470640" cy="287640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marL="190440" indent="-190440">
              <a:lnSpc>
                <a:spcPct val="75000"/>
              </a:lnSpc>
            </a:pPr>
            <a:r>
              <a:rPr lang="en-US" sz="2400" b="1" u="none" strike="noStrike">
                <a:solidFill>
                  <a:srgbClr val="FC0128"/>
                </a:solidFill>
                <a:effectLst/>
                <a:uFillTx/>
                <a:latin typeface="Courier New"/>
                <a:ea typeface="Courier New"/>
              </a:rPr>
              <a:t>01 CurrentDate</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PIC 9(6).</a:t>
            </a:r>
            <a:endParaRPr lang="en-US" sz="2400" b="0" u="none" strike="noStrike">
              <a:solidFill>
                <a:srgbClr val="000000"/>
              </a:solidFill>
              <a:effectLst/>
              <a:uFillTx/>
              <a:latin typeface="Arial"/>
            </a:endParaRPr>
          </a:p>
          <a:p>
            <a:pPr marL="190440" indent="-190440">
              <a:lnSpc>
                <a:spcPct val="75000"/>
              </a:lnSpc>
            </a:pPr>
            <a:r>
              <a:rPr lang="en-US" sz="2000" b="1" u="none" strike="noStrike">
                <a:solidFill>
                  <a:srgbClr val="000000"/>
                </a:solidFill>
                <a:effectLst/>
                <a:uFillTx/>
                <a:latin typeface="Courier New"/>
                <a:ea typeface="Courier New"/>
              </a:rPr>
              <a:t>* YYMMDD</a:t>
            </a:r>
            <a:endParaRPr lang="en-US" sz="2000" b="0" u="none" strike="noStrike">
              <a:solidFill>
                <a:srgbClr val="000000"/>
              </a:solidFill>
              <a:effectLst/>
              <a:uFillTx/>
              <a:latin typeface="Arial"/>
            </a:endParaRPr>
          </a:p>
          <a:p>
            <a:pPr marL="571680">
              <a:lnSpc>
                <a:spcPct val="75000"/>
              </a:lnSpc>
            </a:pPr>
            <a:endParaRPr lang="en-US" sz="2000" b="0" u="none" strike="noStrike">
              <a:solidFill>
                <a:srgbClr val="000000"/>
              </a:solidFill>
              <a:effectLst/>
              <a:uFillTx/>
              <a:latin typeface="Arial"/>
            </a:endParaRPr>
          </a:p>
          <a:p>
            <a:pPr marL="190440" indent="-190440">
              <a:lnSpc>
                <a:spcPct val="75000"/>
              </a:lnSpc>
            </a:pPr>
            <a:r>
              <a:rPr lang="en-US" sz="2400" b="1" u="none" strike="noStrike">
                <a:solidFill>
                  <a:srgbClr val="FC0128"/>
                </a:solidFill>
                <a:effectLst/>
                <a:uFillTx/>
                <a:latin typeface="Courier New"/>
                <a:ea typeface="Courier New"/>
              </a:rPr>
              <a:t>01 DayOfYear</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PIC 9(5).</a:t>
            </a:r>
            <a:endParaRPr lang="en-US" sz="2400" b="0" u="none" strike="noStrike">
              <a:solidFill>
                <a:srgbClr val="000000"/>
              </a:solidFill>
              <a:effectLst/>
              <a:uFillTx/>
              <a:latin typeface="Arial"/>
            </a:endParaRPr>
          </a:p>
          <a:p>
            <a:pPr marL="190440" indent="-190440">
              <a:lnSpc>
                <a:spcPct val="75000"/>
              </a:lnSpc>
            </a:pPr>
            <a:r>
              <a:rPr lang="en-US" sz="2000" b="1" u="none" strike="noStrike">
                <a:solidFill>
                  <a:srgbClr val="000000"/>
                </a:solidFill>
                <a:effectLst/>
                <a:uFillTx/>
                <a:latin typeface="Courier New"/>
                <a:ea typeface="Courier New"/>
              </a:rPr>
              <a:t>* YYDDD</a:t>
            </a:r>
            <a:endParaRPr lang="en-US" sz="2000" b="0" u="none" strike="noStrike">
              <a:solidFill>
                <a:srgbClr val="000000"/>
              </a:solidFill>
              <a:effectLst/>
              <a:uFillTx/>
              <a:latin typeface="Arial"/>
            </a:endParaRPr>
          </a:p>
          <a:p>
            <a:pPr marL="190440" indent="-190440">
              <a:lnSpc>
                <a:spcPct val="75000"/>
              </a:lnSpc>
            </a:pPr>
            <a:endParaRPr lang="en-US" sz="2000" b="0" u="none" strike="noStrike">
              <a:solidFill>
                <a:srgbClr val="000000"/>
              </a:solidFill>
              <a:effectLst/>
              <a:uFillTx/>
              <a:latin typeface="Arial"/>
            </a:endParaRPr>
          </a:p>
          <a:p>
            <a:pPr marL="190440" indent="-190440">
              <a:lnSpc>
                <a:spcPct val="75000"/>
              </a:lnSpc>
            </a:pPr>
            <a:r>
              <a:rPr lang="en-US" sz="2400" b="1" u="none" strike="noStrike">
                <a:solidFill>
                  <a:srgbClr val="FC0128"/>
                </a:solidFill>
                <a:effectLst/>
                <a:uFillTx/>
                <a:latin typeface="Courier New"/>
                <a:ea typeface="Courier New"/>
              </a:rPr>
              <a:t>01 Day0fWeek</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PIC 9.</a:t>
            </a:r>
            <a:endParaRPr lang="en-US" sz="2400" b="0" u="none" strike="noStrike">
              <a:solidFill>
                <a:srgbClr val="000000"/>
              </a:solidFill>
              <a:effectLst/>
              <a:uFillTx/>
              <a:latin typeface="Arial"/>
            </a:endParaRPr>
          </a:p>
          <a:p>
            <a:pPr marL="190440" indent="-190440">
              <a:lnSpc>
                <a:spcPct val="75000"/>
              </a:lnSpc>
            </a:pPr>
            <a:r>
              <a:rPr lang="en-US" sz="2000" b="1" u="none" strike="noStrike">
                <a:solidFill>
                  <a:srgbClr val="000000"/>
                </a:solidFill>
                <a:effectLst/>
                <a:uFillTx/>
                <a:latin typeface="Courier New"/>
                <a:ea typeface="Courier New"/>
              </a:rPr>
              <a:t>* D (1=Monday)</a:t>
            </a:r>
            <a:endParaRPr lang="en-US" sz="2000" b="0" u="none" strike="noStrike">
              <a:solidFill>
                <a:srgbClr val="000000"/>
              </a:solidFill>
              <a:effectLst/>
              <a:uFillTx/>
              <a:latin typeface="Arial"/>
            </a:endParaRPr>
          </a:p>
          <a:p>
            <a:pPr marL="190440" indent="-190440">
              <a:lnSpc>
                <a:spcPct val="75000"/>
              </a:lnSpc>
            </a:pPr>
            <a:endParaRPr lang="en-US" sz="2000" b="0" u="none" strike="noStrike">
              <a:solidFill>
                <a:srgbClr val="000000"/>
              </a:solidFill>
              <a:effectLst/>
              <a:uFillTx/>
              <a:latin typeface="Arial"/>
            </a:endParaRPr>
          </a:p>
          <a:p>
            <a:pPr marL="190440" indent="-190440">
              <a:lnSpc>
                <a:spcPct val="75000"/>
              </a:lnSpc>
            </a:pPr>
            <a:r>
              <a:rPr lang="en-US" sz="2400" b="1" u="none" strike="noStrike">
                <a:solidFill>
                  <a:srgbClr val="FC0128"/>
                </a:solidFill>
                <a:effectLst/>
                <a:uFillTx/>
                <a:latin typeface="Courier New"/>
                <a:ea typeface="Courier New"/>
              </a:rPr>
              <a:t>01 CurrentTime </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	</a:t>
            </a:r>
            <a:r>
              <a:rPr lang="en-US" sz="2400" b="1" u="none" strike="noStrike">
                <a:solidFill>
                  <a:srgbClr val="FC0128"/>
                </a:solidFill>
                <a:effectLst/>
                <a:uFillTx/>
                <a:latin typeface="Courier New"/>
                <a:ea typeface="Courier New"/>
              </a:rPr>
              <a:t>PIC 9(8).</a:t>
            </a:r>
            <a:endParaRPr lang="en-US" sz="2400" b="0" u="none" strike="noStrike">
              <a:solidFill>
                <a:srgbClr val="000000"/>
              </a:solidFill>
              <a:effectLst/>
              <a:uFillTx/>
              <a:latin typeface="Arial"/>
            </a:endParaRPr>
          </a:p>
          <a:p>
            <a:pPr marL="190440" indent="-190440">
              <a:lnSpc>
                <a:spcPct val="75000"/>
              </a:lnSpc>
            </a:pPr>
            <a:r>
              <a:rPr lang="en-US" sz="2000" b="1" u="none" strike="noStrike">
                <a:solidFill>
                  <a:srgbClr val="000000"/>
                </a:solidFill>
                <a:effectLst/>
                <a:uFillTx/>
                <a:latin typeface="Courier New"/>
                <a:ea typeface="Courier New"/>
              </a:rPr>
              <a:t>* HHMMSSss   s = S/100</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
          <p:cNvSpPr txBox="1"/>
          <p:nvPr/>
        </p:nvSpPr>
        <p:spPr>
          <a:xfrm>
            <a:off x="438120" y="4387680"/>
            <a:ext cx="8175600" cy="220176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marL="190440" indent="-190440">
              <a:lnSpc>
                <a:spcPct val="75000"/>
              </a:lnSpc>
            </a:pPr>
            <a:r>
              <a:rPr lang="en-US" sz="1400" b="1" u="none" strike="noStrike">
                <a:solidFill>
                  <a:srgbClr val="000000"/>
                </a:solidFill>
                <a:effectLst/>
                <a:uFillTx/>
                <a:latin typeface="Courier New"/>
                <a:ea typeface="Courier New"/>
              </a:rPr>
              <a:t>PROCEDURE DIVISION.</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Begin.</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DISPLAY "Enter student details using template below".</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DISPLAY "NNNNNNNNNNSSSSSSSCCCCGGGGS                ".</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ACCEPT  StudentDetails.</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ACCEPT  CurrentDate FROM DATE.</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ACCEPT  DayOfYear FROM DAY.</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ACCEPT  CurrentTime FROM TIME.</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DISPLAY "Name is ", Initials SPACE Surname.</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DISPLAY "Date is " CurrentDay SPACE CurrentMonth SPACE CurrentYear.</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DISPLAY "Today is day " YearDay " of the year".</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DISPLAY "The time is " CurrentHour ":" CurrentMinute.</a:t>
            </a:r>
            <a:endParaRPr lang="en-US" sz="1400" b="0" u="none" strike="noStrike">
              <a:solidFill>
                <a:srgbClr val="000000"/>
              </a:solidFill>
              <a:effectLst/>
              <a:uFillTx/>
              <a:latin typeface="Arial"/>
            </a:endParaRPr>
          </a:p>
          <a:p>
            <a:pPr marL="190440" indent="-190440">
              <a:lnSpc>
                <a:spcPct val="75000"/>
              </a:lnSpc>
            </a:pPr>
            <a:r>
              <a:rPr lang="en-US" sz="1400" b="1" u="none" strike="noStrike">
                <a:solidFill>
                  <a:srgbClr val="000000"/>
                </a:solidFill>
                <a:effectLst/>
                <a:uFillTx/>
                <a:latin typeface="Courier New"/>
                <a:ea typeface="Courier New"/>
              </a:rPr>
              <a:t>   STOP RUN.</a:t>
            </a:r>
            <a:endParaRPr lang="en-US" sz="1400" b="0" u="none" strike="noStrike">
              <a:solidFill>
                <a:srgbClr val="000000"/>
              </a:solidFill>
              <a:effectLst/>
              <a:uFillTx/>
              <a:latin typeface="Arial"/>
            </a:endParaRPr>
          </a:p>
        </p:txBody>
      </p:sp>
      <p:sp>
        <p:nvSpPr>
          <p:cNvPr id="283" name=""/>
          <p:cNvSpPr txBox="1"/>
          <p:nvPr/>
        </p:nvSpPr>
        <p:spPr>
          <a:xfrm>
            <a:off x="4994280" y="93600"/>
            <a:ext cx="3898800" cy="450540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marL="190440" indent="-190440">
              <a:lnSpc>
                <a:spcPct val="70000"/>
              </a:lnSpc>
            </a:pPr>
            <a:r>
              <a:rPr lang="en-US" sz="1400" b="1" u="none" strike="noStrike">
                <a:solidFill>
                  <a:srgbClr val="000000"/>
                </a:solidFill>
                <a:effectLst/>
                <a:uFillTx/>
                <a:latin typeface="Courier New"/>
                <a:ea typeface="Courier New"/>
              </a:rPr>
              <a:t>     $ SET SOURCEFORMAT"FREE"</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IDENTIFICATION DIVISION.</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PROGRAM-ID.  AcceptAndDisplay.</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AUTHOR.  Michael Coughlan.</a:t>
            </a:r>
            <a:endParaRPr lang="en-US" sz="1400" b="0" u="none" strike="noStrike">
              <a:solidFill>
                <a:srgbClr val="000000"/>
              </a:solidFill>
              <a:effectLst/>
              <a:uFillTx/>
              <a:latin typeface="Arial"/>
            </a:endParaRPr>
          </a:p>
          <a:p>
            <a:pPr marL="190440" indent="-190440">
              <a:lnSpc>
                <a:spcPct val="70000"/>
              </a:lnSpc>
            </a:pP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DATA DIVISION.</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WORKING-STORAGE SECTION.</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01 StudentDetails.</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StudentName.</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03 Surname      PIC X(8).</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03 Initials     PIC XX.</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StudentId       PIC 9(7).</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CourseCode      PIC X(4).</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Grant           PIC 9(4).</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Gender          PIC X.</a:t>
            </a:r>
            <a:endParaRPr lang="en-US" sz="1400" b="0" u="none" strike="noStrike">
              <a:solidFill>
                <a:srgbClr val="000000"/>
              </a:solidFill>
              <a:effectLst/>
              <a:uFillTx/>
              <a:latin typeface="Arial"/>
            </a:endParaRPr>
          </a:p>
          <a:p>
            <a:pPr marL="190440" indent="-190440">
              <a:lnSpc>
                <a:spcPct val="70000"/>
              </a:lnSpc>
            </a:pP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01 CurrentDate.</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CurrentYear     PIC 99.</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CurrentMonth    PIC 99.</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CurrentDay      PIC 99.</a:t>
            </a:r>
            <a:endParaRPr lang="en-US" sz="1400" b="0" u="none" strike="noStrike">
              <a:solidFill>
                <a:srgbClr val="000000"/>
              </a:solidFill>
              <a:effectLst/>
              <a:uFillTx/>
              <a:latin typeface="Arial"/>
            </a:endParaRPr>
          </a:p>
          <a:p>
            <a:pPr marL="190440" indent="-190440">
              <a:lnSpc>
                <a:spcPct val="70000"/>
              </a:lnSpc>
            </a:pP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01 DayOfYear.</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FILLER          PIC 99.</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YearDay         PIC 9(3).</a:t>
            </a:r>
            <a:endParaRPr lang="en-US" sz="1400" b="0" u="none" strike="noStrike">
              <a:solidFill>
                <a:srgbClr val="000000"/>
              </a:solidFill>
              <a:effectLst/>
              <a:uFillTx/>
              <a:latin typeface="Arial"/>
            </a:endParaRPr>
          </a:p>
          <a:p>
            <a:pPr marL="190440" indent="-190440">
              <a:lnSpc>
                <a:spcPct val="70000"/>
              </a:lnSpc>
            </a:pP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01 CurrentTime.</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CurrentHour     PIC 99.</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CurrentMinute   PIC 99.</a:t>
            </a:r>
            <a:endParaRPr lang="en-US" sz="1400" b="0" u="none" strike="noStrike">
              <a:solidFill>
                <a:srgbClr val="000000"/>
              </a:solidFill>
              <a:effectLst/>
              <a:uFillTx/>
              <a:latin typeface="Arial"/>
            </a:endParaRPr>
          </a:p>
          <a:p>
            <a:pPr marL="190440" indent="-190440">
              <a:lnSpc>
                <a:spcPct val="70000"/>
              </a:lnSpc>
            </a:pPr>
            <a:r>
              <a:rPr lang="en-US" sz="1400" b="1" u="none" strike="noStrike">
                <a:solidFill>
                  <a:srgbClr val="000000"/>
                </a:solidFill>
                <a:effectLst/>
                <a:uFillTx/>
                <a:latin typeface="Courier New"/>
                <a:ea typeface="Courier New"/>
              </a:rPr>
              <a:t>  02  FILLER          PIC 9(4).</a:t>
            </a:r>
            <a:endParaRPr lang="en-US" sz="1400" b="0" u="none" strike="noStrike">
              <a:solidFill>
                <a:srgbClr val="000000"/>
              </a:solidFill>
              <a:effectLst/>
              <a:uFillTx/>
              <a:latin typeface="Arial"/>
            </a:endParaRPr>
          </a:p>
        </p:txBody>
      </p:sp>
      <p:grpSp>
        <p:nvGrpSpPr>
          <p:cNvPr id="284" name=""/>
          <p:cNvGrpSpPr/>
          <p:nvPr/>
        </p:nvGrpSpPr>
        <p:grpSpPr>
          <a:xfrm>
            <a:off x="66600" y="681120"/>
            <a:ext cx="4691160" cy="1922400"/>
            <a:chOff x="66600" y="681120"/>
            <a:chExt cx="4691160" cy="1922400"/>
          </a:xfrm>
        </p:grpSpPr>
        <p:sp>
          <p:nvSpPr>
            <p:cNvPr id="285" name=""/>
            <p:cNvSpPr txBox="1"/>
            <p:nvPr/>
          </p:nvSpPr>
          <p:spPr>
            <a:xfrm>
              <a:off x="66600" y="996840"/>
              <a:ext cx="4691160" cy="1606680"/>
            </a:xfrm>
            <a:prstGeom prst="rect">
              <a:avLst/>
            </a:prstGeom>
            <a:solidFill>
              <a:srgbClr val="DADADA"/>
            </a:solidFill>
            <a:ln w="12600">
              <a:solidFill>
                <a:srgbClr val="000000"/>
              </a:solidFill>
              <a:round/>
            </a:ln>
            <a:effectLst>
              <a:outerShdw dist="0" dir="0" rotWithShape="0">
                <a:srgbClr val="919191"/>
              </a:outerShdw>
            </a:effectLst>
          </p:spPr>
          <p:txBody>
            <a:bodyPr lIns="0" tIns="0" rIns="0" bIns="0" anchor="t">
              <a:spAutoFit/>
            </a:bodyPr>
            <a:p>
              <a:pPr marL="190440" indent="-190440">
                <a:lnSpc>
                  <a:spcPct val="100000"/>
                </a:lnSpc>
              </a:pPr>
              <a:r>
                <a:rPr lang="en-US" sz="1400" b="1" u="none" strike="noStrike">
                  <a:solidFill>
                    <a:srgbClr val="000000"/>
                  </a:solidFill>
                  <a:effectLst/>
                  <a:uFillTx/>
                  <a:latin typeface="Courier New"/>
                  <a:ea typeface="Courier New"/>
                </a:rPr>
                <a:t>Enter student details using template below</a:t>
              </a:r>
              <a:endParaRPr lang="en-US" sz="1400" b="0" u="none" strike="noStrike">
                <a:solidFill>
                  <a:srgbClr val="000000"/>
                </a:solidFill>
                <a:effectLst/>
                <a:uFillTx/>
                <a:latin typeface="Arial"/>
              </a:endParaRPr>
            </a:p>
            <a:p>
              <a:pPr marL="190440" indent="-190440">
                <a:lnSpc>
                  <a:spcPct val="100000"/>
                </a:lnSpc>
              </a:pPr>
              <a:r>
                <a:rPr lang="en-US" sz="1400" b="1" u="none" strike="noStrike">
                  <a:solidFill>
                    <a:srgbClr val="000000"/>
                  </a:solidFill>
                  <a:effectLst/>
                  <a:uFillTx/>
                  <a:latin typeface="Courier New"/>
                  <a:ea typeface="Courier New"/>
                </a:rPr>
                <a:t>NNNNNNNNNNSSSSSSSCCCCGGGGS</a:t>
              </a:r>
              <a:endParaRPr lang="en-US" sz="1400" b="0" u="none" strike="noStrike">
                <a:solidFill>
                  <a:srgbClr val="000000"/>
                </a:solidFill>
                <a:effectLst/>
                <a:uFillTx/>
                <a:latin typeface="Arial"/>
              </a:endParaRPr>
            </a:p>
            <a:p>
              <a:pPr marL="190440" indent="-190440">
                <a:lnSpc>
                  <a:spcPct val="100000"/>
                </a:lnSpc>
              </a:pPr>
              <a:r>
                <a:rPr lang="en-US" sz="1400" b="1" u="none" strike="noStrike">
                  <a:solidFill>
                    <a:srgbClr val="000000"/>
                  </a:solidFill>
                  <a:effectLst/>
                  <a:uFillTx/>
                  <a:latin typeface="Courier New"/>
                  <a:ea typeface="Courier New"/>
                </a:rPr>
                <a:t>COUGHLANMS9476532LM511245M</a:t>
              </a:r>
              <a:endParaRPr lang="en-US" sz="1400" b="0" u="none" strike="noStrike">
                <a:solidFill>
                  <a:srgbClr val="000000"/>
                </a:solidFill>
                <a:effectLst/>
                <a:uFillTx/>
                <a:latin typeface="Arial"/>
              </a:endParaRPr>
            </a:p>
            <a:p>
              <a:pPr marL="190440" indent="-190440">
                <a:lnSpc>
                  <a:spcPct val="100000"/>
                </a:lnSpc>
              </a:pPr>
              <a:r>
                <a:rPr lang="en-US" sz="1400" b="1" u="none" strike="noStrike">
                  <a:solidFill>
                    <a:srgbClr val="000000"/>
                  </a:solidFill>
                  <a:effectLst/>
                  <a:uFillTx/>
                  <a:latin typeface="Courier New"/>
                  <a:ea typeface="Courier New"/>
                </a:rPr>
                <a:t>Name is MS COUGHLAN</a:t>
              </a:r>
              <a:endParaRPr lang="en-US" sz="1400" b="0" u="none" strike="noStrike">
                <a:solidFill>
                  <a:srgbClr val="000000"/>
                </a:solidFill>
                <a:effectLst/>
                <a:uFillTx/>
                <a:latin typeface="Arial"/>
              </a:endParaRPr>
            </a:p>
            <a:p>
              <a:pPr marL="190440" indent="-190440">
                <a:lnSpc>
                  <a:spcPct val="100000"/>
                </a:lnSpc>
              </a:pPr>
              <a:r>
                <a:rPr lang="en-US" sz="1400" b="1" u="none" strike="noStrike">
                  <a:solidFill>
                    <a:srgbClr val="000000"/>
                  </a:solidFill>
                  <a:effectLst/>
                  <a:uFillTx/>
                  <a:latin typeface="Courier New"/>
                  <a:ea typeface="Courier New"/>
                </a:rPr>
                <a:t>Date is 24 01 94</a:t>
              </a:r>
              <a:endParaRPr lang="en-US" sz="1400" b="0" u="none" strike="noStrike">
                <a:solidFill>
                  <a:srgbClr val="000000"/>
                </a:solidFill>
                <a:effectLst/>
                <a:uFillTx/>
                <a:latin typeface="Arial"/>
              </a:endParaRPr>
            </a:p>
            <a:p>
              <a:pPr marL="190440" indent="-190440">
                <a:lnSpc>
                  <a:spcPct val="100000"/>
                </a:lnSpc>
              </a:pPr>
              <a:r>
                <a:rPr lang="en-US" sz="1400" b="1" u="none" strike="noStrike">
                  <a:solidFill>
                    <a:srgbClr val="000000"/>
                  </a:solidFill>
                  <a:effectLst/>
                  <a:uFillTx/>
                  <a:latin typeface="Courier New"/>
                  <a:ea typeface="Courier New"/>
                </a:rPr>
                <a:t>Today is day 024 of the year</a:t>
              </a:r>
              <a:endParaRPr lang="en-US" sz="1400" b="0" u="none" strike="noStrike">
                <a:solidFill>
                  <a:srgbClr val="000000"/>
                </a:solidFill>
                <a:effectLst/>
                <a:uFillTx/>
                <a:latin typeface="Arial"/>
              </a:endParaRPr>
            </a:p>
            <a:p>
              <a:pPr marL="190440" indent="-190440">
                <a:lnSpc>
                  <a:spcPct val="100000"/>
                </a:lnSpc>
              </a:pPr>
              <a:r>
                <a:rPr lang="en-US" sz="1400" b="1" u="none" strike="noStrike">
                  <a:solidFill>
                    <a:srgbClr val="000000"/>
                  </a:solidFill>
                  <a:effectLst/>
                  <a:uFillTx/>
                  <a:latin typeface="Courier New"/>
                  <a:ea typeface="Courier New"/>
                </a:rPr>
                <a:t>The time is 22:23</a:t>
              </a:r>
              <a:endParaRPr lang="en-US" sz="1400" b="0" u="none" strike="noStrike">
                <a:solidFill>
                  <a:srgbClr val="000000"/>
                </a:solidFill>
                <a:effectLst/>
                <a:uFillTx/>
                <a:latin typeface="Arial"/>
              </a:endParaRPr>
            </a:p>
          </p:txBody>
        </p:sp>
        <p:sp>
          <p:nvSpPr>
            <p:cNvPr id="286" name=""/>
            <p:cNvSpPr txBox="1"/>
            <p:nvPr/>
          </p:nvSpPr>
          <p:spPr>
            <a:xfrm>
              <a:off x="282600" y="681120"/>
              <a:ext cx="4140360" cy="307800"/>
            </a:xfrm>
            <a:prstGeom prst="rect">
              <a:avLst/>
            </a:prstGeom>
            <a:solidFill>
              <a:srgbClr val="DADADA"/>
            </a:solidFill>
            <a:ln w="12600">
              <a:solidFill>
                <a:srgbClr val="000000"/>
              </a:solidFill>
              <a:round/>
            </a:ln>
          </p:spPr>
          <p:txBody>
            <a:bodyPr lIns="0" tIns="0" rIns="0" bIns="0" anchor="t">
              <a:spAutoFit/>
            </a:bodyPr>
            <a:p>
              <a:pPr marL="190440" indent="-190440" algn="ctr">
                <a:lnSpc>
                  <a:spcPct val="103000"/>
                </a:lnSpc>
                <a:spcAft>
                  <a:spcPts val="1247"/>
                </a:spcAft>
              </a:pPr>
              <a:r>
                <a:rPr lang="en-US" sz="1800" b="1" u="none" strike="noStrike">
                  <a:solidFill>
                    <a:srgbClr val="FC0128"/>
                  </a:solidFill>
                  <a:effectLst/>
                  <a:uFillTx/>
                  <a:latin typeface="Arial"/>
                  <a:ea typeface="Arial"/>
                </a:rPr>
                <a:t>Run of Accept and Display program</a:t>
              </a:r>
              <a:endParaRPr lang="en-US"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LibreOffice/26.2.2.2$Windows_X86_64 LibreOffice_project/1f77d10d6938fd34972958f64b2bcfa54f8b1ba5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Michael Coughlan</dc:creator>
  <dc:description/>
  <dc:language>en-US</dc:language>
  <cp:lastModifiedBy>Michael Coughlan</cp:lastModifiedBy>
  <cp:revision>0</cp:revision>
  <dc:subject/>
  <dc:title>COBOL Basics 2 </dc:title>
</cp:coreProperties>
</file>